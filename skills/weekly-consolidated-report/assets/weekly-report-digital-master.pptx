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tags/tag2.xml" ContentType="application/vnd.openxmlformats-officedocument.presentationml.tags+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theme/themeOverride1.xml" ContentType="application/vnd.openxmlformats-officedocument.themeOverride+xml"/>
  <Override PartName="/ppt/notesSlides/notesSlide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theme/themeOverride2.xml" ContentType="application/vnd.openxmlformats-officedocument.themeOverride+xml"/>
  <Override PartName="/ppt/notesSlides/notesSlide4.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theme/themeOverride3.xml" ContentType="application/vnd.openxmlformats-officedocument.themeOverride+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style4.xml" ContentType="application/vnd.ms-office.chartstyle+xml"/>
  <Override PartName="/ppt/charts/colors4.xml" ContentType="application/vnd.ms-office.chartcolorstyle+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notesSlides/notesSlide5.xml" ContentType="application/vnd.openxmlformats-officedocument.presentationml.notesSlide+xml"/>
  <Override PartName="/ppt/tags/tag6.xml" ContentType="application/vnd.openxmlformats-officedocument.presentationml.tags+xml"/>
  <Override PartName="/ppt/tags/tag7.xml" ContentType="application/vnd.openxmlformats-officedocument.presentationml.tags+xml"/>
  <Override PartName="/ppt/notesSlides/notesSlide6.xml" ContentType="application/vnd.openxmlformats-officedocument.presentationml.notesSlide+xml"/>
  <Override PartName="/ppt/tags/tag8.xml" ContentType="application/vnd.openxmlformats-officedocument.presentationml.tags+xml"/>
  <Override PartName="/ppt/tags/tag9.xml" ContentType="application/vnd.openxmlformats-officedocument.presentationml.tags+xml"/>
  <Override PartName="/ppt/notesSlides/notesSlide7.xml" ContentType="application/vnd.openxmlformats-officedocument.presentationml.notesSlide+xml"/>
  <Override PartName="/ppt/tags/tag10.xml" ContentType="application/vnd.openxmlformats-officedocument.presentationml.tags+xml"/>
  <Override PartName="/ppt/notesSlides/notesSlide8.xml" ContentType="application/vnd.openxmlformats-officedocument.presentationml.notesSlide+xml"/>
  <Override PartName="/ppt/tags/tag11.xml" ContentType="application/vnd.openxmlformats-officedocument.presentationml.tags+xml"/>
  <Override PartName="/ppt/notesSlides/notesSlide9.xml" ContentType="application/vnd.openxmlformats-officedocument.presentationml.notesSlide+xml"/>
  <Override PartName="/ppt/tags/tag12.xml" ContentType="application/vnd.openxmlformats-officedocument.presentationml.tags+xml"/>
  <Override PartName="/ppt/notesSlides/notesSlide10.xml" ContentType="application/vnd.openxmlformats-officedocument.presentationml.notesSlide+xml"/>
  <Override PartName="/ppt/tags/tag13.xml" ContentType="application/vnd.openxmlformats-officedocument.presentationml.tags+xml"/>
  <Override PartName="/ppt/notesSlides/notesSlide11.xml" ContentType="application/vnd.openxmlformats-officedocument.presentationml.notesSlide+xml"/>
  <Override PartName="/ppt/tags/tag14.xml" ContentType="application/vnd.openxmlformats-officedocument.presentationml.tags+xml"/>
  <Override PartName="/ppt/notesSlides/notesSlide12.xml" ContentType="application/vnd.openxmlformats-officedocument.presentationml.notesSlide+xml"/>
  <Override PartName="/ppt/tags/tag15.xml" ContentType="application/vnd.openxmlformats-officedocument.presentationml.tags+xml"/>
  <Override PartName="/ppt/notesSlides/notesSlide13.xml" ContentType="application/vnd.openxmlformats-officedocument.presentationml.notesSlide+xml"/>
  <Override PartName="/ppt/tags/tag16.xml" ContentType="application/vnd.openxmlformats-officedocument.presentationml.tags+xml"/>
  <Override PartName="/ppt/notesSlides/notesSlide14.xml" ContentType="application/vnd.openxmlformats-officedocument.presentationml.notesSlide+xml"/>
  <Override PartName="/ppt/tags/tag17.xml" ContentType="application/vnd.openxmlformats-officedocument.presentationml.tags+xml"/>
  <Override PartName="/ppt/notesSlides/notesSlide15.xml" ContentType="application/vnd.openxmlformats-officedocument.presentationml.notesSlide+xml"/>
  <Override PartName="/ppt/tags/tag18.xml" ContentType="application/vnd.openxmlformats-officedocument.presentationml.tags+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8" r:id="rId4"/>
  </p:sldMasterIdLst>
  <p:notesMasterIdLst>
    <p:notesMasterId r:id="rId23"/>
  </p:notesMasterIdLst>
  <p:sldIdLst>
    <p:sldId id="256" r:id="rId5"/>
    <p:sldId id="282" r:id="rId6"/>
    <p:sldId id="276" r:id="rId7"/>
    <p:sldId id="277" r:id="rId8"/>
    <p:sldId id="305" r:id="rId9"/>
    <p:sldId id="289" r:id="rId10"/>
    <p:sldId id="278" r:id="rId11"/>
    <p:sldId id="297" r:id="rId12"/>
    <p:sldId id="288" r:id="rId13"/>
    <p:sldId id="300" r:id="rId14"/>
    <p:sldId id="296" r:id="rId15"/>
    <p:sldId id="306" r:id="rId16"/>
    <p:sldId id="307" r:id="rId17"/>
    <p:sldId id="311" r:id="rId18"/>
    <p:sldId id="310" r:id="rId19"/>
    <p:sldId id="308" r:id="rId20"/>
    <p:sldId id="309" r:id="rId21"/>
    <p:sldId id="301" r:id="rId22"/>
  </p:sldIdLst>
  <p:sldSz cx="7559675" cy="13441363"/>
  <p:notesSz cx="6858000" cy="9144000"/>
  <p:custDataLst>
    <p:tags r:id="rId24"/>
  </p:custData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B5A667E2-3517-406A-85DE-E7FCA1602895}">
          <p14:sldIdLst>
            <p14:sldId id="256"/>
            <p14:sldId id="282"/>
            <p14:sldId id="276"/>
            <p14:sldId id="277"/>
            <p14:sldId id="305"/>
            <p14:sldId id="289"/>
          </p14:sldIdLst>
        </p14:section>
        <p14:section name="تفاصيل المهام" id="{E5FE2408-8E6D-4155-815E-311FC0B69DA8}">
          <p14:sldIdLst>
            <p14:sldId id="278"/>
            <p14:sldId id="297"/>
          </p14:sldIdLst>
        </p14:section>
        <p14:section name="تفاصيل مشاريع سهيل" id="{F8044DF7-87B1-4C3D-88CA-397A49253FF4}">
          <p14:sldIdLst>
            <p14:sldId id="288"/>
            <p14:sldId id="300"/>
            <p14:sldId id="296"/>
          </p14:sldIdLst>
        </p14:section>
        <p14:section name="تفاصيل مؤشر التجربة الرقمية" id="{68FEDB31-7657-4CC9-B494-3DE568F3BBA0}">
          <p14:sldIdLst>
            <p14:sldId id="306"/>
            <p14:sldId id="307"/>
            <p14:sldId id="311"/>
            <p14:sldId id="310"/>
            <p14:sldId id="308"/>
            <p14:sldId id="309"/>
          </p14:sldIdLst>
        </p14:section>
        <p14:section name="الخاتمة" id="{7BDD06FA-8243-4972-8BC4-8A717A79C206}">
          <p14:sldIdLst>
            <p14:sldId id="301"/>
          </p14:sldIdLst>
        </p14:section>
      </p14:sectionLst>
    </p:ext>
    <p:ext uri="{EFAFB233-063F-42B5-8137-9DF3F51BA10A}">
      <p15:sldGuideLst xmlns:p15="http://schemas.microsoft.com/office/powerpoint/2012/main">
        <p15:guide id="1" orient="horz" pos="2753"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CDCDC"/>
    <a:srgbClr val="F4E7D7"/>
    <a:srgbClr val="F2F2F2"/>
    <a:srgbClr val="D9A86A"/>
    <a:srgbClr val="D9D9D9"/>
    <a:srgbClr val="1F4D6B"/>
    <a:srgbClr val="004545"/>
    <a:srgbClr val="66A5CE"/>
    <a:srgbClr val="96552F"/>
    <a:srgbClr val="E6EFF6"/>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7010AF5-008B-4A9B-BEF6-4F2603988938}" v="59" dt="2026-10-22T08:29:00.467"/>
  </p1510:revLst>
</p1510:revInfo>
</file>

<file path=ppt/tableStyles.xml><?xml version="1.0" encoding="utf-8"?>
<a:tblStyleLst xmlns:a="http://schemas.openxmlformats.org/drawingml/2006/main" def="{5C22544A-7EE6-4342-B048-85BDC9FD1C3A}">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8986" autoAdjust="0"/>
    <p:restoredTop sz="96521" autoAdjust="0"/>
  </p:normalViewPr>
  <p:slideViewPr>
    <p:cSldViewPr snapToGrid="0">
      <p:cViewPr>
        <p:scale>
          <a:sx n="100" d="100"/>
          <a:sy n="100" d="100"/>
        </p:scale>
        <p:origin x="1675" y="-4742"/>
      </p:cViewPr>
      <p:guideLst>
        <p:guide orient="horz" pos="2753"/>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microsoft.com/office/2016/11/relationships/changesInfo" Target="changesInfos/changesInfo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gs" Target="tags/tag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theme" Target="theme/theme1.xml"/><Relationship Id="rId30"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mdouh Jamjoom" userId="4f83adfd-8daa-4f62-9189-dd97c2009acc" providerId="ADAL" clId="{C50D1312-49B6-4843-BF8F-FF2439C740DC}"/>
    <pc:docChg chg="undo redo custSel addSld delSld modSld sldOrd modMainMaster addSection delSection modSection">
      <pc:chgData name="Mamdouh Jamjoom" userId="4f83adfd-8daa-4f62-9189-dd97c2009acc" providerId="ADAL" clId="{C50D1312-49B6-4843-BF8F-FF2439C740DC}" dt="2026-10-15T08:41:24.104" v="2693" actId="1076"/>
      <pc:docMkLst>
        <pc:docMk/>
      </pc:docMkLst>
      <pc:sldChg chg="modSp add del mod">
        <pc:chgData name="Mamdouh Jamjoom" userId="4f83adfd-8daa-4f62-9189-dd97c2009acc" providerId="ADAL" clId="{C50D1312-49B6-4843-BF8F-FF2439C740DC}" dt="2026-09-28T12:18:31.382" v="297" actId="465"/>
        <pc:sldMkLst>
          <pc:docMk/>
          <pc:sldMk cId="1320534220" sldId="276"/>
        </pc:sldMkLst>
        <pc:graphicFrameChg chg="mod">
          <ac:chgData name="Mamdouh Jamjoom" userId="4f83adfd-8daa-4f62-9189-dd97c2009acc" providerId="ADAL" clId="{C50D1312-49B6-4843-BF8F-FF2439C740DC}" dt="2026-09-28T12:17:42.227" v="296"/>
          <ac:graphicFrameMkLst>
            <pc:docMk/>
            <pc:sldMk cId="1320534220" sldId="276"/>
            <ac:graphicFrameMk id="4" creationId="{00BA627B-32AA-1ADA-50CC-F62281CD6958}"/>
          </ac:graphicFrameMkLst>
        </pc:graphicFrameChg>
        <pc:graphicFrameChg chg="mod">
          <ac:chgData name="Mamdouh Jamjoom" userId="4f83adfd-8daa-4f62-9189-dd97c2009acc" providerId="ADAL" clId="{C50D1312-49B6-4843-BF8F-FF2439C740DC}" dt="2026-09-28T12:18:31.382" v="297" actId="465"/>
          <ac:graphicFrameMkLst>
            <pc:docMk/>
            <pc:sldMk cId="1320534220" sldId="276"/>
            <ac:graphicFrameMk id="23" creationId="{CF546488-1D51-FC1E-8268-FEB36D923228}"/>
          </ac:graphicFrameMkLst>
        </pc:graphicFrameChg>
      </pc:sldChg>
      <pc:sldChg chg="addSp modSp add del mod ord">
        <pc:chgData name="Mamdouh Jamjoom" userId="4f83adfd-8daa-4f62-9189-dd97c2009acc" providerId="ADAL" clId="{C50D1312-49B6-4843-BF8F-FF2439C740DC}" dt="2026-09-28T12:01:25.551" v="205"/>
        <pc:sldMkLst>
          <pc:docMk/>
          <pc:sldMk cId="3891141108" sldId="277"/>
        </pc:sldMkLst>
        <pc:graphicFrameChg chg="add mod modGraphic">
          <ac:chgData name="Mamdouh Jamjoom" userId="4f83adfd-8daa-4f62-9189-dd97c2009acc" providerId="ADAL" clId="{C50D1312-49B6-4843-BF8F-FF2439C740DC}" dt="2026-09-28T11:24:58.406" v="193" actId="14100"/>
          <ac:graphicFrameMkLst>
            <pc:docMk/>
            <pc:sldMk cId="3891141108" sldId="277"/>
            <ac:graphicFrameMk id="4" creationId="{2519BF84-6971-AC64-49A5-6B524042ED21}"/>
          </ac:graphicFrameMkLst>
        </pc:graphicFrameChg>
      </pc:sldChg>
      <pc:sldChg chg="addSp delSp modSp mod">
        <pc:chgData name="Mamdouh Jamjoom" userId="4f83adfd-8daa-4f62-9189-dd97c2009acc" providerId="ADAL" clId="{C50D1312-49B6-4843-BF8F-FF2439C740DC}" dt="2026-09-28T12:01:56.462" v="208" actId="3064"/>
        <pc:sldMkLst>
          <pc:docMk/>
          <pc:sldMk cId="3565859656" sldId="278"/>
        </pc:sldMkLst>
        <pc:graphicFrameChg chg="mod modGraphic">
          <ac:chgData name="Mamdouh Jamjoom" userId="4f83adfd-8daa-4f62-9189-dd97c2009acc" providerId="ADAL" clId="{C50D1312-49B6-4843-BF8F-FF2439C740DC}" dt="2026-09-28T12:01:56.462" v="208" actId="3064"/>
          <ac:graphicFrameMkLst>
            <pc:docMk/>
            <pc:sldMk cId="3565859656" sldId="278"/>
            <ac:graphicFrameMk id="30" creationId="{24C18B9B-64F6-22FD-45B3-540606A7AC0A}"/>
          </ac:graphicFrameMkLst>
        </pc:graphicFrameChg>
      </pc:sldChg>
      <pc:sldChg chg="addSp delSp modSp add del mod modClrScheme chgLayout">
        <pc:chgData name="Mamdouh Jamjoom" userId="4f83adfd-8daa-4f62-9189-dd97c2009acc" providerId="ADAL" clId="{C50D1312-49B6-4843-BF8F-FF2439C740DC}" dt="2026-10-15T08:38:54.552" v="2688" actId="700"/>
        <pc:sldMkLst>
          <pc:docMk/>
          <pc:sldMk cId="903101738" sldId="282"/>
        </pc:sldMkLst>
        <pc:spChg chg="mod">
          <ac:chgData name="Mamdouh Jamjoom" userId="4f83adfd-8daa-4f62-9189-dd97c2009acc" providerId="ADAL" clId="{C50D1312-49B6-4843-BF8F-FF2439C740DC}" dt="2026-10-13T12:47:58.061" v="309" actId="164"/>
          <ac:spMkLst>
            <pc:docMk/>
            <pc:sldMk cId="903101738" sldId="282"/>
            <ac:spMk id="5" creationId="{183ABFA4-9FD9-4674-4F06-18013E630531}"/>
          </ac:spMkLst>
        </pc:spChg>
        <pc:spChg chg="mod">
          <ac:chgData name="Mamdouh Jamjoom" userId="4f83adfd-8daa-4f62-9189-dd97c2009acc" providerId="ADAL" clId="{C50D1312-49B6-4843-BF8F-FF2439C740DC}" dt="2026-10-13T12:47:58.061" v="309" actId="164"/>
          <ac:spMkLst>
            <pc:docMk/>
            <pc:sldMk cId="903101738" sldId="282"/>
            <ac:spMk id="6" creationId="{4F3CCE75-1975-5AD9-B4C2-968F0999F69F}"/>
          </ac:spMkLst>
        </pc:spChg>
        <pc:spChg chg="mod">
          <ac:chgData name="Mamdouh Jamjoom" userId="4f83adfd-8daa-4f62-9189-dd97c2009acc" providerId="ADAL" clId="{C50D1312-49B6-4843-BF8F-FF2439C740DC}" dt="2026-10-13T12:47:58.061" v="309" actId="164"/>
          <ac:spMkLst>
            <pc:docMk/>
            <pc:sldMk cId="903101738" sldId="282"/>
            <ac:spMk id="9" creationId="{DBE8DE5E-2B01-B9ED-4358-98F661013026}"/>
          </ac:spMkLst>
        </pc:spChg>
        <pc:spChg chg="mod">
          <ac:chgData name="Mamdouh Jamjoom" userId="4f83adfd-8daa-4f62-9189-dd97c2009acc" providerId="ADAL" clId="{C50D1312-49B6-4843-BF8F-FF2439C740DC}" dt="2026-10-13T12:47:58.061" v="309" actId="164"/>
          <ac:spMkLst>
            <pc:docMk/>
            <pc:sldMk cId="903101738" sldId="282"/>
            <ac:spMk id="11" creationId="{6C213196-8A04-2FAD-FBDD-8A229F8D1EE9}"/>
          </ac:spMkLst>
        </pc:spChg>
        <pc:spChg chg="mod">
          <ac:chgData name="Mamdouh Jamjoom" userId="4f83adfd-8daa-4f62-9189-dd97c2009acc" providerId="ADAL" clId="{C50D1312-49B6-4843-BF8F-FF2439C740DC}" dt="2026-10-13T12:47:58.061" v="309" actId="164"/>
          <ac:spMkLst>
            <pc:docMk/>
            <pc:sldMk cId="903101738" sldId="282"/>
            <ac:spMk id="13" creationId="{8D681E39-ADD8-C594-716B-73D2C9C8F370}"/>
          </ac:spMkLst>
        </pc:spChg>
        <pc:spChg chg="mod">
          <ac:chgData name="Mamdouh Jamjoom" userId="4f83adfd-8daa-4f62-9189-dd97c2009acc" providerId="ADAL" clId="{C50D1312-49B6-4843-BF8F-FF2439C740DC}" dt="2026-10-13T12:47:58.061" v="309" actId="164"/>
          <ac:spMkLst>
            <pc:docMk/>
            <pc:sldMk cId="903101738" sldId="282"/>
            <ac:spMk id="14" creationId="{A2C514DC-97F6-3889-8180-0BE9B2B9C750}"/>
          </ac:spMkLst>
        </pc:spChg>
        <pc:spChg chg="mod">
          <ac:chgData name="Mamdouh Jamjoom" userId="4f83adfd-8daa-4f62-9189-dd97c2009acc" providerId="ADAL" clId="{C50D1312-49B6-4843-BF8F-FF2439C740DC}" dt="2026-10-13T12:47:58.061" v="309" actId="164"/>
          <ac:spMkLst>
            <pc:docMk/>
            <pc:sldMk cId="903101738" sldId="282"/>
            <ac:spMk id="15" creationId="{F7A44687-1040-2384-2F7D-A4CEAA69D440}"/>
          </ac:spMkLst>
        </pc:spChg>
        <pc:spChg chg="mod">
          <ac:chgData name="Mamdouh Jamjoom" userId="4f83adfd-8daa-4f62-9189-dd97c2009acc" providerId="ADAL" clId="{C50D1312-49B6-4843-BF8F-FF2439C740DC}" dt="2026-10-13T12:47:58.061" v="309" actId="164"/>
          <ac:spMkLst>
            <pc:docMk/>
            <pc:sldMk cId="903101738" sldId="282"/>
            <ac:spMk id="16" creationId="{655EFD64-72CE-5B02-038F-E3EF346E6808}"/>
          </ac:spMkLst>
        </pc:spChg>
        <pc:spChg chg="mod">
          <ac:chgData name="Mamdouh Jamjoom" userId="4f83adfd-8daa-4f62-9189-dd97c2009acc" providerId="ADAL" clId="{C50D1312-49B6-4843-BF8F-FF2439C740DC}" dt="2026-10-13T12:47:58.061" v="309" actId="164"/>
          <ac:spMkLst>
            <pc:docMk/>
            <pc:sldMk cId="903101738" sldId="282"/>
            <ac:spMk id="18" creationId="{50813D75-5E58-FFC7-F847-86C86BFF7ED5}"/>
          </ac:spMkLst>
        </pc:spChg>
        <pc:spChg chg="mod">
          <ac:chgData name="Mamdouh Jamjoom" userId="4f83adfd-8daa-4f62-9189-dd97c2009acc" providerId="ADAL" clId="{C50D1312-49B6-4843-BF8F-FF2439C740DC}" dt="2026-10-13T12:47:58.061" v="309" actId="164"/>
          <ac:spMkLst>
            <pc:docMk/>
            <pc:sldMk cId="903101738" sldId="282"/>
            <ac:spMk id="19" creationId="{F4E04539-090F-D1A9-DD9C-824C2F987424}"/>
          </ac:spMkLst>
        </pc:spChg>
        <pc:graphicFrameChg chg="add mod">
          <ac:chgData name="Mamdouh Jamjoom" userId="4f83adfd-8daa-4f62-9189-dd97c2009acc" providerId="ADAL" clId="{C50D1312-49B6-4843-BF8F-FF2439C740DC}" dt="2026-09-28T12:18:36.036" v="298" actId="465"/>
          <ac:graphicFrameMkLst>
            <pc:docMk/>
            <pc:sldMk cId="903101738" sldId="282"/>
            <ac:graphicFrameMk id="8" creationId="{24B98477-BCD3-FB0B-D64E-B319BEBECA61}"/>
          </ac:graphicFrameMkLst>
        </pc:graphicFrameChg>
        <pc:graphicFrameChg chg="mod">
          <ac:chgData name="Mamdouh Jamjoom" userId="4f83adfd-8daa-4f62-9189-dd97c2009acc" providerId="ADAL" clId="{C50D1312-49B6-4843-BF8F-FF2439C740DC}" dt="2026-09-28T12:20:15.968" v="307"/>
          <ac:graphicFrameMkLst>
            <pc:docMk/>
            <pc:sldMk cId="903101738" sldId="282"/>
            <ac:graphicFrameMk id="10" creationId="{29852CAF-D388-3E18-BA70-6C9E5FB343F7}"/>
          </ac:graphicFrameMkLst>
        </pc:graphicFrameChg>
        <pc:graphicFrameChg chg="mod">
          <ac:chgData name="Mamdouh Jamjoom" userId="4f83adfd-8daa-4f62-9189-dd97c2009acc" providerId="ADAL" clId="{C50D1312-49B6-4843-BF8F-FF2439C740DC}" dt="2026-09-28T12:18:36.036" v="298" actId="465"/>
          <ac:graphicFrameMkLst>
            <pc:docMk/>
            <pc:sldMk cId="903101738" sldId="282"/>
            <ac:graphicFrameMk id="23" creationId="{DB91C56E-189A-ACA9-8953-B0CDCB57F1CA}"/>
          </ac:graphicFrameMkLst>
        </pc:graphicFrameChg>
        <pc:graphicFrameChg chg="mod">
          <ac:chgData name="Mamdouh Jamjoom" userId="4f83adfd-8daa-4f62-9189-dd97c2009acc" providerId="ADAL" clId="{C50D1312-49B6-4843-BF8F-FF2439C740DC}" dt="2026-10-13T12:54:11.905" v="382" actId="1076"/>
          <ac:graphicFrameMkLst>
            <pc:docMk/>
            <pc:sldMk cId="903101738" sldId="282"/>
            <ac:graphicFrameMk id="24" creationId="{32CE81B1-22BE-1895-001C-B7932DE22516}"/>
          </ac:graphicFrameMkLst>
        </pc:graphicFrameChg>
        <pc:graphicFrameChg chg="add mod modGraphic">
          <ac:chgData name="Mamdouh Jamjoom" userId="4f83adfd-8daa-4f62-9189-dd97c2009acc" providerId="ADAL" clId="{C50D1312-49B6-4843-BF8F-FF2439C740DC}" dt="2026-09-28T12:17:32.015" v="294" actId="572"/>
          <ac:graphicFrameMkLst>
            <pc:docMk/>
            <pc:sldMk cId="903101738" sldId="282"/>
            <ac:graphicFrameMk id="25" creationId="{3C308FE4-692D-D8D9-9C96-48B1DE6F32DD}"/>
          </ac:graphicFrameMkLst>
        </pc:graphicFrameChg>
      </pc:sldChg>
      <pc:sldChg chg="addSp delSp modSp mod">
        <pc:chgData name="Mamdouh Jamjoom" userId="4f83adfd-8daa-4f62-9189-dd97c2009acc" providerId="ADAL" clId="{C50D1312-49B6-4843-BF8F-FF2439C740DC}" dt="2026-09-28T12:02:37.617" v="217" actId="3064"/>
        <pc:sldMkLst>
          <pc:docMk/>
          <pc:sldMk cId="2014544344" sldId="288"/>
        </pc:sldMkLst>
        <pc:graphicFrameChg chg="mod modGraphic">
          <ac:chgData name="Mamdouh Jamjoom" userId="4f83adfd-8daa-4f62-9189-dd97c2009acc" providerId="ADAL" clId="{C50D1312-49B6-4843-BF8F-FF2439C740DC}" dt="2026-09-28T12:02:37.617" v="217" actId="3064"/>
          <ac:graphicFrameMkLst>
            <pc:docMk/>
            <pc:sldMk cId="2014544344" sldId="288"/>
            <ac:graphicFrameMk id="30" creationId="{D7281D2F-F619-25D8-133B-D92BC8DF9E70}"/>
          </ac:graphicFrameMkLst>
        </pc:graphicFrameChg>
      </pc:sldChg>
      <pc:sldChg chg="modSp mod">
        <pc:chgData name="Mamdouh Jamjoom" userId="4f83adfd-8daa-4f62-9189-dd97c2009acc" providerId="ADAL" clId="{C50D1312-49B6-4843-BF8F-FF2439C740DC}" dt="2026-09-28T12:03:19.573" v="237" actId="3064"/>
        <pc:sldMkLst>
          <pc:docMk/>
          <pc:sldMk cId="2014544344" sldId="296"/>
        </pc:sldMkLst>
        <pc:graphicFrameChg chg="mod modGraphic">
          <ac:chgData name="Mamdouh Jamjoom" userId="4f83adfd-8daa-4f62-9189-dd97c2009acc" providerId="ADAL" clId="{C50D1312-49B6-4843-BF8F-FF2439C740DC}" dt="2026-09-28T12:02:56.641" v="225" actId="3064"/>
          <ac:graphicFrameMkLst>
            <pc:docMk/>
            <pc:sldMk cId="2014544344" sldId="296"/>
            <ac:graphicFrameMk id="30" creationId="{6CED6B66-1642-4103-9585-EEFD107A28B7}"/>
          </ac:graphicFrameMkLst>
        </pc:graphicFrameChg>
        <pc:graphicFrameChg chg="mod modGraphic">
          <ac:chgData name="Mamdouh Jamjoom" userId="4f83adfd-8daa-4f62-9189-dd97c2009acc" providerId="ADAL" clId="{C50D1312-49B6-4843-BF8F-FF2439C740DC}" dt="2026-09-28T12:03:06.286" v="229" actId="3064"/>
          <ac:graphicFrameMkLst>
            <pc:docMk/>
            <pc:sldMk cId="2014544344" sldId="296"/>
            <ac:graphicFrameMk id="31" creationId="{1A2D0F6A-29CC-F521-F79A-1F53075353B8}"/>
          </ac:graphicFrameMkLst>
        </pc:graphicFrameChg>
        <pc:graphicFrameChg chg="mod modGraphic">
          <ac:chgData name="Mamdouh Jamjoom" userId="4f83adfd-8daa-4f62-9189-dd97c2009acc" providerId="ADAL" clId="{C50D1312-49B6-4843-BF8F-FF2439C740DC}" dt="2026-09-28T12:03:13.625" v="233" actId="3064"/>
          <ac:graphicFrameMkLst>
            <pc:docMk/>
            <pc:sldMk cId="2014544344" sldId="296"/>
            <ac:graphicFrameMk id="32" creationId="{694D8959-2FDE-5CF0-BF1F-1DC1B05721A8}"/>
          </ac:graphicFrameMkLst>
        </pc:graphicFrameChg>
        <pc:graphicFrameChg chg="mod modGraphic">
          <ac:chgData name="Mamdouh Jamjoom" userId="4f83adfd-8daa-4f62-9189-dd97c2009acc" providerId="ADAL" clId="{C50D1312-49B6-4843-BF8F-FF2439C740DC}" dt="2026-09-28T12:03:19.573" v="237" actId="3064"/>
          <ac:graphicFrameMkLst>
            <pc:docMk/>
            <pc:sldMk cId="2014544344" sldId="296"/>
            <ac:graphicFrameMk id="33" creationId="{16560A80-6509-8BA6-B3C3-A36FD4D4C70B}"/>
          </ac:graphicFrameMkLst>
        </pc:graphicFrameChg>
      </pc:sldChg>
      <pc:sldChg chg="modSp mod">
        <pc:chgData name="Mamdouh Jamjoom" userId="4f83adfd-8daa-4f62-9189-dd97c2009acc" providerId="ADAL" clId="{C50D1312-49B6-4843-BF8F-FF2439C740DC}" dt="2026-09-28T12:02:24.495" v="213" actId="3064"/>
        <pc:sldMkLst>
          <pc:docMk/>
          <pc:sldMk cId="3565859656" sldId="297"/>
        </pc:sldMkLst>
        <pc:graphicFrameChg chg="mod modGraphic">
          <ac:chgData name="Mamdouh Jamjoom" userId="4f83adfd-8daa-4f62-9189-dd97c2009acc" providerId="ADAL" clId="{C50D1312-49B6-4843-BF8F-FF2439C740DC}" dt="2026-09-28T11:22:54.442" v="184"/>
          <ac:graphicFrameMkLst>
            <pc:docMk/>
            <pc:sldMk cId="3565859656" sldId="297"/>
            <ac:graphicFrameMk id="3" creationId="{8382319D-4674-617E-33AB-0E790D75F602}"/>
          </ac:graphicFrameMkLst>
        </pc:graphicFrameChg>
        <pc:graphicFrameChg chg="mod modGraphic">
          <ac:chgData name="Mamdouh Jamjoom" userId="4f83adfd-8daa-4f62-9189-dd97c2009acc" providerId="ADAL" clId="{C50D1312-49B6-4843-BF8F-FF2439C740DC}" dt="2026-09-28T11:22:55.652" v="185"/>
          <ac:graphicFrameMkLst>
            <pc:docMk/>
            <pc:sldMk cId="3565859656" sldId="297"/>
            <ac:graphicFrameMk id="4" creationId="{236F631E-D50A-7F0D-EE08-691BB58CB619}"/>
          </ac:graphicFrameMkLst>
        </pc:graphicFrameChg>
        <pc:graphicFrameChg chg="mod modGraphic">
          <ac:chgData name="Mamdouh Jamjoom" userId="4f83adfd-8daa-4f62-9189-dd97c2009acc" providerId="ADAL" clId="{C50D1312-49B6-4843-BF8F-FF2439C740DC}" dt="2026-09-28T12:02:24.495" v="213" actId="3064"/>
          <ac:graphicFrameMkLst>
            <pc:docMk/>
            <pc:sldMk cId="3565859656" sldId="297"/>
            <ac:graphicFrameMk id="30" creationId="{24C18B9B-64F6-22FD-45B3-540606A7AC0A}"/>
          </ac:graphicFrameMkLst>
        </pc:graphicFrameChg>
      </pc:sldChg>
      <pc:sldChg chg="addSp delSp modSp mod">
        <pc:chgData name="Mamdouh Jamjoom" userId="4f83adfd-8daa-4f62-9189-dd97c2009acc" providerId="ADAL" clId="{C50D1312-49B6-4843-BF8F-FF2439C740DC}" dt="2026-09-28T12:03:45.346" v="249" actId="3064"/>
        <pc:sldMkLst>
          <pc:docMk/>
          <pc:sldMk cId="2014544344" sldId="300"/>
        </pc:sldMkLst>
        <pc:graphicFrameChg chg="mod modGraphic">
          <ac:chgData name="Mamdouh Jamjoom" userId="4f83adfd-8daa-4f62-9189-dd97c2009acc" providerId="ADAL" clId="{C50D1312-49B6-4843-BF8F-FF2439C740DC}" dt="2026-09-28T12:02:47.348" v="221" actId="3064"/>
          <ac:graphicFrameMkLst>
            <pc:docMk/>
            <pc:sldMk cId="2014544344" sldId="300"/>
            <ac:graphicFrameMk id="30" creationId="{D7281D2F-F619-25D8-133B-D92BC8DF9E70}"/>
          </ac:graphicFrameMkLst>
        </pc:graphicFrameChg>
        <pc:graphicFrameChg chg="mod modGraphic">
          <ac:chgData name="Mamdouh Jamjoom" userId="4f83adfd-8daa-4f62-9189-dd97c2009acc" providerId="ADAL" clId="{C50D1312-49B6-4843-BF8F-FF2439C740DC}" dt="2026-09-28T12:03:30.559" v="241" actId="3064"/>
          <ac:graphicFrameMkLst>
            <pc:docMk/>
            <pc:sldMk cId="2014544344" sldId="300"/>
            <ac:graphicFrameMk id="31" creationId="{3E66C75A-F78E-DDF4-95E9-67543B2DA0BE}"/>
          </ac:graphicFrameMkLst>
        </pc:graphicFrameChg>
        <pc:graphicFrameChg chg="mod modGraphic">
          <ac:chgData name="Mamdouh Jamjoom" userId="4f83adfd-8daa-4f62-9189-dd97c2009acc" providerId="ADAL" clId="{C50D1312-49B6-4843-BF8F-FF2439C740DC}" dt="2026-09-28T12:03:37.742" v="245" actId="3064"/>
          <ac:graphicFrameMkLst>
            <pc:docMk/>
            <pc:sldMk cId="2014544344" sldId="300"/>
            <ac:graphicFrameMk id="32" creationId="{BD3B8E98-7822-6066-CDA7-8D291CE1013B}"/>
          </ac:graphicFrameMkLst>
        </pc:graphicFrameChg>
        <pc:graphicFrameChg chg="mod modGraphic">
          <ac:chgData name="Mamdouh Jamjoom" userId="4f83adfd-8daa-4f62-9189-dd97c2009acc" providerId="ADAL" clId="{C50D1312-49B6-4843-BF8F-FF2439C740DC}" dt="2026-09-28T12:03:45.346" v="249" actId="3064"/>
          <ac:graphicFrameMkLst>
            <pc:docMk/>
            <pc:sldMk cId="2014544344" sldId="300"/>
            <ac:graphicFrameMk id="33" creationId="{6CED6B66-1642-4103-9585-EEFD107A28B7}"/>
          </ac:graphicFrameMkLst>
        </pc:graphicFrameChg>
      </pc:sldChg>
      <pc:sldChg chg="add">
        <pc:chgData name="Mamdouh Jamjoom" userId="4f83adfd-8daa-4f62-9189-dd97c2009acc" providerId="ADAL" clId="{C50D1312-49B6-4843-BF8F-FF2439C740DC}" dt="2026-09-28T11:28:18.096" v="202"/>
        <pc:sldMkLst>
          <pc:docMk/>
          <pc:sldMk cId="3001195978" sldId="301"/>
        </pc:sldMkLst>
      </pc:sldChg>
      <pc:sldChg chg="addSp delSp modSp add mod ord">
        <pc:chgData name="Mamdouh Jamjoom" userId="4f83adfd-8daa-4f62-9189-dd97c2009acc" providerId="ADAL" clId="{C50D1312-49B6-4843-BF8F-FF2439C740DC}" dt="2026-10-15T08:39:07.527" v="2689" actId="478"/>
        <pc:sldMkLst>
          <pc:docMk/>
          <pc:sldMk cId="2100585411" sldId="305"/>
        </pc:sldMkLst>
        <pc:spChg chg="mod">
          <ac:chgData name="Mamdouh Jamjoom" userId="4f83adfd-8daa-4f62-9189-dd97c2009acc" providerId="ADAL" clId="{C50D1312-49B6-4843-BF8F-FF2439C740DC}" dt="2026-10-14T11:51:27.264" v="2304" actId="14100"/>
          <ac:spMkLst>
            <pc:docMk/>
            <pc:sldMk cId="2100585411" sldId="305"/>
            <ac:spMk id="2" creationId="{63BC0C05-872B-47E6-FD17-A07450091850}"/>
          </ac:spMkLst>
        </pc:spChg>
        <pc:spChg chg="mod">
          <ac:chgData name="Mamdouh Jamjoom" userId="4f83adfd-8daa-4f62-9189-dd97c2009acc" providerId="ADAL" clId="{C50D1312-49B6-4843-BF8F-FF2439C740DC}" dt="2026-10-14T11:53:42.266" v="2604" actId="207"/>
          <ac:spMkLst>
            <pc:docMk/>
            <pc:sldMk cId="2100585411" sldId="305"/>
            <ac:spMk id="3" creationId="{B1390335-FEDF-6056-BC94-ECD9E1A34F21}"/>
          </ac:spMkLst>
        </pc:spChg>
        <pc:spChg chg="mod">
          <ac:chgData name="Mamdouh Jamjoom" userId="4f83adfd-8daa-4f62-9189-dd97c2009acc" providerId="ADAL" clId="{C50D1312-49B6-4843-BF8F-FF2439C740DC}" dt="2026-10-14T11:51:27.264" v="2304" actId="14100"/>
          <ac:spMkLst>
            <pc:docMk/>
            <pc:sldMk cId="2100585411" sldId="305"/>
            <ac:spMk id="8" creationId="{0CDA777E-D48A-35E3-F35D-C493F700579C}"/>
          </ac:spMkLst>
        </pc:spChg>
        <pc:spChg chg="mod">
          <ac:chgData name="Mamdouh Jamjoom" userId="4f83adfd-8daa-4f62-9189-dd97c2009acc" providerId="ADAL" clId="{C50D1312-49B6-4843-BF8F-FF2439C740DC}" dt="2026-10-14T11:51:27.264" v="2304" actId="14100"/>
          <ac:spMkLst>
            <pc:docMk/>
            <pc:sldMk cId="2100585411" sldId="305"/>
            <ac:spMk id="9" creationId="{348A93E9-DBD2-E2C3-2285-EC67CC340B56}"/>
          </ac:spMkLst>
        </pc:spChg>
        <pc:spChg chg="mod">
          <ac:chgData name="Mamdouh Jamjoom" userId="4f83adfd-8daa-4f62-9189-dd97c2009acc" providerId="ADAL" clId="{C50D1312-49B6-4843-BF8F-FF2439C740DC}" dt="2026-10-14T11:47:46.588" v="2263" actId="207"/>
          <ac:spMkLst>
            <pc:docMk/>
            <pc:sldMk cId="2100585411" sldId="305"/>
            <ac:spMk id="11" creationId="{46F6ECAB-0443-153B-43E7-BE9F76E707C2}"/>
          </ac:spMkLst>
        </pc:spChg>
        <pc:spChg chg="mod">
          <ac:chgData name="Mamdouh Jamjoom" userId="4f83adfd-8daa-4f62-9189-dd97c2009acc" providerId="ADAL" clId="{C50D1312-49B6-4843-BF8F-FF2439C740DC}" dt="2026-10-14T11:47:54.922" v="2265" actId="208"/>
          <ac:spMkLst>
            <pc:docMk/>
            <pc:sldMk cId="2100585411" sldId="305"/>
            <ac:spMk id="13" creationId="{352EE0A9-871E-6ECF-FF79-EC291FB636E8}"/>
          </ac:spMkLst>
        </pc:spChg>
        <pc:spChg chg="mod ord">
          <ac:chgData name="Mamdouh Jamjoom" userId="4f83adfd-8daa-4f62-9189-dd97c2009acc" providerId="ADAL" clId="{C50D1312-49B6-4843-BF8F-FF2439C740DC}" dt="2026-10-14T11:52:57.163" v="2580"/>
          <ac:spMkLst>
            <pc:docMk/>
            <pc:sldMk cId="2100585411" sldId="305"/>
            <ac:spMk id="23" creationId="{DC145411-10C8-3433-960F-17B0BE6FE099}"/>
          </ac:spMkLst>
        </pc:spChg>
        <pc:spChg chg="mod">
          <ac:chgData name="Mamdouh Jamjoom" userId="4f83adfd-8daa-4f62-9189-dd97c2009acc" providerId="ADAL" clId="{C50D1312-49B6-4843-BF8F-FF2439C740DC}" dt="2026-10-14T11:53:43.270" v="2606" actId="207"/>
          <ac:spMkLst>
            <pc:docMk/>
            <pc:sldMk cId="2100585411" sldId="305"/>
            <ac:spMk id="25" creationId="{6EEF22BF-9B0A-EA1D-5B42-969A0E9E9A43}"/>
          </ac:spMkLst>
        </pc:spChg>
        <pc:spChg chg="mod">
          <ac:chgData name="Mamdouh Jamjoom" userId="4f83adfd-8daa-4f62-9189-dd97c2009acc" providerId="ADAL" clId="{C50D1312-49B6-4843-BF8F-FF2439C740DC}" dt="2026-10-14T11:51:27.264" v="2304" actId="14100"/>
          <ac:spMkLst>
            <pc:docMk/>
            <pc:sldMk cId="2100585411" sldId="305"/>
            <ac:spMk id="39" creationId="{3E318CEF-FCC1-1F06-1D8E-A9C37AEBD7FC}"/>
          </ac:spMkLst>
        </pc:spChg>
        <pc:spChg chg="mod ord">
          <ac:chgData name="Mamdouh Jamjoom" userId="4f83adfd-8daa-4f62-9189-dd97c2009acc" providerId="ADAL" clId="{C50D1312-49B6-4843-BF8F-FF2439C740DC}" dt="2026-10-14T11:52:58.457" v="2588"/>
          <ac:spMkLst>
            <pc:docMk/>
            <pc:sldMk cId="2100585411" sldId="305"/>
            <ac:spMk id="47" creationId="{3ACFD9DD-3129-BBAB-BB36-913C70B3E25B}"/>
          </ac:spMkLst>
        </pc:spChg>
        <pc:spChg chg="mod">
          <ac:chgData name="Mamdouh Jamjoom" userId="4f83adfd-8daa-4f62-9189-dd97c2009acc" providerId="ADAL" clId="{C50D1312-49B6-4843-BF8F-FF2439C740DC}" dt="2026-10-14T11:48:38.178" v="2272" actId="207"/>
          <ac:spMkLst>
            <pc:docMk/>
            <pc:sldMk cId="2100585411" sldId="305"/>
            <ac:spMk id="55" creationId="{913B1D46-65C4-5BA7-FD7D-0ABA99136552}"/>
          </ac:spMkLst>
        </pc:spChg>
        <pc:spChg chg="mod">
          <ac:chgData name="Mamdouh Jamjoom" userId="4f83adfd-8daa-4f62-9189-dd97c2009acc" providerId="ADAL" clId="{C50D1312-49B6-4843-BF8F-FF2439C740DC}" dt="2026-10-14T11:48:07.541" v="2266" actId="207"/>
          <ac:spMkLst>
            <pc:docMk/>
            <pc:sldMk cId="2100585411" sldId="305"/>
            <ac:spMk id="57" creationId="{C7346229-AD99-4FA8-CD68-83011175FC88}"/>
          </ac:spMkLst>
        </pc:spChg>
        <pc:spChg chg="mod">
          <ac:chgData name="Mamdouh Jamjoom" userId="4f83adfd-8daa-4f62-9189-dd97c2009acc" providerId="ADAL" clId="{C50D1312-49B6-4843-BF8F-FF2439C740DC}" dt="2026-10-14T11:48:12.684" v="2267" actId="208"/>
          <ac:spMkLst>
            <pc:docMk/>
            <pc:sldMk cId="2100585411" sldId="305"/>
            <ac:spMk id="59" creationId="{3C6EA22C-A4EC-6989-F8BC-4E8F0EC0AEB3}"/>
          </ac:spMkLst>
        </pc:spChg>
        <pc:spChg chg="mod">
          <ac:chgData name="Mamdouh Jamjoom" userId="4f83adfd-8daa-4f62-9189-dd97c2009acc" providerId="ADAL" clId="{C50D1312-49B6-4843-BF8F-FF2439C740DC}" dt="2026-10-14T11:51:27.264" v="2304" actId="14100"/>
          <ac:spMkLst>
            <pc:docMk/>
            <pc:sldMk cId="2100585411" sldId="305"/>
            <ac:spMk id="67" creationId="{E49F8266-1BAB-06A2-305F-DCF3F900F398}"/>
          </ac:spMkLst>
        </pc:spChg>
        <pc:spChg chg="mod ord">
          <ac:chgData name="Mamdouh Jamjoom" userId="4f83adfd-8daa-4f62-9189-dd97c2009acc" providerId="ADAL" clId="{C50D1312-49B6-4843-BF8F-FF2439C740DC}" dt="2026-10-14T11:52:58.457" v="2590"/>
          <ac:spMkLst>
            <pc:docMk/>
            <pc:sldMk cId="2100585411" sldId="305"/>
            <ac:spMk id="69" creationId="{C1A89673-FC34-CF4F-B112-A8ED3F859F27}"/>
          </ac:spMkLst>
        </pc:spChg>
        <pc:spChg chg="mod">
          <ac:chgData name="Mamdouh Jamjoom" userId="4f83adfd-8daa-4f62-9189-dd97c2009acc" providerId="ADAL" clId="{C50D1312-49B6-4843-BF8F-FF2439C740DC}" dt="2026-10-14T11:51:27.264" v="2304" actId="14100"/>
          <ac:spMkLst>
            <pc:docMk/>
            <pc:sldMk cId="2100585411" sldId="305"/>
            <ac:spMk id="71" creationId="{C36CC6EE-7A2D-DB33-AE4E-CE82ACF69869}"/>
          </ac:spMkLst>
        </pc:spChg>
        <pc:spChg chg="mod">
          <ac:chgData name="Mamdouh Jamjoom" userId="4f83adfd-8daa-4f62-9189-dd97c2009acc" providerId="ADAL" clId="{C50D1312-49B6-4843-BF8F-FF2439C740DC}" dt="2026-10-14T11:48:23.324" v="2269" actId="207"/>
          <ac:spMkLst>
            <pc:docMk/>
            <pc:sldMk cId="2100585411" sldId="305"/>
            <ac:spMk id="77" creationId="{FF3BBA8E-545D-74AE-CF78-E4D8AC786DE5}"/>
          </ac:spMkLst>
        </pc:spChg>
        <pc:spChg chg="mod">
          <ac:chgData name="Mamdouh Jamjoom" userId="4f83adfd-8daa-4f62-9189-dd97c2009acc" providerId="ADAL" clId="{C50D1312-49B6-4843-BF8F-FF2439C740DC}" dt="2026-10-14T11:48:43.719" v="2273" actId="207"/>
          <ac:spMkLst>
            <pc:docMk/>
            <pc:sldMk cId="2100585411" sldId="305"/>
            <ac:spMk id="79" creationId="{DE066D82-6C01-F76A-1602-436A1293A360}"/>
          </ac:spMkLst>
        </pc:spChg>
        <pc:spChg chg="mod">
          <ac:chgData name="Mamdouh Jamjoom" userId="4f83adfd-8daa-4f62-9189-dd97c2009acc" providerId="ADAL" clId="{C50D1312-49B6-4843-BF8F-FF2439C740DC}" dt="2026-10-14T11:48:51.251" v="2275" actId="208"/>
          <ac:spMkLst>
            <pc:docMk/>
            <pc:sldMk cId="2100585411" sldId="305"/>
            <ac:spMk id="81" creationId="{368704EC-8BCD-0AC7-5406-A411B7011711}"/>
          </ac:spMkLst>
        </pc:spChg>
        <pc:spChg chg="mod">
          <ac:chgData name="Mamdouh Jamjoom" userId="4f83adfd-8daa-4f62-9189-dd97c2009acc" providerId="ADAL" clId="{C50D1312-49B6-4843-BF8F-FF2439C740DC}" dt="2026-10-14T11:51:27.264" v="2304" actId="14100"/>
          <ac:spMkLst>
            <pc:docMk/>
            <pc:sldMk cId="2100585411" sldId="305"/>
            <ac:spMk id="89" creationId="{AB95FCC8-371B-FC85-63F6-49EB88F0B9B7}"/>
          </ac:spMkLst>
        </pc:spChg>
        <pc:spChg chg="mod ord">
          <ac:chgData name="Mamdouh Jamjoom" userId="4f83adfd-8daa-4f62-9189-dd97c2009acc" providerId="ADAL" clId="{C50D1312-49B6-4843-BF8F-FF2439C740DC}" dt="2026-10-14T11:52:58.459" v="2592"/>
          <ac:spMkLst>
            <pc:docMk/>
            <pc:sldMk cId="2100585411" sldId="305"/>
            <ac:spMk id="91" creationId="{58E618C3-D6B7-D4B9-E755-58C1B60AE0F7}"/>
          </ac:spMkLst>
        </pc:spChg>
        <pc:grpChg chg="mod">
          <ac:chgData name="Mamdouh Jamjoom" userId="4f83adfd-8daa-4f62-9189-dd97c2009acc" providerId="ADAL" clId="{C50D1312-49B6-4843-BF8F-FF2439C740DC}" dt="2026-10-14T11:54:25.922" v="2624" actId="1037"/>
          <ac:grpSpMkLst>
            <pc:docMk/>
            <pc:sldMk cId="2100585411" sldId="305"/>
            <ac:grpSpMk id="98" creationId="{F91D8688-BE95-CCBE-5149-1031B39A6145}"/>
          </ac:grpSpMkLst>
        </pc:grpChg>
        <pc:graphicFrameChg chg="mod">
          <ac:chgData name="Mamdouh Jamjoom" userId="4f83adfd-8daa-4f62-9189-dd97c2009acc" providerId="ADAL" clId="{C50D1312-49B6-4843-BF8F-FF2439C740DC}" dt="2026-10-14T11:48:34.437" v="2271" actId="207"/>
          <ac:graphicFrameMkLst>
            <pc:docMk/>
            <pc:sldMk cId="2100585411" sldId="305"/>
            <ac:graphicFrameMk id="51" creationId="{5ADC4D71-F3BD-CB53-A163-D61CBBBAA2A8}"/>
          </ac:graphicFrameMkLst>
        </pc:graphicFrameChg>
        <pc:graphicFrameChg chg="mod">
          <ac:chgData name="Mamdouh Jamjoom" userId="4f83adfd-8daa-4f62-9189-dd97c2009acc" providerId="ADAL" clId="{C50D1312-49B6-4843-BF8F-FF2439C740DC}" dt="2026-10-14T11:48:16.734" v="2268" actId="207"/>
          <ac:graphicFrameMkLst>
            <pc:docMk/>
            <pc:sldMk cId="2100585411" sldId="305"/>
            <ac:graphicFrameMk id="73" creationId="{CCDF5BCB-6AF7-EFCD-0947-B8B8A8EE7C65}"/>
          </ac:graphicFrameMkLst>
        </pc:graphicFrameChg>
        <pc:graphicFrameChg chg="mod">
          <ac:chgData name="Mamdouh Jamjoom" userId="4f83adfd-8daa-4f62-9189-dd97c2009acc" providerId="ADAL" clId="{C50D1312-49B6-4843-BF8F-FF2439C740DC}" dt="2026-10-14T11:54:29.935" v="2625"/>
          <ac:graphicFrameMkLst>
            <pc:docMk/>
            <pc:sldMk cId="2100585411" sldId="305"/>
            <ac:graphicFrameMk id="93" creationId="{CFF678BD-DAB1-6191-0210-AD8B8A2C703B}"/>
          </ac:graphicFrameMkLst>
        </pc:graphicFrameChg>
        <pc:graphicFrameChg chg="mod modGraphic">
          <ac:chgData name="Mamdouh Jamjoom" userId="4f83adfd-8daa-4f62-9189-dd97c2009acc" providerId="ADAL" clId="{C50D1312-49B6-4843-BF8F-FF2439C740DC}" dt="2026-10-14T11:54:17.805" v="2615" actId="14100"/>
          <ac:graphicFrameMkLst>
            <pc:docMk/>
            <pc:sldMk cId="2100585411" sldId="305"/>
            <ac:graphicFrameMk id="99" creationId="{6FEA0175-EE25-8783-E1F7-A3B7EEDFDC70}"/>
          </ac:graphicFrameMkLst>
        </pc:graphicFrameChg>
      </pc:sldChg>
      <pc:sldMasterChg chg="addSldLayout modSldLayout sldLayoutOrd">
        <pc:chgData name="Mamdouh Jamjoom" userId="4f83adfd-8daa-4f62-9189-dd97c2009acc" providerId="ADAL" clId="{C50D1312-49B6-4843-BF8F-FF2439C740DC}" dt="2026-10-15T08:41:24.104" v="2693" actId="1076"/>
        <pc:sldMasterMkLst>
          <pc:docMk/>
          <pc:sldMasterMk cId="3574706131" sldId="2147483668"/>
        </pc:sldMasterMkLst>
        <pc:sldLayoutChg chg="addSp delSp modSp mod">
          <pc:chgData name="Mamdouh Jamjoom" userId="4f83adfd-8daa-4f62-9189-dd97c2009acc" providerId="ADAL" clId="{C50D1312-49B6-4843-BF8F-FF2439C740DC}" dt="2026-10-15T08:41:24.104" v="2693" actId="1076"/>
          <pc:sldLayoutMkLst>
            <pc:docMk/>
            <pc:sldMasterMk cId="3574706131" sldId="2147483668"/>
            <pc:sldLayoutMk cId="2936374816" sldId="2147483686"/>
          </pc:sldLayoutMkLst>
          <pc:spChg chg="add mod topLvl">
            <ac:chgData name="Mamdouh Jamjoom" userId="4f83adfd-8daa-4f62-9189-dd97c2009acc" providerId="ADAL" clId="{C50D1312-49B6-4843-BF8F-FF2439C740DC}" dt="2026-10-13T20:14:24.803" v="1945"/>
            <ac:spMkLst>
              <pc:docMk/>
              <pc:sldMasterMk cId="3574706131" sldId="2147483668"/>
              <pc:sldLayoutMk cId="2936374816" sldId="2147483686"/>
              <ac:spMk id="8" creationId="{F07887D5-4371-3456-3A99-F65130EC509C}"/>
            </ac:spMkLst>
          </pc:spChg>
          <pc:spChg chg="add mod topLvl">
            <ac:chgData name="Mamdouh Jamjoom" userId="4f83adfd-8daa-4f62-9189-dd97c2009acc" providerId="ADAL" clId="{C50D1312-49B6-4843-BF8F-FF2439C740DC}" dt="2026-10-13T20:14:24.803" v="1945"/>
            <ac:spMkLst>
              <pc:docMk/>
              <pc:sldMasterMk cId="3574706131" sldId="2147483668"/>
              <pc:sldLayoutMk cId="2936374816" sldId="2147483686"/>
              <ac:spMk id="9" creationId="{6ACECB9F-2595-FC0A-B818-97D53690AE2E}"/>
            </ac:spMkLst>
          </pc:spChg>
          <pc:spChg chg="add">
            <ac:chgData name="Mamdouh Jamjoom" userId="4f83adfd-8daa-4f62-9189-dd97c2009acc" providerId="ADAL" clId="{C50D1312-49B6-4843-BF8F-FF2439C740DC}" dt="2026-10-15T08:41:18.318" v="2691" actId="22"/>
            <ac:spMkLst>
              <pc:docMk/>
              <pc:sldMasterMk cId="3574706131" sldId="2147483668"/>
              <pc:sldLayoutMk cId="2936374816" sldId="2147483686"/>
              <ac:spMk id="12" creationId="{FC17D182-6603-23E9-B8CD-E86F73A8F14E}"/>
            </ac:spMkLst>
          </pc:spChg>
          <pc:spChg chg="add">
            <ac:chgData name="Mamdouh Jamjoom" userId="4f83adfd-8daa-4f62-9189-dd97c2009acc" providerId="ADAL" clId="{C50D1312-49B6-4843-BF8F-FF2439C740DC}" dt="2026-10-15T08:41:18.318" v="2691" actId="22"/>
            <ac:spMkLst>
              <pc:docMk/>
              <pc:sldMasterMk cId="3574706131" sldId="2147483668"/>
              <pc:sldLayoutMk cId="2936374816" sldId="2147483686"/>
              <ac:spMk id="14" creationId="{11606CB2-343F-650E-4BE0-93662901B4D6}"/>
            </ac:spMkLst>
          </pc:spChg>
          <pc:spChg chg="mod">
            <ac:chgData name="Mamdouh Jamjoom" userId="4f83adfd-8daa-4f62-9189-dd97c2009acc" providerId="ADAL" clId="{C50D1312-49B6-4843-BF8F-FF2439C740DC}" dt="2026-10-13T13:20:11.312" v="1195" actId="207"/>
            <ac:spMkLst>
              <pc:docMk/>
              <pc:sldMasterMk cId="3574706131" sldId="2147483668"/>
              <pc:sldLayoutMk cId="2936374816" sldId="2147483686"/>
              <ac:spMk id="23" creationId="{D84AC8B4-ED73-847F-4BBF-50224AEF97AF}"/>
            </ac:spMkLst>
          </pc:spChg>
          <pc:spChg chg="mod topLvl">
            <ac:chgData name="Mamdouh Jamjoom" userId="4f83adfd-8daa-4f62-9189-dd97c2009acc" providerId="ADAL" clId="{C50D1312-49B6-4843-BF8F-FF2439C740DC}" dt="2026-10-15T08:34:35.092" v="2629" actId="1076"/>
            <ac:spMkLst>
              <pc:docMk/>
              <pc:sldMasterMk cId="3574706131" sldId="2147483668"/>
              <pc:sldLayoutMk cId="2936374816" sldId="2147483686"/>
              <ac:spMk id="36" creationId="{73FBB6E0-029E-5C36-7D3C-C3086DCB8F61}"/>
            </ac:spMkLst>
          </pc:spChg>
          <pc:spChg chg="mod topLvl">
            <ac:chgData name="Mamdouh Jamjoom" userId="4f83adfd-8daa-4f62-9189-dd97c2009acc" providerId="ADAL" clId="{C50D1312-49B6-4843-BF8F-FF2439C740DC}" dt="2026-10-15T08:34:35.092" v="2629" actId="1076"/>
            <ac:spMkLst>
              <pc:docMk/>
              <pc:sldMasterMk cId="3574706131" sldId="2147483668"/>
              <pc:sldLayoutMk cId="2936374816" sldId="2147483686"/>
              <ac:spMk id="39" creationId="{287B7D5A-9F83-7330-C9C8-0D07342A1615}"/>
            </ac:spMkLst>
          </pc:spChg>
          <pc:spChg chg="mod topLvl">
            <ac:chgData name="Mamdouh Jamjoom" userId="4f83adfd-8daa-4f62-9189-dd97c2009acc" providerId="ADAL" clId="{C50D1312-49B6-4843-BF8F-FF2439C740DC}" dt="2026-10-15T08:34:35.092" v="2629" actId="1076"/>
            <ac:spMkLst>
              <pc:docMk/>
              <pc:sldMasterMk cId="3574706131" sldId="2147483668"/>
              <pc:sldLayoutMk cId="2936374816" sldId="2147483686"/>
              <ac:spMk id="42" creationId="{0756BCB3-9F89-B1B5-EEF9-9DAA906AC2E4}"/>
            </ac:spMkLst>
          </pc:spChg>
          <pc:spChg chg="mod topLvl">
            <ac:chgData name="Mamdouh Jamjoom" userId="4f83adfd-8daa-4f62-9189-dd97c2009acc" providerId="ADAL" clId="{C50D1312-49B6-4843-BF8F-FF2439C740DC}" dt="2026-10-15T08:41:21.764" v="2692" actId="1076"/>
            <ac:spMkLst>
              <pc:docMk/>
              <pc:sldMasterMk cId="3574706131" sldId="2147483668"/>
              <pc:sldLayoutMk cId="2936374816" sldId="2147483686"/>
              <ac:spMk id="43" creationId="{A064E357-EB14-F530-0142-67201D5CC85C}"/>
            </ac:spMkLst>
          </pc:spChg>
          <pc:spChg chg="mod topLvl">
            <ac:chgData name="Mamdouh Jamjoom" userId="4f83adfd-8daa-4f62-9189-dd97c2009acc" providerId="ADAL" clId="{C50D1312-49B6-4843-BF8F-FF2439C740DC}" dt="2026-10-13T20:14:24.803" v="1949"/>
            <ac:spMkLst>
              <pc:docMk/>
              <pc:sldMasterMk cId="3574706131" sldId="2147483668"/>
              <pc:sldLayoutMk cId="2936374816" sldId="2147483686"/>
              <ac:spMk id="45" creationId="{F2657A36-C429-A67C-74B1-D61CFD41FBB1}"/>
            </ac:spMkLst>
          </pc:spChg>
          <pc:spChg chg="mod topLvl">
            <ac:chgData name="Mamdouh Jamjoom" userId="4f83adfd-8daa-4f62-9189-dd97c2009acc" providerId="ADAL" clId="{C50D1312-49B6-4843-BF8F-FF2439C740DC}" dt="2026-10-15T08:41:24.104" v="2693" actId="1076"/>
            <ac:spMkLst>
              <pc:docMk/>
              <pc:sldMasterMk cId="3574706131" sldId="2147483668"/>
              <pc:sldLayoutMk cId="2936374816" sldId="2147483686"/>
              <ac:spMk id="46" creationId="{2A1D9F59-1C83-02D7-5789-17E50739D4F5}"/>
            </ac:spMkLst>
          </pc:spChg>
          <pc:grpChg chg="add mod ord">
            <ac:chgData name="Mamdouh Jamjoom" userId="4f83adfd-8daa-4f62-9189-dd97c2009acc" providerId="ADAL" clId="{C50D1312-49B6-4843-BF8F-FF2439C740DC}" dt="2026-10-15T08:34:35.092" v="2629" actId="1076"/>
            <ac:grpSpMkLst>
              <pc:docMk/>
              <pc:sldMasterMk cId="3574706131" sldId="2147483668"/>
              <pc:sldLayoutMk cId="2936374816" sldId="2147483686"/>
              <ac:grpSpMk id="10" creationId="{2B6679C8-5764-1053-6B26-97897A3A8CEB}"/>
            </ac:grpSpMkLst>
          </pc:grpChg>
          <pc:grpChg chg="add mod ord">
            <ac:chgData name="Mamdouh Jamjoom" userId="4f83adfd-8daa-4f62-9189-dd97c2009acc" providerId="ADAL" clId="{C50D1312-49B6-4843-BF8F-FF2439C740DC}" dt="2026-10-15T08:34:35.092" v="2629" actId="1076"/>
            <ac:grpSpMkLst>
              <pc:docMk/>
              <pc:sldMasterMk cId="3574706131" sldId="2147483668"/>
              <pc:sldLayoutMk cId="2936374816" sldId="2147483686"/>
              <ac:grpSpMk id="11" creationId="{0414CACC-B735-29B9-DD30-9AC8813DA266}"/>
            </ac:grpSpMkLst>
          </pc:grpChg>
        </pc:sldLayoutChg>
        <pc:sldLayoutChg chg="addSp delSp modSp mod ord">
          <pc:chgData name="Mamdouh Jamjoom" userId="4f83adfd-8daa-4f62-9189-dd97c2009acc" providerId="ADAL" clId="{C50D1312-49B6-4843-BF8F-FF2439C740DC}" dt="2026-10-15T08:36:41.729" v="2654" actId="207"/>
          <pc:sldLayoutMkLst>
            <pc:docMk/>
            <pc:sldMasterMk cId="3574706131" sldId="2147483668"/>
            <pc:sldLayoutMk cId="530765436" sldId="2147483687"/>
          </pc:sldLayoutMkLst>
          <pc:spChg chg="add mod">
            <ac:chgData name="Mamdouh Jamjoom" userId="4f83adfd-8daa-4f62-9189-dd97c2009acc" providerId="ADAL" clId="{C50D1312-49B6-4843-BF8F-FF2439C740DC}" dt="2026-10-15T08:36:38.525" v="2653" actId="207"/>
            <ac:spMkLst>
              <pc:docMk/>
              <pc:sldMasterMk cId="3574706131" sldId="2147483668"/>
              <pc:sldLayoutMk cId="530765436" sldId="2147483687"/>
              <ac:spMk id="2" creationId="{14D5667A-757E-5196-3B68-9E4D5195DE37}"/>
            </ac:spMkLst>
          </pc:spChg>
          <pc:spChg chg="add mod">
            <ac:chgData name="Mamdouh Jamjoom" userId="4f83adfd-8daa-4f62-9189-dd97c2009acc" providerId="ADAL" clId="{C50D1312-49B6-4843-BF8F-FF2439C740DC}" dt="2026-10-15T08:36:33.548" v="2652" actId="1076"/>
            <ac:spMkLst>
              <pc:docMk/>
              <pc:sldMasterMk cId="3574706131" sldId="2147483668"/>
              <pc:sldLayoutMk cId="530765436" sldId="2147483687"/>
              <ac:spMk id="3" creationId="{5E490353-743C-8F2D-5981-18C34E882679}"/>
            </ac:spMkLst>
          </pc:spChg>
          <pc:spChg chg="add mod">
            <ac:chgData name="Mamdouh Jamjoom" userId="4f83adfd-8daa-4f62-9189-dd97c2009acc" providerId="ADAL" clId="{C50D1312-49B6-4843-BF8F-FF2439C740DC}" dt="2026-10-15T08:36:41.729" v="2654" actId="207"/>
            <ac:spMkLst>
              <pc:docMk/>
              <pc:sldMasterMk cId="3574706131" sldId="2147483668"/>
              <pc:sldLayoutMk cId="530765436" sldId="2147483687"/>
              <ac:spMk id="8" creationId="{07DA3773-1C89-D902-CFA9-4558AC886A64}"/>
            </ac:spMkLst>
          </pc:spChg>
          <pc:spChg chg="add mod">
            <ac:chgData name="Mamdouh Jamjoom" userId="4f83adfd-8daa-4f62-9189-dd97c2009acc" providerId="ADAL" clId="{C50D1312-49B6-4843-BF8F-FF2439C740DC}" dt="2026-10-15T08:36:28.624" v="2650" actId="113"/>
            <ac:spMkLst>
              <pc:docMk/>
              <pc:sldMasterMk cId="3574706131" sldId="2147483668"/>
              <pc:sldLayoutMk cId="530765436" sldId="2147483687"/>
              <ac:spMk id="10" creationId="{9BB5C87E-F518-46E3-3BAD-06642924FCB5}"/>
            </ac:spMkLst>
          </pc:spChg>
          <pc:spChg chg="add mod">
            <ac:chgData name="Mamdouh Jamjoom" userId="4f83adfd-8daa-4f62-9189-dd97c2009acc" providerId="ADAL" clId="{C50D1312-49B6-4843-BF8F-FF2439C740DC}" dt="2026-10-15T08:36:16.029" v="2646"/>
            <ac:spMkLst>
              <pc:docMk/>
              <pc:sldMasterMk cId="3574706131" sldId="2147483668"/>
              <pc:sldLayoutMk cId="530765436" sldId="2147483687"/>
              <ac:spMk id="12" creationId="{1378A7EC-331B-BDC9-12C9-84D4A6C5F2DF}"/>
            </ac:spMkLst>
          </pc:spChg>
          <pc:spChg chg="add mod">
            <ac:chgData name="Mamdouh Jamjoom" userId="4f83adfd-8daa-4f62-9189-dd97c2009acc" providerId="ADAL" clId="{C50D1312-49B6-4843-BF8F-FF2439C740DC}" dt="2026-10-15T08:36:16.029" v="2646"/>
            <ac:spMkLst>
              <pc:docMk/>
              <pc:sldMasterMk cId="3574706131" sldId="2147483668"/>
              <pc:sldLayoutMk cId="530765436" sldId="2147483687"/>
              <ac:spMk id="14" creationId="{44B5CA6F-6061-63DA-A569-100F3DDDA013}"/>
            </ac:spMkLst>
          </pc:spChg>
          <pc:spChg chg="mod">
            <ac:chgData name="Mamdouh Jamjoom" userId="4f83adfd-8daa-4f62-9189-dd97c2009acc" providerId="ADAL" clId="{C50D1312-49B6-4843-BF8F-FF2439C740DC}" dt="2026-10-15T08:36:16.029" v="2646"/>
            <ac:spMkLst>
              <pc:docMk/>
              <pc:sldMasterMk cId="3574706131" sldId="2147483668"/>
              <pc:sldLayoutMk cId="530765436" sldId="2147483687"/>
              <ac:spMk id="18" creationId="{29E5C90B-636B-326B-CFD5-F384044CAE94}"/>
            </ac:spMkLst>
          </pc:spChg>
          <pc:spChg chg="mod">
            <ac:chgData name="Mamdouh Jamjoom" userId="4f83adfd-8daa-4f62-9189-dd97c2009acc" providerId="ADAL" clId="{C50D1312-49B6-4843-BF8F-FF2439C740DC}" dt="2026-10-15T08:36:16.029" v="2646"/>
            <ac:spMkLst>
              <pc:docMk/>
              <pc:sldMasterMk cId="3574706131" sldId="2147483668"/>
              <pc:sldLayoutMk cId="530765436" sldId="2147483687"/>
              <ac:spMk id="20" creationId="{B45086CF-7DDB-311C-F525-D0903F7338A7}"/>
            </ac:spMkLst>
          </pc:spChg>
          <pc:spChg chg="mod">
            <ac:chgData name="Mamdouh Jamjoom" userId="4f83adfd-8daa-4f62-9189-dd97c2009acc" providerId="ADAL" clId="{C50D1312-49B6-4843-BF8F-FF2439C740DC}" dt="2026-10-15T08:36:16.029" v="2646"/>
            <ac:spMkLst>
              <pc:docMk/>
              <pc:sldMasterMk cId="3574706131" sldId="2147483668"/>
              <pc:sldLayoutMk cId="530765436" sldId="2147483687"/>
              <ac:spMk id="26" creationId="{26BF74D5-CD53-D5E7-D822-64EC30E82B19}"/>
            </ac:spMkLst>
          </pc:spChg>
          <pc:spChg chg="mod">
            <ac:chgData name="Mamdouh Jamjoom" userId="4f83adfd-8daa-4f62-9189-dd97c2009acc" providerId="ADAL" clId="{C50D1312-49B6-4843-BF8F-FF2439C740DC}" dt="2026-10-15T08:36:16.029" v="2646"/>
            <ac:spMkLst>
              <pc:docMk/>
              <pc:sldMasterMk cId="3574706131" sldId="2147483668"/>
              <pc:sldLayoutMk cId="530765436" sldId="2147483687"/>
              <ac:spMk id="28" creationId="{A6C5F163-935C-D949-FED5-63A28E638E75}"/>
            </ac:spMkLst>
          </pc:spChg>
        </pc:sldLayoutChg>
        <pc:sldLayoutChg chg="addSp delSp modSp mod ord">
          <pc:chgData name="Mamdouh Jamjoom" userId="4f83adfd-8daa-4f62-9189-dd97c2009acc" providerId="ADAL" clId="{C50D1312-49B6-4843-BF8F-FF2439C740DC}" dt="2026-10-15T08:37:15.117" v="2665" actId="207"/>
          <pc:sldLayoutMkLst>
            <pc:docMk/>
            <pc:sldMasterMk cId="3574706131" sldId="2147483668"/>
            <pc:sldLayoutMk cId="188970420" sldId="2147483688"/>
          </pc:sldLayoutMkLst>
          <pc:spChg chg="add mod">
            <ac:chgData name="Mamdouh Jamjoom" userId="4f83adfd-8daa-4f62-9189-dd97c2009acc" providerId="ADAL" clId="{C50D1312-49B6-4843-BF8F-FF2439C740DC}" dt="2026-10-15T08:36:52.989" v="2657"/>
            <ac:spMkLst>
              <pc:docMk/>
              <pc:sldMasterMk cId="3574706131" sldId="2147483668"/>
              <pc:sldLayoutMk cId="188970420" sldId="2147483688"/>
              <ac:spMk id="2" creationId="{BFE8A468-6E0F-B1F0-93DD-50F15BEFF1DF}"/>
            </ac:spMkLst>
          </pc:spChg>
          <pc:spChg chg="add mod">
            <ac:chgData name="Mamdouh Jamjoom" userId="4f83adfd-8daa-4f62-9189-dd97c2009acc" providerId="ADAL" clId="{C50D1312-49B6-4843-BF8F-FF2439C740DC}" dt="2026-10-15T08:36:52.989" v="2657"/>
            <ac:spMkLst>
              <pc:docMk/>
              <pc:sldMasterMk cId="3574706131" sldId="2147483668"/>
              <pc:sldLayoutMk cId="188970420" sldId="2147483688"/>
              <ac:spMk id="3" creationId="{2BEEC85B-92B3-FA55-C0B7-95CB46F60EE2}"/>
            </ac:spMkLst>
          </pc:spChg>
          <pc:spChg chg="add mod">
            <ac:chgData name="Mamdouh Jamjoom" userId="4f83adfd-8daa-4f62-9189-dd97c2009acc" providerId="ADAL" clId="{C50D1312-49B6-4843-BF8F-FF2439C740DC}" dt="2026-10-15T08:37:11.445" v="2664" actId="14100"/>
            <ac:spMkLst>
              <pc:docMk/>
              <pc:sldMasterMk cId="3574706131" sldId="2147483668"/>
              <pc:sldLayoutMk cId="188970420" sldId="2147483688"/>
              <ac:spMk id="4" creationId="{07D6242F-DBCF-EE8F-7AD3-631CB63F8DFC}"/>
            </ac:spMkLst>
          </pc:spChg>
          <pc:spChg chg="add mod">
            <ac:chgData name="Mamdouh Jamjoom" userId="4f83adfd-8daa-4f62-9189-dd97c2009acc" providerId="ADAL" clId="{C50D1312-49B6-4843-BF8F-FF2439C740DC}" dt="2026-10-15T08:37:04.378" v="2662" actId="1076"/>
            <ac:spMkLst>
              <pc:docMk/>
              <pc:sldMasterMk cId="3574706131" sldId="2147483668"/>
              <pc:sldLayoutMk cId="188970420" sldId="2147483688"/>
              <ac:spMk id="5" creationId="{863E3B64-443B-12BD-E347-2924071EBBC3}"/>
            </ac:spMkLst>
          </pc:spChg>
          <pc:spChg chg="add mod">
            <ac:chgData name="Mamdouh Jamjoom" userId="4f83adfd-8daa-4f62-9189-dd97c2009acc" providerId="ADAL" clId="{C50D1312-49B6-4843-BF8F-FF2439C740DC}" dt="2026-10-15T08:37:15.117" v="2665" actId="207"/>
            <ac:spMkLst>
              <pc:docMk/>
              <pc:sldMasterMk cId="3574706131" sldId="2147483668"/>
              <pc:sldLayoutMk cId="188970420" sldId="2147483688"/>
              <ac:spMk id="10" creationId="{01B695D0-D629-57A3-B3F7-ED2D1ADF01B0}"/>
            </ac:spMkLst>
          </pc:spChg>
          <pc:spChg chg="add mod">
            <ac:chgData name="Mamdouh Jamjoom" userId="4f83adfd-8daa-4f62-9189-dd97c2009acc" providerId="ADAL" clId="{C50D1312-49B6-4843-BF8F-FF2439C740DC}" dt="2026-10-15T08:37:01.408" v="2660" actId="1076"/>
            <ac:spMkLst>
              <pc:docMk/>
              <pc:sldMasterMk cId="3574706131" sldId="2147483668"/>
              <pc:sldLayoutMk cId="188970420" sldId="2147483688"/>
              <ac:spMk id="12" creationId="{23F35AD4-AA43-1C08-EF79-8E43767C31B6}"/>
            </ac:spMkLst>
          </pc:spChg>
          <pc:spChg chg="mod">
            <ac:chgData name="Mamdouh Jamjoom" userId="4f83adfd-8daa-4f62-9189-dd97c2009acc" providerId="ADAL" clId="{C50D1312-49B6-4843-BF8F-FF2439C740DC}" dt="2026-10-15T08:36:52.989" v="2657"/>
            <ac:spMkLst>
              <pc:docMk/>
              <pc:sldMasterMk cId="3574706131" sldId="2147483668"/>
              <pc:sldLayoutMk cId="188970420" sldId="2147483688"/>
              <ac:spMk id="14" creationId="{A3EB29BD-CA40-28F4-1580-885A1F4E6C51}"/>
            </ac:spMkLst>
          </pc:spChg>
          <pc:spChg chg="mod">
            <ac:chgData name="Mamdouh Jamjoom" userId="4f83adfd-8daa-4f62-9189-dd97c2009acc" providerId="ADAL" clId="{C50D1312-49B6-4843-BF8F-FF2439C740DC}" dt="2026-10-15T08:36:52.989" v="2657"/>
            <ac:spMkLst>
              <pc:docMk/>
              <pc:sldMasterMk cId="3574706131" sldId="2147483668"/>
              <pc:sldLayoutMk cId="188970420" sldId="2147483688"/>
              <ac:spMk id="15" creationId="{12BA3B7C-E4A3-DD57-EAF6-5427D6C2C0DC}"/>
            </ac:spMkLst>
          </pc:spChg>
          <pc:spChg chg="mod">
            <ac:chgData name="Mamdouh Jamjoom" userId="4f83adfd-8daa-4f62-9189-dd97c2009acc" providerId="ADAL" clId="{C50D1312-49B6-4843-BF8F-FF2439C740DC}" dt="2026-10-15T08:36:52.989" v="2657"/>
            <ac:spMkLst>
              <pc:docMk/>
              <pc:sldMasterMk cId="3574706131" sldId="2147483668"/>
              <pc:sldLayoutMk cId="188970420" sldId="2147483688"/>
              <ac:spMk id="17" creationId="{F4D5B238-6AD3-618C-1CB6-FFDA501F0D78}"/>
            </ac:spMkLst>
          </pc:spChg>
          <pc:spChg chg="mod">
            <ac:chgData name="Mamdouh Jamjoom" userId="4f83adfd-8daa-4f62-9189-dd97c2009acc" providerId="ADAL" clId="{C50D1312-49B6-4843-BF8F-FF2439C740DC}" dt="2026-10-15T08:36:52.989" v="2657"/>
            <ac:spMkLst>
              <pc:docMk/>
              <pc:sldMasterMk cId="3574706131" sldId="2147483668"/>
              <pc:sldLayoutMk cId="188970420" sldId="2147483688"/>
              <ac:spMk id="18" creationId="{B4BBF8EB-1CE9-C393-A28B-74B30D3FD3B9}"/>
            </ac:spMkLst>
          </pc:spChg>
        </pc:sldLayoutChg>
        <pc:sldLayoutChg chg="addSp delSp modSp mod">
          <pc:chgData name="Mamdouh Jamjoom" userId="4f83adfd-8daa-4f62-9189-dd97c2009acc" providerId="ADAL" clId="{C50D1312-49B6-4843-BF8F-FF2439C740DC}" dt="2026-10-15T08:38:17.044" v="2681"/>
          <pc:sldLayoutMkLst>
            <pc:docMk/>
            <pc:sldMasterMk cId="3574706131" sldId="2147483668"/>
            <pc:sldLayoutMk cId="2480571018" sldId="2147483689"/>
          </pc:sldLayoutMkLst>
          <pc:spChg chg="add mod">
            <ac:chgData name="Mamdouh Jamjoom" userId="4f83adfd-8daa-4f62-9189-dd97c2009acc" providerId="ADAL" clId="{C50D1312-49B6-4843-BF8F-FF2439C740DC}" dt="2026-10-15T08:38:17.044" v="2681"/>
            <ac:spMkLst>
              <pc:docMk/>
              <pc:sldMasterMk cId="3574706131" sldId="2147483668"/>
              <pc:sldLayoutMk cId="2480571018" sldId="2147483689"/>
              <ac:spMk id="21" creationId="{6DEB5D5E-408C-7493-F923-B6EF1756E94C}"/>
            </ac:spMkLst>
          </pc:spChg>
          <pc:spChg chg="add mod">
            <ac:chgData name="Mamdouh Jamjoom" userId="4f83adfd-8daa-4f62-9189-dd97c2009acc" providerId="ADAL" clId="{C50D1312-49B6-4843-BF8F-FF2439C740DC}" dt="2026-10-15T08:38:17.044" v="2681"/>
            <ac:spMkLst>
              <pc:docMk/>
              <pc:sldMasterMk cId="3574706131" sldId="2147483668"/>
              <pc:sldLayoutMk cId="2480571018" sldId="2147483689"/>
              <ac:spMk id="22" creationId="{75A9EE37-1238-9E76-9BEA-0AC584517351}"/>
            </ac:spMkLst>
          </pc:spChg>
          <pc:spChg chg="add mod">
            <ac:chgData name="Mamdouh Jamjoom" userId="4f83adfd-8daa-4f62-9189-dd97c2009acc" providerId="ADAL" clId="{C50D1312-49B6-4843-BF8F-FF2439C740DC}" dt="2026-10-15T08:38:17.044" v="2681"/>
            <ac:spMkLst>
              <pc:docMk/>
              <pc:sldMasterMk cId="3574706131" sldId="2147483668"/>
              <pc:sldLayoutMk cId="2480571018" sldId="2147483689"/>
              <ac:spMk id="25" creationId="{E7328497-8372-CD3C-E567-69C91E6C3018}"/>
            </ac:spMkLst>
          </pc:spChg>
          <pc:spChg chg="add mod">
            <ac:chgData name="Mamdouh Jamjoom" userId="4f83adfd-8daa-4f62-9189-dd97c2009acc" providerId="ADAL" clId="{C50D1312-49B6-4843-BF8F-FF2439C740DC}" dt="2026-10-15T08:38:17.044" v="2681"/>
            <ac:spMkLst>
              <pc:docMk/>
              <pc:sldMasterMk cId="3574706131" sldId="2147483668"/>
              <pc:sldLayoutMk cId="2480571018" sldId="2147483689"/>
              <ac:spMk id="26" creationId="{49783F3E-3FAA-2E68-CBE6-C3307F94B90D}"/>
            </ac:spMkLst>
          </pc:spChg>
          <pc:spChg chg="add mod">
            <ac:chgData name="Mamdouh Jamjoom" userId="4f83adfd-8daa-4f62-9189-dd97c2009acc" providerId="ADAL" clId="{C50D1312-49B6-4843-BF8F-FF2439C740DC}" dt="2026-10-15T08:38:17.044" v="2681"/>
            <ac:spMkLst>
              <pc:docMk/>
              <pc:sldMasterMk cId="3574706131" sldId="2147483668"/>
              <pc:sldLayoutMk cId="2480571018" sldId="2147483689"/>
              <ac:spMk id="27" creationId="{68F2E0A9-FF17-A0C4-FF12-60F648D47400}"/>
            </ac:spMkLst>
          </pc:spChg>
          <pc:spChg chg="add mod">
            <ac:chgData name="Mamdouh Jamjoom" userId="4f83adfd-8daa-4f62-9189-dd97c2009acc" providerId="ADAL" clId="{C50D1312-49B6-4843-BF8F-FF2439C740DC}" dt="2026-10-15T08:38:17.044" v="2681"/>
            <ac:spMkLst>
              <pc:docMk/>
              <pc:sldMasterMk cId="3574706131" sldId="2147483668"/>
              <pc:sldLayoutMk cId="2480571018" sldId="2147483689"/>
              <ac:spMk id="29" creationId="{EF476831-BA76-F5C3-6380-3E987FC80E78}"/>
            </ac:spMkLst>
          </pc:spChg>
          <pc:spChg chg="mod">
            <ac:chgData name="Mamdouh Jamjoom" userId="4f83adfd-8daa-4f62-9189-dd97c2009acc" providerId="ADAL" clId="{C50D1312-49B6-4843-BF8F-FF2439C740DC}" dt="2026-10-15T08:38:17.044" v="2681"/>
            <ac:spMkLst>
              <pc:docMk/>
              <pc:sldMasterMk cId="3574706131" sldId="2147483668"/>
              <pc:sldLayoutMk cId="2480571018" sldId="2147483689"/>
              <ac:spMk id="33" creationId="{B6BDA8DD-3222-6E8C-911B-BEB643873AA4}"/>
            </ac:spMkLst>
          </pc:spChg>
          <pc:spChg chg="mod">
            <ac:chgData name="Mamdouh Jamjoom" userId="4f83adfd-8daa-4f62-9189-dd97c2009acc" providerId="ADAL" clId="{C50D1312-49B6-4843-BF8F-FF2439C740DC}" dt="2026-10-15T08:38:17.044" v="2681"/>
            <ac:spMkLst>
              <pc:docMk/>
              <pc:sldMasterMk cId="3574706131" sldId="2147483668"/>
              <pc:sldLayoutMk cId="2480571018" sldId="2147483689"/>
              <ac:spMk id="35" creationId="{0D941AA8-CDBB-05C5-E21A-9667BEAC078B}"/>
            </ac:spMkLst>
          </pc:spChg>
          <pc:spChg chg="mod">
            <ac:chgData name="Mamdouh Jamjoom" userId="4f83adfd-8daa-4f62-9189-dd97c2009acc" providerId="ADAL" clId="{C50D1312-49B6-4843-BF8F-FF2439C740DC}" dt="2026-10-15T08:38:17.044" v="2681"/>
            <ac:spMkLst>
              <pc:docMk/>
              <pc:sldMasterMk cId="3574706131" sldId="2147483668"/>
              <pc:sldLayoutMk cId="2480571018" sldId="2147483689"/>
              <ac:spMk id="38" creationId="{7879FC86-B1B2-60FA-5318-67BE3F17536B}"/>
            </ac:spMkLst>
          </pc:spChg>
          <pc:spChg chg="mod">
            <ac:chgData name="Mamdouh Jamjoom" userId="4f83adfd-8daa-4f62-9189-dd97c2009acc" providerId="ADAL" clId="{C50D1312-49B6-4843-BF8F-FF2439C740DC}" dt="2026-10-15T08:38:17.044" v="2681"/>
            <ac:spMkLst>
              <pc:docMk/>
              <pc:sldMasterMk cId="3574706131" sldId="2147483668"/>
              <pc:sldLayoutMk cId="2480571018" sldId="2147483689"/>
              <ac:spMk id="39" creationId="{9671A10D-21EF-A92C-9753-FA0E3F39EBFF}"/>
            </ac:spMkLst>
          </pc:spChg>
        </pc:sldLayoutChg>
        <pc:sldLayoutChg chg="addSp delSp modSp mod">
          <pc:chgData name="Mamdouh Jamjoom" userId="4f83adfd-8daa-4f62-9189-dd97c2009acc" providerId="ADAL" clId="{C50D1312-49B6-4843-BF8F-FF2439C740DC}" dt="2026-10-15T08:38:07.678" v="2679" actId="571"/>
          <pc:sldLayoutMkLst>
            <pc:docMk/>
            <pc:sldMasterMk cId="3574706131" sldId="2147483668"/>
            <pc:sldLayoutMk cId="451760298" sldId="2147483701"/>
          </pc:sldLayoutMkLst>
          <pc:spChg chg="add mod">
            <ac:chgData name="Mamdouh Jamjoom" userId="4f83adfd-8daa-4f62-9189-dd97c2009acc" providerId="ADAL" clId="{C50D1312-49B6-4843-BF8F-FF2439C740DC}" dt="2026-10-15T08:37:30.414" v="2667"/>
            <ac:spMkLst>
              <pc:docMk/>
              <pc:sldMasterMk cId="3574706131" sldId="2147483668"/>
              <pc:sldLayoutMk cId="451760298" sldId="2147483701"/>
              <ac:spMk id="2" creationId="{03088236-BA75-35CE-DDAA-7ED8A960D08D}"/>
            </ac:spMkLst>
          </pc:spChg>
          <pc:spChg chg="add mod">
            <ac:chgData name="Mamdouh Jamjoom" userId="4f83adfd-8daa-4f62-9189-dd97c2009acc" providerId="ADAL" clId="{C50D1312-49B6-4843-BF8F-FF2439C740DC}" dt="2026-10-15T08:37:30.414" v="2667"/>
            <ac:spMkLst>
              <pc:docMk/>
              <pc:sldMasterMk cId="3574706131" sldId="2147483668"/>
              <pc:sldLayoutMk cId="451760298" sldId="2147483701"/>
              <ac:spMk id="5" creationId="{C03ABDF5-1017-CCEF-794B-A37D5EE253A6}"/>
            </ac:spMkLst>
          </pc:spChg>
          <pc:spChg chg="add mod">
            <ac:chgData name="Mamdouh Jamjoom" userId="4f83adfd-8daa-4f62-9189-dd97c2009acc" providerId="ADAL" clId="{C50D1312-49B6-4843-BF8F-FF2439C740DC}" dt="2026-10-15T08:37:30.414" v="2667"/>
            <ac:spMkLst>
              <pc:docMk/>
              <pc:sldMasterMk cId="3574706131" sldId="2147483668"/>
              <pc:sldLayoutMk cId="451760298" sldId="2147483701"/>
              <ac:spMk id="6" creationId="{D542A77B-0CBE-CDEE-2A74-ED3D00111DF3}"/>
            </ac:spMkLst>
          </pc:spChg>
          <pc:spChg chg="add mod">
            <ac:chgData name="Mamdouh Jamjoom" userId="4f83adfd-8daa-4f62-9189-dd97c2009acc" providerId="ADAL" clId="{C50D1312-49B6-4843-BF8F-FF2439C740DC}" dt="2026-10-15T08:37:30.414" v="2667"/>
            <ac:spMkLst>
              <pc:docMk/>
              <pc:sldMasterMk cId="3574706131" sldId="2147483668"/>
              <pc:sldLayoutMk cId="451760298" sldId="2147483701"/>
              <ac:spMk id="7" creationId="{AFB72780-4EFB-D592-1BFA-B062FBE0212F}"/>
            </ac:spMkLst>
          </pc:spChg>
          <pc:spChg chg="add mod">
            <ac:chgData name="Mamdouh Jamjoom" userId="4f83adfd-8daa-4f62-9189-dd97c2009acc" providerId="ADAL" clId="{C50D1312-49B6-4843-BF8F-FF2439C740DC}" dt="2026-10-15T08:37:30.414" v="2667"/>
            <ac:spMkLst>
              <pc:docMk/>
              <pc:sldMasterMk cId="3574706131" sldId="2147483668"/>
              <pc:sldLayoutMk cId="451760298" sldId="2147483701"/>
              <ac:spMk id="9" creationId="{F3BF7CC4-2185-67F1-29AB-11C81B0172CB}"/>
            </ac:spMkLst>
          </pc:spChg>
          <pc:spChg chg="add mod">
            <ac:chgData name="Mamdouh Jamjoom" userId="4f83adfd-8daa-4f62-9189-dd97c2009acc" providerId="ADAL" clId="{C50D1312-49B6-4843-BF8F-FF2439C740DC}" dt="2026-10-15T08:37:30.414" v="2667"/>
            <ac:spMkLst>
              <pc:docMk/>
              <pc:sldMasterMk cId="3574706131" sldId="2147483668"/>
              <pc:sldLayoutMk cId="451760298" sldId="2147483701"/>
              <ac:spMk id="10" creationId="{5848E4B1-BEA9-332E-E959-86FDC50E2942}"/>
            </ac:spMkLst>
          </pc:spChg>
          <pc:spChg chg="mod">
            <ac:chgData name="Mamdouh Jamjoom" userId="4f83adfd-8daa-4f62-9189-dd97c2009acc" providerId="ADAL" clId="{C50D1312-49B6-4843-BF8F-FF2439C740DC}" dt="2026-10-15T08:37:42.408" v="2670" actId="207"/>
            <ac:spMkLst>
              <pc:docMk/>
              <pc:sldMasterMk cId="3574706131" sldId="2147483668"/>
              <pc:sldLayoutMk cId="451760298" sldId="2147483701"/>
              <ac:spMk id="14" creationId="{2BD34CA2-F5B4-943E-1DD2-60D039F1E619}"/>
            </ac:spMkLst>
          </pc:spChg>
          <pc:spChg chg="mod">
            <ac:chgData name="Mamdouh Jamjoom" userId="4f83adfd-8daa-4f62-9189-dd97c2009acc" providerId="ADAL" clId="{C50D1312-49B6-4843-BF8F-FF2439C740DC}" dt="2026-10-15T08:37:43.553" v="2671" actId="113"/>
            <ac:spMkLst>
              <pc:docMk/>
              <pc:sldMasterMk cId="3574706131" sldId="2147483668"/>
              <pc:sldLayoutMk cId="451760298" sldId="2147483701"/>
              <ac:spMk id="16" creationId="{17489BBC-7558-68F5-37AE-D4C48EB1AF04}"/>
            </ac:spMkLst>
          </pc:spChg>
          <pc:spChg chg="mod">
            <ac:chgData name="Mamdouh Jamjoom" userId="4f83adfd-8daa-4f62-9189-dd97c2009acc" providerId="ADAL" clId="{C50D1312-49B6-4843-BF8F-FF2439C740DC}" dt="2026-10-15T08:37:54.853" v="2675" actId="14100"/>
            <ac:spMkLst>
              <pc:docMk/>
              <pc:sldMasterMk cId="3574706131" sldId="2147483668"/>
              <pc:sldLayoutMk cId="451760298" sldId="2147483701"/>
              <ac:spMk id="20" creationId="{11402A0A-22D3-2723-F6C2-B1077FFC5700}"/>
            </ac:spMkLst>
          </pc:spChg>
          <pc:spChg chg="mod">
            <ac:chgData name="Mamdouh Jamjoom" userId="4f83adfd-8daa-4f62-9189-dd97c2009acc" providerId="ADAL" clId="{C50D1312-49B6-4843-BF8F-FF2439C740DC}" dt="2026-10-15T08:37:56.919" v="2676" actId="1076"/>
            <ac:spMkLst>
              <pc:docMk/>
              <pc:sldMasterMk cId="3574706131" sldId="2147483668"/>
              <pc:sldLayoutMk cId="451760298" sldId="2147483701"/>
              <ac:spMk id="22" creationId="{A4041D52-E849-CE37-AC3B-8816B37FEC0A}"/>
            </ac:spMkLst>
          </pc:spChg>
        </pc:sldLayoutChg>
        <pc:sldLayoutChg chg="delSp mod">
          <pc:chgData name="Mamdouh Jamjoom" userId="4f83adfd-8daa-4f62-9189-dd97c2009acc" providerId="ADAL" clId="{C50D1312-49B6-4843-BF8F-FF2439C740DC}" dt="2026-09-28T10:46:46.682" v="4" actId="478"/>
          <pc:sldLayoutMkLst>
            <pc:docMk/>
            <pc:sldMasterMk cId="3574706131" sldId="2147483668"/>
            <pc:sldLayoutMk cId="3734601892" sldId="2147483703"/>
          </pc:sldLayoutMkLst>
        </pc:sldLayoutChg>
        <pc:sldLayoutChg chg="addSp delSp modSp add mod ord modTransition">
          <pc:chgData name="Mamdouh Jamjoom" userId="4f83adfd-8daa-4f62-9189-dd97c2009acc" providerId="ADAL" clId="{C50D1312-49B6-4843-BF8F-FF2439C740DC}" dt="2026-10-15T08:36:02.494" v="2643" actId="207"/>
          <pc:sldLayoutMkLst>
            <pc:docMk/>
            <pc:sldMasterMk cId="3574706131" sldId="2147483668"/>
            <pc:sldLayoutMk cId="4190469686" sldId="2147483704"/>
          </pc:sldLayoutMkLst>
          <pc:spChg chg="mod">
            <ac:chgData name="Mamdouh Jamjoom" userId="4f83adfd-8daa-4f62-9189-dd97c2009acc" providerId="ADAL" clId="{C50D1312-49B6-4843-BF8F-FF2439C740DC}" dt="2026-10-15T08:35:36.038" v="2637" actId="207"/>
            <ac:spMkLst>
              <pc:docMk/>
              <pc:sldMasterMk cId="3574706131" sldId="2147483668"/>
              <pc:sldLayoutMk cId="4190469686" sldId="2147483704"/>
              <ac:spMk id="8" creationId="{F07887D5-4371-3456-3A99-F65130EC509C}"/>
            </ac:spMkLst>
          </pc:spChg>
          <pc:spChg chg="mod">
            <ac:chgData name="Mamdouh Jamjoom" userId="4f83adfd-8daa-4f62-9189-dd97c2009acc" providerId="ADAL" clId="{C50D1312-49B6-4843-BF8F-FF2439C740DC}" dt="2026-10-15T08:35:28.126" v="2636" actId="113"/>
            <ac:spMkLst>
              <pc:docMk/>
              <pc:sldMasterMk cId="3574706131" sldId="2147483668"/>
              <pc:sldLayoutMk cId="4190469686" sldId="2147483704"/>
              <ac:spMk id="9" creationId="{6ACECB9F-2595-FC0A-B818-97D53690AE2E}"/>
            </ac:spMkLst>
          </pc:spChg>
          <pc:spChg chg="add">
            <ac:chgData name="Mamdouh Jamjoom" userId="4f83adfd-8daa-4f62-9189-dd97c2009acc" providerId="ADAL" clId="{C50D1312-49B6-4843-BF8F-FF2439C740DC}" dt="2026-10-15T08:35:17.145" v="2633" actId="22"/>
            <ac:spMkLst>
              <pc:docMk/>
              <pc:sldMasterMk cId="3574706131" sldId="2147483668"/>
              <pc:sldLayoutMk cId="4190469686" sldId="2147483704"/>
              <ac:spMk id="12" creationId="{2FB554FF-AF4A-1EC4-5B82-2E08D8E47F8B}"/>
            </ac:spMkLst>
          </pc:spChg>
          <pc:spChg chg="mod">
            <ac:chgData name="Mamdouh Jamjoom" userId="4f83adfd-8daa-4f62-9189-dd97c2009acc" providerId="ADAL" clId="{C50D1312-49B6-4843-BF8F-FF2439C740DC}" dt="2026-10-15T08:36:02.494" v="2643" actId="207"/>
            <ac:spMkLst>
              <pc:docMk/>
              <pc:sldMasterMk cId="3574706131" sldId="2147483668"/>
              <pc:sldLayoutMk cId="4190469686" sldId="2147483704"/>
              <ac:spMk id="36" creationId="{73FBB6E0-029E-5C36-7D3C-C3086DCB8F61}"/>
            </ac:spMkLst>
          </pc:spChg>
          <pc:spChg chg="mod">
            <ac:chgData name="Mamdouh Jamjoom" userId="4f83adfd-8daa-4f62-9189-dd97c2009acc" providerId="ADAL" clId="{C50D1312-49B6-4843-BF8F-FF2439C740DC}" dt="2026-10-15T08:35:50.893" v="2641" actId="1076"/>
            <ac:spMkLst>
              <pc:docMk/>
              <pc:sldMasterMk cId="3574706131" sldId="2147483668"/>
              <pc:sldLayoutMk cId="4190469686" sldId="2147483704"/>
              <ac:spMk id="37" creationId="{E9738941-90D8-D1A5-278D-AF8BB2B0923A}"/>
            </ac:spMkLst>
          </pc:spChg>
        </pc:sldLayoutChg>
      </pc:sldMasterChg>
    </pc:docChg>
  </pc:docChgLst>
  <pc:docChgLst>
    <pc:chgData name="Baraa Fayez Bakhsh" userId="b9aaab7b-6818-4bdd-903a-1ab14bd1342d" providerId="ADAL" clId="{5189D8EB-F4BB-4ED1-BE3E-2FE4F8A8F623}"/>
    <pc:docChg chg="undo custSel addSld delSld modSld sldOrd addSection modSection">
      <pc:chgData name="Baraa Fayez Bakhsh" userId="b9aaab7b-6818-4bdd-903a-1ab14bd1342d" providerId="ADAL" clId="{5189D8EB-F4BB-4ED1-BE3E-2FE4F8A8F623}" dt="2026-10-22T08:29:19.127" v="554" actId="20577"/>
      <pc:docMkLst>
        <pc:docMk/>
      </pc:docMkLst>
      <pc:sldChg chg="addSp modSp">
        <pc:chgData name="Baraa Fayez Bakhsh" userId="b9aaab7b-6818-4bdd-903a-1ab14bd1342d" providerId="ADAL" clId="{5189D8EB-F4BB-4ED1-BE3E-2FE4F8A8F623}" dt="2026-10-22T08:09:33.775" v="529" actId="767"/>
        <pc:sldMkLst>
          <pc:docMk/>
          <pc:sldMk cId="1320534220" sldId="276"/>
        </pc:sldMkLst>
        <pc:spChg chg="add mod">
          <ac:chgData name="Baraa Fayez Bakhsh" userId="b9aaab7b-6818-4bdd-903a-1ab14bd1342d" providerId="ADAL" clId="{5189D8EB-F4BB-4ED1-BE3E-2FE4F8A8F623}" dt="2026-10-22T08:09:33.775" v="529" actId="767"/>
          <ac:spMkLst>
            <pc:docMk/>
            <pc:sldMk cId="1320534220" sldId="276"/>
            <ac:spMk id="3" creationId="{2832924D-F6D3-E820-2F90-9F0165663363}"/>
          </ac:spMkLst>
        </pc:spChg>
      </pc:sldChg>
      <pc:sldChg chg="addSp modSp mod">
        <pc:chgData name="Baraa Fayez Bakhsh" userId="b9aaab7b-6818-4bdd-903a-1ab14bd1342d" providerId="ADAL" clId="{5189D8EB-F4BB-4ED1-BE3E-2FE4F8A8F623}" dt="2026-10-22T08:09:16.081" v="527" actId="767"/>
        <pc:sldMkLst>
          <pc:docMk/>
          <pc:sldMk cId="903101738" sldId="282"/>
        </pc:sldMkLst>
        <pc:spChg chg="add mod">
          <ac:chgData name="Baraa Fayez Bakhsh" userId="b9aaab7b-6818-4bdd-903a-1ab14bd1342d" providerId="ADAL" clId="{5189D8EB-F4BB-4ED1-BE3E-2FE4F8A8F623}" dt="2026-10-22T08:09:16.081" v="527" actId="767"/>
          <ac:spMkLst>
            <pc:docMk/>
            <pc:sldMk cId="903101738" sldId="282"/>
            <ac:spMk id="4" creationId="{C1C2862D-2827-560D-4DAF-9D745AEA1B57}"/>
          </ac:spMkLst>
        </pc:spChg>
        <pc:graphicFrameChg chg="modGraphic">
          <ac:chgData name="Baraa Fayez Bakhsh" userId="b9aaab7b-6818-4bdd-903a-1ab14bd1342d" providerId="ADAL" clId="{5189D8EB-F4BB-4ED1-BE3E-2FE4F8A8F623}" dt="2026-10-22T07:31:02.034" v="491" actId="790"/>
          <ac:graphicFrameMkLst>
            <pc:docMk/>
            <pc:sldMk cId="903101738" sldId="282"/>
            <ac:graphicFrameMk id="25" creationId="{3C308FE4-692D-D8D9-9C96-48B1DE6F32DD}"/>
          </ac:graphicFrameMkLst>
        </pc:graphicFrameChg>
      </pc:sldChg>
      <pc:sldChg chg="addSp modSp mod">
        <pc:chgData name="Baraa Fayez Bakhsh" userId="b9aaab7b-6818-4bdd-903a-1ab14bd1342d" providerId="ADAL" clId="{5189D8EB-F4BB-4ED1-BE3E-2FE4F8A8F623}" dt="2026-10-22T08:10:57.149" v="545" actId="20577"/>
        <pc:sldMkLst>
          <pc:docMk/>
          <pc:sldMk cId="3030618534" sldId="289"/>
        </pc:sldMkLst>
        <pc:spChg chg="add mod">
          <ac:chgData name="Baraa Fayez Bakhsh" userId="b9aaab7b-6818-4bdd-903a-1ab14bd1342d" providerId="ADAL" clId="{5189D8EB-F4BB-4ED1-BE3E-2FE4F8A8F623}" dt="2026-10-22T08:10:57.149" v="545" actId="20577"/>
          <ac:spMkLst>
            <pc:docMk/>
            <pc:sldMk cId="3030618534" sldId="289"/>
            <ac:spMk id="2" creationId="{A8A73B11-3952-F761-4F69-108B3CC84D69}"/>
          </ac:spMkLst>
        </pc:spChg>
        <pc:spChg chg="mod">
          <ac:chgData name="Baraa Fayez Bakhsh" userId="b9aaab7b-6818-4bdd-903a-1ab14bd1342d" providerId="ADAL" clId="{5189D8EB-F4BB-4ED1-BE3E-2FE4F8A8F623}" dt="2026-10-22T06:36:58.922" v="1" actId="1076"/>
          <ac:spMkLst>
            <pc:docMk/>
            <pc:sldMk cId="3030618534" sldId="289"/>
            <ac:spMk id="4" creationId="{110DA5B9-E25D-5800-7B25-B3F6F4619E86}"/>
          </ac:spMkLst>
        </pc:spChg>
        <pc:spChg chg="mod">
          <ac:chgData name="Baraa Fayez Bakhsh" userId="b9aaab7b-6818-4bdd-903a-1ab14bd1342d" providerId="ADAL" clId="{5189D8EB-F4BB-4ED1-BE3E-2FE4F8A8F623}" dt="2026-10-22T06:36:58.922" v="1" actId="1076"/>
          <ac:spMkLst>
            <pc:docMk/>
            <pc:sldMk cId="3030618534" sldId="289"/>
            <ac:spMk id="34" creationId="{52BC4D38-F772-B28E-3672-B5D7FC8ADA37}"/>
          </ac:spMkLst>
        </pc:spChg>
      </pc:sldChg>
      <pc:sldChg chg="modSp mod">
        <pc:chgData name="Baraa Fayez Bakhsh" userId="b9aaab7b-6818-4bdd-903a-1ab14bd1342d" providerId="ADAL" clId="{5189D8EB-F4BB-4ED1-BE3E-2FE4F8A8F623}" dt="2026-10-22T07:05:49.167" v="278" actId="207"/>
        <pc:sldMkLst>
          <pc:docMk/>
          <pc:sldMk cId="2014544344" sldId="296"/>
        </pc:sldMkLst>
        <pc:graphicFrameChg chg="mod modGraphic">
          <ac:chgData name="Baraa Fayez Bakhsh" userId="b9aaab7b-6818-4bdd-903a-1ab14bd1342d" providerId="ADAL" clId="{5189D8EB-F4BB-4ED1-BE3E-2FE4F8A8F623}" dt="2026-10-22T07:05:49.167" v="278" actId="207"/>
          <ac:graphicFrameMkLst>
            <pc:docMk/>
            <pc:sldMk cId="2014544344" sldId="296"/>
            <ac:graphicFrameMk id="30" creationId="{6CED6B66-1642-4103-9585-EEFD107A28B7}"/>
          </ac:graphicFrameMkLst>
        </pc:graphicFrameChg>
      </pc:sldChg>
      <pc:sldChg chg="addSp delSp modSp add mod">
        <pc:chgData name="Baraa Fayez Bakhsh" userId="b9aaab7b-6818-4bdd-903a-1ab14bd1342d" providerId="ADAL" clId="{5189D8EB-F4BB-4ED1-BE3E-2FE4F8A8F623}" dt="2026-10-22T07:18:20.450" v="413" actId="3064"/>
        <pc:sldMkLst>
          <pc:docMk/>
          <pc:sldMk cId="3974899931" sldId="306"/>
        </pc:sldMkLst>
        <pc:spChg chg="mod">
          <ac:chgData name="Baraa Fayez Bakhsh" userId="b9aaab7b-6818-4bdd-903a-1ab14bd1342d" providerId="ADAL" clId="{5189D8EB-F4BB-4ED1-BE3E-2FE4F8A8F623}" dt="2026-10-22T06:39:12.187" v="59" actId="20577"/>
          <ac:spMkLst>
            <pc:docMk/>
            <pc:sldMk cId="3974899931" sldId="306"/>
            <ac:spMk id="3" creationId="{F0288FAB-1D39-8211-132F-1911E662968F}"/>
          </ac:spMkLst>
        </pc:spChg>
        <pc:spChg chg="add mod">
          <ac:chgData name="Baraa Fayez Bakhsh" userId="b9aaab7b-6818-4bdd-903a-1ab14bd1342d" providerId="ADAL" clId="{5189D8EB-F4BB-4ED1-BE3E-2FE4F8A8F623}" dt="2026-10-22T06:43:36.939" v="101" actId="2711"/>
          <ac:spMkLst>
            <pc:docMk/>
            <pc:sldMk cId="3974899931" sldId="306"/>
            <ac:spMk id="6" creationId="{55AC9F17-50BE-96C2-C8BD-E212A544E78A}"/>
          </ac:spMkLst>
        </pc:spChg>
        <pc:spChg chg="add mod">
          <ac:chgData name="Baraa Fayez Bakhsh" userId="b9aaab7b-6818-4bdd-903a-1ab14bd1342d" providerId="ADAL" clId="{5189D8EB-F4BB-4ED1-BE3E-2FE4F8A8F623}" dt="2026-10-22T06:43:36.939" v="101" actId="2711"/>
          <ac:spMkLst>
            <pc:docMk/>
            <pc:sldMk cId="3974899931" sldId="306"/>
            <ac:spMk id="8" creationId="{274CF96A-7342-031E-61A0-B6AB5B022CF5}"/>
          </ac:spMkLst>
        </pc:spChg>
        <pc:spChg chg="add mod">
          <ac:chgData name="Baraa Fayez Bakhsh" userId="b9aaab7b-6818-4bdd-903a-1ab14bd1342d" providerId="ADAL" clId="{5189D8EB-F4BB-4ED1-BE3E-2FE4F8A8F623}" dt="2026-10-22T06:43:36.939" v="101" actId="2711"/>
          <ac:spMkLst>
            <pc:docMk/>
            <pc:sldMk cId="3974899931" sldId="306"/>
            <ac:spMk id="10" creationId="{B3482A15-32A8-6C97-626F-2B0718B6F51D}"/>
          </ac:spMkLst>
        </pc:spChg>
        <pc:spChg chg="add mod">
          <ac:chgData name="Baraa Fayez Bakhsh" userId="b9aaab7b-6818-4bdd-903a-1ab14bd1342d" providerId="ADAL" clId="{5189D8EB-F4BB-4ED1-BE3E-2FE4F8A8F623}" dt="2026-10-22T06:43:36.939" v="101" actId="2711"/>
          <ac:spMkLst>
            <pc:docMk/>
            <pc:sldMk cId="3974899931" sldId="306"/>
            <ac:spMk id="12" creationId="{55BFCABA-3852-BE98-4900-56A90660A268}"/>
          </ac:spMkLst>
        </pc:spChg>
        <pc:spChg chg="add del mod">
          <ac:chgData name="Baraa Fayez Bakhsh" userId="b9aaab7b-6818-4bdd-903a-1ab14bd1342d" providerId="ADAL" clId="{5189D8EB-F4BB-4ED1-BE3E-2FE4F8A8F623}" dt="2026-10-22T06:46:36.431" v="142" actId="478"/>
          <ac:spMkLst>
            <pc:docMk/>
            <pc:sldMk cId="3974899931" sldId="306"/>
            <ac:spMk id="13" creationId="{11F3DB6A-4133-6521-3529-87251D7E06E0}"/>
          </ac:spMkLst>
        </pc:spChg>
        <pc:grpChg chg="add mod">
          <ac:chgData name="Baraa Fayez Bakhsh" userId="b9aaab7b-6818-4bdd-903a-1ab14bd1342d" providerId="ADAL" clId="{5189D8EB-F4BB-4ED1-BE3E-2FE4F8A8F623}" dt="2026-10-22T06:42:57.510" v="100" actId="12788"/>
          <ac:grpSpMkLst>
            <pc:docMk/>
            <pc:sldMk cId="3974899931" sldId="306"/>
            <ac:grpSpMk id="14" creationId="{64FB35A3-E107-CF58-8AB9-401613A1AC32}"/>
          </ac:grpSpMkLst>
        </pc:grpChg>
        <pc:graphicFrameChg chg="add mod modGraphic">
          <ac:chgData name="Baraa Fayez Bakhsh" userId="b9aaab7b-6818-4bdd-903a-1ab14bd1342d" providerId="ADAL" clId="{5189D8EB-F4BB-4ED1-BE3E-2FE4F8A8F623}" dt="2026-10-22T07:10:16.080" v="319" actId="3064"/>
          <ac:graphicFrameMkLst>
            <pc:docMk/>
            <pc:sldMk cId="3974899931" sldId="306"/>
            <ac:graphicFrameMk id="16" creationId="{3F02CA16-7223-F3A1-86A0-83DA7F712726}"/>
          </ac:graphicFrameMkLst>
        </pc:graphicFrameChg>
        <pc:graphicFrameChg chg="add mod modGraphic">
          <ac:chgData name="Baraa Fayez Bakhsh" userId="b9aaab7b-6818-4bdd-903a-1ab14bd1342d" providerId="ADAL" clId="{5189D8EB-F4BB-4ED1-BE3E-2FE4F8A8F623}" dt="2026-10-22T07:18:20.450" v="413" actId="3064"/>
          <ac:graphicFrameMkLst>
            <pc:docMk/>
            <pc:sldMk cId="3974899931" sldId="306"/>
            <ac:graphicFrameMk id="18" creationId="{56F53AE8-90EB-9173-B764-ED3B50C9E9A0}"/>
          </ac:graphicFrameMkLst>
        </pc:graphicFrameChg>
        <pc:graphicFrameChg chg="del">
          <ac:chgData name="Baraa Fayez Bakhsh" userId="b9aaab7b-6818-4bdd-903a-1ab14bd1342d" providerId="ADAL" clId="{5189D8EB-F4BB-4ED1-BE3E-2FE4F8A8F623}" dt="2026-10-22T06:40:03.501" v="60" actId="478"/>
          <ac:graphicFrameMkLst>
            <pc:docMk/>
            <pc:sldMk cId="3974899931" sldId="306"/>
            <ac:graphicFrameMk id="30" creationId="{5716B926-1384-A1F9-8149-B66DDAAF36A4}"/>
          </ac:graphicFrameMkLst>
        </pc:graphicFrameChg>
        <pc:graphicFrameChg chg="del">
          <ac:chgData name="Baraa Fayez Bakhsh" userId="b9aaab7b-6818-4bdd-903a-1ab14bd1342d" providerId="ADAL" clId="{5189D8EB-F4BB-4ED1-BE3E-2FE4F8A8F623}" dt="2026-10-22T06:40:03.501" v="60" actId="478"/>
          <ac:graphicFrameMkLst>
            <pc:docMk/>
            <pc:sldMk cId="3974899931" sldId="306"/>
            <ac:graphicFrameMk id="31" creationId="{7DB383D5-3B30-31DF-DFD7-1C54C4874545}"/>
          </ac:graphicFrameMkLst>
        </pc:graphicFrameChg>
        <pc:graphicFrameChg chg="del">
          <ac:chgData name="Baraa Fayez Bakhsh" userId="b9aaab7b-6818-4bdd-903a-1ab14bd1342d" providerId="ADAL" clId="{5189D8EB-F4BB-4ED1-BE3E-2FE4F8A8F623}" dt="2026-10-22T06:40:03.501" v="60" actId="478"/>
          <ac:graphicFrameMkLst>
            <pc:docMk/>
            <pc:sldMk cId="3974899931" sldId="306"/>
            <ac:graphicFrameMk id="32" creationId="{61EA3673-EFF6-1866-0E1F-1F2D365DEAE2}"/>
          </ac:graphicFrameMkLst>
        </pc:graphicFrameChg>
        <pc:graphicFrameChg chg="del">
          <ac:chgData name="Baraa Fayez Bakhsh" userId="b9aaab7b-6818-4bdd-903a-1ab14bd1342d" providerId="ADAL" clId="{5189D8EB-F4BB-4ED1-BE3E-2FE4F8A8F623}" dt="2026-10-22T06:40:03.501" v="60" actId="478"/>
          <ac:graphicFrameMkLst>
            <pc:docMk/>
            <pc:sldMk cId="3974899931" sldId="306"/>
            <ac:graphicFrameMk id="33" creationId="{BE6F3067-427B-F06C-C39E-167019E62D1A}"/>
          </ac:graphicFrameMkLst>
        </pc:graphicFrameChg>
        <pc:cxnChg chg="mod">
          <ac:chgData name="Baraa Fayez Bakhsh" userId="b9aaab7b-6818-4bdd-903a-1ab14bd1342d" providerId="ADAL" clId="{5189D8EB-F4BB-4ED1-BE3E-2FE4F8A8F623}" dt="2026-10-22T06:41:06.144" v="65" actId="1076"/>
          <ac:cxnSpMkLst>
            <pc:docMk/>
            <pc:sldMk cId="3974899931" sldId="306"/>
            <ac:cxnSpMk id="4" creationId="{0706F082-B59A-AA67-1C96-E1243612BDC6}"/>
          </ac:cxnSpMkLst>
        </pc:cxnChg>
      </pc:sldChg>
      <pc:sldChg chg="addSp delSp modSp add mod">
        <pc:chgData name="Baraa Fayez Bakhsh" userId="b9aaab7b-6818-4bdd-903a-1ab14bd1342d" providerId="ADAL" clId="{5189D8EB-F4BB-4ED1-BE3E-2FE4F8A8F623}" dt="2026-10-22T07:31:35.140" v="493" actId="790"/>
        <pc:sldMkLst>
          <pc:docMk/>
          <pc:sldMk cId="353652607" sldId="307"/>
        </pc:sldMkLst>
        <pc:spChg chg="mod">
          <ac:chgData name="Baraa Fayez Bakhsh" userId="b9aaab7b-6818-4bdd-903a-1ab14bd1342d" providerId="ADAL" clId="{5189D8EB-F4BB-4ED1-BE3E-2FE4F8A8F623}" dt="2026-10-22T07:04:21.097" v="275" actId="207"/>
          <ac:spMkLst>
            <pc:docMk/>
            <pc:sldMk cId="353652607" sldId="307"/>
            <ac:spMk id="12" creationId="{7EA60537-6741-210B-21E9-E4C0081ABBAC}"/>
          </ac:spMkLst>
        </pc:spChg>
        <pc:graphicFrameChg chg="mod modGraphic">
          <ac:chgData name="Baraa Fayez Bakhsh" userId="b9aaab7b-6818-4bdd-903a-1ab14bd1342d" providerId="ADAL" clId="{5189D8EB-F4BB-4ED1-BE3E-2FE4F8A8F623}" dt="2026-10-22T07:31:35.140" v="493" actId="790"/>
          <ac:graphicFrameMkLst>
            <pc:docMk/>
            <pc:sldMk cId="353652607" sldId="307"/>
            <ac:graphicFrameMk id="16" creationId="{BD803AF5-89CC-24DC-207D-BE5A010A4C29}"/>
          </ac:graphicFrameMkLst>
        </pc:graphicFrameChg>
        <pc:graphicFrameChg chg="add del mod modGraphic">
          <ac:chgData name="Baraa Fayez Bakhsh" userId="b9aaab7b-6818-4bdd-903a-1ab14bd1342d" providerId="ADAL" clId="{5189D8EB-F4BB-4ED1-BE3E-2FE4F8A8F623}" dt="2026-10-22T07:17:16.850" v="397" actId="3064"/>
          <ac:graphicFrameMkLst>
            <pc:docMk/>
            <pc:sldMk cId="353652607" sldId="307"/>
            <ac:graphicFrameMk id="18" creationId="{CACB8D5B-962D-8BB5-B63A-2E02EC622AED}"/>
          </ac:graphicFrameMkLst>
        </pc:graphicFrameChg>
      </pc:sldChg>
      <pc:sldChg chg="add del">
        <pc:chgData name="Baraa Fayez Bakhsh" userId="b9aaab7b-6818-4bdd-903a-1ab14bd1342d" providerId="ADAL" clId="{5189D8EB-F4BB-4ED1-BE3E-2FE4F8A8F623}" dt="2026-10-22T06:51:41.310" v="187" actId="2890"/>
        <pc:sldMkLst>
          <pc:docMk/>
          <pc:sldMk cId="823689533" sldId="308"/>
        </pc:sldMkLst>
      </pc:sldChg>
      <pc:sldChg chg="addSp delSp modSp add mod ord">
        <pc:chgData name="Baraa Fayez Bakhsh" userId="b9aaab7b-6818-4bdd-903a-1ab14bd1342d" providerId="ADAL" clId="{5189D8EB-F4BB-4ED1-BE3E-2FE4F8A8F623}" dt="2026-10-22T08:29:19.127" v="554" actId="20577"/>
        <pc:sldMkLst>
          <pc:docMk/>
          <pc:sldMk cId="1780605768" sldId="308"/>
        </pc:sldMkLst>
        <pc:spChg chg="mod">
          <ac:chgData name="Baraa Fayez Bakhsh" userId="b9aaab7b-6818-4bdd-903a-1ab14bd1342d" providerId="ADAL" clId="{5189D8EB-F4BB-4ED1-BE3E-2FE4F8A8F623}" dt="2026-10-22T06:55:31.482" v="218" actId="20577"/>
          <ac:spMkLst>
            <pc:docMk/>
            <pc:sldMk cId="1780605768" sldId="308"/>
            <ac:spMk id="6" creationId="{06BFC975-26A9-6329-8EA7-261D8051776C}"/>
          </ac:spMkLst>
        </pc:spChg>
        <pc:spChg chg="mod">
          <ac:chgData name="Baraa Fayez Bakhsh" userId="b9aaab7b-6818-4bdd-903a-1ab14bd1342d" providerId="ADAL" clId="{5189D8EB-F4BB-4ED1-BE3E-2FE4F8A8F623}" dt="2026-10-22T06:55:36.601" v="220" actId="20577"/>
          <ac:spMkLst>
            <pc:docMk/>
            <pc:sldMk cId="1780605768" sldId="308"/>
            <ac:spMk id="10" creationId="{A87D1FDE-B4B5-D8F4-A7D7-C9F09C0E7062}"/>
          </ac:spMkLst>
        </pc:spChg>
        <pc:spChg chg="mod">
          <ac:chgData name="Baraa Fayez Bakhsh" userId="b9aaab7b-6818-4bdd-903a-1ab14bd1342d" providerId="ADAL" clId="{5189D8EB-F4BB-4ED1-BE3E-2FE4F8A8F623}" dt="2026-10-22T06:55:40.415" v="222" actId="20577"/>
          <ac:spMkLst>
            <pc:docMk/>
            <pc:sldMk cId="1780605768" sldId="308"/>
            <ac:spMk id="12" creationId="{40FB9C28-58E1-6BC3-1374-C1DADD7E59BD}"/>
          </ac:spMkLst>
        </pc:spChg>
        <pc:graphicFrameChg chg="add mod ord modGraphic">
          <ac:chgData name="Baraa Fayez Bakhsh" userId="b9aaab7b-6818-4bdd-903a-1ab14bd1342d" providerId="ADAL" clId="{5189D8EB-F4BB-4ED1-BE3E-2FE4F8A8F623}" dt="2026-10-22T07:20:29.114" v="429" actId="3064"/>
          <ac:graphicFrameMkLst>
            <pc:docMk/>
            <pc:sldMk cId="1780605768" sldId="308"/>
            <ac:graphicFrameMk id="7" creationId="{2519B531-4189-87AB-9AFC-04E2A707CEA3}"/>
          </ac:graphicFrameMkLst>
        </pc:graphicFrameChg>
        <pc:graphicFrameChg chg="add mod modGraphic">
          <ac:chgData name="Baraa Fayez Bakhsh" userId="b9aaab7b-6818-4bdd-903a-1ab14bd1342d" providerId="ADAL" clId="{5189D8EB-F4BB-4ED1-BE3E-2FE4F8A8F623}" dt="2026-10-22T08:29:19.127" v="554" actId="20577"/>
          <ac:graphicFrameMkLst>
            <pc:docMk/>
            <pc:sldMk cId="1780605768" sldId="308"/>
            <ac:graphicFrameMk id="9" creationId="{692CC905-1130-B840-B195-776C259C3AF8}"/>
          </ac:graphicFrameMkLst>
        </pc:graphicFrameChg>
        <pc:graphicFrameChg chg="add del mod">
          <ac:chgData name="Baraa Fayez Bakhsh" userId="b9aaab7b-6818-4bdd-903a-1ab14bd1342d" providerId="ADAL" clId="{5189D8EB-F4BB-4ED1-BE3E-2FE4F8A8F623}" dt="2026-10-22T06:55:06.804" v="215" actId="478"/>
          <ac:graphicFrameMkLst>
            <pc:docMk/>
            <pc:sldMk cId="1780605768" sldId="308"/>
            <ac:graphicFrameMk id="16" creationId="{88047990-C04A-FD1D-7EF5-9A13E764411B}"/>
          </ac:graphicFrameMkLst>
        </pc:graphicFrameChg>
        <pc:graphicFrameChg chg="del mod">
          <ac:chgData name="Baraa Fayez Bakhsh" userId="b9aaab7b-6818-4bdd-903a-1ab14bd1342d" providerId="ADAL" clId="{5189D8EB-F4BB-4ED1-BE3E-2FE4F8A8F623}" dt="2026-10-22T06:59:17.095" v="252" actId="21"/>
          <ac:graphicFrameMkLst>
            <pc:docMk/>
            <pc:sldMk cId="1780605768" sldId="308"/>
            <ac:graphicFrameMk id="18" creationId="{D70A8802-D74B-9020-4AA4-5D783CF45008}"/>
          </ac:graphicFrameMkLst>
        </pc:graphicFrameChg>
      </pc:sldChg>
      <pc:sldChg chg="addSp delSp modSp add mod">
        <pc:chgData name="Baraa Fayez Bakhsh" userId="b9aaab7b-6818-4bdd-903a-1ab14bd1342d" providerId="ADAL" clId="{5189D8EB-F4BB-4ED1-BE3E-2FE4F8A8F623}" dt="2026-10-22T07:29:11.893" v="457" actId="6549"/>
        <pc:sldMkLst>
          <pc:docMk/>
          <pc:sldMk cId="3255118261" sldId="309"/>
        </pc:sldMkLst>
        <pc:graphicFrameChg chg="add del mod ord">
          <ac:chgData name="Baraa Fayez Bakhsh" userId="b9aaab7b-6818-4bdd-903a-1ab14bd1342d" providerId="ADAL" clId="{5189D8EB-F4BB-4ED1-BE3E-2FE4F8A8F623}" dt="2026-10-22T06:59:07.704" v="251" actId="478"/>
          <ac:graphicFrameMkLst>
            <pc:docMk/>
            <pc:sldMk cId="3255118261" sldId="309"/>
            <ac:graphicFrameMk id="7" creationId="{78E8A0EB-5DD4-094F-7404-8E46AC17FCD4}"/>
          </ac:graphicFrameMkLst>
        </pc:graphicFrameChg>
        <pc:graphicFrameChg chg="add del mod ord modGraphic">
          <ac:chgData name="Baraa Fayez Bakhsh" userId="b9aaab7b-6818-4bdd-903a-1ab14bd1342d" providerId="ADAL" clId="{5189D8EB-F4BB-4ED1-BE3E-2FE4F8A8F623}" dt="2026-10-22T07:26:43.607" v="435" actId="3064"/>
          <ac:graphicFrameMkLst>
            <pc:docMk/>
            <pc:sldMk cId="3255118261" sldId="309"/>
            <ac:graphicFrameMk id="9" creationId="{E0E2E327-4EFD-7C3F-E6AD-F1FA66585D57}"/>
          </ac:graphicFrameMkLst>
        </pc:graphicFrameChg>
        <pc:graphicFrameChg chg="add mod modGraphic">
          <ac:chgData name="Baraa Fayez Bakhsh" userId="b9aaab7b-6818-4bdd-903a-1ab14bd1342d" providerId="ADAL" clId="{5189D8EB-F4BB-4ED1-BE3E-2FE4F8A8F623}" dt="2026-10-22T07:29:11.893" v="457" actId="6549"/>
          <ac:graphicFrameMkLst>
            <pc:docMk/>
            <pc:sldMk cId="3255118261" sldId="309"/>
            <ac:graphicFrameMk id="13" creationId="{A7585655-91D3-0C76-775C-7E54878FA787}"/>
          </ac:graphicFrameMkLst>
        </pc:graphicFrameChg>
        <pc:graphicFrameChg chg="del">
          <ac:chgData name="Baraa Fayez Bakhsh" userId="b9aaab7b-6818-4bdd-903a-1ab14bd1342d" providerId="ADAL" clId="{5189D8EB-F4BB-4ED1-BE3E-2FE4F8A8F623}" dt="2026-10-22T06:56:09.544" v="224" actId="478"/>
          <ac:graphicFrameMkLst>
            <pc:docMk/>
            <pc:sldMk cId="3255118261" sldId="309"/>
            <ac:graphicFrameMk id="18" creationId="{8E98A15B-7E06-F5A0-778E-576493EA5026}"/>
          </ac:graphicFrameMkLst>
        </pc:graphicFrameChg>
      </pc:sldChg>
      <pc:sldChg chg="modSp add mod">
        <pc:chgData name="Baraa Fayez Bakhsh" userId="b9aaab7b-6818-4bdd-903a-1ab14bd1342d" providerId="ADAL" clId="{5189D8EB-F4BB-4ED1-BE3E-2FE4F8A8F623}" dt="2026-10-22T08:07:49.744" v="525" actId="20577"/>
        <pc:sldMkLst>
          <pc:docMk/>
          <pc:sldMk cId="2685708085" sldId="310"/>
        </pc:sldMkLst>
        <pc:spChg chg="mod">
          <ac:chgData name="Baraa Fayez Bakhsh" userId="b9aaab7b-6818-4bdd-903a-1ab14bd1342d" providerId="ADAL" clId="{5189D8EB-F4BB-4ED1-BE3E-2FE4F8A8F623}" dt="2026-10-22T07:08:18.191" v="305" actId="255"/>
          <ac:spMkLst>
            <pc:docMk/>
            <pc:sldMk cId="2685708085" sldId="310"/>
            <ac:spMk id="6" creationId="{475298E8-E8D9-9FBE-EE7D-36E1CFD1D046}"/>
          </ac:spMkLst>
        </pc:spChg>
        <pc:spChg chg="mod">
          <ac:chgData name="Baraa Fayez Bakhsh" userId="b9aaab7b-6818-4bdd-903a-1ab14bd1342d" providerId="ADAL" clId="{5189D8EB-F4BB-4ED1-BE3E-2FE4F8A8F623}" dt="2026-10-22T07:08:13.353" v="304" actId="255"/>
          <ac:spMkLst>
            <pc:docMk/>
            <pc:sldMk cId="2685708085" sldId="310"/>
            <ac:spMk id="8" creationId="{A258B612-1A6E-C2FD-34E0-FE9548142B79}"/>
          </ac:spMkLst>
        </pc:spChg>
        <pc:spChg chg="mod">
          <ac:chgData name="Baraa Fayez Bakhsh" userId="b9aaab7b-6818-4bdd-903a-1ab14bd1342d" providerId="ADAL" clId="{5189D8EB-F4BB-4ED1-BE3E-2FE4F8A8F623}" dt="2026-10-22T08:07:49.744" v="525" actId="20577"/>
          <ac:spMkLst>
            <pc:docMk/>
            <pc:sldMk cId="2685708085" sldId="310"/>
            <ac:spMk id="10" creationId="{9F1102B2-4260-E87C-74BF-29649BC90412}"/>
          </ac:spMkLst>
        </pc:spChg>
        <pc:graphicFrameChg chg="mod modGraphic">
          <ac:chgData name="Baraa Fayez Bakhsh" userId="b9aaab7b-6818-4bdd-903a-1ab14bd1342d" providerId="ADAL" clId="{5189D8EB-F4BB-4ED1-BE3E-2FE4F8A8F623}" dt="2026-10-22T07:40:57.583" v="523" actId="14100"/>
          <ac:graphicFrameMkLst>
            <pc:docMk/>
            <pc:sldMk cId="2685708085" sldId="310"/>
            <ac:graphicFrameMk id="16" creationId="{472DE911-6650-F735-836C-292BCF891E15}"/>
          </ac:graphicFrameMkLst>
        </pc:graphicFrameChg>
        <pc:graphicFrameChg chg="mod modGraphic">
          <ac:chgData name="Baraa Fayez Bakhsh" userId="b9aaab7b-6818-4bdd-903a-1ab14bd1342d" providerId="ADAL" clId="{5189D8EB-F4BB-4ED1-BE3E-2FE4F8A8F623}" dt="2026-10-22T07:40:20.596" v="521" actId="1076"/>
          <ac:graphicFrameMkLst>
            <pc:docMk/>
            <pc:sldMk cId="2685708085" sldId="310"/>
            <ac:graphicFrameMk id="18" creationId="{2F797DAF-DED0-3750-CCBA-969E83F90704}"/>
          </ac:graphicFrameMkLst>
        </pc:graphicFrameChg>
      </pc:sldChg>
      <pc:sldChg chg="addSp delSp modSp add mod ord">
        <pc:chgData name="Baraa Fayez Bakhsh" userId="b9aaab7b-6818-4bdd-903a-1ab14bd1342d" providerId="ADAL" clId="{5189D8EB-F4BB-4ED1-BE3E-2FE4F8A8F623}" dt="2026-10-22T07:39:03.151" v="506"/>
        <pc:sldMkLst>
          <pc:docMk/>
          <pc:sldMk cId="790838122" sldId="311"/>
        </pc:sldMkLst>
        <pc:spChg chg="mod">
          <ac:chgData name="Baraa Fayez Bakhsh" userId="b9aaab7b-6818-4bdd-903a-1ab14bd1342d" providerId="ADAL" clId="{5189D8EB-F4BB-4ED1-BE3E-2FE4F8A8F623}" dt="2026-10-22T07:14:12.996" v="344" actId="20577"/>
          <ac:spMkLst>
            <pc:docMk/>
            <pc:sldMk cId="790838122" sldId="311"/>
            <ac:spMk id="6" creationId="{E2CFE07B-7F49-961E-5250-58D7AA3C6C1D}"/>
          </ac:spMkLst>
        </pc:spChg>
        <pc:spChg chg="mod">
          <ac:chgData name="Baraa Fayez Bakhsh" userId="b9aaab7b-6818-4bdd-903a-1ab14bd1342d" providerId="ADAL" clId="{5189D8EB-F4BB-4ED1-BE3E-2FE4F8A8F623}" dt="2026-10-22T07:14:03.579" v="338" actId="20577"/>
          <ac:spMkLst>
            <pc:docMk/>
            <pc:sldMk cId="790838122" sldId="311"/>
            <ac:spMk id="8" creationId="{3C3B38B9-AFA7-31C3-02FE-7209775ED29C}"/>
          </ac:spMkLst>
        </pc:spChg>
        <pc:spChg chg="mod">
          <ac:chgData name="Baraa Fayez Bakhsh" userId="b9aaab7b-6818-4bdd-903a-1ab14bd1342d" providerId="ADAL" clId="{5189D8EB-F4BB-4ED1-BE3E-2FE4F8A8F623}" dt="2026-10-22T07:14:46.228" v="380" actId="207"/>
          <ac:spMkLst>
            <pc:docMk/>
            <pc:sldMk cId="790838122" sldId="311"/>
            <ac:spMk id="10" creationId="{7F72B02B-84BB-7D97-0CD1-6058743CA017}"/>
          </ac:spMkLst>
        </pc:spChg>
        <pc:spChg chg="mod">
          <ac:chgData name="Baraa Fayez Bakhsh" userId="b9aaab7b-6818-4bdd-903a-1ab14bd1342d" providerId="ADAL" clId="{5189D8EB-F4BB-4ED1-BE3E-2FE4F8A8F623}" dt="2026-10-22T07:14:16.011" v="348" actId="20577"/>
          <ac:spMkLst>
            <pc:docMk/>
            <pc:sldMk cId="790838122" sldId="311"/>
            <ac:spMk id="12" creationId="{1E11B605-E0F9-9D2C-4144-2C51BC7DE6FF}"/>
          </ac:spMkLst>
        </pc:spChg>
        <pc:graphicFrameChg chg="mod modGraphic">
          <ac:chgData name="Baraa Fayez Bakhsh" userId="b9aaab7b-6818-4bdd-903a-1ab14bd1342d" providerId="ADAL" clId="{5189D8EB-F4BB-4ED1-BE3E-2FE4F8A8F623}" dt="2026-10-22T07:19:24.268" v="418" actId="14100"/>
          <ac:graphicFrameMkLst>
            <pc:docMk/>
            <pc:sldMk cId="790838122" sldId="311"/>
            <ac:graphicFrameMk id="16" creationId="{9A28B278-E986-F67C-8164-C035F88B3A32}"/>
          </ac:graphicFrameMkLst>
        </pc:graphicFrameChg>
        <pc:graphicFrameChg chg="add del mod modGraphic">
          <ac:chgData name="Baraa Fayez Bakhsh" userId="b9aaab7b-6818-4bdd-903a-1ab14bd1342d" providerId="ADAL" clId="{5189D8EB-F4BB-4ED1-BE3E-2FE4F8A8F623}" dt="2026-10-22T07:29:46.595" v="465" actId="20577"/>
          <ac:graphicFrameMkLst>
            <pc:docMk/>
            <pc:sldMk cId="790838122" sldId="311"/>
            <ac:graphicFrameMk id="18" creationId="{6673CCEB-1501-AA70-18E4-0FB70C451DE9}"/>
          </ac:graphicFrameMkLst>
        </pc:graphicFrameChg>
      </pc:sldChg>
    </pc:docChg>
  </pc:docChgLst>
  <pc:docChgLst>
    <pc:chgData name="Amjad Abdulrahman Alluhaibi" userId="991dd13c-d66c-4e29-a764-81fc4b3aa379" providerId="ADAL" clId="{75DB031D-D834-4C29-BF15-25C88C7302BD}"/>
    <pc:docChg chg="undo redo custSel modSld">
      <pc:chgData name="Amjad Abdulrahman Alluhaibi" userId="991dd13c-d66c-4e29-a764-81fc4b3aa379" providerId="ADAL" clId="{75DB031D-D834-4C29-BF15-25C88C7302BD}" dt="2026-09-24T11:56:26.826" v="60" actId="20577"/>
      <pc:docMkLst>
        <pc:docMk/>
      </pc:docMkLst>
      <pc:sldChg chg="addSp modSp">
        <pc:chgData name="Amjad Abdulrahman Alluhaibi" userId="991dd13c-d66c-4e29-a764-81fc4b3aa379" providerId="ADAL" clId="{75DB031D-D834-4C29-BF15-25C88C7302BD}" dt="2026-09-24T11:42:17.852" v="11"/>
        <pc:sldMkLst>
          <pc:docMk/>
          <pc:sldMk cId="1320534220" sldId="276"/>
        </pc:sldMkLst>
        <pc:graphicFrameChg chg="mod">
          <ac:chgData name="Amjad Abdulrahman Alluhaibi" userId="991dd13c-d66c-4e29-a764-81fc4b3aa379" providerId="ADAL" clId="{75DB031D-D834-4C29-BF15-25C88C7302BD}" dt="2026-09-24T11:42:17.852" v="11"/>
          <ac:graphicFrameMkLst>
            <pc:docMk/>
            <pc:sldMk cId="1320534220" sldId="276"/>
            <ac:graphicFrameMk id="4" creationId="{00BA627B-32AA-1ADA-50CC-F62281CD6958}"/>
          </ac:graphicFrameMkLst>
        </pc:graphicFrameChg>
      </pc:sldChg>
      <pc:sldChg chg="modSp mod">
        <pc:chgData name="Amjad Abdulrahman Alluhaibi" userId="991dd13c-d66c-4e29-a764-81fc4b3aa379" providerId="ADAL" clId="{75DB031D-D834-4C29-BF15-25C88C7302BD}" dt="2026-09-24T11:56:26.826" v="60" actId="20577"/>
        <pc:sldMkLst>
          <pc:docMk/>
          <pc:sldMk cId="3565859656" sldId="278"/>
        </pc:sldMkLst>
        <pc:graphicFrameChg chg="mod modGraphic">
          <ac:chgData name="Amjad Abdulrahman Alluhaibi" userId="991dd13c-d66c-4e29-a764-81fc4b3aa379" providerId="ADAL" clId="{75DB031D-D834-4C29-BF15-25C88C7302BD}" dt="2026-09-24T11:56:26.826" v="60" actId="20577"/>
          <ac:graphicFrameMkLst>
            <pc:docMk/>
            <pc:sldMk cId="3565859656" sldId="278"/>
            <ac:graphicFrameMk id="30" creationId="{24C18B9B-64F6-22FD-45B3-540606A7AC0A}"/>
          </ac:graphicFrameMkLst>
        </pc:graphicFrameChg>
      </pc:sldChg>
      <pc:sldChg chg="modSp mod">
        <pc:chgData name="Amjad Abdulrahman Alluhaibi" userId="991dd13c-d66c-4e29-a764-81fc4b3aa379" providerId="ADAL" clId="{75DB031D-D834-4C29-BF15-25C88C7302BD}" dt="2026-09-24T11:56:24.372" v="58" actId="14100"/>
        <pc:sldMkLst>
          <pc:docMk/>
          <pc:sldMk cId="2014544344" sldId="288"/>
        </pc:sldMkLst>
        <pc:graphicFrameChg chg="mod modGraphic">
          <ac:chgData name="Amjad Abdulrahman Alluhaibi" userId="991dd13c-d66c-4e29-a764-81fc4b3aa379" providerId="ADAL" clId="{75DB031D-D834-4C29-BF15-25C88C7302BD}" dt="2026-09-24T11:56:24.372" v="58" actId="14100"/>
          <ac:graphicFrameMkLst>
            <pc:docMk/>
            <pc:sldMk cId="2014544344" sldId="288"/>
            <ac:graphicFrameMk id="30" creationId="{D7281D2F-F619-25D8-133B-D92BC8DF9E70}"/>
          </ac:graphicFrameMkLst>
        </pc:graphicFrameChg>
      </pc:sldChg>
      <pc:sldChg chg="modSp">
        <pc:chgData name="Amjad Abdulrahman Alluhaibi" userId="991dd13c-d66c-4e29-a764-81fc4b3aa379" providerId="ADAL" clId="{75DB031D-D834-4C29-BF15-25C88C7302BD}" dt="2026-09-24T11:39:24.026" v="5"/>
        <pc:sldMkLst>
          <pc:docMk/>
          <pc:sldMk cId="2014544344" sldId="296"/>
        </pc:sldMkLst>
        <pc:graphicFrameChg chg="mod">
          <ac:chgData name="Amjad Abdulrahman Alluhaibi" userId="991dd13c-d66c-4e29-a764-81fc4b3aa379" providerId="ADAL" clId="{75DB031D-D834-4C29-BF15-25C88C7302BD}" dt="2026-09-24T11:37:58.882" v="4"/>
          <ac:graphicFrameMkLst>
            <pc:docMk/>
            <pc:sldMk cId="2014544344" sldId="296"/>
            <ac:graphicFrameMk id="31" creationId="{1A2D0F6A-29CC-F521-F79A-1F53075353B8}"/>
          </ac:graphicFrameMkLst>
        </pc:graphicFrameChg>
        <pc:graphicFrameChg chg="mod">
          <ac:chgData name="Amjad Abdulrahman Alluhaibi" userId="991dd13c-d66c-4e29-a764-81fc4b3aa379" providerId="ADAL" clId="{75DB031D-D834-4C29-BF15-25C88C7302BD}" dt="2026-09-24T11:39:24.026" v="5"/>
          <ac:graphicFrameMkLst>
            <pc:docMk/>
            <pc:sldMk cId="2014544344" sldId="296"/>
            <ac:graphicFrameMk id="32" creationId="{694D8959-2FDE-5CF0-BF1F-1DC1B05721A8}"/>
          </ac:graphicFrameMkLst>
        </pc:graphicFrameChg>
      </pc:sldChg>
      <pc:sldChg chg="modSp mod">
        <pc:chgData name="Amjad Abdulrahman Alluhaibi" userId="991dd13c-d66c-4e29-a764-81fc4b3aa379" providerId="ADAL" clId="{75DB031D-D834-4C29-BF15-25C88C7302BD}" dt="2026-09-24T11:52:24.448" v="39" actId="20577"/>
        <pc:sldMkLst>
          <pc:docMk/>
          <pc:sldMk cId="3565859656" sldId="297"/>
        </pc:sldMkLst>
        <pc:graphicFrameChg chg="modGraphic">
          <ac:chgData name="Amjad Abdulrahman Alluhaibi" userId="991dd13c-d66c-4e29-a764-81fc4b3aa379" providerId="ADAL" clId="{75DB031D-D834-4C29-BF15-25C88C7302BD}" dt="2026-09-24T11:45:34.250" v="12" actId="207"/>
          <ac:graphicFrameMkLst>
            <pc:docMk/>
            <pc:sldMk cId="3565859656" sldId="297"/>
            <ac:graphicFrameMk id="4" creationId="{236F631E-D50A-7F0D-EE08-691BB58CB619}"/>
          </ac:graphicFrameMkLst>
        </pc:graphicFrameChg>
        <pc:graphicFrameChg chg="mod modGraphic">
          <ac:chgData name="Amjad Abdulrahman Alluhaibi" userId="991dd13c-d66c-4e29-a764-81fc4b3aa379" providerId="ADAL" clId="{75DB031D-D834-4C29-BF15-25C88C7302BD}" dt="2026-09-24T11:52:24.448" v="39" actId="20577"/>
          <ac:graphicFrameMkLst>
            <pc:docMk/>
            <pc:sldMk cId="3565859656" sldId="297"/>
            <ac:graphicFrameMk id="30" creationId="{24C18B9B-64F6-22FD-45B3-540606A7AC0A}"/>
          </ac:graphicFrameMkLst>
        </pc:graphicFrameChg>
      </pc:sldChg>
      <pc:sldChg chg="modSp">
        <pc:chgData name="Amjad Abdulrahman Alluhaibi" userId="991dd13c-d66c-4e29-a764-81fc4b3aa379" providerId="ADAL" clId="{75DB031D-D834-4C29-BF15-25C88C7302BD}" dt="2026-09-24T11:34:55.179" v="1"/>
        <pc:sldMkLst>
          <pc:docMk/>
          <pc:sldMk cId="2014544344" sldId="300"/>
        </pc:sldMkLst>
        <pc:graphicFrameChg chg="mod">
          <ac:chgData name="Amjad Abdulrahman Alluhaibi" userId="991dd13c-d66c-4e29-a764-81fc4b3aa379" providerId="ADAL" clId="{75DB031D-D834-4C29-BF15-25C88C7302BD}" dt="2026-09-24T11:34:55.179" v="1"/>
          <ac:graphicFrameMkLst>
            <pc:docMk/>
            <pc:sldMk cId="2014544344" sldId="300"/>
            <ac:graphicFrameMk id="31" creationId="{3E66C75A-F78E-DDF4-95E9-67543B2DA0BE}"/>
          </ac:graphicFrameMkLst>
        </pc:graphicFrame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themeOverride" Target="../theme/themeOverride1.xml"/><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3" Type="http://schemas.openxmlformats.org/officeDocument/2006/relationships/themeOverride" Target="../theme/themeOverride2.xml"/><Relationship Id="rId2" Type="http://schemas.microsoft.com/office/2011/relationships/chartColorStyle" Target="colors2.xml"/><Relationship Id="rId1" Type="http://schemas.microsoft.com/office/2011/relationships/chartStyle" Target="style2.xml"/><Relationship Id="rId4"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3" Type="http://schemas.openxmlformats.org/officeDocument/2006/relationships/themeOverride" Target="../theme/themeOverride3.xml"/><Relationship Id="rId2" Type="http://schemas.microsoft.com/office/2011/relationships/chartColorStyle" Target="colors3.xml"/><Relationship Id="rId1" Type="http://schemas.microsoft.com/office/2011/relationships/chartStyle" Target="style3.xml"/><Relationship Id="rId4"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3" Type="http://schemas.openxmlformats.org/officeDocument/2006/relationships/package" Target="../embeddings/Microsoft_Excel_Worksheet7.xlsx"/><Relationship Id="rId2" Type="http://schemas.microsoft.com/office/2011/relationships/chartColorStyle" Target="colors4.xml"/><Relationship Id="rId1" Type="http://schemas.microsoft.com/office/2011/relationships/chartStyle" Target="style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5"/>
    </mc:Choice>
    <mc:Fallback>
      <c:style val="5"/>
    </mc:Fallback>
  </mc:AlternateContent>
  <c:clrMapOvr bg1="lt1" tx1="dk1" bg2="lt2" tx2="dk2" accent1="accent1" accent2="accent2" accent3="accent3" accent4="accent4" accent5="accent5" accent6="accent6" hlink="hlink" folHlink="folHlink"/>
  <c:chart>
    <c:autoTitleDeleted val="1"/>
    <c:plotArea>
      <c:layout/>
      <c:barChart>
        <c:barDir val="bar"/>
        <c:grouping val="stacked"/>
        <c:varyColors val="0"/>
        <c:ser>
          <c:idx val="0"/>
          <c:order val="0"/>
          <c:tx>
            <c:strRef>
              <c:f>Sheet1!$B$1</c:f>
              <c:strCache>
                <c:ptCount val="1"/>
                <c:pt idx="0">
                  <c:v>مكتملة</c:v>
                </c:pt>
              </c:strCache>
            </c:strRef>
          </c:tx>
          <c:spPr>
            <a:solidFill>
              <a:srgbClr val="164767"/>
            </a:solidFill>
            <a:ln>
              <a:noFill/>
            </a:ln>
            <a:effectLst/>
          </c:spPr>
          <c:invertIfNegative val="0"/>
          <c:dLbls>
            <c:dLbl>
              <c:idx val="0"/>
              <c:delete val="1"/>
              <c:extLst>
                <c:ext xmlns:c15="http://schemas.microsoft.com/office/drawing/2012/chart" uri="{CE6537A1-D6FC-4f65-9D91-7224C49458BB}"/>
                <c:ext xmlns:c16="http://schemas.microsoft.com/office/drawing/2014/chart" uri="{C3380CC4-5D6E-409C-BE32-E72D297353CC}">
                  <c16:uniqueId val="{00000005-BEF2-422F-BED0-B3808AA9489E}"/>
                </c:ext>
              </c:extLst>
            </c:dLbl>
            <c:dLbl>
              <c:idx val="1"/>
              <c:delete val="1"/>
              <c:extLst>
                <c:ext xmlns:c15="http://schemas.microsoft.com/office/drawing/2012/chart" uri="{CE6537A1-D6FC-4f65-9D91-7224C49458BB}"/>
                <c:ext xmlns:c16="http://schemas.microsoft.com/office/drawing/2014/chart" uri="{C3380CC4-5D6E-409C-BE32-E72D297353CC}">
                  <c16:uniqueId val="{00000004-BEF2-422F-BED0-B3808AA9489E}"/>
                </c:ext>
              </c:extLst>
            </c:dLbl>
            <c:dLbl>
              <c:idx val="2"/>
              <c:delete val="1"/>
              <c:extLst>
                <c:ext xmlns:c15="http://schemas.microsoft.com/office/drawing/2012/chart" uri="{CE6537A1-D6FC-4f65-9D91-7224C49458BB}"/>
                <c:ext xmlns:c16="http://schemas.microsoft.com/office/drawing/2014/chart" uri="{C3380CC4-5D6E-409C-BE32-E72D297353CC}">
                  <c16:uniqueId val="{00000003-BEF2-422F-BED0-B3808AA9489E}"/>
                </c:ext>
              </c:extLst>
            </c:dLbl>
            <c:dLbl>
              <c:idx val="3"/>
              <c:delete val="1"/>
              <c:extLst>
                <c:ext xmlns:c15="http://schemas.microsoft.com/office/drawing/2012/chart" uri="{CE6537A1-D6FC-4f65-9D91-7224C49458BB}"/>
                <c:ext xmlns:c16="http://schemas.microsoft.com/office/drawing/2014/chart" uri="{C3380CC4-5D6E-409C-BE32-E72D297353CC}">
                  <c16:uniqueId val="{00000002-BEF2-422F-BED0-B3808AA9489E}"/>
                </c:ext>
              </c:extLst>
            </c:dLbl>
            <c:dLbl>
              <c:idx val="6"/>
              <c:delete val="1"/>
              <c:extLst>
                <c:ext xmlns:c15="http://schemas.microsoft.com/office/drawing/2012/chart" uri="{CE6537A1-D6FC-4f65-9D91-7224C49458BB}"/>
                <c:ext xmlns:c16="http://schemas.microsoft.com/office/drawing/2014/chart" uri="{C3380CC4-5D6E-409C-BE32-E72D297353CC}">
                  <c16:uniqueId val="{00000001-BEF2-422F-BED0-B3808AA9489E}"/>
                </c:ext>
              </c:extLst>
            </c:dLbl>
            <c:dLbl>
              <c:idx val="7"/>
              <c:delete val="1"/>
              <c:extLst>
                <c:ext xmlns:c15="http://schemas.microsoft.com/office/drawing/2012/chart" uri="{CE6537A1-D6FC-4f65-9D91-7224C49458BB}"/>
                <c:ext xmlns:c16="http://schemas.microsoft.com/office/drawing/2014/chart" uri="{C3380CC4-5D6E-409C-BE32-E72D297353CC}">
                  <c16:uniqueId val="{00000000-BEF2-422F-BED0-B3808AA9489E}"/>
                </c:ext>
              </c:extLst>
            </c:dLbl>
            <c:spPr>
              <a:noFill/>
              <a:ln>
                <a:noFill/>
              </a:ln>
              <a:effectLst/>
            </c:spPr>
            <c:txPr>
              <a:bodyPr rot="0" spcFirstLastPara="1" vertOverflow="ellipsis" vert="horz" wrap="square" anchor="ctr" anchorCtr="1"/>
              <a:lstStyle/>
              <a:p>
                <a:pPr>
                  <a:defRPr sz="800" b="0" i="0" u="none" strike="noStrike" kern="1200" baseline="0">
                    <a:solidFill>
                      <a:schemeClr val="bg1"/>
                    </a:solidFill>
                    <a:latin typeface="Abar Mid" pitchFamily="50" charset="-78"/>
                    <a:ea typeface="Abar Mid" pitchFamily="50" charset="-78"/>
                    <a:cs typeface="Abar Mid" pitchFamily="50" charset="-78"/>
                  </a:defRPr>
                </a:pPr>
                <a:endParaRPr lang="en-JO"/>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Sheet1!$A$2:$A$9</c:f>
              <c:strCache>
                <c:ptCount val="8"/>
                <c:pt idx="0">
                  <c:v>برنامج خدمة ضيوف الرحمن</c:v>
                </c:pt>
                <c:pt idx="1">
                  <c:v>مركز التخطيط الاستراتيجي</c:v>
                </c:pt>
                <c:pt idx="2">
                  <c:v>مركز امتثال الأعمال</c:v>
                </c:pt>
                <c:pt idx="3">
                  <c:v>مركز منصة نسك الرقمية</c:v>
                </c:pt>
                <c:pt idx="4">
                  <c:v>وكالة التحول الرقمي وتقنية المعلومات</c:v>
                </c:pt>
                <c:pt idx="5">
                  <c:v>وكالة التعاون الدولي والشراكات</c:v>
                </c:pt>
                <c:pt idx="6">
                  <c:v>وكالة تطوير الأعمال وخدمة المستفيدين</c:v>
                </c:pt>
                <c:pt idx="7">
                  <c:v>وكالة التوعية وتنمية المهارات</c:v>
                </c:pt>
              </c:strCache>
            </c:strRef>
          </c:cat>
          <c:val>
            <c:numRef>
              <c:f>Sheet1!$B$2:$B$9</c:f>
              <c:numCache>
                <c:formatCode>General</c:formatCode>
                <c:ptCount val="8"/>
                <c:pt idx="0">
                  <c:v>0</c:v>
                </c:pt>
                <c:pt idx="1">
                  <c:v>0</c:v>
                </c:pt>
                <c:pt idx="2">
                  <c:v>0</c:v>
                </c:pt>
                <c:pt idx="3">
                  <c:v>0</c:v>
                </c:pt>
                <c:pt idx="4">
                  <c:v>1</c:v>
                </c:pt>
                <c:pt idx="5">
                  <c:v>1</c:v>
                </c:pt>
                <c:pt idx="6">
                  <c:v>0</c:v>
                </c:pt>
                <c:pt idx="7">
                  <c:v>0</c:v>
                </c:pt>
              </c:numCache>
            </c:numRef>
          </c:val>
          <c:extLst>
            <c:ext xmlns:c16="http://schemas.microsoft.com/office/drawing/2014/chart" uri="{C3380CC4-5D6E-409C-BE32-E72D297353CC}">
              <c16:uniqueId val="{00000000-E399-4802-B083-1C69216D46B0}"/>
            </c:ext>
          </c:extLst>
        </c:ser>
        <c:ser>
          <c:idx val="1"/>
          <c:order val="1"/>
          <c:tx>
            <c:strRef>
              <c:f>Sheet1!$C$1</c:f>
              <c:strCache>
                <c:ptCount val="1"/>
                <c:pt idx="0">
                  <c:v>على المخطط</c:v>
                </c:pt>
              </c:strCache>
            </c:strRef>
          </c:tx>
          <c:spPr>
            <a:solidFill>
              <a:srgbClr val="038060"/>
            </a:solidFill>
            <a:ln>
              <a:noFill/>
            </a:ln>
            <a:effectLst/>
          </c:spPr>
          <c:invertIfNegative val="0"/>
          <c:dLbls>
            <c:dLbl>
              <c:idx val="5"/>
              <c:delete val="1"/>
              <c:extLst>
                <c:ext xmlns:c15="http://schemas.microsoft.com/office/drawing/2012/chart" uri="{CE6537A1-D6FC-4f65-9D91-7224C49458BB}"/>
                <c:ext xmlns:c16="http://schemas.microsoft.com/office/drawing/2014/chart" uri="{C3380CC4-5D6E-409C-BE32-E72D297353CC}">
                  <c16:uniqueId val="{00000006-BEF2-422F-BED0-B3808AA9489E}"/>
                </c:ext>
              </c:extLst>
            </c:dLbl>
            <c:spPr>
              <a:noFill/>
              <a:ln>
                <a:noFill/>
              </a:ln>
              <a:effectLst/>
            </c:spPr>
            <c:txPr>
              <a:bodyPr rot="0" spcFirstLastPara="1" vertOverflow="ellipsis" vert="horz" wrap="square" anchor="ctr" anchorCtr="1"/>
              <a:lstStyle/>
              <a:p>
                <a:pPr>
                  <a:defRPr sz="800" b="0" i="0" u="none" strike="noStrike" kern="1200" baseline="0">
                    <a:solidFill>
                      <a:schemeClr val="bg1"/>
                    </a:solidFill>
                    <a:latin typeface="Abar Mid" pitchFamily="50" charset="-78"/>
                    <a:ea typeface="Abar Mid" pitchFamily="50" charset="-78"/>
                    <a:cs typeface="Abar Mid" pitchFamily="50" charset="-78"/>
                  </a:defRPr>
                </a:pPr>
                <a:endParaRPr lang="en-JO"/>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Sheet1!$A$2:$A$9</c:f>
              <c:strCache>
                <c:ptCount val="8"/>
                <c:pt idx="0">
                  <c:v>برنامج خدمة ضيوف الرحمن</c:v>
                </c:pt>
                <c:pt idx="1">
                  <c:v>مركز التخطيط الاستراتيجي</c:v>
                </c:pt>
                <c:pt idx="2">
                  <c:v>مركز امتثال الأعمال</c:v>
                </c:pt>
                <c:pt idx="3">
                  <c:v>مركز منصة نسك الرقمية</c:v>
                </c:pt>
                <c:pt idx="4">
                  <c:v>وكالة التحول الرقمي وتقنية المعلومات</c:v>
                </c:pt>
                <c:pt idx="5">
                  <c:v>وكالة التعاون الدولي والشراكات</c:v>
                </c:pt>
                <c:pt idx="6">
                  <c:v>وكالة تطوير الأعمال وخدمة المستفيدين</c:v>
                </c:pt>
                <c:pt idx="7">
                  <c:v>وكالة التوعية وتنمية المهارات</c:v>
                </c:pt>
              </c:strCache>
            </c:strRef>
          </c:cat>
          <c:val>
            <c:numRef>
              <c:f>Sheet1!$C$2:$C$9</c:f>
              <c:numCache>
                <c:formatCode>General</c:formatCode>
                <c:ptCount val="8"/>
                <c:pt idx="0">
                  <c:v>1</c:v>
                </c:pt>
                <c:pt idx="1">
                  <c:v>1</c:v>
                </c:pt>
                <c:pt idx="2">
                  <c:v>1</c:v>
                </c:pt>
                <c:pt idx="3">
                  <c:v>1</c:v>
                </c:pt>
                <c:pt idx="4">
                  <c:v>2</c:v>
                </c:pt>
                <c:pt idx="5">
                  <c:v>0</c:v>
                </c:pt>
                <c:pt idx="6">
                  <c:v>2</c:v>
                </c:pt>
                <c:pt idx="7">
                  <c:v>2</c:v>
                </c:pt>
              </c:numCache>
            </c:numRef>
          </c:val>
          <c:extLst>
            <c:ext xmlns:c16="http://schemas.microsoft.com/office/drawing/2014/chart" uri="{C3380CC4-5D6E-409C-BE32-E72D297353CC}">
              <c16:uniqueId val="{00000001-E399-4802-B083-1C69216D46B0}"/>
            </c:ext>
          </c:extLst>
        </c:ser>
        <c:ser>
          <c:idx val="2"/>
          <c:order val="2"/>
          <c:tx>
            <c:strRef>
              <c:f>Sheet1!$D$1</c:f>
              <c:strCache>
                <c:ptCount val="1"/>
                <c:pt idx="0">
                  <c:v>متأخر</c:v>
                </c:pt>
              </c:strCache>
            </c:strRef>
          </c:tx>
          <c:spPr>
            <a:solidFill>
              <a:srgbClr val="87452B"/>
            </a:solidFill>
            <a:ln>
              <a:noFill/>
            </a:ln>
            <a:effectLst/>
          </c:spPr>
          <c:invertIfNegative val="0"/>
          <c:dLbls>
            <c:delete val="1"/>
          </c:dLbls>
          <c:cat>
            <c:strRef>
              <c:f>Sheet1!$A$2:$A$9</c:f>
              <c:strCache>
                <c:ptCount val="8"/>
                <c:pt idx="0">
                  <c:v>برنامج خدمة ضيوف الرحمن</c:v>
                </c:pt>
                <c:pt idx="1">
                  <c:v>مركز التخطيط الاستراتيجي</c:v>
                </c:pt>
                <c:pt idx="2">
                  <c:v>مركز امتثال الأعمال</c:v>
                </c:pt>
                <c:pt idx="3">
                  <c:v>مركز منصة نسك الرقمية</c:v>
                </c:pt>
                <c:pt idx="4">
                  <c:v>وكالة التحول الرقمي وتقنية المعلومات</c:v>
                </c:pt>
                <c:pt idx="5">
                  <c:v>وكالة التعاون الدولي والشراكات</c:v>
                </c:pt>
                <c:pt idx="6">
                  <c:v>وكالة تطوير الأعمال وخدمة المستفيدين</c:v>
                </c:pt>
                <c:pt idx="7">
                  <c:v>وكالة التوعية وتنمية المهارات</c:v>
                </c:pt>
              </c:strCache>
            </c:strRef>
          </c:cat>
          <c:val>
            <c:numRef>
              <c:f>Sheet1!$D$2:$D$9</c:f>
              <c:numCache>
                <c:formatCode>General</c:formatCode>
                <c:ptCount val="8"/>
                <c:pt idx="0">
                  <c:v>0</c:v>
                </c:pt>
                <c:pt idx="1">
                  <c:v>0</c:v>
                </c:pt>
                <c:pt idx="2">
                  <c:v>0</c:v>
                </c:pt>
                <c:pt idx="3">
                  <c:v>0</c:v>
                </c:pt>
                <c:pt idx="4">
                  <c:v>0</c:v>
                </c:pt>
                <c:pt idx="5">
                  <c:v>0</c:v>
                </c:pt>
                <c:pt idx="6">
                  <c:v>0</c:v>
                </c:pt>
                <c:pt idx="7">
                  <c:v>0</c:v>
                </c:pt>
              </c:numCache>
            </c:numRef>
          </c:val>
          <c:extLst>
            <c:ext xmlns:c16="http://schemas.microsoft.com/office/drawing/2014/chart" uri="{C3380CC4-5D6E-409C-BE32-E72D297353CC}">
              <c16:uniqueId val="{00000002-E399-4802-B083-1C69216D46B0}"/>
            </c:ext>
          </c:extLst>
        </c:ser>
        <c:ser>
          <c:idx val="3"/>
          <c:order val="3"/>
          <c:tx>
            <c:strRef>
              <c:f>Sheet1!$E$1</c:f>
              <c:strCache>
                <c:ptCount val="1"/>
                <c:pt idx="0">
                  <c:v>معلق</c:v>
                </c:pt>
              </c:strCache>
            </c:strRef>
          </c:tx>
          <c:spPr>
            <a:solidFill>
              <a:schemeClr val="accent3">
                <a:tint val="58000"/>
              </a:schemeClr>
            </a:solidFill>
            <a:ln>
              <a:noFill/>
            </a:ln>
            <a:effectLst/>
          </c:spPr>
          <c:invertIfNegative val="0"/>
          <c:dLbls>
            <c:delete val="1"/>
          </c:dLbls>
          <c:cat>
            <c:strRef>
              <c:f>Sheet1!$A$2:$A$9</c:f>
              <c:strCache>
                <c:ptCount val="8"/>
                <c:pt idx="0">
                  <c:v>برنامج خدمة ضيوف الرحمن</c:v>
                </c:pt>
                <c:pt idx="1">
                  <c:v>مركز التخطيط الاستراتيجي</c:v>
                </c:pt>
                <c:pt idx="2">
                  <c:v>مركز امتثال الأعمال</c:v>
                </c:pt>
                <c:pt idx="3">
                  <c:v>مركز منصة نسك الرقمية</c:v>
                </c:pt>
                <c:pt idx="4">
                  <c:v>وكالة التحول الرقمي وتقنية المعلومات</c:v>
                </c:pt>
                <c:pt idx="5">
                  <c:v>وكالة التعاون الدولي والشراكات</c:v>
                </c:pt>
                <c:pt idx="6">
                  <c:v>وكالة تطوير الأعمال وخدمة المستفيدين</c:v>
                </c:pt>
                <c:pt idx="7">
                  <c:v>وكالة التوعية وتنمية المهارات</c:v>
                </c:pt>
              </c:strCache>
            </c:strRef>
          </c:cat>
          <c:val>
            <c:numRef>
              <c:f>Sheet1!$E$2:$E$9</c:f>
              <c:numCache>
                <c:formatCode>General</c:formatCode>
                <c:ptCount val="8"/>
                <c:pt idx="0">
                  <c:v>0</c:v>
                </c:pt>
                <c:pt idx="1">
                  <c:v>0</c:v>
                </c:pt>
                <c:pt idx="2">
                  <c:v>0</c:v>
                </c:pt>
                <c:pt idx="3">
                  <c:v>0</c:v>
                </c:pt>
                <c:pt idx="4">
                  <c:v>0</c:v>
                </c:pt>
                <c:pt idx="5">
                  <c:v>0</c:v>
                </c:pt>
                <c:pt idx="6">
                  <c:v>0</c:v>
                </c:pt>
                <c:pt idx="7">
                  <c:v>0</c:v>
                </c:pt>
              </c:numCache>
            </c:numRef>
          </c:val>
          <c:extLst>
            <c:ext xmlns:c16="http://schemas.microsoft.com/office/drawing/2014/chart" uri="{C3380CC4-5D6E-409C-BE32-E72D297353CC}">
              <c16:uniqueId val="{00000003-E399-4802-B083-1C69216D46B0}"/>
            </c:ext>
          </c:extLst>
        </c:ser>
        <c:dLbls>
          <c:dLblPos val="ctr"/>
          <c:showLegendKey val="0"/>
          <c:showVal val="1"/>
          <c:showCatName val="0"/>
          <c:showSerName val="0"/>
          <c:showPercent val="0"/>
          <c:showBubbleSize val="0"/>
        </c:dLbls>
        <c:gapWidth val="30"/>
        <c:overlap val="100"/>
        <c:axId val="1717971007"/>
        <c:axId val="1717972351"/>
      </c:barChart>
      <c:catAx>
        <c:axId val="1717971007"/>
        <c:scaling>
          <c:orientation val="minMax"/>
        </c:scaling>
        <c:delete val="0"/>
        <c:axPos val="r"/>
        <c:numFmt formatCode="General" sourceLinked="1"/>
        <c:majorTickMark val="none"/>
        <c:minorTickMark val="none"/>
        <c:tickLblPos val="nextTo"/>
        <c:spPr>
          <a:noFill/>
          <a:ln w="9525" cap="flat" cmpd="sng" algn="ctr">
            <a:solidFill>
              <a:schemeClr val="tx1"/>
            </a:solidFill>
            <a:round/>
          </a:ln>
          <a:effectLst/>
        </c:spPr>
        <c:txPr>
          <a:bodyPr rot="0" spcFirstLastPara="1" vertOverflow="ellipsis" wrap="square" anchor="ctr" anchorCtr="1"/>
          <a:lstStyle/>
          <a:p>
            <a:pPr>
              <a:defRPr sz="900" b="0" i="0" u="none" strike="noStrike" kern="1200" cap="all" spc="0" normalizeH="0" baseline="0">
                <a:solidFill>
                  <a:srgbClr val="00080B"/>
                </a:solidFill>
                <a:latin typeface="Abar Mid" pitchFamily="50" charset="-78"/>
                <a:ea typeface="Abar Mid" pitchFamily="50" charset="-78"/>
                <a:cs typeface="Abar Mid" pitchFamily="50" charset="-78"/>
              </a:defRPr>
            </a:pPr>
            <a:endParaRPr lang="en-JO"/>
          </a:p>
        </c:txPr>
        <c:crossAx val="1717972351"/>
        <c:crosses val="autoZero"/>
        <c:auto val="1"/>
        <c:lblAlgn val="ctr"/>
        <c:lblOffset val="130"/>
        <c:noMultiLvlLbl val="0"/>
      </c:catAx>
      <c:valAx>
        <c:axId val="1717972351"/>
        <c:scaling>
          <c:orientation val="maxMin"/>
        </c:scaling>
        <c:delete val="1"/>
        <c:axPos val="b"/>
        <c:numFmt formatCode="General" sourceLinked="1"/>
        <c:majorTickMark val="out"/>
        <c:minorTickMark val="none"/>
        <c:tickLblPos val="nextTo"/>
        <c:crossAx val="1717971007"/>
        <c:crosses val="autoZero"/>
        <c:crossBetween val="between"/>
      </c:valAx>
      <c:spPr>
        <a:solidFill>
          <a:srgbClr val="FFFFFF"/>
        </a:solid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a:softEdge rad="0"/>
    </a:effectLst>
  </c:spPr>
  <c:txPr>
    <a:bodyPr/>
    <a:lstStyle/>
    <a:p>
      <a:pPr>
        <a:defRPr sz="600">
          <a:solidFill>
            <a:schemeClr val="accent4"/>
          </a:solidFill>
          <a:latin typeface="Abar Mid" pitchFamily="50" charset="-78"/>
          <a:ea typeface="Abar Mid" pitchFamily="50" charset="-78"/>
          <a:cs typeface="Abar Mid" pitchFamily="50" charset="-78"/>
        </a:defRPr>
      </a:pPr>
      <a:endParaRPr lang="en-JO"/>
    </a:p>
  </c:txPr>
  <c:externalData r:id="rId4">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5"/>
    </mc:Choice>
    <mc:Fallback>
      <c:style val="5"/>
    </mc:Fallback>
  </mc:AlternateContent>
  <c:clrMapOvr bg1="lt1" tx1="dk1" bg2="lt2" tx2="dk2" accent1="accent1" accent2="accent2" accent3="accent3" accent4="accent4" accent5="accent5" accent6="accent6" hlink="hlink" folHlink="folHlink"/>
  <c:chart>
    <c:autoTitleDeleted val="1"/>
    <c:plotArea>
      <c:layout/>
      <c:barChart>
        <c:barDir val="bar"/>
        <c:grouping val="stacked"/>
        <c:varyColors val="0"/>
        <c:ser>
          <c:idx val="0"/>
          <c:order val="0"/>
          <c:tx>
            <c:strRef>
              <c:f>Sheet1!$B$1</c:f>
              <c:strCache>
                <c:ptCount val="1"/>
                <c:pt idx="0">
                  <c:v>مكتملة</c:v>
                </c:pt>
              </c:strCache>
            </c:strRef>
          </c:tx>
          <c:spPr>
            <a:solidFill>
              <a:srgbClr val="164767"/>
            </a:solidFill>
            <a:ln>
              <a:noFill/>
            </a:ln>
            <a:effectLst/>
          </c:spPr>
          <c:invertIfNegative val="0"/>
          <c:dLbls>
            <c:dLbl>
              <c:idx val="0"/>
              <c:delete val="1"/>
              <c:extLst>
                <c:ext xmlns:c15="http://schemas.microsoft.com/office/drawing/2012/chart" uri="{CE6537A1-D6FC-4f65-9D91-7224C49458BB}"/>
                <c:ext xmlns:c16="http://schemas.microsoft.com/office/drawing/2014/chart" uri="{C3380CC4-5D6E-409C-BE32-E72D297353CC}">
                  <c16:uniqueId val="{00000005-9863-4960-B365-468DFF3AA0F6}"/>
                </c:ext>
              </c:extLst>
            </c:dLbl>
            <c:dLbl>
              <c:idx val="1"/>
              <c:delete val="1"/>
              <c:extLst>
                <c:ext xmlns:c15="http://schemas.microsoft.com/office/drawing/2012/chart" uri="{CE6537A1-D6FC-4f65-9D91-7224C49458BB}"/>
                <c:ext xmlns:c16="http://schemas.microsoft.com/office/drawing/2014/chart" uri="{C3380CC4-5D6E-409C-BE32-E72D297353CC}">
                  <c16:uniqueId val="{00000004-9863-4960-B365-468DFF3AA0F6}"/>
                </c:ext>
              </c:extLst>
            </c:dLbl>
            <c:dLbl>
              <c:idx val="2"/>
              <c:delete val="1"/>
              <c:extLst>
                <c:ext xmlns:c15="http://schemas.microsoft.com/office/drawing/2012/chart" uri="{CE6537A1-D6FC-4f65-9D91-7224C49458BB}"/>
                <c:ext xmlns:c16="http://schemas.microsoft.com/office/drawing/2014/chart" uri="{C3380CC4-5D6E-409C-BE32-E72D297353CC}">
                  <c16:uniqueId val="{00000003-9863-4960-B365-468DFF3AA0F6}"/>
                </c:ext>
              </c:extLst>
            </c:dLbl>
            <c:dLbl>
              <c:idx val="3"/>
              <c:delete val="1"/>
              <c:extLst>
                <c:ext xmlns:c15="http://schemas.microsoft.com/office/drawing/2012/chart" uri="{CE6537A1-D6FC-4f65-9D91-7224C49458BB}"/>
                <c:ext xmlns:c16="http://schemas.microsoft.com/office/drawing/2014/chart" uri="{C3380CC4-5D6E-409C-BE32-E72D297353CC}">
                  <c16:uniqueId val="{00000002-9863-4960-B365-468DFF3AA0F6}"/>
                </c:ext>
              </c:extLst>
            </c:dLbl>
            <c:dLbl>
              <c:idx val="4"/>
              <c:delete val="1"/>
              <c:extLst>
                <c:ext xmlns:c15="http://schemas.microsoft.com/office/drawing/2012/chart" uri="{CE6537A1-D6FC-4f65-9D91-7224C49458BB}"/>
                <c:ext xmlns:c16="http://schemas.microsoft.com/office/drawing/2014/chart" uri="{C3380CC4-5D6E-409C-BE32-E72D297353CC}">
                  <c16:uniqueId val="{00000001-9863-4960-B365-468DFF3AA0F6}"/>
                </c:ext>
              </c:extLst>
            </c:dLbl>
            <c:dLbl>
              <c:idx val="5"/>
              <c:delete val="1"/>
              <c:extLst>
                <c:ext xmlns:c15="http://schemas.microsoft.com/office/drawing/2012/chart" uri="{CE6537A1-D6FC-4f65-9D91-7224C49458BB}"/>
                <c:ext xmlns:c16="http://schemas.microsoft.com/office/drawing/2014/chart" uri="{C3380CC4-5D6E-409C-BE32-E72D297353CC}">
                  <c16:uniqueId val="{00000000-9863-4960-B365-468DFF3AA0F6}"/>
                </c:ext>
              </c:extLst>
            </c:dLbl>
            <c:spPr>
              <a:noFill/>
              <a:ln>
                <a:noFill/>
              </a:ln>
              <a:effectLst/>
            </c:spPr>
            <c:txPr>
              <a:bodyPr rot="0" spcFirstLastPara="1" vertOverflow="ellipsis" vert="horz" wrap="square" anchor="ctr" anchorCtr="1"/>
              <a:lstStyle/>
              <a:p>
                <a:pPr>
                  <a:defRPr sz="800" b="0" i="0" u="none" strike="noStrike" kern="1200" baseline="0">
                    <a:solidFill>
                      <a:schemeClr val="bg1"/>
                    </a:solidFill>
                    <a:latin typeface="Abar Mid" pitchFamily="50" charset="-78"/>
                    <a:ea typeface="Abar Mid" pitchFamily="50" charset="-78"/>
                    <a:cs typeface="Abar Mid" pitchFamily="50" charset="-78"/>
                  </a:defRPr>
                </a:pPr>
                <a:endParaRPr lang="en-JO"/>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Sheet1!$A$2:$A$8</c:f>
              <c:strCache>
                <c:ptCount val="7"/>
                <c:pt idx="0">
                  <c:v>مركز امتثال أعمال</c:v>
                </c:pt>
                <c:pt idx="1">
                  <c:v>مركز منصة نسك الرقمية</c:v>
                </c:pt>
                <c:pt idx="2">
                  <c:v>وكالة التحول الرقمي وتقنية المعلومات</c:v>
                </c:pt>
                <c:pt idx="3">
                  <c:v>وكالة التعاون الدولي والشراكات</c:v>
                </c:pt>
                <c:pt idx="4">
                  <c:v>وكالة التوعية وتنمية المهارات</c:v>
                </c:pt>
                <c:pt idx="5">
                  <c:v>وكالة تطوير الأعمال وخدمة المستفيدين</c:v>
                </c:pt>
                <c:pt idx="6">
                  <c:v>وكالة شؤون الحج</c:v>
                </c:pt>
              </c:strCache>
            </c:strRef>
          </c:cat>
          <c:val>
            <c:numRef>
              <c:f>Sheet1!$B$2:$B$8</c:f>
              <c:numCache>
                <c:formatCode>General</c:formatCode>
                <c:ptCount val="7"/>
                <c:pt idx="0">
                  <c:v>0</c:v>
                </c:pt>
                <c:pt idx="1">
                  <c:v>0</c:v>
                </c:pt>
                <c:pt idx="2">
                  <c:v>0</c:v>
                </c:pt>
                <c:pt idx="3">
                  <c:v>0</c:v>
                </c:pt>
                <c:pt idx="4">
                  <c:v>0</c:v>
                </c:pt>
                <c:pt idx="5">
                  <c:v>0</c:v>
                </c:pt>
                <c:pt idx="6">
                  <c:v>4</c:v>
                </c:pt>
              </c:numCache>
            </c:numRef>
          </c:val>
          <c:extLst>
            <c:ext xmlns:c16="http://schemas.microsoft.com/office/drawing/2014/chart" uri="{C3380CC4-5D6E-409C-BE32-E72D297353CC}">
              <c16:uniqueId val="{00000000-854C-4445-AFB3-8F0C8941F3AF}"/>
            </c:ext>
          </c:extLst>
        </c:ser>
        <c:ser>
          <c:idx val="1"/>
          <c:order val="1"/>
          <c:tx>
            <c:strRef>
              <c:f>Sheet1!$C$1</c:f>
              <c:strCache>
                <c:ptCount val="1"/>
                <c:pt idx="0">
                  <c:v>على المخطط</c:v>
                </c:pt>
              </c:strCache>
            </c:strRef>
          </c:tx>
          <c:spPr>
            <a:solidFill>
              <a:srgbClr val="038060"/>
            </a:solidFill>
            <a:ln>
              <a:noFill/>
            </a:ln>
            <a:effectLst/>
          </c:spPr>
          <c:invertIfNegative val="0"/>
          <c:dLbls>
            <c:spPr>
              <a:noFill/>
              <a:ln>
                <a:noFill/>
              </a:ln>
              <a:effectLst/>
            </c:spPr>
            <c:txPr>
              <a:bodyPr rot="0" spcFirstLastPara="1" vertOverflow="ellipsis" vert="horz" wrap="square" anchor="ctr" anchorCtr="1"/>
              <a:lstStyle/>
              <a:p>
                <a:pPr>
                  <a:defRPr sz="800" b="0" i="0" u="none" strike="noStrike" kern="1200" baseline="0">
                    <a:solidFill>
                      <a:schemeClr val="bg1"/>
                    </a:solidFill>
                    <a:latin typeface="Abar Mid" pitchFamily="50" charset="-78"/>
                    <a:ea typeface="Abar Mid" pitchFamily="50" charset="-78"/>
                    <a:cs typeface="Abar Mid" pitchFamily="50" charset="-78"/>
                  </a:defRPr>
                </a:pPr>
                <a:endParaRPr lang="en-JO"/>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Sheet1!$A$2:$A$8</c:f>
              <c:strCache>
                <c:ptCount val="7"/>
                <c:pt idx="0">
                  <c:v>مركز امتثال أعمال</c:v>
                </c:pt>
                <c:pt idx="1">
                  <c:v>مركز منصة نسك الرقمية</c:v>
                </c:pt>
                <c:pt idx="2">
                  <c:v>وكالة التحول الرقمي وتقنية المعلومات</c:v>
                </c:pt>
                <c:pt idx="3">
                  <c:v>وكالة التعاون الدولي والشراكات</c:v>
                </c:pt>
                <c:pt idx="4">
                  <c:v>وكالة التوعية وتنمية المهارات</c:v>
                </c:pt>
                <c:pt idx="5">
                  <c:v>وكالة تطوير الأعمال وخدمة المستفيدين</c:v>
                </c:pt>
                <c:pt idx="6">
                  <c:v>وكالة شؤون الحج</c:v>
                </c:pt>
              </c:strCache>
            </c:strRef>
          </c:cat>
          <c:val>
            <c:numRef>
              <c:f>Sheet1!$C$2:$C$8</c:f>
              <c:numCache>
                <c:formatCode>General</c:formatCode>
                <c:ptCount val="7"/>
                <c:pt idx="0">
                  <c:v>1</c:v>
                </c:pt>
                <c:pt idx="1">
                  <c:v>1</c:v>
                </c:pt>
                <c:pt idx="2">
                  <c:v>2</c:v>
                </c:pt>
                <c:pt idx="3">
                  <c:v>3</c:v>
                </c:pt>
                <c:pt idx="4">
                  <c:v>4</c:v>
                </c:pt>
                <c:pt idx="5">
                  <c:v>1</c:v>
                </c:pt>
                <c:pt idx="6">
                  <c:v>4</c:v>
                </c:pt>
              </c:numCache>
            </c:numRef>
          </c:val>
          <c:extLst>
            <c:ext xmlns:c16="http://schemas.microsoft.com/office/drawing/2014/chart" uri="{C3380CC4-5D6E-409C-BE32-E72D297353CC}">
              <c16:uniqueId val="{00000001-854C-4445-AFB3-8F0C8941F3AF}"/>
            </c:ext>
          </c:extLst>
        </c:ser>
        <c:ser>
          <c:idx val="2"/>
          <c:order val="2"/>
          <c:tx>
            <c:strRef>
              <c:f>Sheet1!$D$1</c:f>
              <c:strCache>
                <c:ptCount val="1"/>
                <c:pt idx="0">
                  <c:v>متأخر</c:v>
                </c:pt>
              </c:strCache>
            </c:strRef>
          </c:tx>
          <c:spPr>
            <a:solidFill>
              <a:srgbClr val="87452B"/>
            </a:solidFill>
            <a:ln>
              <a:noFill/>
            </a:ln>
            <a:effectLst/>
          </c:spPr>
          <c:invertIfNegative val="0"/>
          <c:dLbls>
            <c:delete val="1"/>
          </c:dLbls>
          <c:cat>
            <c:strRef>
              <c:f>Sheet1!$A$2:$A$8</c:f>
              <c:strCache>
                <c:ptCount val="7"/>
                <c:pt idx="0">
                  <c:v>مركز امتثال أعمال</c:v>
                </c:pt>
                <c:pt idx="1">
                  <c:v>مركز منصة نسك الرقمية</c:v>
                </c:pt>
                <c:pt idx="2">
                  <c:v>وكالة التحول الرقمي وتقنية المعلومات</c:v>
                </c:pt>
                <c:pt idx="3">
                  <c:v>وكالة التعاون الدولي والشراكات</c:v>
                </c:pt>
                <c:pt idx="4">
                  <c:v>وكالة التوعية وتنمية المهارات</c:v>
                </c:pt>
                <c:pt idx="5">
                  <c:v>وكالة تطوير الأعمال وخدمة المستفيدين</c:v>
                </c:pt>
                <c:pt idx="6">
                  <c:v>وكالة شؤون الحج</c:v>
                </c:pt>
              </c:strCache>
            </c:strRef>
          </c:cat>
          <c:val>
            <c:numRef>
              <c:f>Sheet1!$D$2:$D$8</c:f>
              <c:numCache>
                <c:formatCode>General</c:formatCode>
                <c:ptCount val="7"/>
                <c:pt idx="0">
                  <c:v>0</c:v>
                </c:pt>
                <c:pt idx="1">
                  <c:v>0</c:v>
                </c:pt>
                <c:pt idx="2">
                  <c:v>0</c:v>
                </c:pt>
                <c:pt idx="3">
                  <c:v>0</c:v>
                </c:pt>
                <c:pt idx="4">
                  <c:v>0</c:v>
                </c:pt>
                <c:pt idx="5">
                  <c:v>0</c:v>
                </c:pt>
                <c:pt idx="6">
                  <c:v>0</c:v>
                </c:pt>
              </c:numCache>
            </c:numRef>
          </c:val>
          <c:extLst>
            <c:ext xmlns:c16="http://schemas.microsoft.com/office/drawing/2014/chart" uri="{C3380CC4-5D6E-409C-BE32-E72D297353CC}">
              <c16:uniqueId val="{00000002-854C-4445-AFB3-8F0C8941F3AF}"/>
            </c:ext>
          </c:extLst>
        </c:ser>
        <c:ser>
          <c:idx val="3"/>
          <c:order val="3"/>
          <c:tx>
            <c:strRef>
              <c:f>Sheet1!$E$1</c:f>
              <c:strCache>
                <c:ptCount val="1"/>
                <c:pt idx="0">
                  <c:v>لم تبدأ</c:v>
                </c:pt>
              </c:strCache>
            </c:strRef>
          </c:tx>
          <c:spPr>
            <a:solidFill>
              <a:schemeClr val="accent3">
                <a:tint val="58000"/>
              </a:schemeClr>
            </a:solidFill>
            <a:ln>
              <a:noFill/>
            </a:ln>
            <a:effectLst/>
          </c:spPr>
          <c:invertIfNegative val="0"/>
          <c:dLbls>
            <c:delete val="1"/>
          </c:dLbls>
          <c:cat>
            <c:strRef>
              <c:f>Sheet1!$A$2:$A$8</c:f>
              <c:strCache>
                <c:ptCount val="7"/>
                <c:pt idx="0">
                  <c:v>مركز امتثال أعمال</c:v>
                </c:pt>
                <c:pt idx="1">
                  <c:v>مركز منصة نسك الرقمية</c:v>
                </c:pt>
                <c:pt idx="2">
                  <c:v>وكالة التحول الرقمي وتقنية المعلومات</c:v>
                </c:pt>
                <c:pt idx="3">
                  <c:v>وكالة التعاون الدولي والشراكات</c:v>
                </c:pt>
                <c:pt idx="4">
                  <c:v>وكالة التوعية وتنمية المهارات</c:v>
                </c:pt>
                <c:pt idx="5">
                  <c:v>وكالة تطوير الأعمال وخدمة المستفيدين</c:v>
                </c:pt>
                <c:pt idx="6">
                  <c:v>وكالة شؤون الحج</c:v>
                </c:pt>
              </c:strCache>
            </c:strRef>
          </c:cat>
          <c:val>
            <c:numRef>
              <c:f>Sheet1!$E$2:$E$8</c:f>
              <c:numCache>
                <c:formatCode>General</c:formatCode>
                <c:ptCount val="7"/>
                <c:pt idx="0">
                  <c:v>0</c:v>
                </c:pt>
                <c:pt idx="1">
                  <c:v>0</c:v>
                </c:pt>
                <c:pt idx="2">
                  <c:v>0</c:v>
                </c:pt>
                <c:pt idx="3">
                  <c:v>0</c:v>
                </c:pt>
                <c:pt idx="4">
                  <c:v>0</c:v>
                </c:pt>
                <c:pt idx="5">
                  <c:v>0</c:v>
                </c:pt>
                <c:pt idx="6">
                  <c:v>0</c:v>
                </c:pt>
              </c:numCache>
            </c:numRef>
          </c:val>
          <c:extLst>
            <c:ext xmlns:c16="http://schemas.microsoft.com/office/drawing/2014/chart" uri="{C3380CC4-5D6E-409C-BE32-E72D297353CC}">
              <c16:uniqueId val="{00000003-854C-4445-AFB3-8F0C8941F3AF}"/>
            </c:ext>
          </c:extLst>
        </c:ser>
        <c:dLbls>
          <c:dLblPos val="ctr"/>
          <c:showLegendKey val="0"/>
          <c:showVal val="1"/>
          <c:showCatName val="0"/>
          <c:showSerName val="0"/>
          <c:showPercent val="0"/>
          <c:showBubbleSize val="0"/>
        </c:dLbls>
        <c:gapWidth val="30"/>
        <c:overlap val="100"/>
        <c:axId val="1717971007"/>
        <c:axId val="1717972351"/>
      </c:barChart>
      <c:catAx>
        <c:axId val="1717971007"/>
        <c:scaling>
          <c:orientation val="minMax"/>
        </c:scaling>
        <c:delete val="0"/>
        <c:axPos val="r"/>
        <c:numFmt formatCode="General" sourceLinked="1"/>
        <c:majorTickMark val="none"/>
        <c:minorTickMark val="none"/>
        <c:tickLblPos val="nextTo"/>
        <c:spPr>
          <a:noFill/>
          <a:ln w="9525" cap="flat" cmpd="sng" algn="ctr">
            <a:solidFill>
              <a:schemeClr val="tx1"/>
            </a:solidFill>
            <a:round/>
          </a:ln>
          <a:effectLst/>
        </c:spPr>
        <c:txPr>
          <a:bodyPr rot="0" spcFirstLastPara="1" vertOverflow="ellipsis" wrap="square" anchor="ctr" anchorCtr="1"/>
          <a:lstStyle/>
          <a:p>
            <a:pPr>
              <a:defRPr sz="900" b="0" i="0" u="none" strike="noStrike" kern="1200" cap="all" spc="0" normalizeH="0" baseline="0">
                <a:solidFill>
                  <a:srgbClr val="00080B"/>
                </a:solidFill>
                <a:latin typeface="Abar Mid" pitchFamily="50" charset="-78"/>
                <a:ea typeface="Abar Mid" pitchFamily="50" charset="-78"/>
                <a:cs typeface="Abar Mid" pitchFamily="50" charset="-78"/>
              </a:defRPr>
            </a:pPr>
            <a:endParaRPr lang="en-JO"/>
          </a:p>
        </c:txPr>
        <c:crossAx val="1717972351"/>
        <c:crosses val="autoZero"/>
        <c:auto val="1"/>
        <c:lblAlgn val="ctr"/>
        <c:lblOffset val="130"/>
        <c:noMultiLvlLbl val="0"/>
      </c:catAx>
      <c:valAx>
        <c:axId val="1717972351"/>
        <c:scaling>
          <c:orientation val="maxMin"/>
        </c:scaling>
        <c:delete val="1"/>
        <c:axPos val="b"/>
        <c:numFmt formatCode="General" sourceLinked="1"/>
        <c:majorTickMark val="out"/>
        <c:minorTickMark val="none"/>
        <c:tickLblPos val="nextTo"/>
        <c:crossAx val="1717971007"/>
        <c:crosses val="autoZero"/>
        <c:crossBetween val="between"/>
      </c:valAx>
      <c:spPr>
        <a:solidFill>
          <a:srgbClr val="FFFFFF"/>
        </a:solid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a:softEdge rad="0"/>
    </a:effectLst>
  </c:spPr>
  <c:txPr>
    <a:bodyPr/>
    <a:lstStyle/>
    <a:p>
      <a:pPr>
        <a:defRPr sz="600">
          <a:solidFill>
            <a:schemeClr val="accent4"/>
          </a:solidFill>
          <a:latin typeface="Abar Mid" pitchFamily="50" charset="-78"/>
          <a:ea typeface="Abar Mid" pitchFamily="50" charset="-78"/>
          <a:cs typeface="Abar Mid" pitchFamily="50" charset="-78"/>
        </a:defRPr>
      </a:pPr>
      <a:endParaRPr lang="en-JO"/>
    </a:p>
  </c:txPr>
  <c:externalData r:id="rId4">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5"/>
    </mc:Choice>
    <mc:Fallback>
      <c:style val="5"/>
    </mc:Fallback>
  </mc:AlternateContent>
  <c:clrMapOvr bg1="lt1" tx1="dk1" bg2="lt2" tx2="dk2" accent1="accent1" accent2="accent2" accent3="accent3" accent4="accent4" accent5="accent5" accent6="accent6" hlink="hlink" folHlink="folHlink"/>
  <c:chart>
    <c:autoTitleDeleted val="1"/>
    <c:plotArea>
      <c:layout/>
      <c:barChart>
        <c:barDir val="bar"/>
        <c:grouping val="stacked"/>
        <c:varyColors val="0"/>
        <c:ser>
          <c:idx val="0"/>
          <c:order val="0"/>
          <c:tx>
            <c:strRef>
              <c:f>Sheet1!$B$1</c:f>
              <c:strCache>
                <c:ptCount val="1"/>
                <c:pt idx="0">
                  <c:v>مكتملة</c:v>
                </c:pt>
              </c:strCache>
            </c:strRef>
          </c:tx>
          <c:spPr>
            <a:solidFill>
              <a:srgbClr val="164767"/>
            </a:solidFill>
            <a:ln>
              <a:noFill/>
            </a:ln>
            <a:effectLst/>
          </c:spPr>
          <c:invertIfNegative val="0"/>
          <c:dLbls>
            <c:spPr>
              <a:noFill/>
              <a:ln>
                <a:noFill/>
              </a:ln>
              <a:effectLst/>
            </c:spPr>
            <c:txPr>
              <a:bodyPr rot="0" spcFirstLastPara="1" vertOverflow="ellipsis" vert="horz" wrap="square" anchor="ctr" anchorCtr="1"/>
              <a:lstStyle/>
              <a:p>
                <a:pPr>
                  <a:defRPr sz="800" b="0" i="0" u="none" strike="noStrike" kern="1200" baseline="0">
                    <a:solidFill>
                      <a:schemeClr val="bg1"/>
                    </a:solidFill>
                    <a:latin typeface="Abar Mid" pitchFamily="50" charset="-78"/>
                    <a:ea typeface="Abar Mid" pitchFamily="50" charset="-78"/>
                    <a:cs typeface="Abar Mid" pitchFamily="50" charset="-78"/>
                  </a:defRPr>
                </a:pPr>
                <a:endParaRPr lang="en-JO"/>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Sheet1!$A$2:$A$9</c:f>
              <c:strCache>
                <c:ptCount val="8"/>
                <c:pt idx="0">
                  <c:v>مركز التخطيط الاستراتيجي</c:v>
                </c:pt>
                <c:pt idx="1">
                  <c:v>مركز امتثال الأعمال</c:v>
                </c:pt>
                <c:pt idx="2">
                  <c:v>وكالة الوزارة لتطوير الأعمال وخدمة المستفيدين</c:v>
                </c:pt>
                <c:pt idx="3">
                  <c:v>وكالة الوزارة للتخطيط والتحول الرقمي</c:v>
                </c:pt>
                <c:pt idx="4">
                  <c:v>وكالة الوزارة للتعاون الدولي</c:v>
                </c:pt>
                <c:pt idx="5">
                  <c:v>وكالة الوزارة للخدمات المشتركة</c:v>
                </c:pt>
                <c:pt idx="6">
                  <c:v>وكالة شؤون الحج</c:v>
                </c:pt>
                <c:pt idx="7">
                  <c:v>وكالة شؤون العمرة والزيارة</c:v>
                </c:pt>
              </c:strCache>
            </c:strRef>
          </c:cat>
          <c:val>
            <c:numRef>
              <c:f>Sheet1!$B$2:$B$9</c:f>
              <c:numCache>
                <c:formatCode>0</c:formatCode>
                <c:ptCount val="8"/>
                <c:pt idx="0">
                  <c:v>1</c:v>
                </c:pt>
                <c:pt idx="1">
                  <c:v>102</c:v>
                </c:pt>
                <c:pt idx="2">
                  <c:v>1</c:v>
                </c:pt>
                <c:pt idx="3">
                  <c:v>7</c:v>
                </c:pt>
                <c:pt idx="4">
                  <c:v>33</c:v>
                </c:pt>
                <c:pt idx="5">
                  <c:v>72</c:v>
                </c:pt>
                <c:pt idx="6">
                  <c:v>58</c:v>
                </c:pt>
                <c:pt idx="7">
                  <c:v>60</c:v>
                </c:pt>
              </c:numCache>
            </c:numRef>
          </c:val>
          <c:extLst>
            <c:ext xmlns:c16="http://schemas.microsoft.com/office/drawing/2014/chart" uri="{C3380CC4-5D6E-409C-BE32-E72D297353CC}">
              <c16:uniqueId val="{00000000-9299-4A7D-862A-A4F02E2413A6}"/>
            </c:ext>
          </c:extLst>
        </c:ser>
        <c:ser>
          <c:idx val="1"/>
          <c:order val="1"/>
          <c:tx>
            <c:strRef>
              <c:f>Sheet1!$C$1</c:f>
              <c:strCache>
                <c:ptCount val="1"/>
                <c:pt idx="0">
                  <c:v>على المخطط</c:v>
                </c:pt>
              </c:strCache>
            </c:strRef>
          </c:tx>
          <c:spPr>
            <a:solidFill>
              <a:srgbClr val="038060"/>
            </a:solidFill>
            <a:ln>
              <a:noFill/>
            </a:ln>
            <a:effectLst/>
          </c:spPr>
          <c:invertIfNegative val="0"/>
          <c:dLbls>
            <c:spPr>
              <a:noFill/>
              <a:ln>
                <a:noFill/>
              </a:ln>
              <a:effectLst/>
            </c:spPr>
            <c:txPr>
              <a:bodyPr rot="0" spcFirstLastPara="1" vertOverflow="ellipsis" vert="horz" wrap="square" anchor="ctr" anchorCtr="1"/>
              <a:lstStyle/>
              <a:p>
                <a:pPr>
                  <a:defRPr sz="800" b="0" i="0" u="none" strike="noStrike" kern="1200" baseline="0">
                    <a:solidFill>
                      <a:schemeClr val="bg1"/>
                    </a:solidFill>
                    <a:latin typeface="Abar Mid" pitchFamily="50" charset="-78"/>
                    <a:ea typeface="Abar Mid" pitchFamily="50" charset="-78"/>
                    <a:cs typeface="Abar Mid" pitchFamily="50" charset="-78"/>
                  </a:defRPr>
                </a:pPr>
                <a:endParaRPr lang="en-JO"/>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Sheet1!$A$2:$A$9</c:f>
              <c:strCache>
                <c:ptCount val="8"/>
                <c:pt idx="0">
                  <c:v>مركز التخطيط الاستراتيجي</c:v>
                </c:pt>
                <c:pt idx="1">
                  <c:v>مركز امتثال الأعمال</c:v>
                </c:pt>
                <c:pt idx="2">
                  <c:v>وكالة الوزارة لتطوير الأعمال وخدمة المستفيدين</c:v>
                </c:pt>
                <c:pt idx="3">
                  <c:v>وكالة الوزارة للتخطيط والتحول الرقمي</c:v>
                </c:pt>
                <c:pt idx="4">
                  <c:v>وكالة الوزارة للتعاون الدولي</c:v>
                </c:pt>
                <c:pt idx="5">
                  <c:v>وكالة الوزارة للخدمات المشتركة</c:v>
                </c:pt>
                <c:pt idx="6">
                  <c:v>وكالة شؤون الحج</c:v>
                </c:pt>
                <c:pt idx="7">
                  <c:v>وكالة شؤون العمرة والزيارة</c:v>
                </c:pt>
              </c:strCache>
            </c:strRef>
          </c:cat>
          <c:val>
            <c:numRef>
              <c:f>Sheet1!$C$2:$C$9</c:f>
              <c:numCache>
                <c:formatCode>0</c:formatCode>
                <c:ptCount val="8"/>
                <c:pt idx="0">
                  <c:v>2</c:v>
                </c:pt>
                <c:pt idx="1">
                  <c:v>16</c:v>
                </c:pt>
                <c:pt idx="3">
                  <c:v>14</c:v>
                </c:pt>
                <c:pt idx="4">
                  <c:v>32</c:v>
                </c:pt>
                <c:pt idx="5">
                  <c:v>63</c:v>
                </c:pt>
                <c:pt idx="6">
                  <c:v>79</c:v>
                </c:pt>
                <c:pt idx="7">
                  <c:v>49</c:v>
                </c:pt>
              </c:numCache>
            </c:numRef>
          </c:val>
          <c:extLst>
            <c:ext xmlns:c16="http://schemas.microsoft.com/office/drawing/2014/chart" uri="{C3380CC4-5D6E-409C-BE32-E72D297353CC}">
              <c16:uniqueId val="{00000001-9299-4A7D-862A-A4F02E2413A6}"/>
            </c:ext>
          </c:extLst>
        </c:ser>
        <c:ser>
          <c:idx val="2"/>
          <c:order val="2"/>
          <c:tx>
            <c:strRef>
              <c:f>Sheet1!$D$1</c:f>
              <c:strCache>
                <c:ptCount val="1"/>
                <c:pt idx="0">
                  <c:v>متأخر</c:v>
                </c:pt>
              </c:strCache>
            </c:strRef>
          </c:tx>
          <c:spPr>
            <a:solidFill>
              <a:srgbClr val="87452B"/>
            </a:solidFill>
            <a:ln>
              <a:noFill/>
            </a:ln>
            <a:effectLst/>
          </c:spPr>
          <c:invertIfNegative val="0"/>
          <c:dLbls>
            <c:spPr>
              <a:noFill/>
              <a:ln>
                <a:noFill/>
              </a:ln>
              <a:effectLst/>
            </c:spPr>
            <c:txPr>
              <a:bodyPr rot="0" spcFirstLastPara="1" vertOverflow="ellipsis" vert="horz" wrap="square" anchor="ctr" anchorCtr="1"/>
              <a:lstStyle/>
              <a:p>
                <a:pPr>
                  <a:defRPr sz="800" b="0" i="0" u="none" strike="noStrike" kern="1200" baseline="0">
                    <a:solidFill>
                      <a:schemeClr val="bg1"/>
                    </a:solidFill>
                    <a:latin typeface="Abar Mid" pitchFamily="50" charset="-78"/>
                    <a:ea typeface="Abar Mid" pitchFamily="50" charset="-78"/>
                    <a:cs typeface="Abar Mid" pitchFamily="50" charset="-78"/>
                  </a:defRPr>
                </a:pPr>
                <a:endParaRPr lang="en-JO"/>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Sheet1!$A$2:$A$9</c:f>
              <c:strCache>
                <c:ptCount val="8"/>
                <c:pt idx="0">
                  <c:v>مركز التخطيط الاستراتيجي</c:v>
                </c:pt>
                <c:pt idx="1">
                  <c:v>مركز امتثال الأعمال</c:v>
                </c:pt>
                <c:pt idx="2">
                  <c:v>وكالة الوزارة لتطوير الأعمال وخدمة المستفيدين</c:v>
                </c:pt>
                <c:pt idx="3">
                  <c:v>وكالة الوزارة للتخطيط والتحول الرقمي</c:v>
                </c:pt>
                <c:pt idx="4">
                  <c:v>وكالة الوزارة للتعاون الدولي</c:v>
                </c:pt>
                <c:pt idx="5">
                  <c:v>وكالة الوزارة للخدمات المشتركة</c:v>
                </c:pt>
                <c:pt idx="6">
                  <c:v>وكالة شؤون الحج</c:v>
                </c:pt>
                <c:pt idx="7">
                  <c:v>وكالة شؤون العمرة والزيارة</c:v>
                </c:pt>
              </c:strCache>
            </c:strRef>
          </c:cat>
          <c:val>
            <c:numRef>
              <c:f>Sheet1!$D$2:$D$9</c:f>
              <c:numCache>
                <c:formatCode>General</c:formatCode>
                <c:ptCount val="8"/>
              </c:numCache>
            </c:numRef>
          </c:val>
          <c:extLst>
            <c:ext xmlns:c16="http://schemas.microsoft.com/office/drawing/2014/chart" uri="{C3380CC4-5D6E-409C-BE32-E72D297353CC}">
              <c16:uniqueId val="{00000002-9299-4A7D-862A-A4F02E2413A6}"/>
            </c:ext>
          </c:extLst>
        </c:ser>
        <c:ser>
          <c:idx val="3"/>
          <c:order val="3"/>
          <c:tx>
            <c:strRef>
              <c:f>Sheet1!$E$1</c:f>
              <c:strCache>
                <c:ptCount val="1"/>
                <c:pt idx="0">
                  <c:v>لم تبدأ</c:v>
                </c:pt>
              </c:strCache>
            </c:strRef>
          </c:tx>
          <c:spPr>
            <a:solidFill>
              <a:schemeClr val="accent3">
                <a:tint val="58000"/>
              </a:schemeClr>
            </a:solidFill>
            <a:ln>
              <a:noFill/>
            </a:ln>
            <a:effectLst/>
          </c:spPr>
          <c:invertIfNegative val="0"/>
          <c:dLbls>
            <c:spPr>
              <a:noFill/>
              <a:ln>
                <a:noFill/>
              </a:ln>
              <a:effectLst/>
            </c:spPr>
            <c:txPr>
              <a:bodyPr rot="0" spcFirstLastPara="1" vertOverflow="ellipsis" vert="horz" wrap="square" anchor="ctr" anchorCtr="1"/>
              <a:lstStyle/>
              <a:p>
                <a:pPr>
                  <a:defRPr sz="600" b="0" i="0" u="none" strike="noStrike" kern="1200" baseline="0">
                    <a:solidFill>
                      <a:schemeClr val="bg1"/>
                    </a:solidFill>
                    <a:latin typeface="Abar Mid" pitchFamily="50" charset="-78"/>
                    <a:ea typeface="Abar Mid" pitchFamily="50" charset="-78"/>
                    <a:cs typeface="Abar Mid" pitchFamily="50" charset="-78"/>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Sheet1!$A$2:$A$9</c:f>
              <c:strCache>
                <c:ptCount val="8"/>
                <c:pt idx="0">
                  <c:v>مركز التخطيط الاستراتيجي</c:v>
                </c:pt>
                <c:pt idx="1">
                  <c:v>مركز امتثال الأعمال</c:v>
                </c:pt>
                <c:pt idx="2">
                  <c:v>وكالة الوزارة لتطوير الأعمال وخدمة المستفيدين</c:v>
                </c:pt>
                <c:pt idx="3">
                  <c:v>وكالة الوزارة للتخطيط والتحول الرقمي</c:v>
                </c:pt>
                <c:pt idx="4">
                  <c:v>وكالة الوزارة للتعاون الدولي</c:v>
                </c:pt>
                <c:pt idx="5">
                  <c:v>وكالة الوزارة للخدمات المشتركة</c:v>
                </c:pt>
                <c:pt idx="6">
                  <c:v>وكالة شؤون الحج</c:v>
                </c:pt>
                <c:pt idx="7">
                  <c:v>وكالة شؤون العمرة والزيارة</c:v>
                </c:pt>
              </c:strCache>
            </c:strRef>
          </c:cat>
          <c:val>
            <c:numRef>
              <c:f>Sheet1!$E$2:$E$9</c:f>
              <c:numCache>
                <c:formatCode>General</c:formatCode>
                <c:ptCount val="8"/>
              </c:numCache>
            </c:numRef>
          </c:val>
          <c:extLst>
            <c:ext xmlns:c16="http://schemas.microsoft.com/office/drawing/2014/chart" uri="{C3380CC4-5D6E-409C-BE32-E72D297353CC}">
              <c16:uniqueId val="{00000003-9299-4A7D-862A-A4F02E2413A6}"/>
            </c:ext>
          </c:extLst>
        </c:ser>
        <c:dLbls>
          <c:dLblPos val="ctr"/>
          <c:showLegendKey val="0"/>
          <c:showVal val="1"/>
          <c:showCatName val="0"/>
          <c:showSerName val="0"/>
          <c:showPercent val="0"/>
          <c:showBubbleSize val="0"/>
        </c:dLbls>
        <c:gapWidth val="30"/>
        <c:overlap val="100"/>
        <c:axId val="1717971007"/>
        <c:axId val="1717972351"/>
      </c:barChart>
      <c:catAx>
        <c:axId val="1717971007"/>
        <c:scaling>
          <c:orientation val="minMax"/>
        </c:scaling>
        <c:delete val="0"/>
        <c:axPos val="r"/>
        <c:numFmt formatCode="General" sourceLinked="1"/>
        <c:majorTickMark val="none"/>
        <c:minorTickMark val="none"/>
        <c:tickLblPos val="nextTo"/>
        <c:spPr>
          <a:noFill/>
          <a:ln w="9525" cap="flat" cmpd="sng" algn="ctr">
            <a:solidFill>
              <a:schemeClr val="tx1"/>
            </a:solidFill>
            <a:round/>
          </a:ln>
          <a:effectLst/>
        </c:spPr>
        <c:txPr>
          <a:bodyPr rot="0" spcFirstLastPara="1" vertOverflow="ellipsis" wrap="square" anchor="ctr" anchorCtr="1"/>
          <a:lstStyle/>
          <a:p>
            <a:pPr>
              <a:defRPr sz="900" b="0" i="0" u="none" strike="noStrike" kern="1200" cap="all" spc="0" normalizeH="0" baseline="0">
                <a:solidFill>
                  <a:srgbClr val="00080B"/>
                </a:solidFill>
                <a:latin typeface="Abar Mid" pitchFamily="50" charset="-78"/>
                <a:ea typeface="Abar Mid" pitchFamily="50" charset="-78"/>
                <a:cs typeface="Abar Mid" pitchFamily="50" charset="-78"/>
              </a:defRPr>
            </a:pPr>
            <a:endParaRPr lang="en-JO"/>
          </a:p>
        </c:txPr>
        <c:crossAx val="1717972351"/>
        <c:crosses val="autoZero"/>
        <c:auto val="1"/>
        <c:lblAlgn val="ctr"/>
        <c:lblOffset val="130"/>
        <c:noMultiLvlLbl val="0"/>
      </c:catAx>
      <c:valAx>
        <c:axId val="1717972351"/>
        <c:scaling>
          <c:orientation val="maxMin"/>
        </c:scaling>
        <c:delete val="1"/>
        <c:axPos val="b"/>
        <c:numFmt formatCode="0" sourceLinked="1"/>
        <c:majorTickMark val="out"/>
        <c:minorTickMark val="none"/>
        <c:tickLblPos val="nextTo"/>
        <c:crossAx val="1717971007"/>
        <c:crosses val="autoZero"/>
        <c:crossBetween val="between"/>
      </c:valAx>
      <c:spPr>
        <a:solidFill>
          <a:srgbClr val="FFFFFF"/>
        </a:solid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a:softEdge rad="0"/>
    </a:effectLst>
  </c:spPr>
  <c:txPr>
    <a:bodyPr/>
    <a:lstStyle/>
    <a:p>
      <a:pPr>
        <a:defRPr sz="600">
          <a:solidFill>
            <a:schemeClr val="accent4"/>
          </a:solidFill>
          <a:latin typeface="Abar Mid" pitchFamily="50" charset="-78"/>
          <a:ea typeface="Abar Mid" pitchFamily="50" charset="-78"/>
          <a:cs typeface="Abar Mid" pitchFamily="50" charset="-78"/>
        </a:defRPr>
      </a:pPr>
      <a:endParaRPr lang="en-JO"/>
    </a:p>
  </c:txPr>
  <c:externalData r:id="rId4">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doughnutChart>
        <c:varyColors val="1"/>
        <c:ser>
          <c:idx val="0"/>
          <c:order val="0"/>
          <c:tx>
            <c:strRef>
              <c:f>Sheet1!$B$1</c:f>
              <c:strCache>
                <c:ptCount val="1"/>
                <c:pt idx="0">
                  <c:v>نسبة الإنجاز</c:v>
                </c:pt>
              </c:strCache>
            </c:strRef>
          </c:tx>
          <c:dPt>
            <c:idx val="0"/>
            <c:bubble3D val="0"/>
            <c:spPr>
              <a:solidFill>
                <a:srgbClr val="074D46"/>
              </a:solidFill>
              <a:ln>
                <a:noFill/>
              </a:ln>
            </c:spPr>
            <c:extLst>
              <c:ext xmlns:c16="http://schemas.microsoft.com/office/drawing/2014/chart" uri="{C3380CC4-5D6E-409C-BE32-E72D297353CC}">
                <c16:uniqueId val="{00000001-1CAD-4F25-9517-9A939816FCA0}"/>
              </c:ext>
            </c:extLst>
          </c:dPt>
          <c:dPt>
            <c:idx val="1"/>
            <c:bubble3D val="0"/>
            <c:spPr>
              <a:solidFill>
                <a:srgbClr val="E4E3E0"/>
              </a:solidFill>
              <a:ln>
                <a:noFill/>
              </a:ln>
            </c:spPr>
            <c:extLst>
              <c:ext xmlns:c16="http://schemas.microsoft.com/office/drawing/2014/chart" uri="{C3380CC4-5D6E-409C-BE32-E72D297353CC}">
                <c16:uniqueId val="{00000003-1CAD-4F25-9517-9A939816FCA0}"/>
              </c:ext>
            </c:extLst>
          </c:dPt>
          <c:cat>
            <c:strRef>
              <c:f>Sheet1!$A$2:$A$3</c:f>
              <c:strCache>
                <c:ptCount val="2"/>
                <c:pt idx="0">
                  <c:v>المنجز</c:v>
                </c:pt>
                <c:pt idx="1">
                  <c:v>المتبقي</c:v>
                </c:pt>
              </c:strCache>
            </c:strRef>
          </c:cat>
          <c:val>
            <c:numRef>
              <c:f>Sheet1!$B$2:$B$3</c:f>
              <c:numCache>
                <c:formatCode>General</c:formatCode>
                <c:ptCount val="2"/>
                <c:pt idx="0">
                  <c:v>25</c:v>
                </c:pt>
                <c:pt idx="1">
                  <c:v>75</c:v>
                </c:pt>
              </c:numCache>
            </c:numRef>
          </c:val>
          <c:extLst>
            <c:ext xmlns:c16="http://schemas.microsoft.com/office/drawing/2014/chart" uri="{C3380CC4-5D6E-409C-BE32-E72D297353CC}">
              <c16:uniqueId val="{00000004-1CAD-4F25-9517-9A939816FCA0}"/>
            </c:ext>
          </c:extLst>
        </c:ser>
        <c:dLbls>
          <c:showLegendKey val="0"/>
          <c:showVal val="0"/>
          <c:showCatName val="0"/>
          <c:showSerName val="0"/>
          <c:showPercent val="0"/>
          <c:showBubbleSize val="0"/>
          <c:showLeaderLines val="1"/>
        </c:dLbls>
        <c:firstSliceAng val="0"/>
        <c:holeSize val="75"/>
      </c:doughnutChart>
      <c:spPr>
        <a:noFill/>
        <a:ln>
          <a:noFill/>
        </a:ln>
      </c:spPr>
    </c:plotArea>
    <c:plotVisOnly val="1"/>
    <c:dispBlanksAs val="gap"/>
    <c:showDLblsOverMax val="0"/>
  </c:chart>
  <c:spPr>
    <a:noFill/>
    <a:ln>
      <a:noFill/>
    </a:ln>
  </c:spPr>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doughnutChart>
        <c:varyColors val="1"/>
        <c:ser>
          <c:idx val="0"/>
          <c:order val="0"/>
          <c:tx>
            <c:strRef>
              <c:f>Sheet1!$B$1</c:f>
              <c:strCache>
                <c:ptCount val="1"/>
                <c:pt idx="0">
                  <c:v>نسبة الإنجاز</c:v>
                </c:pt>
              </c:strCache>
            </c:strRef>
          </c:tx>
          <c:dPt>
            <c:idx val="0"/>
            <c:bubble3D val="0"/>
            <c:spPr>
              <a:solidFill>
                <a:srgbClr val="C89A56"/>
              </a:solidFill>
              <a:ln>
                <a:noFill/>
              </a:ln>
            </c:spPr>
            <c:extLst>
              <c:ext xmlns:c16="http://schemas.microsoft.com/office/drawing/2014/chart" uri="{C3380CC4-5D6E-409C-BE32-E72D297353CC}">
                <c16:uniqueId val="{00000001-6911-4FA6-B442-43578C4EB3CC}"/>
              </c:ext>
            </c:extLst>
          </c:dPt>
          <c:dPt>
            <c:idx val="1"/>
            <c:bubble3D val="0"/>
            <c:spPr>
              <a:solidFill>
                <a:srgbClr val="E4E3E0"/>
              </a:solidFill>
              <a:ln>
                <a:noFill/>
              </a:ln>
            </c:spPr>
            <c:extLst>
              <c:ext xmlns:c16="http://schemas.microsoft.com/office/drawing/2014/chart" uri="{C3380CC4-5D6E-409C-BE32-E72D297353CC}">
                <c16:uniqueId val="{00000003-6911-4FA6-B442-43578C4EB3CC}"/>
              </c:ext>
            </c:extLst>
          </c:dPt>
          <c:cat>
            <c:strRef>
              <c:f>Sheet1!$A$2:$A$3</c:f>
              <c:strCache>
                <c:ptCount val="2"/>
                <c:pt idx="0">
                  <c:v>المنجز</c:v>
                </c:pt>
                <c:pt idx="1">
                  <c:v>المتبقي</c:v>
                </c:pt>
              </c:strCache>
            </c:strRef>
          </c:cat>
          <c:val>
            <c:numRef>
              <c:f>Sheet1!$B$2:$B$3</c:f>
              <c:numCache>
                <c:formatCode>General</c:formatCode>
                <c:ptCount val="2"/>
                <c:pt idx="0">
                  <c:v>50</c:v>
                </c:pt>
                <c:pt idx="1">
                  <c:v>50</c:v>
                </c:pt>
              </c:numCache>
            </c:numRef>
          </c:val>
          <c:extLst>
            <c:ext xmlns:c16="http://schemas.microsoft.com/office/drawing/2014/chart" uri="{C3380CC4-5D6E-409C-BE32-E72D297353CC}">
              <c16:uniqueId val="{00000004-6911-4FA6-B442-43578C4EB3CC}"/>
            </c:ext>
          </c:extLst>
        </c:ser>
        <c:dLbls>
          <c:showLegendKey val="0"/>
          <c:showVal val="0"/>
          <c:showCatName val="0"/>
          <c:showSerName val="0"/>
          <c:showPercent val="0"/>
          <c:showBubbleSize val="0"/>
          <c:showLeaderLines val="1"/>
        </c:dLbls>
        <c:firstSliceAng val="0"/>
        <c:holeSize val="75"/>
      </c:doughnutChart>
      <c:spPr>
        <a:noFill/>
        <a:ln>
          <a:noFill/>
        </a:ln>
      </c:spPr>
    </c:plotArea>
    <c:plotVisOnly val="1"/>
    <c:dispBlanksAs val="gap"/>
    <c:showDLblsOverMax val="0"/>
  </c:chart>
  <c:spPr>
    <a:noFill/>
    <a:ln>
      <a:noFill/>
    </a:ln>
  </c:spPr>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doughnutChart>
        <c:varyColors val="1"/>
        <c:ser>
          <c:idx val="0"/>
          <c:order val="0"/>
          <c:tx>
            <c:strRef>
              <c:f>Sheet1!$B$1</c:f>
              <c:strCache>
                <c:ptCount val="1"/>
                <c:pt idx="0">
                  <c:v>نسبة الإنجاز</c:v>
                </c:pt>
              </c:strCache>
            </c:strRef>
          </c:tx>
          <c:dPt>
            <c:idx val="0"/>
            <c:bubble3D val="0"/>
            <c:spPr>
              <a:solidFill>
                <a:srgbClr val="66A5CE"/>
              </a:solidFill>
              <a:ln>
                <a:noFill/>
              </a:ln>
            </c:spPr>
            <c:extLst>
              <c:ext xmlns:c16="http://schemas.microsoft.com/office/drawing/2014/chart" uri="{C3380CC4-5D6E-409C-BE32-E72D297353CC}">
                <c16:uniqueId val="{00000001-7104-4477-B76B-4DC5CCDE6273}"/>
              </c:ext>
            </c:extLst>
          </c:dPt>
          <c:dPt>
            <c:idx val="1"/>
            <c:bubble3D val="0"/>
            <c:spPr>
              <a:solidFill>
                <a:srgbClr val="E4E3E0"/>
              </a:solidFill>
              <a:ln>
                <a:noFill/>
              </a:ln>
            </c:spPr>
            <c:extLst>
              <c:ext xmlns:c16="http://schemas.microsoft.com/office/drawing/2014/chart" uri="{C3380CC4-5D6E-409C-BE32-E72D297353CC}">
                <c16:uniqueId val="{00000003-7104-4477-B76B-4DC5CCDE6273}"/>
              </c:ext>
            </c:extLst>
          </c:dPt>
          <c:cat>
            <c:strRef>
              <c:f>Sheet1!$A$2:$A$3</c:f>
              <c:strCache>
                <c:ptCount val="2"/>
                <c:pt idx="0">
                  <c:v>المنجز</c:v>
                </c:pt>
                <c:pt idx="1">
                  <c:v>المتبقي</c:v>
                </c:pt>
              </c:strCache>
            </c:strRef>
          </c:cat>
          <c:val>
            <c:numRef>
              <c:f>Sheet1!$B$2:$B$3</c:f>
              <c:numCache>
                <c:formatCode>General</c:formatCode>
                <c:ptCount val="2"/>
                <c:pt idx="0">
                  <c:v>10</c:v>
                </c:pt>
                <c:pt idx="1">
                  <c:v>90</c:v>
                </c:pt>
              </c:numCache>
            </c:numRef>
          </c:val>
          <c:extLst>
            <c:ext xmlns:c16="http://schemas.microsoft.com/office/drawing/2014/chart" uri="{C3380CC4-5D6E-409C-BE32-E72D297353CC}">
              <c16:uniqueId val="{00000004-7104-4477-B76B-4DC5CCDE6273}"/>
            </c:ext>
          </c:extLst>
        </c:ser>
        <c:dLbls>
          <c:showLegendKey val="0"/>
          <c:showVal val="0"/>
          <c:showCatName val="0"/>
          <c:showSerName val="0"/>
          <c:showPercent val="0"/>
          <c:showBubbleSize val="0"/>
          <c:showLeaderLines val="1"/>
        </c:dLbls>
        <c:firstSliceAng val="0"/>
        <c:holeSize val="75"/>
      </c:doughnutChart>
      <c:spPr>
        <a:noFill/>
        <a:ln>
          <a:noFill/>
        </a:ln>
      </c:spPr>
    </c:plotArea>
    <c:plotVisOnly val="1"/>
    <c:dispBlanksAs val="gap"/>
    <c:showDLblsOverMax val="0"/>
  </c:chart>
  <c:spPr>
    <a:noFill/>
    <a:ln>
      <a:noFill/>
    </a:ln>
  </c:spPr>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doughnutChart>
        <c:varyColors val="1"/>
        <c:ser>
          <c:idx val="0"/>
          <c:order val="0"/>
          <c:tx>
            <c:strRef>
              <c:f>Sheet1!$B$1</c:f>
              <c:strCache>
                <c:ptCount val="1"/>
                <c:pt idx="0">
                  <c:v>نسبة الإنجاز</c:v>
                </c:pt>
              </c:strCache>
            </c:strRef>
          </c:tx>
          <c:dPt>
            <c:idx val="0"/>
            <c:bubble3D val="0"/>
            <c:spPr>
              <a:solidFill>
                <a:srgbClr val="96552F"/>
              </a:solidFill>
              <a:ln>
                <a:noFill/>
              </a:ln>
            </c:spPr>
            <c:extLst>
              <c:ext xmlns:c16="http://schemas.microsoft.com/office/drawing/2014/chart" uri="{C3380CC4-5D6E-409C-BE32-E72D297353CC}">
                <c16:uniqueId val="{00000001-25F4-42C9-A929-259DA3F4B56F}"/>
              </c:ext>
            </c:extLst>
          </c:dPt>
          <c:dPt>
            <c:idx val="1"/>
            <c:bubble3D val="0"/>
            <c:spPr>
              <a:solidFill>
                <a:srgbClr val="E4E3E0"/>
              </a:solidFill>
              <a:ln>
                <a:noFill/>
              </a:ln>
            </c:spPr>
            <c:extLst>
              <c:ext xmlns:c16="http://schemas.microsoft.com/office/drawing/2014/chart" uri="{C3380CC4-5D6E-409C-BE32-E72D297353CC}">
                <c16:uniqueId val="{00000003-25F4-42C9-A929-259DA3F4B56F}"/>
              </c:ext>
            </c:extLst>
          </c:dPt>
          <c:cat>
            <c:strRef>
              <c:f>Sheet1!$A$2:$A$3</c:f>
              <c:strCache>
                <c:ptCount val="2"/>
                <c:pt idx="0">
                  <c:v>المنجز</c:v>
                </c:pt>
                <c:pt idx="1">
                  <c:v>المتبقي</c:v>
                </c:pt>
              </c:strCache>
            </c:strRef>
          </c:cat>
          <c:val>
            <c:numRef>
              <c:f>Sheet1!$B$2:$B$3</c:f>
              <c:numCache>
                <c:formatCode>General</c:formatCode>
                <c:ptCount val="2"/>
                <c:pt idx="0">
                  <c:v>15</c:v>
                </c:pt>
                <c:pt idx="1">
                  <c:v>85</c:v>
                </c:pt>
              </c:numCache>
            </c:numRef>
          </c:val>
          <c:extLst>
            <c:ext xmlns:c16="http://schemas.microsoft.com/office/drawing/2014/chart" uri="{C3380CC4-5D6E-409C-BE32-E72D297353CC}">
              <c16:uniqueId val="{00000004-25F4-42C9-A929-259DA3F4B56F}"/>
            </c:ext>
          </c:extLst>
        </c:ser>
        <c:dLbls>
          <c:showLegendKey val="0"/>
          <c:showVal val="0"/>
          <c:showCatName val="0"/>
          <c:showSerName val="0"/>
          <c:showPercent val="0"/>
          <c:showBubbleSize val="0"/>
          <c:showLeaderLines val="1"/>
        </c:dLbls>
        <c:firstSliceAng val="0"/>
        <c:holeSize val="75"/>
      </c:doughnutChart>
      <c:spPr>
        <a:noFill/>
        <a:ln>
          <a:noFill/>
        </a:ln>
      </c:spPr>
    </c:plotArea>
    <c:plotVisOnly val="1"/>
    <c:dispBlanksAs val="gap"/>
    <c:showDLblsOverMax val="0"/>
  </c:chart>
  <c:spPr>
    <a:noFill/>
    <a:ln>
      <a:noFill/>
    </a:ln>
  </c:spPr>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2.1761707588386883E-2"/>
          <c:y val="2.9041557908076505E-2"/>
          <c:w val="0.69761556286058946"/>
          <c:h val="0.74869970795819518"/>
        </c:manualLayout>
      </c:layout>
      <c:barChart>
        <c:barDir val="bar"/>
        <c:grouping val="percentStacked"/>
        <c:varyColors val="0"/>
        <c:ser>
          <c:idx val="0"/>
          <c:order val="0"/>
          <c:tx>
            <c:strRef>
              <c:f>Sheet1!$B$1</c:f>
              <c:strCache>
                <c:ptCount val="1"/>
                <c:pt idx="0">
                  <c:v>تجربة المستخدم</c:v>
                </c:pt>
              </c:strCache>
            </c:strRef>
          </c:tx>
          <c:spPr>
            <a:solidFill>
              <a:srgbClr val="D9A86A">
                <a:alpha val="80000"/>
              </a:srgbClr>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Abar Mid" pitchFamily="50" charset="-78"/>
                    <a:ea typeface="Abar Mid" pitchFamily="50" charset="-78"/>
                    <a:cs typeface="Abar Mid" pitchFamily="50" charset="-78"/>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Sheet1!$A$2:$A$6</c:f>
              <c:strCache>
                <c:ptCount val="5"/>
                <c:pt idx="0">
                  <c:v>وكالة الحج</c:v>
                </c:pt>
                <c:pt idx="1">
                  <c:v>وكالة التحول الرقمي وتقنية المعلومات</c:v>
                </c:pt>
                <c:pt idx="2">
                  <c:v>مركز امتثال</c:v>
                </c:pt>
                <c:pt idx="3">
                  <c:v>وكالة الخدمات المشتركة</c:v>
                </c:pt>
                <c:pt idx="4">
                  <c:v>وكالة التعاون الدولي</c:v>
                </c:pt>
              </c:strCache>
            </c:strRef>
          </c:cat>
          <c:val>
            <c:numRef>
              <c:f>Sheet1!$B$2:$B$6</c:f>
              <c:numCache>
                <c:formatCode>0%</c:formatCode>
                <c:ptCount val="5"/>
                <c:pt idx="0">
                  <c:v>0.2</c:v>
                </c:pt>
                <c:pt idx="1">
                  <c:v>0.7</c:v>
                </c:pt>
                <c:pt idx="2">
                  <c:v>0.21</c:v>
                </c:pt>
                <c:pt idx="3">
                  <c:v>0.11</c:v>
                </c:pt>
                <c:pt idx="4">
                  <c:v>0.2</c:v>
                </c:pt>
              </c:numCache>
            </c:numRef>
          </c:val>
          <c:extLst>
            <c:ext xmlns:c16="http://schemas.microsoft.com/office/drawing/2014/chart" uri="{C3380CC4-5D6E-409C-BE32-E72D297353CC}">
              <c16:uniqueId val="{00000000-90AE-4057-869F-6F07D36A2C1D}"/>
            </c:ext>
          </c:extLst>
        </c:ser>
        <c:ser>
          <c:idx val="1"/>
          <c:order val="1"/>
          <c:tx>
            <c:strRef>
              <c:f>Sheet1!$C$1</c:f>
              <c:strCache>
                <c:ptCount val="1"/>
                <c:pt idx="0">
                  <c:v>رضا المستفيد</c:v>
                </c:pt>
              </c:strCache>
            </c:strRef>
          </c:tx>
          <c:spPr>
            <a:solidFill>
              <a:srgbClr val="004545">
                <a:alpha val="74902"/>
              </a:srgbClr>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Abar Mid" pitchFamily="50" charset="-78"/>
                    <a:ea typeface="Abar Mid" pitchFamily="50" charset="-78"/>
                    <a:cs typeface="Abar Mid" pitchFamily="50" charset="-78"/>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Sheet1!$A$2:$A$6</c:f>
              <c:strCache>
                <c:ptCount val="5"/>
                <c:pt idx="0">
                  <c:v>وكالة الحج</c:v>
                </c:pt>
                <c:pt idx="1">
                  <c:v>وكالة التحول الرقمي وتقنية المعلومات</c:v>
                </c:pt>
                <c:pt idx="2">
                  <c:v>مركز امتثال</c:v>
                </c:pt>
                <c:pt idx="3">
                  <c:v>وكالة الخدمات المشتركة</c:v>
                </c:pt>
                <c:pt idx="4">
                  <c:v>وكالة التعاون الدولي</c:v>
                </c:pt>
              </c:strCache>
            </c:strRef>
          </c:cat>
          <c:val>
            <c:numRef>
              <c:f>Sheet1!$C$2:$C$6</c:f>
              <c:numCache>
                <c:formatCode>0%</c:formatCode>
                <c:ptCount val="5"/>
                <c:pt idx="0">
                  <c:v>0.9</c:v>
                </c:pt>
                <c:pt idx="1">
                  <c:v>0.1</c:v>
                </c:pt>
                <c:pt idx="2">
                  <c:v>0.23</c:v>
                </c:pt>
                <c:pt idx="3">
                  <c:v>0.4</c:v>
                </c:pt>
                <c:pt idx="4">
                  <c:v>0.8</c:v>
                </c:pt>
              </c:numCache>
            </c:numRef>
          </c:val>
          <c:extLst>
            <c:ext xmlns:c16="http://schemas.microsoft.com/office/drawing/2014/chart" uri="{C3380CC4-5D6E-409C-BE32-E72D297353CC}">
              <c16:uniqueId val="{00000001-90AE-4057-869F-6F07D36A2C1D}"/>
            </c:ext>
          </c:extLst>
        </c:ser>
        <c:ser>
          <c:idx val="2"/>
          <c:order val="2"/>
          <c:tx>
            <c:strRef>
              <c:f>Sheet1!$D$1</c:f>
              <c:strCache>
                <c:ptCount val="1"/>
                <c:pt idx="0">
                  <c:v>التعامل مع الشكاوى</c:v>
                </c:pt>
              </c:strCache>
            </c:strRef>
          </c:tx>
          <c:spPr>
            <a:solidFill>
              <a:srgbClr val="96552F">
                <a:alpha val="74902"/>
              </a:srgbClr>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Abar Mid" pitchFamily="50" charset="-78"/>
                    <a:ea typeface="Abar Mid" pitchFamily="50" charset="-78"/>
                    <a:cs typeface="Abar Mid" pitchFamily="50" charset="-78"/>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Sheet1!$A$2:$A$6</c:f>
              <c:strCache>
                <c:ptCount val="5"/>
                <c:pt idx="0">
                  <c:v>وكالة الحج</c:v>
                </c:pt>
                <c:pt idx="1">
                  <c:v>وكالة التحول الرقمي وتقنية المعلومات</c:v>
                </c:pt>
                <c:pt idx="2">
                  <c:v>مركز امتثال</c:v>
                </c:pt>
                <c:pt idx="3">
                  <c:v>وكالة الخدمات المشتركة</c:v>
                </c:pt>
                <c:pt idx="4">
                  <c:v>وكالة التعاون الدولي</c:v>
                </c:pt>
              </c:strCache>
            </c:strRef>
          </c:cat>
          <c:val>
            <c:numRef>
              <c:f>Sheet1!$D$2:$D$6</c:f>
              <c:numCache>
                <c:formatCode>0%</c:formatCode>
                <c:ptCount val="5"/>
                <c:pt idx="0">
                  <c:v>0.5</c:v>
                </c:pt>
                <c:pt idx="1">
                  <c:v>0.14000000000000001</c:v>
                </c:pt>
                <c:pt idx="2">
                  <c:v>0.45</c:v>
                </c:pt>
                <c:pt idx="3">
                  <c:v>0.5</c:v>
                </c:pt>
                <c:pt idx="4">
                  <c:v>0.22</c:v>
                </c:pt>
              </c:numCache>
            </c:numRef>
          </c:val>
          <c:extLst>
            <c:ext xmlns:c16="http://schemas.microsoft.com/office/drawing/2014/chart" uri="{C3380CC4-5D6E-409C-BE32-E72D297353CC}">
              <c16:uniqueId val="{00000000-CD70-42A8-BD72-E1EC42965A6D}"/>
            </c:ext>
          </c:extLst>
        </c:ser>
        <c:ser>
          <c:idx val="3"/>
          <c:order val="3"/>
          <c:tx>
            <c:strRef>
              <c:f>Sheet1!$E$1</c:f>
              <c:strCache>
                <c:ptCount val="1"/>
                <c:pt idx="0">
                  <c:v>التقنيات والأدوات</c:v>
                </c:pt>
              </c:strCache>
            </c:strRef>
          </c:tx>
          <c:spPr>
            <a:solidFill>
              <a:srgbClr val="66A5CE">
                <a:alpha val="74902"/>
              </a:srgbClr>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Abar Mid" pitchFamily="50" charset="-78"/>
                    <a:ea typeface="Abar Mid" pitchFamily="50" charset="-78"/>
                    <a:cs typeface="Abar Mid" pitchFamily="50" charset="-78"/>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Sheet1!$A$2:$A$6</c:f>
              <c:strCache>
                <c:ptCount val="5"/>
                <c:pt idx="0">
                  <c:v>وكالة الحج</c:v>
                </c:pt>
                <c:pt idx="1">
                  <c:v>وكالة التحول الرقمي وتقنية المعلومات</c:v>
                </c:pt>
                <c:pt idx="2">
                  <c:v>مركز امتثال</c:v>
                </c:pt>
                <c:pt idx="3">
                  <c:v>وكالة الخدمات المشتركة</c:v>
                </c:pt>
                <c:pt idx="4">
                  <c:v>وكالة التعاون الدولي</c:v>
                </c:pt>
              </c:strCache>
            </c:strRef>
          </c:cat>
          <c:val>
            <c:numRef>
              <c:f>Sheet1!$E$2:$E$6</c:f>
              <c:numCache>
                <c:formatCode>0%</c:formatCode>
                <c:ptCount val="5"/>
                <c:pt idx="0">
                  <c:v>0.4</c:v>
                </c:pt>
                <c:pt idx="1">
                  <c:v>0.5</c:v>
                </c:pt>
                <c:pt idx="2">
                  <c:v>0.4</c:v>
                </c:pt>
                <c:pt idx="3">
                  <c:v>0.57999999999999996</c:v>
                </c:pt>
                <c:pt idx="4">
                  <c:v>0.34</c:v>
                </c:pt>
              </c:numCache>
            </c:numRef>
          </c:val>
          <c:extLst>
            <c:ext xmlns:c16="http://schemas.microsoft.com/office/drawing/2014/chart" uri="{C3380CC4-5D6E-409C-BE32-E72D297353CC}">
              <c16:uniqueId val="{00000001-CD70-42A8-BD72-E1EC42965A6D}"/>
            </c:ext>
          </c:extLst>
        </c:ser>
        <c:dLbls>
          <c:dLblPos val="ctr"/>
          <c:showLegendKey val="0"/>
          <c:showVal val="1"/>
          <c:showCatName val="0"/>
          <c:showSerName val="0"/>
          <c:showPercent val="0"/>
          <c:showBubbleSize val="0"/>
        </c:dLbls>
        <c:gapWidth val="50"/>
        <c:overlap val="100"/>
        <c:axId val="1308010191"/>
        <c:axId val="428359599"/>
      </c:barChart>
      <c:catAx>
        <c:axId val="1308010191"/>
        <c:scaling>
          <c:orientation val="maxMin"/>
        </c:scaling>
        <c:delete val="0"/>
        <c:axPos val="r"/>
        <c:numFmt formatCode="General" sourceLinked="1"/>
        <c:majorTickMark val="none"/>
        <c:minorTickMark val="none"/>
        <c:tickLblPos val="nextTo"/>
        <c:spPr>
          <a:noFill/>
          <a:ln w="9525" cap="flat" cmpd="sng" algn="ctr">
            <a:noFill/>
            <a:round/>
            <a:headEnd type="none" w="sm" len="sm"/>
            <a:tailEnd type="none" w="sm" len="sm"/>
          </a:ln>
          <a:effectLst/>
        </c:spPr>
        <c:txPr>
          <a:bodyPr rot="-60000000" spcFirstLastPara="1" vertOverflow="ellipsis" vert="horz" wrap="square" anchor="ctr" anchorCtr="1"/>
          <a:lstStyle/>
          <a:p>
            <a:pPr rtl="1">
              <a:defRPr sz="1050" b="0" i="0" u="none" strike="noStrike" kern="1200" baseline="0">
                <a:ln>
                  <a:noFill/>
                </a:ln>
                <a:solidFill>
                  <a:schemeClr val="tx1"/>
                </a:solidFill>
                <a:latin typeface="Abar Mid" pitchFamily="50" charset="-78"/>
                <a:ea typeface="Abar Mid" pitchFamily="50" charset="-78"/>
                <a:cs typeface="Abar Mid" pitchFamily="50" charset="-78"/>
              </a:defRPr>
            </a:pPr>
            <a:endParaRPr lang="en-US"/>
          </a:p>
        </c:txPr>
        <c:crossAx val="428359599"/>
        <c:crosses val="autoZero"/>
        <c:auto val="1"/>
        <c:lblAlgn val="ctr"/>
        <c:lblOffset val="100"/>
        <c:noMultiLvlLbl val="0"/>
      </c:catAx>
      <c:valAx>
        <c:axId val="428359599"/>
        <c:scaling>
          <c:orientation val="maxMin"/>
          <c:max val="1"/>
        </c:scaling>
        <c:delete val="1"/>
        <c:axPos val="t"/>
        <c:numFmt formatCode="0%" sourceLinked="1"/>
        <c:majorTickMark val="out"/>
        <c:minorTickMark val="none"/>
        <c:tickLblPos val="nextTo"/>
        <c:crossAx val="1308010191"/>
        <c:crosses val="autoZero"/>
        <c:crossBetween val="between"/>
      </c:valAx>
      <c:spPr>
        <a:noFill/>
        <a:ln>
          <a:noFill/>
        </a:ln>
        <a:effectLst/>
      </c:spPr>
    </c:plotArea>
    <c:legend>
      <c:legendPos val="b"/>
      <c:layout>
        <c:manualLayout>
          <c:xMode val="edge"/>
          <c:yMode val="edge"/>
          <c:x val="7.8360544376936472E-2"/>
          <c:y val="0.83303008501262965"/>
          <c:w val="0.84327891124612708"/>
          <c:h val="0.15558409481608987"/>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Abar Mid" pitchFamily="50" charset="-78"/>
              <a:ea typeface="Abar Mid" pitchFamily="50" charset="-78"/>
              <a:cs typeface="Abar Mid" pitchFamily="50" charset="-78"/>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withinLinear" id="16">
  <a:schemeClr val="accent3"/>
</cs:colorStyle>
</file>

<file path=ppt/charts/colors2.xml><?xml version="1.0" encoding="utf-8"?>
<cs:colorStyle xmlns:cs="http://schemas.microsoft.com/office/drawing/2012/chartStyle" xmlns:a="http://schemas.openxmlformats.org/drawingml/2006/main" meth="withinLinear" id="16">
  <a:schemeClr val="accent3"/>
</cs:colorStyle>
</file>

<file path=ppt/charts/colors3.xml><?xml version="1.0" encoding="utf-8"?>
<cs:colorStyle xmlns:cs="http://schemas.microsoft.com/office/drawing/2012/chartStyle" xmlns:a="http://schemas.openxmlformats.org/drawingml/2006/main" meth="withinLinear" id="16">
  <a:schemeClr val="accent3"/>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98">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064" kern="1200" cap="all" spc="120" normalizeH="0" baseline="0"/>
  </cs:categoryAxis>
  <cs:chartArea mods="allowNoFillOverride allowNoLineOverride">
    <cs:lnRef idx="0"/>
    <cs:fillRef idx="0"/>
    <cs:effectRef idx="0"/>
    <cs:fontRef idx="minor">
      <a:schemeClr val="dk1"/>
    </cs:fontRef>
    <cs:spPr>
      <a:solidFill>
        <a:schemeClr val="lt1"/>
      </a:solidFill>
      <a:ln w="9525" cap="flat" cmpd="sng" algn="ctr">
        <a:solidFill>
          <a:schemeClr val="tx1">
            <a:lumMod val="15000"/>
            <a:lumOff val="85000"/>
          </a:schemeClr>
        </a:solidFill>
        <a:round/>
      </a:ln>
    </cs:spPr>
    <cs:defRPr sz="1197" kern="1200"/>
  </cs:chartArea>
  <cs:dataLabel>
    <cs:lnRef idx="0"/>
    <cs:fillRef idx="0"/>
    <cs:effectRef idx="0"/>
    <cs:fontRef idx="minor">
      <a:schemeClr val="lt1"/>
    </cs:fontRef>
    <cs:defRPr sz="1197" b="0" i="0" u="none" strike="noStrike" kern="1200" baseline="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cs:spPr>
  </cs:dataPoint>
  <cs:dataPoint3D>
    <cs:lnRef idx="0"/>
    <cs:fillRef idx="0">
      <cs:styleClr val="auto"/>
    </cs:fillRef>
    <cs:effectRef idx="0"/>
    <cs:fontRef idx="minor">
      <a:schemeClr val="dk1"/>
    </cs:fontRef>
    <cs:spPr>
      <a:solidFill>
        <a:schemeClr val="phClr"/>
      </a:solidFill>
    </cs:spPr>
  </cs:dataPoint3D>
  <cs:dataPointLine>
    <cs:lnRef idx="0">
      <cs:styleClr val="auto"/>
    </cs:lnRef>
    <cs:fillRef idx="0"/>
    <cs:effectRef idx="0"/>
    <cs:fontRef idx="minor">
      <a:schemeClr val="dk1"/>
    </cs:fontRef>
    <cs:spPr>
      <a:ln w="22225" cap="rnd">
        <a:solidFill>
          <a:schemeClr val="phClr"/>
        </a:solidFill>
        <a:round/>
      </a:ln>
    </cs:spPr>
  </cs:dataPointLine>
  <cs:dataPointMarker>
    <cs:lnRef idx="0">
      <cs:styleClr val="auto"/>
    </cs:lnRef>
    <cs:fillRef idx="0">
      <cs:styleClr val="auto"/>
    </cs:fillRef>
    <cs:effectRef idx="0"/>
    <cs:fontRef idx="minor">
      <a:schemeClr val="dk1"/>
    </cs:fontRef>
    <cs:spPr>
      <a:solidFill>
        <a:schemeClr val="phClr"/>
      </a:solidFill>
      <a:ln w="9525">
        <a:solidFill>
          <a:schemeClr val="phClr"/>
        </a:solidFill>
        <a:round/>
      </a:ln>
    </cs:spPr>
  </cs:dataPointMarker>
  <cs:dataPointMarkerLayout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kern="1200"/>
  </cs:dataTable>
  <cs:downBar>
    <cs:lnRef idx="0"/>
    <cs:fillRef idx="0"/>
    <cs:effectRef idx="0"/>
    <cs:fontRef idx="minor">
      <a:schemeClr val="dk1"/>
    </cs:fontRef>
    <cs:spPr>
      <a:solidFill>
        <a:schemeClr val="dk1">
          <a:lumMod val="75000"/>
          <a:lumOff val="25000"/>
        </a:schemeClr>
      </a:solidFill>
      <a:ln w="9525">
        <a:solidFill>
          <a:schemeClr val="tx1">
            <a:lumMod val="15000"/>
            <a:lumOff val="85000"/>
          </a:schemeClr>
        </a:solidFill>
      </a:ln>
    </cs:spPr>
  </cs:downBar>
  <cs:dropLine>
    <cs:lnRef idx="0"/>
    <cs:fillRef idx="0"/>
    <cs:effectRef idx="0"/>
    <cs:fontRef idx="minor">
      <a:schemeClr val="dk1"/>
    </cs:fontRef>
    <cs:spPr>
      <a:ln w="9525">
        <a:solidFill>
          <a:schemeClr val="tx1">
            <a:lumMod val="35000"/>
            <a:lumOff val="65000"/>
          </a:schemeClr>
        </a:solidFill>
      </a:ln>
    </cs:spPr>
  </cs:dropLine>
  <cs:errorBar>
    <cs:lnRef idx="0"/>
    <cs:fillRef idx="0"/>
    <cs:effectRef idx="0"/>
    <cs:fontRef idx="minor">
      <a:schemeClr val="dk1"/>
    </cs:fontRef>
    <cs:spPr>
      <a:ln w="9525">
        <a:solidFill>
          <a:schemeClr val="tx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15000"/>
            <a:lumOff val="85000"/>
          </a:schemeClr>
        </a:solidFill>
        <a:round/>
      </a:ln>
    </cs:spPr>
  </cs:gridlineMajor>
  <cs:gridlineMinor>
    <cs:lnRef idx="0"/>
    <cs:fillRef idx="0"/>
    <cs:effectRef idx="0"/>
    <cs:fontRef idx="minor">
      <a:schemeClr val="dk1"/>
    </cs:fontRef>
    <cs:spPr>
      <a:ln>
        <a:solidFill>
          <a:schemeClr val="tx1">
            <a:lumMod val="5000"/>
            <a:lumOff val="95000"/>
          </a:schemeClr>
        </a:solidFill>
      </a:ln>
    </cs:spPr>
  </cs:gridlineMinor>
  <cs:hiLoLine>
    <cs:lnRef idx="0"/>
    <cs:fillRef idx="0"/>
    <cs:effectRef idx="0"/>
    <cs:fontRef idx="minor">
      <a:schemeClr val="dk1"/>
    </cs:fontRef>
    <cs:spPr>
      <a:ln w="9525">
        <a:solidFill>
          <a:schemeClr val="tx1">
            <a:lumMod val="50000"/>
            <a:lumOff val="50000"/>
          </a:schemeClr>
        </a:solidFill>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inor">
      <a:schemeClr val="tx1">
        <a:lumMod val="65000"/>
        <a:lumOff val="35000"/>
      </a:schemeClr>
    </cs:fontRef>
    <cs:defRPr sz="2128" b="1" kern="1200" cap="all" spc="120" normalizeH="0" baseline="0"/>
  </cs:title>
  <cs:trendline>
    <cs:lnRef idx="0">
      <cs:styleClr val="auto"/>
    </cs:lnRef>
    <cs:fillRef idx="0"/>
    <cs:effectRef idx="0"/>
    <cs:fontRef idx="minor">
      <a:schemeClr val="dk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1064" kern="1200"/>
  </cs:trendlineLabel>
  <cs:upBar>
    <cs:lnRef idx="0"/>
    <cs:fillRef idx="0"/>
    <cs:effectRef idx="0"/>
    <cs:fontRef idx="minor">
      <a:schemeClr val="dk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spPr>
      <a:ln w="9525" cap="flat" cmpd="sng" algn="ctr">
        <a:solidFill>
          <a:schemeClr val="dk1">
            <a:lumMod val="15000"/>
            <a:lumOff val="85000"/>
          </a:schemeClr>
        </a:solidFill>
        <a:round/>
      </a:ln>
    </cs:spPr>
    <cs:defRPr sz="1197" kern="1200"/>
  </cs:valueAxis>
  <cs:wall>
    <cs:lnRef idx="0"/>
    <cs:fillRef idx="0"/>
    <cs:effectRef idx="0"/>
    <cs:fontRef idx="minor">
      <a:schemeClr val="dk1"/>
    </cs:fontRef>
  </cs:wall>
</cs:chartStyle>
</file>

<file path=ppt/charts/style2.xml><?xml version="1.0" encoding="utf-8"?>
<cs:chartStyle xmlns:cs="http://schemas.microsoft.com/office/drawing/2012/chartStyle" xmlns:a="http://schemas.openxmlformats.org/drawingml/2006/main" id="298">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064" kern="1200" cap="all" spc="120" normalizeH="0" baseline="0"/>
  </cs:categoryAxis>
  <cs:chartArea mods="allowNoFillOverride allowNoLineOverride">
    <cs:lnRef idx="0"/>
    <cs:fillRef idx="0"/>
    <cs:effectRef idx="0"/>
    <cs:fontRef idx="minor">
      <a:schemeClr val="dk1"/>
    </cs:fontRef>
    <cs:spPr>
      <a:solidFill>
        <a:schemeClr val="lt1"/>
      </a:solidFill>
      <a:ln w="9525" cap="flat" cmpd="sng" algn="ctr">
        <a:solidFill>
          <a:schemeClr val="tx1">
            <a:lumMod val="15000"/>
            <a:lumOff val="85000"/>
          </a:schemeClr>
        </a:solidFill>
        <a:round/>
      </a:ln>
    </cs:spPr>
    <cs:defRPr sz="1197" kern="1200"/>
  </cs:chartArea>
  <cs:dataLabel>
    <cs:lnRef idx="0"/>
    <cs:fillRef idx="0"/>
    <cs:effectRef idx="0"/>
    <cs:fontRef idx="minor">
      <a:schemeClr val="lt1"/>
    </cs:fontRef>
    <cs:defRPr sz="1197" b="0" i="0" u="none" strike="noStrike" kern="1200" baseline="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cs:spPr>
  </cs:dataPoint>
  <cs:dataPoint3D>
    <cs:lnRef idx="0"/>
    <cs:fillRef idx="0">
      <cs:styleClr val="auto"/>
    </cs:fillRef>
    <cs:effectRef idx="0"/>
    <cs:fontRef idx="minor">
      <a:schemeClr val="dk1"/>
    </cs:fontRef>
    <cs:spPr>
      <a:solidFill>
        <a:schemeClr val="phClr"/>
      </a:solidFill>
    </cs:spPr>
  </cs:dataPoint3D>
  <cs:dataPointLine>
    <cs:lnRef idx="0">
      <cs:styleClr val="auto"/>
    </cs:lnRef>
    <cs:fillRef idx="0"/>
    <cs:effectRef idx="0"/>
    <cs:fontRef idx="minor">
      <a:schemeClr val="dk1"/>
    </cs:fontRef>
    <cs:spPr>
      <a:ln w="22225" cap="rnd">
        <a:solidFill>
          <a:schemeClr val="phClr"/>
        </a:solidFill>
        <a:round/>
      </a:ln>
    </cs:spPr>
  </cs:dataPointLine>
  <cs:dataPointMarker>
    <cs:lnRef idx="0">
      <cs:styleClr val="auto"/>
    </cs:lnRef>
    <cs:fillRef idx="0">
      <cs:styleClr val="auto"/>
    </cs:fillRef>
    <cs:effectRef idx="0"/>
    <cs:fontRef idx="minor">
      <a:schemeClr val="dk1"/>
    </cs:fontRef>
    <cs:spPr>
      <a:solidFill>
        <a:schemeClr val="phClr"/>
      </a:solidFill>
      <a:ln w="9525">
        <a:solidFill>
          <a:schemeClr val="phClr"/>
        </a:solidFill>
        <a:round/>
      </a:ln>
    </cs:spPr>
  </cs:dataPointMarker>
  <cs:dataPointMarkerLayout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kern="1200"/>
  </cs:dataTable>
  <cs:downBar>
    <cs:lnRef idx="0"/>
    <cs:fillRef idx="0"/>
    <cs:effectRef idx="0"/>
    <cs:fontRef idx="minor">
      <a:schemeClr val="dk1"/>
    </cs:fontRef>
    <cs:spPr>
      <a:solidFill>
        <a:schemeClr val="dk1">
          <a:lumMod val="75000"/>
          <a:lumOff val="25000"/>
        </a:schemeClr>
      </a:solidFill>
      <a:ln w="9525">
        <a:solidFill>
          <a:schemeClr val="tx1">
            <a:lumMod val="15000"/>
            <a:lumOff val="85000"/>
          </a:schemeClr>
        </a:solidFill>
      </a:ln>
    </cs:spPr>
  </cs:downBar>
  <cs:dropLine>
    <cs:lnRef idx="0"/>
    <cs:fillRef idx="0"/>
    <cs:effectRef idx="0"/>
    <cs:fontRef idx="minor">
      <a:schemeClr val="dk1"/>
    </cs:fontRef>
    <cs:spPr>
      <a:ln w="9525">
        <a:solidFill>
          <a:schemeClr val="tx1">
            <a:lumMod val="35000"/>
            <a:lumOff val="65000"/>
          </a:schemeClr>
        </a:solidFill>
      </a:ln>
    </cs:spPr>
  </cs:dropLine>
  <cs:errorBar>
    <cs:lnRef idx="0"/>
    <cs:fillRef idx="0"/>
    <cs:effectRef idx="0"/>
    <cs:fontRef idx="minor">
      <a:schemeClr val="dk1"/>
    </cs:fontRef>
    <cs:spPr>
      <a:ln w="9525">
        <a:solidFill>
          <a:schemeClr val="tx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15000"/>
            <a:lumOff val="85000"/>
          </a:schemeClr>
        </a:solidFill>
        <a:round/>
      </a:ln>
    </cs:spPr>
  </cs:gridlineMajor>
  <cs:gridlineMinor>
    <cs:lnRef idx="0"/>
    <cs:fillRef idx="0"/>
    <cs:effectRef idx="0"/>
    <cs:fontRef idx="minor">
      <a:schemeClr val="dk1"/>
    </cs:fontRef>
    <cs:spPr>
      <a:ln>
        <a:solidFill>
          <a:schemeClr val="tx1">
            <a:lumMod val="5000"/>
            <a:lumOff val="95000"/>
          </a:schemeClr>
        </a:solidFill>
      </a:ln>
    </cs:spPr>
  </cs:gridlineMinor>
  <cs:hiLoLine>
    <cs:lnRef idx="0"/>
    <cs:fillRef idx="0"/>
    <cs:effectRef idx="0"/>
    <cs:fontRef idx="minor">
      <a:schemeClr val="dk1"/>
    </cs:fontRef>
    <cs:spPr>
      <a:ln w="9525">
        <a:solidFill>
          <a:schemeClr val="tx1">
            <a:lumMod val="50000"/>
            <a:lumOff val="50000"/>
          </a:schemeClr>
        </a:solidFill>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inor">
      <a:schemeClr val="tx1">
        <a:lumMod val="65000"/>
        <a:lumOff val="35000"/>
      </a:schemeClr>
    </cs:fontRef>
    <cs:defRPr sz="2128" b="1" kern="1200" cap="all" spc="120" normalizeH="0" baseline="0"/>
  </cs:title>
  <cs:trendline>
    <cs:lnRef idx="0">
      <cs:styleClr val="auto"/>
    </cs:lnRef>
    <cs:fillRef idx="0"/>
    <cs:effectRef idx="0"/>
    <cs:fontRef idx="minor">
      <a:schemeClr val="dk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1064" kern="1200"/>
  </cs:trendlineLabel>
  <cs:upBar>
    <cs:lnRef idx="0"/>
    <cs:fillRef idx="0"/>
    <cs:effectRef idx="0"/>
    <cs:fontRef idx="minor">
      <a:schemeClr val="dk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spPr>
      <a:ln w="9525" cap="flat" cmpd="sng" algn="ctr">
        <a:solidFill>
          <a:schemeClr val="dk1">
            <a:lumMod val="15000"/>
            <a:lumOff val="85000"/>
          </a:schemeClr>
        </a:solidFill>
        <a:round/>
      </a:ln>
    </cs:spPr>
    <cs:defRPr sz="1197" kern="1200"/>
  </cs:valueAxis>
  <cs:wall>
    <cs:lnRef idx="0"/>
    <cs:fillRef idx="0"/>
    <cs:effectRef idx="0"/>
    <cs:fontRef idx="minor">
      <a:schemeClr val="dk1"/>
    </cs:fontRef>
  </cs:wall>
</cs:chartStyle>
</file>

<file path=ppt/charts/style3.xml><?xml version="1.0" encoding="utf-8"?>
<cs:chartStyle xmlns:cs="http://schemas.microsoft.com/office/drawing/2012/chartStyle" xmlns:a="http://schemas.openxmlformats.org/drawingml/2006/main" id="298">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064" kern="1200" cap="all" spc="120" normalizeH="0" baseline="0"/>
  </cs:categoryAxis>
  <cs:chartArea mods="allowNoFillOverride allowNoLineOverride">
    <cs:lnRef idx="0"/>
    <cs:fillRef idx="0"/>
    <cs:effectRef idx="0"/>
    <cs:fontRef idx="minor">
      <a:schemeClr val="dk1"/>
    </cs:fontRef>
    <cs:spPr>
      <a:solidFill>
        <a:schemeClr val="lt1"/>
      </a:solidFill>
      <a:ln w="9525" cap="flat" cmpd="sng" algn="ctr">
        <a:solidFill>
          <a:schemeClr val="tx1">
            <a:lumMod val="15000"/>
            <a:lumOff val="85000"/>
          </a:schemeClr>
        </a:solidFill>
        <a:round/>
      </a:ln>
    </cs:spPr>
    <cs:defRPr sz="1197" kern="1200"/>
  </cs:chartArea>
  <cs:dataLabel>
    <cs:lnRef idx="0"/>
    <cs:fillRef idx="0"/>
    <cs:effectRef idx="0"/>
    <cs:fontRef idx="minor">
      <a:schemeClr val="lt1"/>
    </cs:fontRef>
    <cs:defRPr sz="1197" b="0" i="0" u="none" strike="noStrike" kern="1200" baseline="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cs:spPr>
  </cs:dataPoint>
  <cs:dataPoint3D>
    <cs:lnRef idx="0"/>
    <cs:fillRef idx="0">
      <cs:styleClr val="auto"/>
    </cs:fillRef>
    <cs:effectRef idx="0"/>
    <cs:fontRef idx="minor">
      <a:schemeClr val="dk1"/>
    </cs:fontRef>
    <cs:spPr>
      <a:solidFill>
        <a:schemeClr val="phClr"/>
      </a:solidFill>
    </cs:spPr>
  </cs:dataPoint3D>
  <cs:dataPointLine>
    <cs:lnRef idx="0">
      <cs:styleClr val="auto"/>
    </cs:lnRef>
    <cs:fillRef idx="0"/>
    <cs:effectRef idx="0"/>
    <cs:fontRef idx="minor">
      <a:schemeClr val="dk1"/>
    </cs:fontRef>
    <cs:spPr>
      <a:ln w="22225" cap="rnd">
        <a:solidFill>
          <a:schemeClr val="phClr"/>
        </a:solidFill>
        <a:round/>
      </a:ln>
    </cs:spPr>
  </cs:dataPointLine>
  <cs:dataPointMarker>
    <cs:lnRef idx="0">
      <cs:styleClr val="auto"/>
    </cs:lnRef>
    <cs:fillRef idx="0">
      <cs:styleClr val="auto"/>
    </cs:fillRef>
    <cs:effectRef idx="0"/>
    <cs:fontRef idx="minor">
      <a:schemeClr val="dk1"/>
    </cs:fontRef>
    <cs:spPr>
      <a:solidFill>
        <a:schemeClr val="phClr"/>
      </a:solidFill>
      <a:ln w="9525">
        <a:solidFill>
          <a:schemeClr val="phClr"/>
        </a:solidFill>
        <a:round/>
      </a:ln>
    </cs:spPr>
  </cs:dataPointMarker>
  <cs:dataPointMarkerLayout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kern="1200"/>
  </cs:dataTable>
  <cs:downBar>
    <cs:lnRef idx="0"/>
    <cs:fillRef idx="0"/>
    <cs:effectRef idx="0"/>
    <cs:fontRef idx="minor">
      <a:schemeClr val="dk1"/>
    </cs:fontRef>
    <cs:spPr>
      <a:solidFill>
        <a:schemeClr val="dk1">
          <a:lumMod val="75000"/>
          <a:lumOff val="25000"/>
        </a:schemeClr>
      </a:solidFill>
      <a:ln w="9525">
        <a:solidFill>
          <a:schemeClr val="tx1">
            <a:lumMod val="15000"/>
            <a:lumOff val="85000"/>
          </a:schemeClr>
        </a:solidFill>
      </a:ln>
    </cs:spPr>
  </cs:downBar>
  <cs:dropLine>
    <cs:lnRef idx="0"/>
    <cs:fillRef idx="0"/>
    <cs:effectRef idx="0"/>
    <cs:fontRef idx="minor">
      <a:schemeClr val="dk1"/>
    </cs:fontRef>
    <cs:spPr>
      <a:ln w="9525">
        <a:solidFill>
          <a:schemeClr val="tx1">
            <a:lumMod val="35000"/>
            <a:lumOff val="65000"/>
          </a:schemeClr>
        </a:solidFill>
      </a:ln>
    </cs:spPr>
  </cs:dropLine>
  <cs:errorBar>
    <cs:lnRef idx="0"/>
    <cs:fillRef idx="0"/>
    <cs:effectRef idx="0"/>
    <cs:fontRef idx="minor">
      <a:schemeClr val="dk1"/>
    </cs:fontRef>
    <cs:spPr>
      <a:ln w="9525">
        <a:solidFill>
          <a:schemeClr val="tx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15000"/>
            <a:lumOff val="85000"/>
          </a:schemeClr>
        </a:solidFill>
        <a:round/>
      </a:ln>
    </cs:spPr>
  </cs:gridlineMajor>
  <cs:gridlineMinor>
    <cs:lnRef idx="0"/>
    <cs:fillRef idx="0"/>
    <cs:effectRef idx="0"/>
    <cs:fontRef idx="minor">
      <a:schemeClr val="dk1"/>
    </cs:fontRef>
    <cs:spPr>
      <a:ln>
        <a:solidFill>
          <a:schemeClr val="tx1">
            <a:lumMod val="5000"/>
            <a:lumOff val="95000"/>
          </a:schemeClr>
        </a:solidFill>
      </a:ln>
    </cs:spPr>
  </cs:gridlineMinor>
  <cs:hiLoLine>
    <cs:lnRef idx="0"/>
    <cs:fillRef idx="0"/>
    <cs:effectRef idx="0"/>
    <cs:fontRef idx="minor">
      <a:schemeClr val="dk1"/>
    </cs:fontRef>
    <cs:spPr>
      <a:ln w="9525">
        <a:solidFill>
          <a:schemeClr val="tx1">
            <a:lumMod val="50000"/>
            <a:lumOff val="50000"/>
          </a:schemeClr>
        </a:solidFill>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inor">
      <a:schemeClr val="tx1">
        <a:lumMod val="65000"/>
        <a:lumOff val="35000"/>
      </a:schemeClr>
    </cs:fontRef>
    <cs:defRPr sz="2128" b="1" kern="1200" cap="all" spc="120" normalizeH="0" baseline="0"/>
  </cs:title>
  <cs:trendline>
    <cs:lnRef idx="0">
      <cs:styleClr val="auto"/>
    </cs:lnRef>
    <cs:fillRef idx="0"/>
    <cs:effectRef idx="0"/>
    <cs:fontRef idx="minor">
      <a:schemeClr val="dk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1064" kern="1200"/>
  </cs:trendlineLabel>
  <cs:upBar>
    <cs:lnRef idx="0"/>
    <cs:fillRef idx="0"/>
    <cs:effectRef idx="0"/>
    <cs:fontRef idx="minor">
      <a:schemeClr val="dk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spPr>
      <a:ln w="9525" cap="flat" cmpd="sng" algn="ctr">
        <a:solidFill>
          <a:schemeClr val="dk1">
            <a:lumMod val="15000"/>
            <a:lumOff val="85000"/>
          </a:schemeClr>
        </a:solidFill>
        <a:round/>
      </a:ln>
    </cs:spPr>
    <cs:defRPr sz="1197" kern="1200"/>
  </cs:valueAxis>
  <cs:wall>
    <cs:lnRef idx="0"/>
    <cs:fillRef idx="0"/>
    <cs:effectRef idx="0"/>
    <cs:fontRef idx="minor">
      <a:schemeClr val="dk1"/>
    </cs:fontRef>
  </cs:wall>
</cs:chartStyle>
</file>

<file path=ppt/charts/style4.xml><?xml version="1.0" encoding="utf-8"?>
<cs:chartStyle xmlns:cs="http://schemas.microsoft.com/office/drawing/2012/chartStyle" xmlns:a="http://schemas.openxmlformats.org/drawingml/2006/main" id="305">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headEnd type="none" w="sm" len="sm"/>
        <a:tailEnd type="none" w="sm" len="sm"/>
      </a:ln>
    </cs:spPr>
    <cs:defRPr sz="1197" kern="1200"/>
  </cs:categoryAxis>
  <cs:chartArea mods="allowNoFillOverride allowNoLineOverride">
    <cs:lnRef idx="0"/>
    <cs:fillRef idx="0"/>
    <cs:effectRef idx="0"/>
    <cs:fontRef idx="minor">
      <a:schemeClr val="dk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bg1"/>
    </cs:fontRef>
    <cs:spPr>
      <a:solidFill>
        <a:schemeClr val="tx1">
          <a:lumMod val="50000"/>
          <a:lumOff val="50000"/>
        </a:schemeClr>
      </a:solidFill>
    </cs:spPr>
    <cs:defRPr sz="1197"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tx1"/>
    </cs:fontRef>
    <cs:spPr>
      <a:solidFill>
        <a:schemeClr val="phClr">
          <a:alpha val="70000"/>
        </a:schemeClr>
      </a:solidFill>
    </cs:spPr>
  </cs:dataPoint>
  <cs:dataPoint3D>
    <cs:lnRef idx="0"/>
    <cs:fillRef idx="0">
      <cs:styleClr val="auto"/>
    </cs:fillRef>
    <cs:effectRef idx="0"/>
    <cs:fontRef idx="minor">
      <a:schemeClr val="tx1"/>
    </cs:fontRef>
    <cs:spPr>
      <a:solidFill>
        <a:schemeClr val="phClr">
          <a:alpha val="70000"/>
        </a:schemeClr>
      </a:solidFill>
    </cs:spPr>
  </cs:dataPoint3D>
  <cs:dataPointLine>
    <cs:lnRef idx="0">
      <cs:styleClr val="auto"/>
    </cs:lnRef>
    <cs:fillRef idx="0"/>
    <cs:effectRef idx="0"/>
    <cs:fontRef idx="minor">
      <a:schemeClr val="dk1"/>
    </cs:fontRef>
    <cs:spPr>
      <a:ln w="28575" cap="rnd">
        <a:solidFill>
          <a:schemeClr val="phClr"/>
        </a:solidFill>
        <a:round/>
      </a:ln>
    </cs:spPr>
  </cs:dataPointLine>
  <cs:dataPointMarker>
    <cs:lnRef idx="0">
      <cs:styleClr val="auto"/>
    </cs:lnRef>
    <cs:fillRef idx="0">
      <cs:styleClr val="auto"/>
    </cs:fillRef>
    <cs:effectRef idx="0"/>
    <cs:fontRef idx="minor">
      <a:schemeClr val="dk1"/>
    </cs:fontRef>
    <cs:spPr>
      <a:gradFill>
        <a:gsLst>
          <a:gs pos="0">
            <a:schemeClr val="phClr"/>
          </a:gs>
          <a:gs pos="46000">
            <a:schemeClr val="phClr"/>
          </a:gs>
          <a:gs pos="100000">
            <a:schemeClr val="phClr">
              <a:lumMod val="20000"/>
              <a:lumOff val="80000"/>
              <a:alpha val="0"/>
            </a:schemeClr>
          </a:gs>
        </a:gsLst>
        <a:path path="circle">
          <a:fillToRect l="50000" t="-80000" r="50000" b="180000"/>
        </a:path>
      </a:gradFill>
      <a:ln w="9525" cap="flat" cmpd="sng" algn="ctr">
        <a:solidFill>
          <a:schemeClr val="phClr">
            <a:shade val="95000"/>
          </a:schemeClr>
        </a:solidFill>
        <a:round/>
      </a:ln>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kern="1200"/>
  </cs:dataTable>
  <cs:downBar>
    <cs:lnRef idx="0"/>
    <cs:fillRef idx="0"/>
    <cs:effectRef idx="0"/>
    <cs:fontRef idx="minor">
      <a:schemeClr val="dk1"/>
    </cs:fontRef>
    <cs:spPr>
      <a:solidFill>
        <a:schemeClr val="dk1">
          <a:lumMod val="75000"/>
          <a:lumOff val="25000"/>
        </a:schemeClr>
      </a:solidFill>
      <a:ln w="9525">
        <a:solidFill>
          <a:schemeClr val="tx1">
            <a:lumMod val="65000"/>
            <a:lumOff val="35000"/>
          </a:schemeClr>
        </a:solidFill>
      </a:ln>
    </cs:spPr>
  </cs:downBar>
  <cs:dropLine>
    <cs:lnRef idx="0"/>
    <cs:fillRef idx="0"/>
    <cs:effectRef idx="0"/>
    <cs:fontRef idx="minor">
      <a:schemeClr val="dk1"/>
    </cs:fontRef>
    <cs:spPr>
      <a:ln w="9525">
        <a:solidFill>
          <a:schemeClr val="tx1">
            <a:lumMod val="35000"/>
            <a:lumOff val="65000"/>
          </a:schemeClr>
        </a:solidFill>
      </a:ln>
    </cs:spPr>
  </cs:dropLine>
  <cs:errorBar>
    <cs:lnRef idx="0"/>
    <cs:fillRef idx="0"/>
    <cs:effectRef idx="0"/>
    <cs:fontRef idx="minor">
      <a:schemeClr val="dk1"/>
    </cs:fontRef>
    <cs:spPr>
      <a:ln w="9525" cap="flat" cmpd="sng" algn="ctr">
        <a:solidFill>
          <a:schemeClr val="tx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0">
              <a:schemeClr val="tx1">
                <a:lumMod val="5000"/>
                <a:lumOff val="95000"/>
              </a:schemeClr>
            </a:gs>
            <a:gs pos="100000">
              <a:schemeClr val="tx1">
                <a:lumMod val="15000"/>
                <a:lumOff val="85000"/>
              </a:schemeClr>
            </a:gs>
          </a:gsLst>
          <a:lin ang="5400000" scaled="0"/>
        </a:gradFill>
        <a:round/>
      </a:ln>
    </cs:spPr>
  </cs:gridlineMajor>
  <cs:gridlineMinor>
    <cs:lnRef idx="0"/>
    <cs:fillRef idx="0"/>
    <cs:effectRef idx="0"/>
    <cs:fontRef idx="minor">
      <a:schemeClr val="dk1"/>
    </cs:fontRef>
    <cs:spPr>
      <a:ln w="9525" cap="flat" cmpd="sng" algn="ctr">
        <a:gradFill>
          <a:gsLst>
            <a:gs pos="0">
              <a:schemeClr val="tx1">
                <a:lumMod val="5000"/>
                <a:lumOff val="95000"/>
              </a:schemeClr>
            </a:gs>
            <a:gs pos="100000">
              <a:schemeClr val="tx1">
                <a:lumMod val="15000"/>
                <a:lumOff val="85000"/>
              </a:schemeClr>
            </a:gs>
          </a:gsLst>
          <a:lin ang="5400000" scaled="0"/>
        </a:gradFill>
        <a:round/>
      </a:ln>
    </cs:spPr>
  </cs:gridlineMinor>
  <cs:hiLoLine>
    <cs:lnRef idx="0"/>
    <cs:fillRef idx="0"/>
    <cs:effectRef idx="0"/>
    <cs:fontRef idx="minor">
      <a:schemeClr val="dk1"/>
    </cs:fontRef>
    <cs:spPr>
      <a:ln w="9525">
        <a:solidFill>
          <a:schemeClr val="tx1">
            <a:lumMod val="50000"/>
            <a:lumOff val="50000"/>
          </a:schemeClr>
        </a:solidFill>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headEnd type="none" w="sm" len="sm"/>
        <a:tailEnd type="none" w="sm" len="sm"/>
      </a:ln>
    </cs:spPr>
    <cs:defRPr sz="1197"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inor">
      <a:schemeClr val="tx1">
        <a:lumMod val="65000"/>
        <a:lumOff val="35000"/>
      </a:schemeClr>
    </cs:fontRef>
    <cs:defRPr sz="2200" b="1" kern="1200" cap="all" spc="50" baseline="0"/>
  </cs:title>
  <cs:trendline>
    <cs:lnRef idx="0">
      <cs:styleClr val="auto"/>
    </cs:lnRef>
    <cs:fillRef idx="0"/>
    <cs:effectRef idx="0"/>
    <cs:fontRef idx="minor">
      <a:schemeClr val="dk1"/>
    </cs:fontRef>
    <cs:spPr>
      <a:ln w="9525" cap="rnd">
        <a:solidFill>
          <a:schemeClr val="phClr"/>
        </a:solidFill>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dk1"/>
    </cs:fontRef>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ar-SA"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00617FD-4591-4D05-B04D-66696C6DF7AF}" type="datetimeFigureOut">
              <a:rPr lang="ar-SA" smtClean="0"/>
              <a:t>1448-05-11</a:t>
            </a:fld>
            <a:endParaRPr lang="ar-SA" dirty="0"/>
          </a:p>
        </p:txBody>
      </p:sp>
      <p:sp>
        <p:nvSpPr>
          <p:cNvPr id="4" name="Slide Image Placeholder 3"/>
          <p:cNvSpPr>
            <a:spLocks noGrp="1" noRot="1" noChangeAspect="1"/>
          </p:cNvSpPr>
          <p:nvPr>
            <p:ph type="sldImg" idx="2"/>
          </p:nvPr>
        </p:nvSpPr>
        <p:spPr>
          <a:xfrm>
            <a:off x="2560638" y="1143000"/>
            <a:ext cx="1736725" cy="3086100"/>
          </a:xfrm>
          <a:prstGeom prst="rect">
            <a:avLst/>
          </a:prstGeom>
          <a:noFill/>
          <a:ln w="12700">
            <a:solidFill>
              <a:prstClr val="black"/>
            </a:solidFill>
          </a:ln>
        </p:spPr>
        <p:txBody>
          <a:bodyPr vert="horz" lIns="91440" tIns="45720" rIns="91440" bIns="45720" rtlCol="0" anchor="ctr"/>
          <a:lstStyle/>
          <a:p>
            <a:endParaRPr lang="ar-SA"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ar-S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ar-SA"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1544A09-3DC8-432F-94BA-165855EEE0AB}" type="slidenum">
              <a:rPr lang="ar-SA" smtClean="0"/>
              <a:t>‹#›</a:t>
            </a:fld>
            <a:endParaRPr lang="ar-SA" dirty="0"/>
          </a:p>
        </p:txBody>
      </p:sp>
    </p:spTree>
    <p:extLst>
      <p:ext uri="{BB962C8B-B14F-4D97-AF65-F5344CB8AC3E}">
        <p14:creationId xmlns:p14="http://schemas.microsoft.com/office/powerpoint/2010/main" val="4988892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ar-SA" dirty="0"/>
          </a:p>
        </p:txBody>
      </p:sp>
      <p:sp>
        <p:nvSpPr>
          <p:cNvPr id="4" name="Slide Number Placeholder 3"/>
          <p:cNvSpPr>
            <a:spLocks noGrp="1"/>
          </p:cNvSpPr>
          <p:nvPr>
            <p:ph type="sldNum" sz="quarter" idx="5"/>
          </p:nvPr>
        </p:nvSpPr>
        <p:spPr/>
        <p:txBody>
          <a:bodyPr/>
          <a:lstStyle/>
          <a:p>
            <a:fld id="{51544A09-3DC8-432F-94BA-165855EEE0AB}" type="slidenum">
              <a:rPr lang="ar-SA" smtClean="0"/>
              <a:t>1</a:t>
            </a:fld>
            <a:endParaRPr lang="ar-SA" dirty="0"/>
          </a:p>
        </p:txBody>
      </p:sp>
    </p:spTree>
    <p:extLst>
      <p:ext uri="{BB962C8B-B14F-4D97-AF65-F5344CB8AC3E}">
        <p14:creationId xmlns:p14="http://schemas.microsoft.com/office/powerpoint/2010/main" val="1951243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ar-SA"/>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51544A09-3DC8-432F-94BA-165855EEE0AB}" type="slidenum">
              <a:rPr kumimoji="0" lang="ar-SA" sz="1200" b="0" i="0" u="none" strike="noStrike" kern="1200" cap="none" spc="0" normalizeH="0" baseline="0" noProof="0" smtClean="0">
                <a:ln>
                  <a:noFill/>
                </a:ln>
                <a:solidFill>
                  <a:prstClr val="black"/>
                </a:solidFill>
                <a:effectLst/>
                <a:uLnTx/>
                <a:uFillTx/>
                <a:latin typeface="Aptos" panose="02110004020202020204"/>
                <a:ea typeface="+mn-ea"/>
                <a:cs typeface="Arial" panose="020B0604020202020204" pitchFamily="34" charset="0"/>
              </a:rPr>
              <a:pPr marL="0" marR="0" lvl="0" indent="0" algn="r" defTabSz="457200" rtl="0" eaLnBrk="1" fontAlgn="auto" latinLnBrk="0" hangingPunct="1">
                <a:lnSpc>
                  <a:spcPct val="100000"/>
                </a:lnSpc>
                <a:spcBef>
                  <a:spcPts val="0"/>
                </a:spcBef>
                <a:spcAft>
                  <a:spcPts val="0"/>
                </a:spcAft>
                <a:buClrTx/>
                <a:buSzTx/>
                <a:buFontTx/>
                <a:buNone/>
                <a:tabLst/>
                <a:defRPr/>
              </a:pPr>
              <a:t>2</a:t>
            </a:fld>
            <a:endParaRPr kumimoji="0" lang="ar-SA" sz="1200" b="0" i="0" u="none" strike="noStrike" kern="1200" cap="none" spc="0" normalizeH="0" baseline="0" noProof="0">
              <a:ln>
                <a:noFill/>
              </a:ln>
              <a:solidFill>
                <a:prstClr val="black"/>
              </a:solidFill>
              <a:effectLst/>
              <a:uLnTx/>
              <a:uFillTx/>
              <a:latin typeface="Aptos" panose="02110004020202020204"/>
              <a:ea typeface="+mn-ea"/>
              <a:cs typeface="Arial" panose="020B0604020202020204" pitchFamily="34" charset="0"/>
            </a:endParaRPr>
          </a:p>
        </p:txBody>
      </p:sp>
    </p:spTree>
    <p:extLst>
      <p:ext uri="{BB962C8B-B14F-4D97-AF65-F5344CB8AC3E}">
        <p14:creationId xmlns:p14="http://schemas.microsoft.com/office/powerpoint/2010/main" val="37467722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ar-SA"/>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51544A09-3DC8-432F-94BA-165855EEE0AB}" type="slidenum">
              <a:rPr kumimoji="0" lang="ar-SA" sz="1200" b="0" i="0" u="none" strike="noStrike" kern="1200" cap="none" spc="0" normalizeH="0" baseline="0" noProof="0" smtClean="0">
                <a:ln>
                  <a:noFill/>
                </a:ln>
                <a:solidFill>
                  <a:prstClr val="black"/>
                </a:solidFill>
                <a:effectLst/>
                <a:uLnTx/>
                <a:uFillTx/>
                <a:latin typeface="Aptos" panose="02110004020202020204"/>
                <a:ea typeface="+mn-ea"/>
                <a:cs typeface="Arial" panose="020B0604020202020204" pitchFamily="34" charset="0"/>
              </a:rPr>
              <a:pPr marL="0" marR="0" lvl="0" indent="0" algn="r" defTabSz="457200" rtl="0" eaLnBrk="1" fontAlgn="auto" latinLnBrk="0" hangingPunct="1">
                <a:lnSpc>
                  <a:spcPct val="100000"/>
                </a:lnSpc>
                <a:spcBef>
                  <a:spcPts val="0"/>
                </a:spcBef>
                <a:spcAft>
                  <a:spcPts val="0"/>
                </a:spcAft>
                <a:buClrTx/>
                <a:buSzTx/>
                <a:buFontTx/>
                <a:buNone/>
                <a:tabLst/>
                <a:defRPr/>
              </a:pPr>
              <a:t>3</a:t>
            </a:fld>
            <a:endParaRPr kumimoji="0" lang="ar-SA" sz="1200" b="0" i="0" u="none" strike="noStrike" kern="1200" cap="none" spc="0" normalizeH="0" baseline="0" noProof="0">
              <a:ln>
                <a:noFill/>
              </a:ln>
              <a:solidFill>
                <a:prstClr val="black"/>
              </a:solidFill>
              <a:effectLst/>
              <a:uLnTx/>
              <a:uFillTx/>
              <a:latin typeface="Aptos" panose="02110004020202020204"/>
              <a:ea typeface="+mn-ea"/>
              <a:cs typeface="Arial" panose="020B0604020202020204" pitchFamily="34" charset="0"/>
            </a:endParaRPr>
          </a:p>
        </p:txBody>
      </p:sp>
    </p:spTree>
    <p:extLst>
      <p:ext uri="{BB962C8B-B14F-4D97-AF65-F5344CB8AC3E}">
        <p14:creationId xmlns:p14="http://schemas.microsoft.com/office/powerpoint/2010/main" val="42750664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ar-SA"/>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51544A09-3DC8-432F-94BA-165855EEE0AB}" type="slidenum">
              <a:rPr kumimoji="0" lang="ar-SA" sz="1200" b="0" i="0" u="none" strike="noStrike" kern="1200" cap="none" spc="0" normalizeH="0" baseline="0" noProof="0" smtClean="0">
                <a:ln>
                  <a:noFill/>
                </a:ln>
                <a:solidFill>
                  <a:prstClr val="black"/>
                </a:solidFill>
                <a:effectLst/>
                <a:uLnTx/>
                <a:uFillTx/>
                <a:latin typeface="Aptos" panose="02110004020202020204"/>
                <a:ea typeface="+mn-ea"/>
                <a:cs typeface="Arial" panose="020B0604020202020204" pitchFamily="34" charset="0"/>
              </a:rPr>
              <a:pPr marL="0" marR="0" lvl="0" indent="0" algn="r" defTabSz="457200" rtl="0" eaLnBrk="1" fontAlgn="auto" latinLnBrk="0" hangingPunct="1">
                <a:lnSpc>
                  <a:spcPct val="100000"/>
                </a:lnSpc>
                <a:spcBef>
                  <a:spcPts val="0"/>
                </a:spcBef>
                <a:spcAft>
                  <a:spcPts val="0"/>
                </a:spcAft>
                <a:buClrTx/>
                <a:buSzTx/>
                <a:buFontTx/>
                <a:buNone/>
                <a:tabLst/>
                <a:defRPr/>
              </a:pPr>
              <a:t>4</a:t>
            </a:fld>
            <a:endParaRPr kumimoji="0" lang="ar-SA" sz="1200" b="0" i="0" u="none" strike="noStrike" kern="1200" cap="none" spc="0" normalizeH="0" baseline="0" noProof="0">
              <a:ln>
                <a:noFill/>
              </a:ln>
              <a:solidFill>
                <a:prstClr val="black"/>
              </a:solidFill>
              <a:effectLst/>
              <a:uLnTx/>
              <a:uFillTx/>
              <a:latin typeface="Aptos" panose="02110004020202020204"/>
              <a:ea typeface="+mn-ea"/>
              <a:cs typeface="Arial" panose="020B0604020202020204" pitchFamily="34" charset="0"/>
            </a:endParaRPr>
          </a:p>
        </p:txBody>
      </p:sp>
    </p:spTree>
    <p:extLst>
      <p:ext uri="{BB962C8B-B14F-4D97-AF65-F5344CB8AC3E}">
        <p14:creationId xmlns:p14="http://schemas.microsoft.com/office/powerpoint/2010/main" val="67556732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ar-SA"/>
          </a:p>
        </p:txBody>
      </p:sp>
      <p:sp>
        <p:nvSpPr>
          <p:cNvPr id="4" name="Slide Number Placeholder 3"/>
          <p:cNvSpPr>
            <a:spLocks noGrp="1"/>
          </p:cNvSpPr>
          <p:nvPr>
            <p:ph type="sldNum" sz="quarter" idx="5"/>
          </p:nvPr>
        </p:nvSpPr>
        <p:spPr/>
        <p:txBody>
          <a:bodyPr/>
          <a:lstStyle/>
          <a:p>
            <a:fld id="{51544A09-3DC8-432F-94BA-165855EEE0AB}" type="slidenum">
              <a:rPr lang="ar-SA" smtClean="0"/>
              <a:t>6</a:t>
            </a:fld>
            <a:endParaRPr lang="ar-SA"/>
          </a:p>
        </p:txBody>
      </p:sp>
    </p:spTree>
    <p:extLst>
      <p:ext uri="{BB962C8B-B14F-4D97-AF65-F5344CB8AC3E}">
        <p14:creationId xmlns:p14="http://schemas.microsoft.com/office/powerpoint/2010/main" val="26003710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ar-SA"/>
          </a:p>
        </p:txBody>
      </p:sp>
      <p:sp>
        <p:nvSpPr>
          <p:cNvPr id="4" name="Slide Number Placeholder 3"/>
          <p:cNvSpPr>
            <a:spLocks noGrp="1"/>
          </p:cNvSpPr>
          <p:nvPr>
            <p:ph type="sldNum" sz="quarter" idx="5"/>
          </p:nvPr>
        </p:nvSpPr>
        <p:spPr/>
        <p:txBody>
          <a:bodyPr/>
          <a:lstStyle/>
          <a:p>
            <a:fld id="{51544A09-3DC8-432F-94BA-165855EEE0AB}" type="slidenum">
              <a:rPr lang="ar-SA" smtClean="0"/>
              <a:t>7</a:t>
            </a:fld>
            <a:endParaRPr lang="ar-SA"/>
          </a:p>
        </p:txBody>
      </p:sp>
    </p:spTree>
    <p:extLst>
      <p:ext uri="{BB962C8B-B14F-4D97-AF65-F5344CB8AC3E}">
        <p14:creationId xmlns:p14="http://schemas.microsoft.com/office/powerpoint/2010/main" val="156636185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C26C02-861A-ABB8-B537-5B022713F5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9A570F-48B8-2CAF-6F6C-6ABB56A011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F30757-5B09-EA6E-026B-46C958C1159B}"/>
              </a:ext>
            </a:extLst>
          </p:cNvPr>
          <p:cNvSpPr>
            <a:spLocks noGrp="1"/>
          </p:cNvSpPr>
          <p:nvPr>
            <p:ph type="body" idx="1"/>
          </p:nvPr>
        </p:nvSpPr>
        <p:spPr/>
        <p:txBody>
          <a:bodyPr/>
          <a:lstStyle/>
          <a:p>
            <a:endParaRPr lang="ar-SA"/>
          </a:p>
        </p:txBody>
      </p:sp>
      <p:sp>
        <p:nvSpPr>
          <p:cNvPr id="4" name="Slide Number Placeholder 3">
            <a:extLst>
              <a:ext uri="{FF2B5EF4-FFF2-40B4-BE49-F238E27FC236}">
                <a16:creationId xmlns:a16="http://schemas.microsoft.com/office/drawing/2014/main" id="{A875B7B4-0714-7C0E-B7D0-FD295CE6E9F6}"/>
              </a:ext>
            </a:extLst>
          </p:cNvPr>
          <p:cNvSpPr>
            <a:spLocks noGrp="1"/>
          </p:cNvSpPr>
          <p:nvPr>
            <p:ph type="sldNum" sz="quarter" idx="5"/>
          </p:nvPr>
        </p:nvSpPr>
        <p:spPr/>
        <p:txBody>
          <a:bodyPr/>
          <a:lstStyle/>
          <a:p>
            <a:fld id="{51544A09-3DC8-432F-94BA-165855EEE0AB}" type="slidenum">
              <a:rPr lang="ar-SA" smtClean="0"/>
              <a:t>8</a:t>
            </a:fld>
            <a:endParaRPr lang="ar-SA"/>
          </a:p>
        </p:txBody>
      </p:sp>
    </p:spTree>
    <p:extLst>
      <p:ext uri="{BB962C8B-B14F-4D97-AF65-F5344CB8AC3E}">
        <p14:creationId xmlns:p14="http://schemas.microsoft.com/office/powerpoint/2010/main" val="353605958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ar-SA"/>
          </a:p>
        </p:txBody>
      </p:sp>
      <p:sp>
        <p:nvSpPr>
          <p:cNvPr id="4" name="Slide Number Placeholder 3"/>
          <p:cNvSpPr>
            <a:spLocks noGrp="1"/>
          </p:cNvSpPr>
          <p:nvPr>
            <p:ph type="sldNum" sz="quarter" idx="5"/>
          </p:nvPr>
        </p:nvSpPr>
        <p:spPr/>
        <p:txBody>
          <a:bodyPr/>
          <a:lstStyle/>
          <a:p>
            <a:fld id="{51544A09-3DC8-432F-94BA-165855EEE0AB}" type="slidenum">
              <a:rPr lang="ar-SA" smtClean="0"/>
              <a:t>9</a:t>
            </a:fld>
            <a:endParaRPr lang="ar-SA"/>
          </a:p>
        </p:txBody>
      </p:sp>
    </p:spTree>
    <p:extLst>
      <p:ext uri="{BB962C8B-B14F-4D97-AF65-F5344CB8AC3E}">
        <p14:creationId xmlns:p14="http://schemas.microsoft.com/office/powerpoint/2010/main" val="312552763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9EED5D-FF21-037E-0FF9-D8471AACC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46E6EA-52CF-486E-22DB-6650745543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E07381-4B50-F0BE-2219-31422E3E3E87}"/>
              </a:ext>
            </a:extLst>
          </p:cNvPr>
          <p:cNvSpPr>
            <a:spLocks noGrp="1"/>
          </p:cNvSpPr>
          <p:nvPr>
            <p:ph type="body" idx="1"/>
          </p:nvPr>
        </p:nvSpPr>
        <p:spPr/>
        <p:txBody>
          <a:bodyPr/>
          <a:lstStyle/>
          <a:p>
            <a:endParaRPr lang="ar-SA"/>
          </a:p>
        </p:txBody>
      </p:sp>
      <p:sp>
        <p:nvSpPr>
          <p:cNvPr id="4" name="Slide Number Placeholder 3">
            <a:extLst>
              <a:ext uri="{FF2B5EF4-FFF2-40B4-BE49-F238E27FC236}">
                <a16:creationId xmlns:a16="http://schemas.microsoft.com/office/drawing/2014/main" id="{AE00EDB5-AD19-9780-AEF7-E399A8323B0F}"/>
              </a:ext>
            </a:extLst>
          </p:cNvPr>
          <p:cNvSpPr>
            <a:spLocks noGrp="1"/>
          </p:cNvSpPr>
          <p:nvPr>
            <p:ph type="sldNum" sz="quarter" idx="5"/>
          </p:nvPr>
        </p:nvSpPr>
        <p:spPr/>
        <p:txBody>
          <a:bodyPr/>
          <a:lstStyle/>
          <a:p>
            <a:fld id="{51544A09-3DC8-432F-94BA-165855EEE0AB}" type="slidenum">
              <a:rPr lang="ar-SA" smtClean="0"/>
              <a:t>10</a:t>
            </a:fld>
            <a:endParaRPr lang="ar-SA"/>
          </a:p>
        </p:txBody>
      </p:sp>
    </p:spTree>
    <p:extLst>
      <p:ext uri="{BB962C8B-B14F-4D97-AF65-F5344CB8AC3E}">
        <p14:creationId xmlns:p14="http://schemas.microsoft.com/office/powerpoint/2010/main" val="38916880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F79D88-F279-127B-EFAD-B957A4095B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54E8EC-D778-5745-E3CA-7766137B6E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ED9F4B-F5F3-80F5-DD9C-EF6E35175EAE}"/>
              </a:ext>
            </a:extLst>
          </p:cNvPr>
          <p:cNvSpPr>
            <a:spLocks noGrp="1"/>
          </p:cNvSpPr>
          <p:nvPr>
            <p:ph type="body" idx="1"/>
          </p:nvPr>
        </p:nvSpPr>
        <p:spPr/>
        <p:txBody>
          <a:bodyPr/>
          <a:lstStyle/>
          <a:p>
            <a:endParaRPr lang="ar-SA"/>
          </a:p>
        </p:txBody>
      </p:sp>
      <p:sp>
        <p:nvSpPr>
          <p:cNvPr id="4" name="Slide Number Placeholder 3">
            <a:extLst>
              <a:ext uri="{FF2B5EF4-FFF2-40B4-BE49-F238E27FC236}">
                <a16:creationId xmlns:a16="http://schemas.microsoft.com/office/drawing/2014/main" id="{7B822D41-F292-4569-2ED5-B9866910ADBA}"/>
              </a:ext>
            </a:extLst>
          </p:cNvPr>
          <p:cNvSpPr>
            <a:spLocks noGrp="1"/>
          </p:cNvSpPr>
          <p:nvPr>
            <p:ph type="sldNum" sz="quarter" idx="5"/>
          </p:nvPr>
        </p:nvSpPr>
        <p:spPr/>
        <p:txBody>
          <a:bodyPr/>
          <a:lstStyle/>
          <a:p>
            <a:fld id="{51544A09-3DC8-432F-94BA-165855EEE0AB}" type="slidenum">
              <a:rPr lang="ar-SA" smtClean="0"/>
              <a:t>11</a:t>
            </a:fld>
            <a:endParaRPr lang="ar-SA"/>
          </a:p>
        </p:txBody>
      </p:sp>
    </p:spTree>
    <p:extLst>
      <p:ext uri="{BB962C8B-B14F-4D97-AF65-F5344CB8AC3E}">
        <p14:creationId xmlns:p14="http://schemas.microsoft.com/office/powerpoint/2010/main" val="200802360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AD8299-31DB-38BA-2274-3835F8554A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89C9FC-8B08-28C4-DAB3-C1E74A2796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E3075B9-06B3-FC94-8FE5-7F57DD8760C9}"/>
              </a:ext>
            </a:extLst>
          </p:cNvPr>
          <p:cNvSpPr>
            <a:spLocks noGrp="1"/>
          </p:cNvSpPr>
          <p:nvPr>
            <p:ph type="body" idx="1"/>
          </p:nvPr>
        </p:nvSpPr>
        <p:spPr/>
        <p:txBody>
          <a:bodyPr/>
          <a:lstStyle/>
          <a:p>
            <a:endParaRPr lang="ar-SA"/>
          </a:p>
        </p:txBody>
      </p:sp>
      <p:sp>
        <p:nvSpPr>
          <p:cNvPr id="4" name="Slide Number Placeholder 3">
            <a:extLst>
              <a:ext uri="{FF2B5EF4-FFF2-40B4-BE49-F238E27FC236}">
                <a16:creationId xmlns:a16="http://schemas.microsoft.com/office/drawing/2014/main" id="{C8CC0A66-A7BD-01FA-6355-C51148886CEE}"/>
              </a:ext>
            </a:extLst>
          </p:cNvPr>
          <p:cNvSpPr>
            <a:spLocks noGrp="1"/>
          </p:cNvSpPr>
          <p:nvPr>
            <p:ph type="sldNum" sz="quarter" idx="5"/>
          </p:nvPr>
        </p:nvSpPr>
        <p:spPr/>
        <p:txBody>
          <a:bodyPr/>
          <a:lstStyle/>
          <a:p>
            <a:fld id="{51544A09-3DC8-432F-94BA-165855EEE0AB}" type="slidenum">
              <a:rPr lang="ar-SA" smtClean="0"/>
              <a:t>12</a:t>
            </a:fld>
            <a:endParaRPr lang="ar-SA"/>
          </a:p>
        </p:txBody>
      </p:sp>
    </p:spTree>
    <p:extLst>
      <p:ext uri="{BB962C8B-B14F-4D97-AF65-F5344CB8AC3E}">
        <p14:creationId xmlns:p14="http://schemas.microsoft.com/office/powerpoint/2010/main" val="285149171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B91B46-5949-98EF-B666-E75039076C8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FC1A6E-C3D0-A187-3E9B-33D6AEFC63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7305CC-6267-0F3B-42BB-E3DD9739637F}"/>
              </a:ext>
            </a:extLst>
          </p:cNvPr>
          <p:cNvSpPr>
            <a:spLocks noGrp="1"/>
          </p:cNvSpPr>
          <p:nvPr>
            <p:ph type="body" idx="1"/>
          </p:nvPr>
        </p:nvSpPr>
        <p:spPr/>
        <p:txBody>
          <a:bodyPr/>
          <a:lstStyle/>
          <a:p>
            <a:endParaRPr lang="ar-SA"/>
          </a:p>
        </p:txBody>
      </p:sp>
      <p:sp>
        <p:nvSpPr>
          <p:cNvPr id="4" name="Slide Number Placeholder 3">
            <a:extLst>
              <a:ext uri="{FF2B5EF4-FFF2-40B4-BE49-F238E27FC236}">
                <a16:creationId xmlns:a16="http://schemas.microsoft.com/office/drawing/2014/main" id="{132068CA-7598-1527-DC22-AB08AACB4A4C}"/>
              </a:ext>
            </a:extLst>
          </p:cNvPr>
          <p:cNvSpPr>
            <a:spLocks noGrp="1"/>
          </p:cNvSpPr>
          <p:nvPr>
            <p:ph type="sldNum" sz="quarter" idx="5"/>
          </p:nvPr>
        </p:nvSpPr>
        <p:spPr/>
        <p:txBody>
          <a:bodyPr/>
          <a:lstStyle/>
          <a:p>
            <a:fld id="{51544A09-3DC8-432F-94BA-165855EEE0AB}" type="slidenum">
              <a:rPr lang="ar-SA" smtClean="0"/>
              <a:t>13</a:t>
            </a:fld>
            <a:endParaRPr lang="ar-SA"/>
          </a:p>
        </p:txBody>
      </p:sp>
    </p:spTree>
    <p:extLst>
      <p:ext uri="{BB962C8B-B14F-4D97-AF65-F5344CB8AC3E}">
        <p14:creationId xmlns:p14="http://schemas.microsoft.com/office/powerpoint/2010/main" val="99752323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C71041-06AC-3896-D627-5608651336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E99795-2BA9-3082-E94E-C1E9E598D95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F228B7-80DB-0EB4-2920-AD330F885E1D}"/>
              </a:ext>
            </a:extLst>
          </p:cNvPr>
          <p:cNvSpPr>
            <a:spLocks noGrp="1"/>
          </p:cNvSpPr>
          <p:nvPr>
            <p:ph type="body" idx="1"/>
          </p:nvPr>
        </p:nvSpPr>
        <p:spPr/>
        <p:txBody>
          <a:bodyPr/>
          <a:lstStyle/>
          <a:p>
            <a:endParaRPr lang="ar-SA" dirty="0"/>
          </a:p>
        </p:txBody>
      </p:sp>
      <p:sp>
        <p:nvSpPr>
          <p:cNvPr id="4" name="Slide Number Placeholder 3">
            <a:extLst>
              <a:ext uri="{FF2B5EF4-FFF2-40B4-BE49-F238E27FC236}">
                <a16:creationId xmlns:a16="http://schemas.microsoft.com/office/drawing/2014/main" id="{6ABCA676-772E-6BAC-FF43-AA5C8B39858A}"/>
              </a:ext>
            </a:extLst>
          </p:cNvPr>
          <p:cNvSpPr>
            <a:spLocks noGrp="1"/>
          </p:cNvSpPr>
          <p:nvPr>
            <p:ph type="sldNum" sz="quarter" idx="5"/>
          </p:nvPr>
        </p:nvSpPr>
        <p:spPr/>
        <p:txBody>
          <a:bodyPr/>
          <a:lstStyle/>
          <a:p>
            <a:fld id="{51544A09-3DC8-432F-94BA-165855EEE0AB}" type="slidenum">
              <a:rPr lang="ar-SA" smtClean="0"/>
              <a:t>14</a:t>
            </a:fld>
            <a:endParaRPr lang="ar-SA" dirty="0"/>
          </a:p>
        </p:txBody>
      </p:sp>
    </p:spTree>
    <p:extLst>
      <p:ext uri="{BB962C8B-B14F-4D97-AF65-F5344CB8AC3E}">
        <p14:creationId xmlns:p14="http://schemas.microsoft.com/office/powerpoint/2010/main" val="77432610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B37F45-5117-6FDA-394D-0F9784A2B1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B6BF0D-7DB9-5167-0548-3F0F634D5DD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513A67-6B32-DDB9-2399-B52A0E3BA2DD}"/>
              </a:ext>
            </a:extLst>
          </p:cNvPr>
          <p:cNvSpPr>
            <a:spLocks noGrp="1"/>
          </p:cNvSpPr>
          <p:nvPr>
            <p:ph type="body" idx="1"/>
          </p:nvPr>
        </p:nvSpPr>
        <p:spPr/>
        <p:txBody>
          <a:bodyPr/>
          <a:lstStyle/>
          <a:p>
            <a:endParaRPr lang="ar-SA" dirty="0"/>
          </a:p>
        </p:txBody>
      </p:sp>
      <p:sp>
        <p:nvSpPr>
          <p:cNvPr id="4" name="Slide Number Placeholder 3">
            <a:extLst>
              <a:ext uri="{FF2B5EF4-FFF2-40B4-BE49-F238E27FC236}">
                <a16:creationId xmlns:a16="http://schemas.microsoft.com/office/drawing/2014/main" id="{00A2E305-6BAD-585A-84BE-690A07211850}"/>
              </a:ext>
            </a:extLst>
          </p:cNvPr>
          <p:cNvSpPr>
            <a:spLocks noGrp="1"/>
          </p:cNvSpPr>
          <p:nvPr>
            <p:ph type="sldNum" sz="quarter" idx="5"/>
          </p:nvPr>
        </p:nvSpPr>
        <p:spPr/>
        <p:txBody>
          <a:bodyPr/>
          <a:lstStyle/>
          <a:p>
            <a:fld id="{51544A09-3DC8-432F-94BA-165855EEE0AB}" type="slidenum">
              <a:rPr lang="ar-SA" smtClean="0"/>
              <a:t>15</a:t>
            </a:fld>
            <a:endParaRPr lang="ar-SA" dirty="0"/>
          </a:p>
        </p:txBody>
      </p:sp>
    </p:spTree>
    <p:extLst>
      <p:ext uri="{BB962C8B-B14F-4D97-AF65-F5344CB8AC3E}">
        <p14:creationId xmlns:p14="http://schemas.microsoft.com/office/powerpoint/2010/main" val="128519410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577DCA-6942-9DAC-EDD5-DA631EDD57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3B7E37-5B24-AD52-4332-A9C793DD22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C94A4E-0C72-FAA0-9E19-BF946ADD37F6}"/>
              </a:ext>
            </a:extLst>
          </p:cNvPr>
          <p:cNvSpPr>
            <a:spLocks noGrp="1"/>
          </p:cNvSpPr>
          <p:nvPr>
            <p:ph type="body" idx="1"/>
          </p:nvPr>
        </p:nvSpPr>
        <p:spPr/>
        <p:txBody>
          <a:bodyPr/>
          <a:lstStyle/>
          <a:p>
            <a:endParaRPr lang="ar-SA" dirty="0"/>
          </a:p>
        </p:txBody>
      </p:sp>
      <p:sp>
        <p:nvSpPr>
          <p:cNvPr id="4" name="Slide Number Placeholder 3">
            <a:extLst>
              <a:ext uri="{FF2B5EF4-FFF2-40B4-BE49-F238E27FC236}">
                <a16:creationId xmlns:a16="http://schemas.microsoft.com/office/drawing/2014/main" id="{F542683F-F25F-B69C-CD27-157B5DA36E46}"/>
              </a:ext>
            </a:extLst>
          </p:cNvPr>
          <p:cNvSpPr>
            <a:spLocks noGrp="1"/>
          </p:cNvSpPr>
          <p:nvPr>
            <p:ph type="sldNum" sz="quarter" idx="5"/>
          </p:nvPr>
        </p:nvSpPr>
        <p:spPr/>
        <p:txBody>
          <a:bodyPr/>
          <a:lstStyle/>
          <a:p>
            <a:fld id="{51544A09-3DC8-432F-94BA-165855EEE0AB}" type="slidenum">
              <a:rPr lang="ar-SA" smtClean="0"/>
              <a:t>16</a:t>
            </a:fld>
            <a:endParaRPr lang="ar-SA" dirty="0"/>
          </a:p>
        </p:txBody>
      </p:sp>
    </p:spTree>
    <p:extLst>
      <p:ext uri="{BB962C8B-B14F-4D97-AF65-F5344CB8AC3E}">
        <p14:creationId xmlns:p14="http://schemas.microsoft.com/office/powerpoint/2010/main" val="1191772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7364D4-0855-0DCE-9149-C6AC3114DF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F5B786-D1AF-0777-1AFF-82293F8A4C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7DEBDB-2703-749B-8007-3ADF21F2BB51}"/>
              </a:ext>
            </a:extLst>
          </p:cNvPr>
          <p:cNvSpPr>
            <a:spLocks noGrp="1"/>
          </p:cNvSpPr>
          <p:nvPr>
            <p:ph type="body" idx="1"/>
          </p:nvPr>
        </p:nvSpPr>
        <p:spPr/>
        <p:txBody>
          <a:bodyPr/>
          <a:lstStyle/>
          <a:p>
            <a:endParaRPr lang="ar-SA" dirty="0"/>
          </a:p>
        </p:txBody>
      </p:sp>
      <p:sp>
        <p:nvSpPr>
          <p:cNvPr id="4" name="Slide Number Placeholder 3">
            <a:extLst>
              <a:ext uri="{FF2B5EF4-FFF2-40B4-BE49-F238E27FC236}">
                <a16:creationId xmlns:a16="http://schemas.microsoft.com/office/drawing/2014/main" id="{3BB6967A-5DFE-32E2-9907-7E87D0A0736C}"/>
              </a:ext>
            </a:extLst>
          </p:cNvPr>
          <p:cNvSpPr>
            <a:spLocks noGrp="1"/>
          </p:cNvSpPr>
          <p:nvPr>
            <p:ph type="sldNum" sz="quarter" idx="5"/>
          </p:nvPr>
        </p:nvSpPr>
        <p:spPr/>
        <p:txBody>
          <a:bodyPr/>
          <a:lstStyle/>
          <a:p>
            <a:fld id="{51544A09-3DC8-432F-94BA-165855EEE0AB}" type="slidenum">
              <a:rPr lang="ar-SA" smtClean="0"/>
              <a:t>17</a:t>
            </a:fld>
            <a:endParaRPr lang="ar-SA" dirty="0"/>
          </a:p>
        </p:txBody>
      </p:sp>
    </p:spTree>
    <p:extLst>
      <p:ext uri="{BB962C8B-B14F-4D97-AF65-F5344CB8AC3E}">
        <p14:creationId xmlns:p14="http://schemas.microsoft.com/office/powerpoint/2010/main" val="185426008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ar-SA" dirty="0"/>
          </a:p>
        </p:txBody>
      </p:sp>
      <p:sp>
        <p:nvSpPr>
          <p:cNvPr id="4" name="Slide Number Placeholder 3"/>
          <p:cNvSpPr>
            <a:spLocks noGrp="1"/>
          </p:cNvSpPr>
          <p:nvPr>
            <p:ph type="sldNum" sz="quarter" idx="5"/>
          </p:nvPr>
        </p:nvSpPr>
        <p:spPr/>
        <p:txBody>
          <a:bodyPr/>
          <a:lstStyle/>
          <a:p>
            <a:fld id="{51544A09-3DC8-432F-94BA-165855EEE0AB}" type="slidenum">
              <a:rPr lang="ar-SA" smtClean="0"/>
              <a:t>18</a:t>
            </a:fld>
            <a:endParaRPr lang="ar-SA" dirty="0"/>
          </a:p>
        </p:txBody>
      </p:sp>
    </p:spTree>
    <p:extLst>
      <p:ext uri="{BB962C8B-B14F-4D97-AF65-F5344CB8AC3E}">
        <p14:creationId xmlns:p14="http://schemas.microsoft.com/office/powerpoint/2010/main" val="426208954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slide" Target="../slides/slide3.xml"/><Relationship Id="rId2" Type="http://schemas.openxmlformats.org/officeDocument/2006/relationships/slide" Target="../slides/slide2.xml"/><Relationship Id="rId1" Type="http://schemas.openxmlformats.org/officeDocument/2006/relationships/slideMaster" Target="../slideMasters/slideMaster1.xml"/><Relationship Id="rId5" Type="http://schemas.openxmlformats.org/officeDocument/2006/relationships/image" Target="../media/image3.png"/><Relationship Id="rId4" Type="http://schemas.openxmlformats.org/officeDocument/2006/relationships/slide" Target="../slides/slide6.xml"/></Relationships>
</file>

<file path=ppt/slideLayouts/_rels/slideLayout4.xml.rels><?xml version="1.0" encoding="UTF-8" standalone="yes"?>
<Relationships xmlns="http://schemas.openxmlformats.org/package/2006/relationships"><Relationship Id="rId3" Type="http://schemas.openxmlformats.org/officeDocument/2006/relationships/slide" Target="../slides/slide2.xml"/><Relationship Id="rId2" Type="http://schemas.openxmlformats.org/officeDocument/2006/relationships/image" Target="../media/image3.png"/><Relationship Id="rId1" Type="http://schemas.openxmlformats.org/officeDocument/2006/relationships/slideMaster" Target="../slideMasters/slideMaster1.xml"/><Relationship Id="rId5" Type="http://schemas.openxmlformats.org/officeDocument/2006/relationships/slide" Target="../slides/slide6.xml"/><Relationship Id="rId4" Type="http://schemas.openxmlformats.org/officeDocument/2006/relationships/slide" Target="../slides/slide3.xml"/></Relationships>
</file>

<file path=ppt/slideLayouts/_rels/slideLayout5.xml.rels><?xml version="1.0" encoding="UTF-8" standalone="yes"?>
<Relationships xmlns="http://schemas.openxmlformats.org/package/2006/relationships"><Relationship Id="rId3" Type="http://schemas.openxmlformats.org/officeDocument/2006/relationships/slide" Target="../slides/slide2.xml"/><Relationship Id="rId2" Type="http://schemas.openxmlformats.org/officeDocument/2006/relationships/image" Target="../media/image3.png"/><Relationship Id="rId1" Type="http://schemas.openxmlformats.org/officeDocument/2006/relationships/slideMaster" Target="../slideMasters/slideMaster1.xml"/><Relationship Id="rId5" Type="http://schemas.openxmlformats.org/officeDocument/2006/relationships/slide" Target="../slides/slide6.xml"/><Relationship Id="rId4" Type="http://schemas.openxmlformats.org/officeDocument/2006/relationships/slide" Target="../slides/slide3.xml"/></Relationships>
</file>

<file path=ppt/slideLayouts/_rels/slideLayout6.xml.rels><?xml version="1.0" encoding="UTF-8" standalone="yes"?>
<Relationships xmlns="http://schemas.openxmlformats.org/package/2006/relationships"><Relationship Id="rId3" Type="http://schemas.openxmlformats.org/officeDocument/2006/relationships/slide" Target="../slides/slide3.xml"/><Relationship Id="rId2" Type="http://schemas.openxmlformats.org/officeDocument/2006/relationships/slide" Target="../slides/slide2.xml"/><Relationship Id="rId1" Type="http://schemas.openxmlformats.org/officeDocument/2006/relationships/slideMaster" Target="../slideMasters/slideMaster1.xml"/><Relationship Id="rId5" Type="http://schemas.openxmlformats.org/officeDocument/2006/relationships/image" Target="../media/image3.png"/><Relationship Id="rId4" Type="http://schemas.openxmlformats.org/officeDocument/2006/relationships/slide" Target="../slides/slide6.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jpeg"/><Relationship Id="rId1" Type="http://schemas.openxmlformats.org/officeDocument/2006/relationships/slideMaster" Target="../slideMasters/slideMaster1.xml"/><Relationship Id="rId6" Type="http://schemas.openxmlformats.org/officeDocument/2006/relationships/slide" Target="../slides/slide6.xml"/><Relationship Id="rId5" Type="http://schemas.openxmlformats.org/officeDocument/2006/relationships/slide" Target="../slides/slide3.xml"/><Relationship Id="rId4" Type="http://schemas.openxmlformats.org/officeDocument/2006/relationships/slide" Target="../slides/slide2.xml"/></Relationships>
</file>

<file path=ppt/slideLayouts/_rels/slideLayout8.xml.rels><?xml version="1.0" encoding="UTF-8" standalone="yes"?>
<Relationships xmlns="http://schemas.openxmlformats.org/package/2006/relationships"><Relationship Id="rId3" Type="http://schemas.openxmlformats.org/officeDocument/2006/relationships/slide" Target="../slides/slide2.xml"/><Relationship Id="rId2" Type="http://schemas.openxmlformats.org/officeDocument/2006/relationships/image" Target="../media/image3.png"/><Relationship Id="rId1" Type="http://schemas.openxmlformats.org/officeDocument/2006/relationships/slideMaster" Target="../slideMasters/slideMaster1.xml"/><Relationship Id="rId5" Type="http://schemas.openxmlformats.org/officeDocument/2006/relationships/slide" Target="../slides/slide6.xml"/><Relationship Id="rId4" Type="http://schemas.openxmlformats.org/officeDocument/2006/relationships/slide" Target="../slides/slide3.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11_Content Slide 1">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1E6ABDC-23FD-73E7-B6DF-0C54C20B7755}"/>
              </a:ext>
            </a:extLst>
          </p:cNvPr>
          <p:cNvPicPr>
            <a:picLocks noChangeAspect="1"/>
          </p:cNvPicPr>
          <p:nvPr userDrawn="1"/>
        </p:nvPicPr>
        <p:blipFill>
          <a:blip r:embed="rId2"/>
          <a:stretch>
            <a:fillRect/>
          </a:stretch>
        </p:blipFill>
        <p:spPr>
          <a:xfrm>
            <a:off x="0" y="-2"/>
            <a:ext cx="7559675" cy="13441365"/>
          </a:xfrm>
          <a:prstGeom prst="rect">
            <a:avLst/>
          </a:prstGeom>
        </p:spPr>
      </p:pic>
      <p:sp>
        <p:nvSpPr>
          <p:cNvPr id="7" name="Rectangle 6">
            <a:extLst>
              <a:ext uri="{FF2B5EF4-FFF2-40B4-BE49-F238E27FC236}">
                <a16:creationId xmlns:a16="http://schemas.microsoft.com/office/drawing/2014/main" id="{48625702-129A-4CFA-AF92-EBA59830281C}"/>
              </a:ext>
            </a:extLst>
          </p:cNvPr>
          <p:cNvSpPr/>
          <p:nvPr userDrawn="1"/>
        </p:nvSpPr>
        <p:spPr>
          <a:xfrm>
            <a:off x="1" y="-1"/>
            <a:ext cx="7559675" cy="13441364"/>
          </a:xfrm>
          <a:prstGeom prst="rect">
            <a:avLst/>
          </a:prstGeom>
          <a:solidFill>
            <a:srgbClr val="000000">
              <a:alpha val="6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a:endParaRPr lang="en-SA" sz="1800">
              <a:solidFill>
                <a:srgbClr val="FDFDF2"/>
              </a:solidFill>
            </a:endParaRPr>
          </a:p>
        </p:txBody>
      </p:sp>
      <p:pic>
        <p:nvPicPr>
          <p:cNvPr id="3" name="Picture 2" descr="A black and gold sign with white text&#10;&#10;AI-generated content may be incorrect.">
            <a:extLst>
              <a:ext uri="{FF2B5EF4-FFF2-40B4-BE49-F238E27FC236}">
                <a16:creationId xmlns:a16="http://schemas.microsoft.com/office/drawing/2014/main" id="{5FCE459A-47DC-F44C-7111-BA9FA54B5F79}"/>
              </a:ext>
            </a:extLst>
          </p:cNvPr>
          <p:cNvPicPr>
            <a:picLocks noChangeAspect="1"/>
          </p:cNvPicPr>
          <p:nvPr userDrawn="1"/>
        </p:nvPicPr>
        <p:blipFill>
          <a:blip r:embed="rId3"/>
          <a:stretch>
            <a:fillRect/>
          </a:stretch>
        </p:blipFill>
        <p:spPr>
          <a:xfrm>
            <a:off x="4626095" y="952467"/>
            <a:ext cx="2613480" cy="772721"/>
          </a:xfrm>
          <a:prstGeom prst="rect">
            <a:avLst/>
          </a:prstGeom>
        </p:spPr>
      </p:pic>
      <p:sp>
        <p:nvSpPr>
          <p:cNvPr id="10" name="Freeform: Shape 9">
            <a:extLst>
              <a:ext uri="{FF2B5EF4-FFF2-40B4-BE49-F238E27FC236}">
                <a16:creationId xmlns:a16="http://schemas.microsoft.com/office/drawing/2014/main" id="{BD09A976-C19B-9469-C4BD-290EFBB7F5E8}"/>
              </a:ext>
            </a:extLst>
          </p:cNvPr>
          <p:cNvSpPr/>
          <p:nvPr/>
        </p:nvSpPr>
        <p:spPr>
          <a:xfrm>
            <a:off x="6" y="10752231"/>
            <a:ext cx="5174679" cy="1757120"/>
          </a:xfrm>
          <a:custGeom>
            <a:avLst/>
            <a:gdLst>
              <a:gd name="csX0" fmla="*/ 2506348 w 6096000"/>
              <a:gd name="csY0" fmla="*/ 2016 h 1720228"/>
              <a:gd name="csX1" fmla="*/ 2714354 w 6096000"/>
              <a:gd name="csY1" fmla="*/ 159664 h 1720228"/>
              <a:gd name="csX2" fmla="*/ 3179266 w 6096000"/>
              <a:gd name="csY2" fmla="*/ 152731 h 1720228"/>
              <a:gd name="csX3" fmla="*/ 3184741 w 6096000"/>
              <a:gd name="csY3" fmla="*/ 166598 h 1720228"/>
              <a:gd name="csX4" fmla="*/ 2872730 w 6096000"/>
              <a:gd name="csY4" fmla="*/ 490654 h 1720228"/>
              <a:gd name="csX5" fmla="*/ 2892437 w 6096000"/>
              <a:gd name="csY5" fmla="*/ 769459 h 1720228"/>
              <a:gd name="csX6" fmla="*/ 2850835 w 6096000"/>
              <a:gd name="csY6" fmla="*/ 789530 h 1720228"/>
              <a:gd name="csX7" fmla="*/ 2077563 w 6096000"/>
              <a:gd name="csY7" fmla="*/ 589914 h 1720228"/>
              <a:gd name="csX8" fmla="*/ 1796937 w 6096000"/>
              <a:gd name="csY8" fmla="*/ 574588 h 1720228"/>
              <a:gd name="csX9" fmla="*/ 1872475 w 6096000"/>
              <a:gd name="csY9" fmla="*/ 634436 h 1720228"/>
              <a:gd name="csX10" fmla="*/ 2650492 w 6096000"/>
              <a:gd name="csY10" fmla="*/ 1177813 h 1720228"/>
              <a:gd name="csX11" fmla="*/ 3474490 w 6096000"/>
              <a:gd name="csY11" fmla="*/ 1197884 h 1720228"/>
              <a:gd name="csX12" fmla="*/ 3694173 w 6096000"/>
              <a:gd name="csY12" fmla="*/ 853027 h 1720228"/>
              <a:gd name="csX13" fmla="*/ 3733585 w 6096000"/>
              <a:gd name="csY13" fmla="*/ 847554 h 1720228"/>
              <a:gd name="csX14" fmla="*/ 3619729 w 6096000"/>
              <a:gd name="csY14" fmla="*/ 1448955 h 1720228"/>
              <a:gd name="csX15" fmla="*/ 4075883 w 6096000"/>
              <a:gd name="csY15" fmla="*/ 1356263 h 1720228"/>
              <a:gd name="csX16" fmla="*/ 4475475 w 6096000"/>
              <a:gd name="csY16" fmla="*/ 897549 h 1720228"/>
              <a:gd name="csX17" fmla="*/ 4171493 w 6096000"/>
              <a:gd name="csY17" fmla="*/ 397962 h 1720228"/>
              <a:gd name="csX18" fmla="*/ 3962757 w 6096000"/>
              <a:gd name="csY18" fmla="*/ 657061 h 1720228"/>
              <a:gd name="csX19" fmla="*/ 3731761 w 6096000"/>
              <a:gd name="csY19" fmla="*/ 473138 h 1720228"/>
              <a:gd name="csX20" fmla="*/ 3971516 w 6096000"/>
              <a:gd name="csY20" fmla="*/ 206740 h 1720228"/>
              <a:gd name="csX21" fmla="*/ 4532038 w 6096000"/>
              <a:gd name="csY21" fmla="*/ 325707 h 1720228"/>
              <a:gd name="csX22" fmla="*/ 4754641 w 6096000"/>
              <a:gd name="csY22" fmla="*/ 925648 h 1720228"/>
              <a:gd name="csX23" fmla="*/ 4655382 w 6096000"/>
              <a:gd name="csY23" fmla="*/ 1204088 h 1720228"/>
              <a:gd name="csX24" fmla="*/ 4980894 w 6096000"/>
              <a:gd name="csY24" fmla="*/ 1164311 h 1720228"/>
              <a:gd name="csX25" fmla="*/ 5874591 w 6096000"/>
              <a:gd name="csY25" fmla="*/ 909591 h 1720228"/>
              <a:gd name="csX26" fmla="*/ 5913273 w 6096000"/>
              <a:gd name="csY26" fmla="*/ 931487 h 1720228"/>
              <a:gd name="csX27" fmla="*/ 5814014 w 6096000"/>
              <a:gd name="csY27" fmla="*/ 1229268 h 1720228"/>
              <a:gd name="csX28" fmla="*/ 6095370 w 6096000"/>
              <a:gd name="csY28" fmla="*/ 1552959 h 1720228"/>
              <a:gd name="csX29" fmla="*/ 6095005 w 6096000"/>
              <a:gd name="csY29" fmla="*/ 1554054 h 1720228"/>
              <a:gd name="csX30" fmla="*/ 6089531 w 6096000"/>
              <a:gd name="csY30" fmla="*/ 1567921 h 1720228"/>
              <a:gd name="csX31" fmla="*/ 5596884 w 6096000"/>
              <a:gd name="csY31" fmla="*/ 1590912 h 1720228"/>
              <a:gd name="csX32" fmla="*/ 5447266 w 6096000"/>
              <a:gd name="csY32" fmla="*/ 1718272 h 1720228"/>
              <a:gd name="csX33" fmla="*/ 5407490 w 6096000"/>
              <a:gd name="csY33" fmla="*/ 1701120 h 1720228"/>
              <a:gd name="csX34" fmla="*/ 4167845 w 6096000"/>
              <a:gd name="csY34" fmla="*/ 1595291 h 1720228"/>
              <a:gd name="csX35" fmla="*/ 4166750 w 6096000"/>
              <a:gd name="csY35" fmla="*/ 1595656 h 1720228"/>
              <a:gd name="csX36" fmla="*/ 4165290 w 6096000"/>
              <a:gd name="csY36" fmla="*/ 1596386 h 1720228"/>
              <a:gd name="csX37" fmla="*/ 2803030 w 6096000"/>
              <a:gd name="csY37" fmla="*/ 1534348 h 1720228"/>
              <a:gd name="csX38" fmla="*/ 1713369 w 6096000"/>
              <a:gd name="csY38" fmla="*/ 835876 h 1720228"/>
              <a:gd name="csX39" fmla="*/ 1637100 w 6096000"/>
              <a:gd name="csY39" fmla="*/ 775663 h 1720228"/>
              <a:gd name="csX40" fmla="*/ 1551708 w 6096000"/>
              <a:gd name="csY40" fmla="*/ 1236932 h 1720228"/>
              <a:gd name="csX41" fmla="*/ 959437 w 6096000"/>
              <a:gd name="csY41" fmla="*/ 1570841 h 1720228"/>
              <a:gd name="csX42" fmla="*/ 522623 w 6096000"/>
              <a:gd name="csY42" fmla="*/ 1312837 h 1720228"/>
              <a:gd name="csX43" fmla="*/ 764933 w 6096000"/>
              <a:gd name="csY43" fmla="*/ 1068700 h 1720228"/>
              <a:gd name="csX44" fmla="*/ 1009796 w 6096000"/>
              <a:gd name="csY44" fmla="*/ 1299334 h 1720228"/>
              <a:gd name="csX45" fmla="*/ 1327279 w 6096000"/>
              <a:gd name="csY45" fmla="*/ 1086216 h 1720228"/>
              <a:gd name="csX46" fmla="*/ 1083876 w 6096000"/>
              <a:gd name="csY46" fmla="*/ 393948 h 1720228"/>
              <a:gd name="csX47" fmla="*/ 652901 w 6096000"/>
              <a:gd name="csY47" fmla="*/ 267318 h 1720228"/>
              <a:gd name="csX48" fmla="*/ 620423 w 6096000"/>
              <a:gd name="csY48" fmla="*/ 266223 h 1720228"/>
              <a:gd name="csX49" fmla="*/ 626627 w 6096000"/>
              <a:gd name="csY49" fmla="*/ 867260 h 1720228"/>
              <a:gd name="csX50" fmla="*/ 581741 w 6096000"/>
              <a:gd name="csY50" fmla="*/ 862151 h 1720228"/>
              <a:gd name="csX51" fmla="*/ 324105 w 6096000"/>
              <a:gd name="csY51" fmla="*/ 486640 h 1720228"/>
              <a:gd name="csX52" fmla="*/ 57893 w 6096000"/>
              <a:gd name="csY52" fmla="*/ 435003 h 1720228"/>
              <a:gd name="csX53" fmla="*/ 0 w 6096000"/>
              <a:gd name="csY53" fmla="*/ 441063 h 1720228"/>
              <a:gd name="csX54" fmla="*/ 0 w 6096000"/>
              <a:gd name="csY54" fmla="*/ 74198 h 1720228"/>
              <a:gd name="csX55" fmla="*/ 42233 w 6096000"/>
              <a:gd name="csY55" fmla="*/ 63554 h 1720228"/>
              <a:gd name="csX56" fmla="*/ 582471 w 6096000"/>
              <a:gd name="csY56" fmla="*/ 7854 h 1720228"/>
              <a:gd name="csX57" fmla="*/ 668957 w 6096000"/>
              <a:gd name="csY57" fmla="*/ 10409 h 1720228"/>
              <a:gd name="csX58" fmla="*/ 1064170 w 6096000"/>
              <a:gd name="csY58" fmla="*/ 102006 h 1720228"/>
              <a:gd name="csX59" fmla="*/ 1065630 w 6096000"/>
              <a:gd name="csY59" fmla="*/ 102736 h 1720228"/>
              <a:gd name="csX60" fmla="*/ 1129126 w 6096000"/>
              <a:gd name="csY60" fmla="*/ 130105 h 1720228"/>
              <a:gd name="csX61" fmla="*/ 2467301 w 6096000"/>
              <a:gd name="csY61" fmla="*/ 18072 h 1720228"/>
              <a:gd name="csX62" fmla="*/ 2506348 w 6096000"/>
              <a:gd name="csY62" fmla="*/ 2016 h 17202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Lst>
            <a:rect l="l" t="t" r="r" b="b"/>
            <a:pathLst>
              <a:path w="6096000" h="1720228">
                <a:moveTo>
                  <a:pt x="2506348" y="2016"/>
                </a:moveTo>
                <a:cubicBezTo>
                  <a:pt x="2570574" y="26831"/>
                  <a:pt x="2673117" y="90328"/>
                  <a:pt x="2714354" y="159664"/>
                </a:cubicBezTo>
                <a:cubicBezTo>
                  <a:pt x="2929294" y="81570"/>
                  <a:pt x="3130002" y="133025"/>
                  <a:pt x="3179266" y="152731"/>
                </a:cubicBezTo>
                <a:cubicBezTo>
                  <a:pt x="3184741" y="154920"/>
                  <a:pt x="3186930" y="161124"/>
                  <a:pt x="3184741" y="166598"/>
                </a:cubicBezTo>
                <a:cubicBezTo>
                  <a:pt x="3165764" y="210754"/>
                  <a:pt x="3048258" y="393583"/>
                  <a:pt x="2872730" y="490654"/>
                </a:cubicBezTo>
                <a:cubicBezTo>
                  <a:pt x="2927834" y="555976"/>
                  <a:pt x="2910317" y="659981"/>
                  <a:pt x="2892437" y="769459"/>
                </a:cubicBezTo>
                <a:cubicBezTo>
                  <a:pt x="2889518" y="788800"/>
                  <a:pt x="2867622" y="799383"/>
                  <a:pt x="2850835" y="789530"/>
                </a:cubicBezTo>
                <a:cubicBezTo>
                  <a:pt x="2562911" y="621663"/>
                  <a:pt x="2205286" y="589914"/>
                  <a:pt x="2077563" y="589914"/>
                </a:cubicBezTo>
                <a:cubicBezTo>
                  <a:pt x="1979398" y="589914"/>
                  <a:pt x="1891816" y="590644"/>
                  <a:pt x="1796937" y="574588"/>
                </a:cubicBezTo>
                <a:cubicBezTo>
                  <a:pt x="1822116" y="594294"/>
                  <a:pt x="1847295" y="614365"/>
                  <a:pt x="1872475" y="634436"/>
                </a:cubicBezTo>
                <a:cubicBezTo>
                  <a:pt x="2114055" y="826023"/>
                  <a:pt x="2361837" y="1022719"/>
                  <a:pt x="2650492" y="1177813"/>
                </a:cubicBezTo>
                <a:cubicBezTo>
                  <a:pt x="2994615" y="1316121"/>
                  <a:pt x="3267943" y="1301889"/>
                  <a:pt x="3474490" y="1197884"/>
                </a:cubicBezTo>
                <a:cubicBezTo>
                  <a:pt x="3630677" y="1119425"/>
                  <a:pt x="3679211" y="947544"/>
                  <a:pt x="3694173" y="853027"/>
                </a:cubicBezTo>
                <a:cubicBezTo>
                  <a:pt x="3697458" y="832956"/>
                  <a:pt x="3724827" y="828942"/>
                  <a:pt x="3733585" y="847554"/>
                </a:cubicBezTo>
                <a:cubicBezTo>
                  <a:pt x="3793067" y="970534"/>
                  <a:pt x="3889408" y="1256638"/>
                  <a:pt x="3619729" y="1448955"/>
                </a:cubicBezTo>
                <a:cubicBezTo>
                  <a:pt x="3763509" y="1444940"/>
                  <a:pt x="3916046" y="1417936"/>
                  <a:pt x="4075883" y="1356263"/>
                </a:cubicBezTo>
                <a:cubicBezTo>
                  <a:pt x="4317098" y="1262842"/>
                  <a:pt x="4445916" y="1101178"/>
                  <a:pt x="4475475" y="897549"/>
                </a:cubicBezTo>
                <a:cubicBezTo>
                  <a:pt x="4496640" y="753402"/>
                  <a:pt x="4507588" y="448322"/>
                  <a:pt x="4171493" y="397962"/>
                </a:cubicBezTo>
                <a:cubicBezTo>
                  <a:pt x="4169669" y="563275"/>
                  <a:pt x="4062381" y="639910"/>
                  <a:pt x="3962757" y="657061"/>
                </a:cubicBezTo>
                <a:cubicBezTo>
                  <a:pt x="3819707" y="681876"/>
                  <a:pt x="3735410" y="594294"/>
                  <a:pt x="3731761" y="473138"/>
                </a:cubicBezTo>
                <a:cubicBezTo>
                  <a:pt x="3727382" y="335195"/>
                  <a:pt x="3839413" y="243233"/>
                  <a:pt x="3971516" y="206740"/>
                </a:cubicBezTo>
                <a:cubicBezTo>
                  <a:pt x="4103618" y="170247"/>
                  <a:pt x="4293743" y="150906"/>
                  <a:pt x="4532038" y="325707"/>
                </a:cubicBezTo>
                <a:cubicBezTo>
                  <a:pt x="4706836" y="454161"/>
                  <a:pt x="4788944" y="688080"/>
                  <a:pt x="4754641" y="925648"/>
                </a:cubicBezTo>
                <a:cubicBezTo>
                  <a:pt x="4740044" y="1025638"/>
                  <a:pt x="4706107" y="1118695"/>
                  <a:pt x="4655382" y="1204088"/>
                </a:cubicBezTo>
                <a:cubicBezTo>
                  <a:pt x="4766319" y="1174529"/>
                  <a:pt x="4868132" y="1164311"/>
                  <a:pt x="4980894" y="1164311"/>
                </a:cubicBezTo>
                <a:cubicBezTo>
                  <a:pt x="5108981" y="1164311"/>
                  <a:pt x="5457848" y="1141321"/>
                  <a:pt x="5874591" y="909591"/>
                </a:cubicBezTo>
                <a:cubicBezTo>
                  <a:pt x="5891743" y="900103"/>
                  <a:pt x="5913273" y="911781"/>
                  <a:pt x="5913273" y="931487"/>
                </a:cubicBezTo>
                <a:cubicBezTo>
                  <a:pt x="5914733" y="1036951"/>
                  <a:pt x="5884444" y="1156647"/>
                  <a:pt x="5814014" y="1229268"/>
                </a:cubicBezTo>
                <a:cubicBezTo>
                  <a:pt x="5989542" y="1325974"/>
                  <a:pt x="6076394" y="1508803"/>
                  <a:pt x="6095370" y="1552959"/>
                </a:cubicBezTo>
                <a:lnTo>
                  <a:pt x="6095005" y="1554054"/>
                </a:lnTo>
                <a:cubicBezTo>
                  <a:pt x="6097559" y="1559528"/>
                  <a:pt x="6095005" y="1565732"/>
                  <a:pt x="6089531" y="1567921"/>
                </a:cubicBezTo>
                <a:cubicBezTo>
                  <a:pt x="6040267" y="1587262"/>
                  <a:pt x="5812190" y="1669371"/>
                  <a:pt x="5596884" y="1590912"/>
                </a:cubicBezTo>
                <a:cubicBezTo>
                  <a:pt x="5555649" y="1660248"/>
                  <a:pt x="5511492" y="1693456"/>
                  <a:pt x="5447266" y="1718272"/>
                </a:cubicBezTo>
                <a:cubicBezTo>
                  <a:pt x="5431574" y="1724110"/>
                  <a:pt x="5414058" y="1716447"/>
                  <a:pt x="5407490" y="1701120"/>
                </a:cubicBezTo>
                <a:cubicBezTo>
                  <a:pt x="5172114" y="1160662"/>
                  <a:pt x="4758291" y="1366846"/>
                  <a:pt x="4167845" y="1595291"/>
                </a:cubicBezTo>
                <a:cubicBezTo>
                  <a:pt x="4167479" y="1595656"/>
                  <a:pt x="4167114" y="1595656"/>
                  <a:pt x="4166750" y="1595656"/>
                </a:cubicBezTo>
                <a:cubicBezTo>
                  <a:pt x="4166385" y="1596386"/>
                  <a:pt x="4165654" y="1596386"/>
                  <a:pt x="4165290" y="1596386"/>
                </a:cubicBezTo>
                <a:cubicBezTo>
                  <a:pt x="3606592" y="1811693"/>
                  <a:pt x="3120148" y="1664262"/>
                  <a:pt x="2803030" y="1534348"/>
                </a:cubicBezTo>
                <a:cubicBezTo>
                  <a:pt x="2368771" y="1356628"/>
                  <a:pt x="2020634" y="1080013"/>
                  <a:pt x="1713369" y="835876"/>
                </a:cubicBezTo>
                <a:cubicBezTo>
                  <a:pt x="1687460" y="815805"/>
                  <a:pt x="1662280" y="795734"/>
                  <a:pt x="1637100" y="775663"/>
                </a:cubicBezTo>
                <a:cubicBezTo>
                  <a:pt x="1658996" y="919079"/>
                  <a:pt x="1638559" y="1078188"/>
                  <a:pt x="1551708" y="1236932"/>
                </a:cubicBezTo>
                <a:cubicBezTo>
                  <a:pt x="1436756" y="1447495"/>
                  <a:pt x="1184230" y="1570841"/>
                  <a:pt x="959437" y="1570841"/>
                </a:cubicBezTo>
                <a:cubicBezTo>
                  <a:pt x="734644" y="1570841"/>
                  <a:pt x="538680" y="1482528"/>
                  <a:pt x="522623" y="1312837"/>
                </a:cubicBezTo>
                <a:cubicBezTo>
                  <a:pt x="507661" y="1150809"/>
                  <a:pt x="587945" y="1077458"/>
                  <a:pt x="764933" y="1068700"/>
                </a:cubicBezTo>
                <a:cubicBezTo>
                  <a:pt x="941556" y="1059942"/>
                  <a:pt x="1035340" y="1181828"/>
                  <a:pt x="1009796" y="1299334"/>
                </a:cubicBezTo>
                <a:cubicBezTo>
                  <a:pt x="1132775" y="1297875"/>
                  <a:pt x="1257214" y="1213941"/>
                  <a:pt x="1327279" y="1086216"/>
                </a:cubicBezTo>
                <a:cubicBezTo>
                  <a:pt x="1426174" y="905577"/>
                  <a:pt x="1358298" y="665090"/>
                  <a:pt x="1083876" y="393948"/>
                </a:cubicBezTo>
                <a:cubicBezTo>
                  <a:pt x="944109" y="322422"/>
                  <a:pt x="802884" y="275712"/>
                  <a:pt x="652901" y="267318"/>
                </a:cubicBezTo>
                <a:cubicBezTo>
                  <a:pt x="642318" y="266223"/>
                  <a:pt x="631370" y="266223"/>
                  <a:pt x="620423" y="266223"/>
                </a:cubicBezTo>
                <a:cubicBezTo>
                  <a:pt x="811643" y="476787"/>
                  <a:pt x="689394" y="755592"/>
                  <a:pt x="626627" y="867260"/>
                </a:cubicBezTo>
                <a:cubicBezTo>
                  <a:pt x="616044" y="885871"/>
                  <a:pt x="587945" y="882952"/>
                  <a:pt x="581741" y="862151"/>
                </a:cubicBezTo>
                <a:cubicBezTo>
                  <a:pt x="551453" y="763255"/>
                  <a:pt x="472629" y="556706"/>
                  <a:pt x="324105" y="486640"/>
                </a:cubicBezTo>
                <a:cubicBezTo>
                  <a:pt x="244004" y="448688"/>
                  <a:pt x="155419" y="432905"/>
                  <a:pt x="57893" y="435003"/>
                </a:cubicBezTo>
                <a:lnTo>
                  <a:pt x="0" y="441063"/>
                </a:lnTo>
                <a:lnTo>
                  <a:pt x="0" y="74198"/>
                </a:lnTo>
                <a:lnTo>
                  <a:pt x="42233" y="63554"/>
                </a:lnTo>
                <a:cubicBezTo>
                  <a:pt x="206896" y="28086"/>
                  <a:pt x="385549" y="7854"/>
                  <a:pt x="582471" y="7854"/>
                </a:cubicBezTo>
                <a:cubicBezTo>
                  <a:pt x="611665" y="7854"/>
                  <a:pt x="640493" y="8949"/>
                  <a:pt x="668957" y="10409"/>
                </a:cubicBezTo>
                <a:cubicBezTo>
                  <a:pt x="807628" y="18437"/>
                  <a:pt x="938636" y="51281"/>
                  <a:pt x="1064170" y="102006"/>
                </a:cubicBezTo>
                <a:cubicBezTo>
                  <a:pt x="1064535" y="102371"/>
                  <a:pt x="1065264" y="102736"/>
                  <a:pt x="1065630" y="102736"/>
                </a:cubicBezTo>
                <a:cubicBezTo>
                  <a:pt x="1086795" y="111129"/>
                  <a:pt x="1107961" y="120617"/>
                  <a:pt x="1129126" y="130105"/>
                </a:cubicBezTo>
                <a:cubicBezTo>
                  <a:pt x="1745117" y="394678"/>
                  <a:pt x="2214773" y="534080"/>
                  <a:pt x="2467301" y="18072"/>
                </a:cubicBezTo>
                <a:cubicBezTo>
                  <a:pt x="2474599" y="3475"/>
                  <a:pt x="2491386" y="-3823"/>
                  <a:pt x="2506348" y="2016"/>
                </a:cubicBezTo>
                <a:close/>
              </a:path>
            </a:pathLst>
          </a:custGeom>
          <a:solidFill>
            <a:srgbClr val="D7A562">
              <a:alpha val="80000"/>
            </a:srgbClr>
          </a:solidFill>
          <a:ln w="16072" cap="flat">
            <a:noFill/>
            <a:prstDash val="solid"/>
            <a:miter/>
          </a:ln>
        </p:spPr>
        <p:txBody>
          <a:bodyPr wrap="square">
            <a:noAutofit/>
          </a:bodyPr>
          <a:lstStyle/>
          <a:p>
            <a:pPr rtl="0"/>
            <a:endParaRPr lang="en-GB" sz="1800" dirty="0"/>
          </a:p>
        </p:txBody>
      </p:sp>
    </p:spTree>
    <p:extLst>
      <p:ext uri="{BB962C8B-B14F-4D97-AF65-F5344CB8AC3E}">
        <p14:creationId xmlns:p14="http://schemas.microsoft.com/office/powerpoint/2010/main" val="10534352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3_Title Slide">
    <p:spTree>
      <p:nvGrpSpPr>
        <p:cNvPr id="1" name=""/>
        <p:cNvGrpSpPr/>
        <p:nvPr/>
      </p:nvGrpSpPr>
      <p:grpSpPr>
        <a:xfrm>
          <a:off x="0" y="0"/>
          <a:ext cx="0" cy="0"/>
          <a:chOff x="0" y="0"/>
          <a:chExt cx="0" cy="0"/>
        </a:xfrm>
      </p:grpSpPr>
      <p:sp>
        <p:nvSpPr>
          <p:cNvPr id="48" name="Rectangle 47">
            <a:extLst>
              <a:ext uri="{FF2B5EF4-FFF2-40B4-BE49-F238E27FC236}">
                <a16:creationId xmlns:a16="http://schemas.microsoft.com/office/drawing/2014/main" id="{E13EF92A-5606-E87C-0E01-7AC1DF56E276}"/>
              </a:ext>
            </a:extLst>
          </p:cNvPr>
          <p:cNvSpPr/>
          <p:nvPr userDrawn="1"/>
        </p:nvSpPr>
        <p:spPr>
          <a:xfrm>
            <a:off x="4" y="-1"/>
            <a:ext cx="7559675" cy="13441363"/>
          </a:xfrm>
          <a:prstGeom prst="rect">
            <a:avLst/>
          </a:prstGeom>
          <a:solidFill>
            <a:srgbClr val="FBF7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514358" rtl="0" eaLnBrk="1" latinLnBrk="0" hangingPunct="1"/>
            <a:endParaRPr lang="en-SA" sz="1013">
              <a:ln>
                <a:noFill/>
              </a:ln>
              <a:solidFill>
                <a:srgbClr val="FDFDF2"/>
              </a:solidFill>
            </a:endParaRPr>
          </a:p>
        </p:txBody>
      </p:sp>
      <p:sp>
        <p:nvSpPr>
          <p:cNvPr id="24" name="Rectangle 23">
            <a:extLst>
              <a:ext uri="{FF2B5EF4-FFF2-40B4-BE49-F238E27FC236}">
                <a16:creationId xmlns:a16="http://schemas.microsoft.com/office/drawing/2014/main" id="{15781BA5-3357-91AF-7215-EDE61AD043E5}"/>
              </a:ext>
            </a:extLst>
          </p:cNvPr>
          <p:cNvSpPr/>
          <p:nvPr userDrawn="1"/>
        </p:nvSpPr>
        <p:spPr>
          <a:xfrm>
            <a:off x="4" y="13296034"/>
            <a:ext cx="7559675" cy="14533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sz="1800" dirty="0"/>
          </a:p>
        </p:txBody>
      </p:sp>
      <p:sp>
        <p:nvSpPr>
          <p:cNvPr id="2" name="object 117">
            <a:extLst>
              <a:ext uri="{FF2B5EF4-FFF2-40B4-BE49-F238E27FC236}">
                <a16:creationId xmlns:a16="http://schemas.microsoft.com/office/drawing/2014/main" id="{B2AD2C9E-C902-DE43-B72D-F231B12633C0}"/>
              </a:ext>
            </a:extLst>
          </p:cNvPr>
          <p:cNvSpPr/>
          <p:nvPr userDrawn="1"/>
        </p:nvSpPr>
        <p:spPr>
          <a:xfrm>
            <a:off x="6803044" y="12687759"/>
            <a:ext cx="436531" cy="414655"/>
          </a:xfrm>
          <a:custGeom>
            <a:avLst/>
            <a:gdLst/>
            <a:ahLst/>
            <a:cxnLst/>
            <a:rect l="l" t="t" r="r" b="b"/>
            <a:pathLst>
              <a:path w="417830" h="414654">
                <a:moveTo>
                  <a:pt x="59512" y="61899"/>
                </a:moveTo>
                <a:lnTo>
                  <a:pt x="58169" y="100270"/>
                </a:lnTo>
                <a:lnTo>
                  <a:pt x="58391" y="122310"/>
                </a:lnTo>
                <a:lnTo>
                  <a:pt x="60780" y="136344"/>
                </a:lnTo>
                <a:lnTo>
                  <a:pt x="65938" y="150698"/>
                </a:lnTo>
                <a:lnTo>
                  <a:pt x="37747" y="170209"/>
                </a:lnTo>
                <a:lnTo>
                  <a:pt x="21482" y="182727"/>
                </a:lnTo>
                <a:lnTo>
                  <a:pt x="10960" y="193664"/>
                </a:lnTo>
                <a:lnTo>
                  <a:pt x="0" y="208432"/>
                </a:lnTo>
                <a:lnTo>
                  <a:pt x="18765" y="230268"/>
                </a:lnTo>
                <a:lnTo>
                  <a:pt x="32111" y="243817"/>
                </a:lnTo>
                <a:lnTo>
                  <a:pt x="46420" y="254723"/>
                </a:lnTo>
                <a:lnTo>
                  <a:pt x="68071" y="268630"/>
                </a:lnTo>
                <a:lnTo>
                  <a:pt x="62799" y="286727"/>
                </a:lnTo>
                <a:lnTo>
                  <a:pt x="60417" y="301775"/>
                </a:lnTo>
                <a:lnTo>
                  <a:pt x="60363" y="321888"/>
                </a:lnTo>
                <a:lnTo>
                  <a:pt x="62077" y="355180"/>
                </a:lnTo>
                <a:lnTo>
                  <a:pt x="95788" y="357012"/>
                </a:lnTo>
                <a:lnTo>
                  <a:pt x="116592" y="357022"/>
                </a:lnTo>
                <a:lnTo>
                  <a:pt x="133100" y="354670"/>
                </a:lnTo>
                <a:lnTo>
                  <a:pt x="153923" y="349415"/>
                </a:lnTo>
                <a:lnTo>
                  <a:pt x="163964" y="369163"/>
                </a:lnTo>
                <a:lnTo>
                  <a:pt x="173243" y="382528"/>
                </a:lnTo>
                <a:lnTo>
                  <a:pt x="187099" y="395615"/>
                </a:lnTo>
                <a:lnTo>
                  <a:pt x="210870" y="414527"/>
                </a:lnTo>
                <a:lnTo>
                  <a:pt x="238188" y="390040"/>
                </a:lnTo>
                <a:lnTo>
                  <a:pt x="253584" y="374738"/>
                </a:lnTo>
                <a:lnTo>
                  <a:pt x="262716" y="362200"/>
                </a:lnTo>
                <a:lnTo>
                  <a:pt x="271246" y="345998"/>
                </a:lnTo>
                <a:lnTo>
                  <a:pt x="284383" y="350873"/>
                </a:lnTo>
                <a:lnTo>
                  <a:pt x="297805" y="353277"/>
                </a:lnTo>
                <a:lnTo>
                  <a:pt x="319652" y="353912"/>
                </a:lnTo>
                <a:lnTo>
                  <a:pt x="358063" y="353479"/>
                </a:lnTo>
                <a:lnTo>
                  <a:pt x="358848" y="315119"/>
                </a:lnTo>
                <a:lnTo>
                  <a:pt x="358340" y="292727"/>
                </a:lnTo>
                <a:lnTo>
                  <a:pt x="355845" y="277657"/>
                </a:lnTo>
                <a:lnTo>
                  <a:pt x="350672" y="261264"/>
                </a:lnTo>
                <a:lnTo>
                  <a:pt x="367975" y="253366"/>
                </a:lnTo>
                <a:lnTo>
                  <a:pt x="380701" y="244897"/>
                </a:lnTo>
                <a:lnTo>
                  <a:pt x="395113" y="230603"/>
                </a:lnTo>
                <a:lnTo>
                  <a:pt x="417474" y="205231"/>
                </a:lnTo>
                <a:lnTo>
                  <a:pt x="395660" y="181540"/>
                </a:lnTo>
                <a:lnTo>
                  <a:pt x="381073" y="167384"/>
                </a:lnTo>
                <a:lnTo>
                  <a:pt x="367128" y="157131"/>
                </a:lnTo>
                <a:lnTo>
                  <a:pt x="347243" y="145148"/>
                </a:lnTo>
                <a:lnTo>
                  <a:pt x="353622" y="128178"/>
                </a:lnTo>
                <a:lnTo>
                  <a:pt x="356506" y="113449"/>
                </a:lnTo>
                <a:lnTo>
                  <a:pt x="356578" y="92795"/>
                </a:lnTo>
                <a:lnTo>
                  <a:pt x="354520" y="58051"/>
                </a:lnTo>
                <a:lnTo>
                  <a:pt x="328292" y="57437"/>
                </a:lnTo>
                <a:lnTo>
                  <a:pt x="310049" y="57900"/>
                </a:lnTo>
                <a:lnTo>
                  <a:pt x="291242" y="60043"/>
                </a:lnTo>
                <a:lnTo>
                  <a:pt x="263321" y="64465"/>
                </a:lnTo>
                <a:lnTo>
                  <a:pt x="251345" y="44005"/>
                </a:lnTo>
                <a:lnTo>
                  <a:pt x="241377" y="30470"/>
                </a:lnTo>
                <a:lnTo>
                  <a:pt x="228040" y="17816"/>
                </a:lnTo>
                <a:lnTo>
                  <a:pt x="205955" y="0"/>
                </a:lnTo>
                <a:lnTo>
                  <a:pt x="178286" y="25306"/>
                </a:lnTo>
                <a:lnTo>
                  <a:pt x="162863" y="40768"/>
                </a:lnTo>
                <a:lnTo>
                  <a:pt x="154104" y="52708"/>
                </a:lnTo>
                <a:lnTo>
                  <a:pt x="146430" y="67449"/>
                </a:lnTo>
                <a:lnTo>
                  <a:pt x="127970" y="61840"/>
                </a:lnTo>
                <a:lnTo>
                  <a:pt x="112763" y="59393"/>
                </a:lnTo>
                <a:lnTo>
                  <a:pt x="92659" y="59586"/>
                </a:lnTo>
                <a:lnTo>
                  <a:pt x="59512" y="61899"/>
                </a:lnTo>
                <a:close/>
              </a:path>
            </a:pathLst>
          </a:custGeom>
          <a:noFill/>
          <a:ln w="12699">
            <a:solidFill>
              <a:srgbClr val="000000"/>
            </a:solidFill>
          </a:ln>
        </p:spPr>
        <p:txBody>
          <a:bodyPr wrap="square" lIns="0" tIns="0" rIns="0" bIns="0" rtlCol="0"/>
          <a:lstStyle/>
          <a:p>
            <a:endParaRPr sz="1800" dirty="0"/>
          </a:p>
        </p:txBody>
      </p:sp>
      <p:sp>
        <p:nvSpPr>
          <p:cNvPr id="3" name="object 118">
            <a:extLst>
              <a:ext uri="{FF2B5EF4-FFF2-40B4-BE49-F238E27FC236}">
                <a16:creationId xmlns:a16="http://schemas.microsoft.com/office/drawing/2014/main" id="{5CDAFA1C-E606-8711-9D76-9C0670AE1A4F}"/>
              </a:ext>
            </a:extLst>
          </p:cNvPr>
          <p:cNvSpPr/>
          <p:nvPr userDrawn="1"/>
        </p:nvSpPr>
        <p:spPr>
          <a:xfrm>
            <a:off x="6836634" y="12719491"/>
            <a:ext cx="369525" cy="351155"/>
          </a:xfrm>
          <a:custGeom>
            <a:avLst/>
            <a:gdLst/>
            <a:ahLst/>
            <a:cxnLst/>
            <a:rect l="l" t="t" r="r" b="b"/>
            <a:pathLst>
              <a:path w="353694" h="351154">
                <a:moveTo>
                  <a:pt x="50393" y="52412"/>
                </a:moveTo>
                <a:lnTo>
                  <a:pt x="49256" y="84906"/>
                </a:lnTo>
                <a:lnTo>
                  <a:pt x="49444" y="103570"/>
                </a:lnTo>
                <a:lnTo>
                  <a:pt x="51465" y="115454"/>
                </a:lnTo>
                <a:lnTo>
                  <a:pt x="55829" y="127609"/>
                </a:lnTo>
                <a:lnTo>
                  <a:pt x="31961" y="144132"/>
                </a:lnTo>
                <a:lnTo>
                  <a:pt x="18189" y="154733"/>
                </a:lnTo>
                <a:lnTo>
                  <a:pt x="9280" y="163996"/>
                </a:lnTo>
                <a:lnTo>
                  <a:pt x="0" y="176504"/>
                </a:lnTo>
                <a:lnTo>
                  <a:pt x="15888" y="194988"/>
                </a:lnTo>
                <a:lnTo>
                  <a:pt x="27189" y="206459"/>
                </a:lnTo>
                <a:lnTo>
                  <a:pt x="39306" y="215693"/>
                </a:lnTo>
                <a:lnTo>
                  <a:pt x="57645" y="227469"/>
                </a:lnTo>
                <a:lnTo>
                  <a:pt x="53179" y="242795"/>
                </a:lnTo>
                <a:lnTo>
                  <a:pt x="51161" y="255538"/>
                </a:lnTo>
                <a:lnTo>
                  <a:pt x="51115" y="272569"/>
                </a:lnTo>
                <a:lnTo>
                  <a:pt x="52565" y="300761"/>
                </a:lnTo>
                <a:lnTo>
                  <a:pt x="81112" y="302313"/>
                </a:lnTo>
                <a:lnTo>
                  <a:pt x="98729" y="302323"/>
                </a:lnTo>
                <a:lnTo>
                  <a:pt x="112708" y="300332"/>
                </a:lnTo>
                <a:lnTo>
                  <a:pt x="130340" y="295884"/>
                </a:lnTo>
                <a:lnTo>
                  <a:pt x="138844" y="312605"/>
                </a:lnTo>
                <a:lnTo>
                  <a:pt x="146702" y="323921"/>
                </a:lnTo>
                <a:lnTo>
                  <a:pt x="158434" y="335001"/>
                </a:lnTo>
                <a:lnTo>
                  <a:pt x="178562" y="351015"/>
                </a:lnTo>
                <a:lnTo>
                  <a:pt x="201699" y="330277"/>
                </a:lnTo>
                <a:lnTo>
                  <a:pt x="214737" y="317320"/>
                </a:lnTo>
                <a:lnTo>
                  <a:pt x="222471" y="306704"/>
                </a:lnTo>
                <a:lnTo>
                  <a:pt x="229692" y="292988"/>
                </a:lnTo>
                <a:lnTo>
                  <a:pt x="240813" y="297116"/>
                </a:lnTo>
                <a:lnTo>
                  <a:pt x="252177" y="299151"/>
                </a:lnTo>
                <a:lnTo>
                  <a:pt x="270675" y="299686"/>
                </a:lnTo>
                <a:lnTo>
                  <a:pt x="303199" y="299313"/>
                </a:lnTo>
                <a:lnTo>
                  <a:pt x="303866" y="266832"/>
                </a:lnTo>
                <a:lnTo>
                  <a:pt x="303437" y="247872"/>
                </a:lnTo>
                <a:lnTo>
                  <a:pt x="301328" y="235112"/>
                </a:lnTo>
                <a:lnTo>
                  <a:pt x="296951" y="221233"/>
                </a:lnTo>
                <a:lnTo>
                  <a:pt x="311601" y="214541"/>
                </a:lnTo>
                <a:lnTo>
                  <a:pt x="322376" y="207368"/>
                </a:lnTo>
                <a:lnTo>
                  <a:pt x="334581" y="195266"/>
                </a:lnTo>
                <a:lnTo>
                  <a:pt x="353517" y="173786"/>
                </a:lnTo>
                <a:lnTo>
                  <a:pt x="335042" y="153725"/>
                </a:lnTo>
                <a:lnTo>
                  <a:pt x="322689" y="141738"/>
                </a:lnTo>
                <a:lnTo>
                  <a:pt x="310881" y="133056"/>
                </a:lnTo>
                <a:lnTo>
                  <a:pt x="294043" y="122910"/>
                </a:lnTo>
                <a:lnTo>
                  <a:pt x="299447" y="108535"/>
                </a:lnTo>
                <a:lnTo>
                  <a:pt x="301891" y="96061"/>
                </a:lnTo>
                <a:lnTo>
                  <a:pt x="301954" y="78574"/>
                </a:lnTo>
                <a:lnTo>
                  <a:pt x="300215" y="49161"/>
                </a:lnTo>
                <a:lnTo>
                  <a:pt x="277998" y="48632"/>
                </a:lnTo>
                <a:lnTo>
                  <a:pt x="262548" y="49020"/>
                </a:lnTo>
                <a:lnTo>
                  <a:pt x="246624" y="50835"/>
                </a:lnTo>
                <a:lnTo>
                  <a:pt x="222986" y="54584"/>
                </a:lnTo>
                <a:lnTo>
                  <a:pt x="212840" y="37258"/>
                </a:lnTo>
                <a:lnTo>
                  <a:pt x="204396" y="25796"/>
                </a:lnTo>
                <a:lnTo>
                  <a:pt x="193100" y="15083"/>
                </a:lnTo>
                <a:lnTo>
                  <a:pt x="174396" y="0"/>
                </a:lnTo>
                <a:lnTo>
                  <a:pt x="150970" y="21430"/>
                </a:lnTo>
                <a:lnTo>
                  <a:pt x="137912" y="34523"/>
                </a:lnTo>
                <a:lnTo>
                  <a:pt x="130498" y="44632"/>
                </a:lnTo>
                <a:lnTo>
                  <a:pt x="124002" y="57111"/>
                </a:lnTo>
                <a:lnTo>
                  <a:pt x="108372" y="52359"/>
                </a:lnTo>
                <a:lnTo>
                  <a:pt x="95494" y="50285"/>
                </a:lnTo>
                <a:lnTo>
                  <a:pt x="78468" y="50450"/>
                </a:lnTo>
                <a:lnTo>
                  <a:pt x="50393" y="52412"/>
                </a:lnTo>
                <a:close/>
              </a:path>
            </a:pathLst>
          </a:custGeom>
          <a:noFill/>
          <a:ln w="3175">
            <a:solidFill>
              <a:srgbClr val="000000"/>
            </a:solidFill>
          </a:ln>
        </p:spPr>
        <p:txBody>
          <a:bodyPr wrap="square" lIns="0" tIns="0" rIns="0" bIns="0" rtlCol="0"/>
          <a:lstStyle/>
          <a:p>
            <a:endParaRPr sz="1800" dirty="0"/>
          </a:p>
        </p:txBody>
      </p:sp>
      <p:pic>
        <p:nvPicPr>
          <p:cNvPr id="4" name="Picture 3" descr="A black and gold rectangular frame with a black background&#10;&#10;AI-generated content may be incorrect.">
            <a:extLst>
              <a:ext uri="{FF2B5EF4-FFF2-40B4-BE49-F238E27FC236}">
                <a16:creationId xmlns:a16="http://schemas.microsoft.com/office/drawing/2014/main" id="{B584CCBF-57D9-3C44-85F5-76CAC1B3738C}"/>
              </a:ext>
            </a:extLst>
          </p:cNvPr>
          <p:cNvPicPr>
            <a:picLocks noChangeAspect="1"/>
          </p:cNvPicPr>
          <p:nvPr userDrawn="1"/>
        </p:nvPicPr>
        <p:blipFill>
          <a:blip r:embed="rId2"/>
          <a:stretch>
            <a:fillRect/>
          </a:stretch>
        </p:blipFill>
        <p:spPr>
          <a:xfrm>
            <a:off x="320101" y="12702389"/>
            <a:ext cx="1303475" cy="385395"/>
          </a:xfrm>
          <a:prstGeom prst="rect">
            <a:avLst/>
          </a:prstGeom>
        </p:spPr>
      </p:pic>
      <p:cxnSp>
        <p:nvCxnSpPr>
          <p:cNvPr id="5" name="Straight Connector 4">
            <a:extLst>
              <a:ext uri="{FF2B5EF4-FFF2-40B4-BE49-F238E27FC236}">
                <a16:creationId xmlns:a16="http://schemas.microsoft.com/office/drawing/2014/main" id="{9A915786-53CD-017C-C8B3-AB5678F49ED3}"/>
              </a:ext>
            </a:extLst>
          </p:cNvPr>
          <p:cNvCxnSpPr/>
          <p:nvPr userDrawn="1"/>
        </p:nvCxnSpPr>
        <p:spPr>
          <a:xfrm>
            <a:off x="1767352" y="12895067"/>
            <a:ext cx="5035693" cy="0"/>
          </a:xfrm>
          <a:prstGeom prst="line">
            <a:avLst/>
          </a:prstGeom>
          <a:ln w="3175">
            <a:solidFill>
              <a:srgbClr val="000000"/>
            </a:solidFill>
          </a:ln>
        </p:spPr>
        <p:style>
          <a:lnRef idx="2">
            <a:schemeClr val="accent1"/>
          </a:lnRef>
          <a:fillRef idx="0">
            <a:schemeClr val="accent1"/>
          </a:fillRef>
          <a:effectRef idx="1">
            <a:schemeClr val="accent1"/>
          </a:effectRef>
          <a:fontRef idx="minor">
            <a:schemeClr val="tx1"/>
          </a:fontRef>
        </p:style>
      </p:cxnSp>
      <p:sp>
        <p:nvSpPr>
          <p:cNvPr id="7" name="Date Placeholder 3">
            <a:extLst>
              <a:ext uri="{FF2B5EF4-FFF2-40B4-BE49-F238E27FC236}">
                <a16:creationId xmlns:a16="http://schemas.microsoft.com/office/drawing/2014/main" id="{ADD22EFF-C053-A234-9973-CAC57BB157BB}"/>
              </a:ext>
            </a:extLst>
          </p:cNvPr>
          <p:cNvSpPr txBox="1">
            <a:spLocks/>
          </p:cNvSpPr>
          <p:nvPr userDrawn="1"/>
        </p:nvSpPr>
        <p:spPr>
          <a:xfrm>
            <a:off x="6994859" y="12833511"/>
            <a:ext cx="52899" cy="123111"/>
          </a:xfrm>
          <a:prstGeom prst="rect">
            <a:avLst/>
          </a:prstGeom>
        </p:spPr>
        <p:txBody>
          <a:bodyPr wrap="none" lIns="0" tIns="0" rIns="0" bIns="0" anchor="ctr">
            <a:spAutoFit/>
          </a:bodyPr>
          <a:lstStyle>
            <a:defPPr>
              <a:defRPr lang="en-SA"/>
            </a:defPPr>
            <a:lvl1pPr marL="0" algn="l" defTabSz="914400" rtl="0" eaLnBrk="1" latinLnBrk="0" hangingPunct="1">
              <a:defRPr sz="1000" kern="1200">
                <a:solidFill>
                  <a:schemeClr val="bg2"/>
                </a:solidFill>
                <a:latin typeface="Readex Pro Deca" pitchFamily="2" charset="-78"/>
                <a:ea typeface="+mn-ea"/>
                <a:cs typeface="Readex Pro Deca" pitchFamily="2" charset="-78"/>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0CA8B97-79F7-4841-B144-26FBE5AC4C5B}" type="slidenum">
              <a:rPr lang="en-US" sz="800">
                <a:solidFill>
                  <a:srgbClr val="000000"/>
                </a:solidFill>
                <a:latin typeface="Abar Mid" pitchFamily="2" charset="-78"/>
                <a:ea typeface="Abar Mid" pitchFamily="2" charset="-78"/>
                <a:cs typeface="Abar Mid" pitchFamily="2" charset="-78"/>
              </a:rPr>
              <a:pPr algn="ctr"/>
              <a:t>‹#›</a:t>
            </a:fld>
            <a:endParaRPr lang="en-SA" sz="800">
              <a:solidFill>
                <a:srgbClr val="000000"/>
              </a:solidFill>
              <a:latin typeface="Abar Mid" pitchFamily="2" charset="-78"/>
              <a:ea typeface="Abar Mid" pitchFamily="2" charset="-78"/>
              <a:cs typeface="Abar Mid" pitchFamily="2" charset="-78"/>
            </a:endParaRPr>
          </a:p>
        </p:txBody>
      </p:sp>
    </p:spTree>
    <p:extLst>
      <p:ext uri="{BB962C8B-B14F-4D97-AF65-F5344CB8AC3E}">
        <p14:creationId xmlns:p14="http://schemas.microsoft.com/office/powerpoint/2010/main" val="3734601892"/>
      </p:ext>
    </p:extLst>
  </p:cSld>
  <p:clrMapOvr>
    <a:masterClrMapping/>
  </p:clrMapOvr>
  <p:extLst>
    <p:ext uri="{DCECCB84-F9BA-43D5-87BE-67443E8EF086}">
      <p15:sldGuideLst xmlns:p15="http://schemas.microsoft.com/office/powerpoint/2012/main">
        <p15:guide id="1" orient="horz" pos="4233">
          <p15:clr>
            <a:srgbClr val="FBAE40"/>
          </p15:clr>
        </p15:guide>
        <p15:guide id="2" pos="238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4_Title Slide">
    <p:spTree>
      <p:nvGrpSpPr>
        <p:cNvPr id="1" name=""/>
        <p:cNvGrpSpPr/>
        <p:nvPr/>
      </p:nvGrpSpPr>
      <p:grpSpPr>
        <a:xfrm>
          <a:off x="0" y="0"/>
          <a:ext cx="0" cy="0"/>
          <a:chOff x="0" y="0"/>
          <a:chExt cx="0" cy="0"/>
        </a:xfrm>
      </p:grpSpPr>
      <p:sp>
        <p:nvSpPr>
          <p:cNvPr id="48" name="Rectangle 47">
            <a:extLst>
              <a:ext uri="{FF2B5EF4-FFF2-40B4-BE49-F238E27FC236}">
                <a16:creationId xmlns:a16="http://schemas.microsoft.com/office/drawing/2014/main" id="{E13EF92A-5606-E87C-0E01-7AC1DF56E276}"/>
              </a:ext>
            </a:extLst>
          </p:cNvPr>
          <p:cNvSpPr/>
          <p:nvPr userDrawn="1"/>
        </p:nvSpPr>
        <p:spPr>
          <a:xfrm>
            <a:off x="4" y="-1"/>
            <a:ext cx="7559675" cy="13441363"/>
          </a:xfrm>
          <a:prstGeom prst="rect">
            <a:avLst/>
          </a:prstGeom>
          <a:solidFill>
            <a:srgbClr val="FBF7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514358" rtl="0" eaLnBrk="1" latinLnBrk="0" hangingPunct="1"/>
            <a:endParaRPr lang="en-SA" sz="1013">
              <a:ln>
                <a:noFill/>
              </a:ln>
              <a:solidFill>
                <a:srgbClr val="FDFDF2"/>
              </a:solidFill>
            </a:endParaRPr>
          </a:p>
        </p:txBody>
      </p:sp>
      <p:sp>
        <p:nvSpPr>
          <p:cNvPr id="24" name="Rectangle 23">
            <a:extLst>
              <a:ext uri="{FF2B5EF4-FFF2-40B4-BE49-F238E27FC236}">
                <a16:creationId xmlns:a16="http://schemas.microsoft.com/office/drawing/2014/main" id="{15781BA5-3357-91AF-7215-EDE61AD043E5}"/>
              </a:ext>
            </a:extLst>
          </p:cNvPr>
          <p:cNvSpPr/>
          <p:nvPr userDrawn="1"/>
        </p:nvSpPr>
        <p:spPr>
          <a:xfrm>
            <a:off x="4" y="13296034"/>
            <a:ext cx="7559675" cy="14533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sz="1800" dirty="0"/>
          </a:p>
        </p:txBody>
      </p:sp>
      <p:sp>
        <p:nvSpPr>
          <p:cNvPr id="36" name="Rectangle: Top Corners Rounded 35">
            <a:hlinkClick r:id="rId2" action="ppaction://hlinksldjump"/>
            <a:extLst>
              <a:ext uri="{FF2B5EF4-FFF2-40B4-BE49-F238E27FC236}">
                <a16:creationId xmlns:a16="http://schemas.microsoft.com/office/drawing/2014/main" id="{73FBB6E0-029E-5C36-7D3C-C3086DCB8F61}"/>
              </a:ext>
            </a:extLst>
          </p:cNvPr>
          <p:cNvSpPr/>
          <p:nvPr userDrawn="1"/>
        </p:nvSpPr>
        <p:spPr>
          <a:xfrm flipV="1">
            <a:off x="5953267" y="-3"/>
            <a:ext cx="1252892" cy="685785"/>
          </a:xfrm>
          <a:prstGeom prst="round2SameRect">
            <a:avLst/>
          </a:prstGeom>
          <a:solidFill>
            <a:schemeClr val="tx1">
              <a:lumMod val="95000"/>
              <a:lumOff val="5000"/>
            </a:schemeClr>
          </a:solidFill>
          <a:ln w="19050" cap="flat" cmpd="sng" algn="ctr">
            <a:noFill/>
            <a:prstDash val="solid"/>
            <a:miter lim="800000"/>
          </a:ln>
          <a:effectLst/>
        </p:spPr>
        <p:txBody>
          <a:bodyPr tIns="72000" bIns="36000" rtlCol="1" anchor="t" anchorCtr="0"/>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1"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37" name="Rectangle 36">
            <a:hlinkClick r:id="rId2" action="ppaction://hlinksldjump"/>
            <a:extLst>
              <a:ext uri="{FF2B5EF4-FFF2-40B4-BE49-F238E27FC236}">
                <a16:creationId xmlns:a16="http://schemas.microsoft.com/office/drawing/2014/main" id="{E9738941-90D8-D1A5-278D-AF8BB2B0923A}"/>
              </a:ext>
            </a:extLst>
          </p:cNvPr>
          <p:cNvSpPr/>
          <p:nvPr userDrawn="1"/>
        </p:nvSpPr>
        <p:spPr>
          <a:xfrm>
            <a:off x="5953267" y="205599"/>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1"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ملخص المهام</a:t>
            </a:r>
            <a:endParaRPr kumimoji="0" lang="en-GB" sz="1200" b="1"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39" name="Rectangle: Top Corners Rounded 38">
            <a:hlinkClick r:id="rId3" action="ppaction://hlinksldjump"/>
            <a:extLst>
              <a:ext uri="{FF2B5EF4-FFF2-40B4-BE49-F238E27FC236}">
                <a16:creationId xmlns:a16="http://schemas.microsoft.com/office/drawing/2014/main" id="{287B7D5A-9F83-7330-C9C8-0D07342A1615}"/>
              </a:ext>
            </a:extLst>
          </p:cNvPr>
          <p:cNvSpPr/>
          <p:nvPr userDrawn="1"/>
        </p:nvSpPr>
        <p:spPr>
          <a:xfrm flipV="1">
            <a:off x="4603531" y="-1"/>
            <a:ext cx="1252892" cy="596891"/>
          </a:xfrm>
          <a:prstGeom prst="round2SameRect">
            <a:avLst/>
          </a:prstGeom>
          <a:solidFill>
            <a:srgbClr val="FFFFFF">
              <a:lumMod val="85000"/>
            </a:srgbClr>
          </a:solidFill>
          <a:ln w="19050" cap="flat" cmpd="sng" algn="ctr">
            <a:noFill/>
            <a:prstDash val="solid"/>
            <a:miter lim="800000"/>
          </a:ln>
          <a:effectLst/>
        </p:spPr>
        <p:txBody>
          <a:bodyPr tIns="72000" bIns="36000" rtlCol="1" anchor="ctr"/>
          <a:lstStyle/>
          <a:p>
            <a:pPr marL="0" marR="0" lvl="0" indent="0" algn="l"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40" name="Rectangle 39">
            <a:hlinkClick r:id="rId3" action="ppaction://hlinksldjump"/>
            <a:extLst>
              <a:ext uri="{FF2B5EF4-FFF2-40B4-BE49-F238E27FC236}">
                <a16:creationId xmlns:a16="http://schemas.microsoft.com/office/drawing/2014/main" id="{BE27891A-A253-AABC-612D-8BE022146281}"/>
              </a:ext>
            </a:extLst>
          </p:cNvPr>
          <p:cNvSpPr/>
          <p:nvPr userDrawn="1"/>
        </p:nvSpPr>
        <p:spPr>
          <a:xfrm>
            <a:off x="4603531" y="137425"/>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ملخص مشاريع  سهيل</a:t>
            </a:r>
          </a:p>
        </p:txBody>
      </p:sp>
      <p:sp>
        <p:nvSpPr>
          <p:cNvPr id="42" name="Rectangle: Top Corners Rounded 41">
            <a:extLst>
              <a:ext uri="{FF2B5EF4-FFF2-40B4-BE49-F238E27FC236}">
                <a16:creationId xmlns:a16="http://schemas.microsoft.com/office/drawing/2014/main" id="{0756BCB3-9F89-B1B5-EEF9-9DAA906AC2E4}"/>
              </a:ext>
            </a:extLst>
          </p:cNvPr>
          <p:cNvSpPr/>
          <p:nvPr userDrawn="1"/>
        </p:nvSpPr>
        <p:spPr>
          <a:xfrm flipV="1">
            <a:off x="3253792" y="-1"/>
            <a:ext cx="1252892" cy="596891"/>
          </a:xfrm>
          <a:prstGeom prst="round2SameRect">
            <a:avLst/>
          </a:prstGeom>
          <a:solidFill>
            <a:srgbClr val="FFFFFF">
              <a:lumMod val="85000"/>
            </a:srgbClr>
          </a:solid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43" name="Rectangle 42">
            <a:extLst>
              <a:ext uri="{FF2B5EF4-FFF2-40B4-BE49-F238E27FC236}">
                <a16:creationId xmlns:a16="http://schemas.microsoft.com/office/drawing/2014/main" id="{A064E357-EB14-F530-0142-67201D5CC85C}"/>
              </a:ext>
            </a:extLst>
          </p:cNvPr>
          <p:cNvSpPr/>
          <p:nvPr userDrawn="1"/>
        </p:nvSpPr>
        <p:spPr>
          <a:xfrm>
            <a:off x="3253792" y="137425"/>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المعاملات</a:t>
            </a: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grpSp>
        <p:nvGrpSpPr>
          <p:cNvPr id="10" name="Group 9">
            <a:extLst>
              <a:ext uri="{FF2B5EF4-FFF2-40B4-BE49-F238E27FC236}">
                <a16:creationId xmlns:a16="http://schemas.microsoft.com/office/drawing/2014/main" id="{2B6679C8-5764-1053-6B26-97897A3A8CEB}"/>
              </a:ext>
            </a:extLst>
          </p:cNvPr>
          <p:cNvGrpSpPr/>
          <p:nvPr userDrawn="1"/>
        </p:nvGrpSpPr>
        <p:grpSpPr>
          <a:xfrm>
            <a:off x="1904055" y="-1"/>
            <a:ext cx="1252892" cy="596886"/>
            <a:chOff x="736600" y="-2"/>
            <a:chExt cx="1252892" cy="596886"/>
          </a:xfrm>
        </p:grpSpPr>
        <p:sp>
          <p:nvSpPr>
            <p:cNvPr id="8" name="Rectangle: Top Corners Rounded 7">
              <a:hlinkClick r:id="rId4" action="ppaction://hlinksldjump"/>
              <a:extLst>
                <a:ext uri="{FF2B5EF4-FFF2-40B4-BE49-F238E27FC236}">
                  <a16:creationId xmlns:a16="http://schemas.microsoft.com/office/drawing/2014/main" id="{F07887D5-4371-3456-3A99-F65130EC509C}"/>
                </a:ext>
              </a:extLst>
            </p:cNvPr>
            <p:cNvSpPr/>
            <p:nvPr userDrawn="1"/>
          </p:nvSpPr>
          <p:spPr>
            <a:xfrm flipV="1">
              <a:off x="736600" y="-2"/>
              <a:ext cx="1252892" cy="596886"/>
            </a:xfrm>
            <a:prstGeom prst="round2SameRect">
              <a:avLst/>
            </a:prstGeom>
            <a:solidFill>
              <a:srgbClr val="D9D9D9"/>
            </a:solid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9" name="Rectangle 8">
              <a:hlinkClick r:id="rId4" action="ppaction://hlinksldjump"/>
              <a:extLst>
                <a:ext uri="{FF2B5EF4-FFF2-40B4-BE49-F238E27FC236}">
                  <a16:creationId xmlns:a16="http://schemas.microsoft.com/office/drawing/2014/main" id="{6ACECB9F-2595-FC0A-B818-97D53690AE2E}"/>
                </a:ext>
              </a:extLst>
            </p:cNvPr>
            <p:cNvSpPr/>
            <p:nvPr userDrawn="1"/>
          </p:nvSpPr>
          <p:spPr>
            <a:xfrm>
              <a:off x="736600" y="165091"/>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التجربة الرقمية</a:t>
              </a: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grpSp>
      <p:grpSp>
        <p:nvGrpSpPr>
          <p:cNvPr id="11" name="Group 10">
            <a:extLst>
              <a:ext uri="{FF2B5EF4-FFF2-40B4-BE49-F238E27FC236}">
                <a16:creationId xmlns:a16="http://schemas.microsoft.com/office/drawing/2014/main" id="{0414CACC-B735-29B9-DD30-9AC8813DA266}"/>
              </a:ext>
            </a:extLst>
          </p:cNvPr>
          <p:cNvGrpSpPr/>
          <p:nvPr userDrawn="1"/>
        </p:nvGrpSpPr>
        <p:grpSpPr>
          <a:xfrm>
            <a:off x="557855" y="-2"/>
            <a:ext cx="1252892" cy="596891"/>
            <a:chOff x="2082800" y="-1"/>
            <a:chExt cx="1252892" cy="596891"/>
          </a:xfrm>
        </p:grpSpPr>
        <p:sp>
          <p:nvSpPr>
            <p:cNvPr id="45" name="Rectangle: Top Corners Rounded 44">
              <a:hlinkClick r:id="rId4" action="ppaction://hlinksldjump"/>
              <a:extLst>
                <a:ext uri="{FF2B5EF4-FFF2-40B4-BE49-F238E27FC236}">
                  <a16:creationId xmlns:a16="http://schemas.microsoft.com/office/drawing/2014/main" id="{F2657A36-C429-A67C-74B1-D61CFD41FBB1}"/>
                </a:ext>
              </a:extLst>
            </p:cNvPr>
            <p:cNvSpPr/>
            <p:nvPr userDrawn="1"/>
          </p:nvSpPr>
          <p:spPr>
            <a:xfrm flipV="1">
              <a:off x="2082800" y="-1"/>
              <a:ext cx="1252892" cy="596891"/>
            </a:xfrm>
            <a:prstGeom prst="round2SameRect">
              <a:avLst/>
            </a:prstGeom>
            <a:solidFill>
              <a:srgbClr val="FFFFFF">
                <a:lumMod val="85000"/>
              </a:srgbClr>
            </a:solid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46" name="Rectangle 45">
              <a:hlinkClick r:id="rId4" action="ppaction://hlinksldjump"/>
              <a:extLst>
                <a:ext uri="{FF2B5EF4-FFF2-40B4-BE49-F238E27FC236}">
                  <a16:creationId xmlns:a16="http://schemas.microsoft.com/office/drawing/2014/main" id="{2A1D9F59-1C83-02D7-5789-17E50739D4F5}"/>
                </a:ext>
              </a:extLst>
            </p:cNvPr>
            <p:cNvSpPr/>
            <p:nvPr userDrawn="1"/>
          </p:nvSpPr>
          <p:spPr>
            <a:xfrm>
              <a:off x="2082800" y="137425"/>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التفاصيل</a:t>
              </a: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grpSp>
      <p:sp>
        <p:nvSpPr>
          <p:cNvPr id="2" name="object 117">
            <a:extLst>
              <a:ext uri="{FF2B5EF4-FFF2-40B4-BE49-F238E27FC236}">
                <a16:creationId xmlns:a16="http://schemas.microsoft.com/office/drawing/2014/main" id="{B2AD2C9E-C902-DE43-B72D-F231B12633C0}"/>
              </a:ext>
            </a:extLst>
          </p:cNvPr>
          <p:cNvSpPr/>
          <p:nvPr userDrawn="1"/>
        </p:nvSpPr>
        <p:spPr>
          <a:xfrm>
            <a:off x="6803044" y="12687759"/>
            <a:ext cx="436531" cy="414655"/>
          </a:xfrm>
          <a:custGeom>
            <a:avLst/>
            <a:gdLst/>
            <a:ahLst/>
            <a:cxnLst/>
            <a:rect l="l" t="t" r="r" b="b"/>
            <a:pathLst>
              <a:path w="417830" h="414654">
                <a:moveTo>
                  <a:pt x="59512" y="61899"/>
                </a:moveTo>
                <a:lnTo>
                  <a:pt x="58169" y="100270"/>
                </a:lnTo>
                <a:lnTo>
                  <a:pt x="58391" y="122310"/>
                </a:lnTo>
                <a:lnTo>
                  <a:pt x="60780" y="136344"/>
                </a:lnTo>
                <a:lnTo>
                  <a:pt x="65938" y="150698"/>
                </a:lnTo>
                <a:lnTo>
                  <a:pt x="37747" y="170209"/>
                </a:lnTo>
                <a:lnTo>
                  <a:pt x="21482" y="182727"/>
                </a:lnTo>
                <a:lnTo>
                  <a:pt x="10960" y="193664"/>
                </a:lnTo>
                <a:lnTo>
                  <a:pt x="0" y="208432"/>
                </a:lnTo>
                <a:lnTo>
                  <a:pt x="18765" y="230268"/>
                </a:lnTo>
                <a:lnTo>
                  <a:pt x="32111" y="243817"/>
                </a:lnTo>
                <a:lnTo>
                  <a:pt x="46420" y="254723"/>
                </a:lnTo>
                <a:lnTo>
                  <a:pt x="68071" y="268630"/>
                </a:lnTo>
                <a:lnTo>
                  <a:pt x="62799" y="286727"/>
                </a:lnTo>
                <a:lnTo>
                  <a:pt x="60417" y="301775"/>
                </a:lnTo>
                <a:lnTo>
                  <a:pt x="60363" y="321888"/>
                </a:lnTo>
                <a:lnTo>
                  <a:pt x="62077" y="355180"/>
                </a:lnTo>
                <a:lnTo>
                  <a:pt x="95788" y="357012"/>
                </a:lnTo>
                <a:lnTo>
                  <a:pt x="116592" y="357022"/>
                </a:lnTo>
                <a:lnTo>
                  <a:pt x="133100" y="354670"/>
                </a:lnTo>
                <a:lnTo>
                  <a:pt x="153923" y="349415"/>
                </a:lnTo>
                <a:lnTo>
                  <a:pt x="163964" y="369163"/>
                </a:lnTo>
                <a:lnTo>
                  <a:pt x="173243" y="382528"/>
                </a:lnTo>
                <a:lnTo>
                  <a:pt x="187099" y="395615"/>
                </a:lnTo>
                <a:lnTo>
                  <a:pt x="210870" y="414527"/>
                </a:lnTo>
                <a:lnTo>
                  <a:pt x="238188" y="390040"/>
                </a:lnTo>
                <a:lnTo>
                  <a:pt x="253584" y="374738"/>
                </a:lnTo>
                <a:lnTo>
                  <a:pt x="262716" y="362200"/>
                </a:lnTo>
                <a:lnTo>
                  <a:pt x="271246" y="345998"/>
                </a:lnTo>
                <a:lnTo>
                  <a:pt x="284383" y="350873"/>
                </a:lnTo>
                <a:lnTo>
                  <a:pt x="297805" y="353277"/>
                </a:lnTo>
                <a:lnTo>
                  <a:pt x="319652" y="353912"/>
                </a:lnTo>
                <a:lnTo>
                  <a:pt x="358063" y="353479"/>
                </a:lnTo>
                <a:lnTo>
                  <a:pt x="358848" y="315119"/>
                </a:lnTo>
                <a:lnTo>
                  <a:pt x="358340" y="292727"/>
                </a:lnTo>
                <a:lnTo>
                  <a:pt x="355845" y="277657"/>
                </a:lnTo>
                <a:lnTo>
                  <a:pt x="350672" y="261264"/>
                </a:lnTo>
                <a:lnTo>
                  <a:pt x="367975" y="253366"/>
                </a:lnTo>
                <a:lnTo>
                  <a:pt x="380701" y="244897"/>
                </a:lnTo>
                <a:lnTo>
                  <a:pt x="395113" y="230603"/>
                </a:lnTo>
                <a:lnTo>
                  <a:pt x="417474" y="205231"/>
                </a:lnTo>
                <a:lnTo>
                  <a:pt x="395660" y="181540"/>
                </a:lnTo>
                <a:lnTo>
                  <a:pt x="381073" y="167384"/>
                </a:lnTo>
                <a:lnTo>
                  <a:pt x="367128" y="157131"/>
                </a:lnTo>
                <a:lnTo>
                  <a:pt x="347243" y="145148"/>
                </a:lnTo>
                <a:lnTo>
                  <a:pt x="353622" y="128178"/>
                </a:lnTo>
                <a:lnTo>
                  <a:pt x="356506" y="113449"/>
                </a:lnTo>
                <a:lnTo>
                  <a:pt x="356578" y="92795"/>
                </a:lnTo>
                <a:lnTo>
                  <a:pt x="354520" y="58051"/>
                </a:lnTo>
                <a:lnTo>
                  <a:pt x="328292" y="57437"/>
                </a:lnTo>
                <a:lnTo>
                  <a:pt x="310049" y="57900"/>
                </a:lnTo>
                <a:lnTo>
                  <a:pt x="291242" y="60043"/>
                </a:lnTo>
                <a:lnTo>
                  <a:pt x="263321" y="64465"/>
                </a:lnTo>
                <a:lnTo>
                  <a:pt x="251345" y="44005"/>
                </a:lnTo>
                <a:lnTo>
                  <a:pt x="241377" y="30470"/>
                </a:lnTo>
                <a:lnTo>
                  <a:pt x="228040" y="17816"/>
                </a:lnTo>
                <a:lnTo>
                  <a:pt x="205955" y="0"/>
                </a:lnTo>
                <a:lnTo>
                  <a:pt x="178286" y="25306"/>
                </a:lnTo>
                <a:lnTo>
                  <a:pt x="162863" y="40768"/>
                </a:lnTo>
                <a:lnTo>
                  <a:pt x="154104" y="52708"/>
                </a:lnTo>
                <a:lnTo>
                  <a:pt x="146430" y="67449"/>
                </a:lnTo>
                <a:lnTo>
                  <a:pt x="127970" y="61840"/>
                </a:lnTo>
                <a:lnTo>
                  <a:pt x="112763" y="59393"/>
                </a:lnTo>
                <a:lnTo>
                  <a:pt x="92659" y="59586"/>
                </a:lnTo>
                <a:lnTo>
                  <a:pt x="59512" y="61899"/>
                </a:lnTo>
                <a:close/>
              </a:path>
            </a:pathLst>
          </a:custGeom>
          <a:noFill/>
          <a:ln w="12699">
            <a:solidFill>
              <a:srgbClr val="000000"/>
            </a:solidFill>
          </a:ln>
        </p:spPr>
        <p:txBody>
          <a:bodyPr wrap="square" lIns="0" tIns="0" rIns="0" bIns="0" rtlCol="0"/>
          <a:lstStyle/>
          <a:p>
            <a:endParaRPr sz="1800" dirty="0"/>
          </a:p>
        </p:txBody>
      </p:sp>
      <p:sp>
        <p:nvSpPr>
          <p:cNvPr id="3" name="object 118">
            <a:extLst>
              <a:ext uri="{FF2B5EF4-FFF2-40B4-BE49-F238E27FC236}">
                <a16:creationId xmlns:a16="http://schemas.microsoft.com/office/drawing/2014/main" id="{5CDAFA1C-E606-8711-9D76-9C0670AE1A4F}"/>
              </a:ext>
            </a:extLst>
          </p:cNvPr>
          <p:cNvSpPr/>
          <p:nvPr userDrawn="1"/>
        </p:nvSpPr>
        <p:spPr>
          <a:xfrm>
            <a:off x="6836634" y="12719491"/>
            <a:ext cx="369525" cy="351155"/>
          </a:xfrm>
          <a:custGeom>
            <a:avLst/>
            <a:gdLst/>
            <a:ahLst/>
            <a:cxnLst/>
            <a:rect l="l" t="t" r="r" b="b"/>
            <a:pathLst>
              <a:path w="353694" h="351154">
                <a:moveTo>
                  <a:pt x="50393" y="52412"/>
                </a:moveTo>
                <a:lnTo>
                  <a:pt x="49256" y="84906"/>
                </a:lnTo>
                <a:lnTo>
                  <a:pt x="49444" y="103570"/>
                </a:lnTo>
                <a:lnTo>
                  <a:pt x="51465" y="115454"/>
                </a:lnTo>
                <a:lnTo>
                  <a:pt x="55829" y="127609"/>
                </a:lnTo>
                <a:lnTo>
                  <a:pt x="31961" y="144132"/>
                </a:lnTo>
                <a:lnTo>
                  <a:pt x="18189" y="154733"/>
                </a:lnTo>
                <a:lnTo>
                  <a:pt x="9280" y="163996"/>
                </a:lnTo>
                <a:lnTo>
                  <a:pt x="0" y="176504"/>
                </a:lnTo>
                <a:lnTo>
                  <a:pt x="15888" y="194988"/>
                </a:lnTo>
                <a:lnTo>
                  <a:pt x="27189" y="206459"/>
                </a:lnTo>
                <a:lnTo>
                  <a:pt x="39306" y="215693"/>
                </a:lnTo>
                <a:lnTo>
                  <a:pt x="57645" y="227469"/>
                </a:lnTo>
                <a:lnTo>
                  <a:pt x="53179" y="242795"/>
                </a:lnTo>
                <a:lnTo>
                  <a:pt x="51161" y="255538"/>
                </a:lnTo>
                <a:lnTo>
                  <a:pt x="51115" y="272569"/>
                </a:lnTo>
                <a:lnTo>
                  <a:pt x="52565" y="300761"/>
                </a:lnTo>
                <a:lnTo>
                  <a:pt x="81112" y="302313"/>
                </a:lnTo>
                <a:lnTo>
                  <a:pt x="98729" y="302323"/>
                </a:lnTo>
                <a:lnTo>
                  <a:pt x="112708" y="300332"/>
                </a:lnTo>
                <a:lnTo>
                  <a:pt x="130340" y="295884"/>
                </a:lnTo>
                <a:lnTo>
                  <a:pt x="138844" y="312605"/>
                </a:lnTo>
                <a:lnTo>
                  <a:pt x="146702" y="323921"/>
                </a:lnTo>
                <a:lnTo>
                  <a:pt x="158434" y="335001"/>
                </a:lnTo>
                <a:lnTo>
                  <a:pt x="178562" y="351015"/>
                </a:lnTo>
                <a:lnTo>
                  <a:pt x="201699" y="330277"/>
                </a:lnTo>
                <a:lnTo>
                  <a:pt x="214737" y="317320"/>
                </a:lnTo>
                <a:lnTo>
                  <a:pt x="222471" y="306704"/>
                </a:lnTo>
                <a:lnTo>
                  <a:pt x="229692" y="292988"/>
                </a:lnTo>
                <a:lnTo>
                  <a:pt x="240813" y="297116"/>
                </a:lnTo>
                <a:lnTo>
                  <a:pt x="252177" y="299151"/>
                </a:lnTo>
                <a:lnTo>
                  <a:pt x="270675" y="299686"/>
                </a:lnTo>
                <a:lnTo>
                  <a:pt x="303199" y="299313"/>
                </a:lnTo>
                <a:lnTo>
                  <a:pt x="303866" y="266832"/>
                </a:lnTo>
                <a:lnTo>
                  <a:pt x="303437" y="247872"/>
                </a:lnTo>
                <a:lnTo>
                  <a:pt x="301328" y="235112"/>
                </a:lnTo>
                <a:lnTo>
                  <a:pt x="296951" y="221233"/>
                </a:lnTo>
                <a:lnTo>
                  <a:pt x="311601" y="214541"/>
                </a:lnTo>
                <a:lnTo>
                  <a:pt x="322376" y="207368"/>
                </a:lnTo>
                <a:lnTo>
                  <a:pt x="334581" y="195266"/>
                </a:lnTo>
                <a:lnTo>
                  <a:pt x="353517" y="173786"/>
                </a:lnTo>
                <a:lnTo>
                  <a:pt x="335042" y="153725"/>
                </a:lnTo>
                <a:lnTo>
                  <a:pt x="322689" y="141738"/>
                </a:lnTo>
                <a:lnTo>
                  <a:pt x="310881" y="133056"/>
                </a:lnTo>
                <a:lnTo>
                  <a:pt x="294043" y="122910"/>
                </a:lnTo>
                <a:lnTo>
                  <a:pt x="299447" y="108535"/>
                </a:lnTo>
                <a:lnTo>
                  <a:pt x="301891" y="96061"/>
                </a:lnTo>
                <a:lnTo>
                  <a:pt x="301954" y="78574"/>
                </a:lnTo>
                <a:lnTo>
                  <a:pt x="300215" y="49161"/>
                </a:lnTo>
                <a:lnTo>
                  <a:pt x="277998" y="48632"/>
                </a:lnTo>
                <a:lnTo>
                  <a:pt x="262548" y="49020"/>
                </a:lnTo>
                <a:lnTo>
                  <a:pt x="246624" y="50835"/>
                </a:lnTo>
                <a:lnTo>
                  <a:pt x="222986" y="54584"/>
                </a:lnTo>
                <a:lnTo>
                  <a:pt x="212840" y="37258"/>
                </a:lnTo>
                <a:lnTo>
                  <a:pt x="204396" y="25796"/>
                </a:lnTo>
                <a:lnTo>
                  <a:pt x="193100" y="15083"/>
                </a:lnTo>
                <a:lnTo>
                  <a:pt x="174396" y="0"/>
                </a:lnTo>
                <a:lnTo>
                  <a:pt x="150970" y="21430"/>
                </a:lnTo>
                <a:lnTo>
                  <a:pt x="137912" y="34523"/>
                </a:lnTo>
                <a:lnTo>
                  <a:pt x="130498" y="44632"/>
                </a:lnTo>
                <a:lnTo>
                  <a:pt x="124002" y="57111"/>
                </a:lnTo>
                <a:lnTo>
                  <a:pt x="108372" y="52359"/>
                </a:lnTo>
                <a:lnTo>
                  <a:pt x="95494" y="50285"/>
                </a:lnTo>
                <a:lnTo>
                  <a:pt x="78468" y="50450"/>
                </a:lnTo>
                <a:lnTo>
                  <a:pt x="50393" y="52412"/>
                </a:lnTo>
                <a:close/>
              </a:path>
            </a:pathLst>
          </a:custGeom>
          <a:noFill/>
          <a:ln w="3175">
            <a:solidFill>
              <a:srgbClr val="000000"/>
            </a:solidFill>
          </a:ln>
        </p:spPr>
        <p:txBody>
          <a:bodyPr wrap="square" lIns="0" tIns="0" rIns="0" bIns="0" rtlCol="0"/>
          <a:lstStyle/>
          <a:p>
            <a:endParaRPr sz="1800" dirty="0"/>
          </a:p>
        </p:txBody>
      </p:sp>
      <p:pic>
        <p:nvPicPr>
          <p:cNvPr id="4" name="Picture 3" descr="A black and gold rectangular frame with a black background&#10;&#10;AI-generated content may be incorrect.">
            <a:extLst>
              <a:ext uri="{FF2B5EF4-FFF2-40B4-BE49-F238E27FC236}">
                <a16:creationId xmlns:a16="http://schemas.microsoft.com/office/drawing/2014/main" id="{B584CCBF-57D9-3C44-85F5-76CAC1B3738C}"/>
              </a:ext>
            </a:extLst>
          </p:cNvPr>
          <p:cNvPicPr>
            <a:picLocks noChangeAspect="1"/>
          </p:cNvPicPr>
          <p:nvPr userDrawn="1"/>
        </p:nvPicPr>
        <p:blipFill>
          <a:blip r:embed="rId5"/>
          <a:stretch>
            <a:fillRect/>
          </a:stretch>
        </p:blipFill>
        <p:spPr>
          <a:xfrm>
            <a:off x="320101" y="12702389"/>
            <a:ext cx="1303475" cy="385395"/>
          </a:xfrm>
          <a:prstGeom prst="rect">
            <a:avLst/>
          </a:prstGeom>
        </p:spPr>
      </p:pic>
      <p:cxnSp>
        <p:nvCxnSpPr>
          <p:cNvPr id="5" name="Straight Connector 4">
            <a:extLst>
              <a:ext uri="{FF2B5EF4-FFF2-40B4-BE49-F238E27FC236}">
                <a16:creationId xmlns:a16="http://schemas.microsoft.com/office/drawing/2014/main" id="{9A915786-53CD-017C-C8B3-AB5678F49ED3}"/>
              </a:ext>
            </a:extLst>
          </p:cNvPr>
          <p:cNvCxnSpPr/>
          <p:nvPr userDrawn="1"/>
        </p:nvCxnSpPr>
        <p:spPr>
          <a:xfrm>
            <a:off x="1767352" y="12895067"/>
            <a:ext cx="5035693" cy="0"/>
          </a:xfrm>
          <a:prstGeom prst="line">
            <a:avLst/>
          </a:prstGeom>
          <a:ln w="3175">
            <a:solidFill>
              <a:srgbClr val="000000"/>
            </a:solidFill>
          </a:ln>
        </p:spPr>
        <p:style>
          <a:lnRef idx="2">
            <a:schemeClr val="accent1"/>
          </a:lnRef>
          <a:fillRef idx="0">
            <a:schemeClr val="accent1"/>
          </a:fillRef>
          <a:effectRef idx="1">
            <a:schemeClr val="accent1"/>
          </a:effectRef>
          <a:fontRef idx="minor">
            <a:schemeClr val="tx1"/>
          </a:fontRef>
        </p:style>
      </p:cxnSp>
      <p:sp>
        <p:nvSpPr>
          <p:cNvPr id="7" name="Date Placeholder 3">
            <a:extLst>
              <a:ext uri="{FF2B5EF4-FFF2-40B4-BE49-F238E27FC236}">
                <a16:creationId xmlns:a16="http://schemas.microsoft.com/office/drawing/2014/main" id="{ADD22EFF-C053-A234-9973-CAC57BB157BB}"/>
              </a:ext>
            </a:extLst>
          </p:cNvPr>
          <p:cNvSpPr txBox="1">
            <a:spLocks/>
          </p:cNvSpPr>
          <p:nvPr userDrawn="1"/>
        </p:nvSpPr>
        <p:spPr>
          <a:xfrm>
            <a:off x="6994859" y="12833511"/>
            <a:ext cx="52899" cy="123111"/>
          </a:xfrm>
          <a:prstGeom prst="rect">
            <a:avLst/>
          </a:prstGeom>
        </p:spPr>
        <p:txBody>
          <a:bodyPr wrap="none" lIns="0" tIns="0" rIns="0" bIns="0" anchor="ctr">
            <a:spAutoFit/>
          </a:bodyPr>
          <a:lstStyle>
            <a:defPPr>
              <a:defRPr lang="en-SA"/>
            </a:defPPr>
            <a:lvl1pPr marL="0" algn="l" defTabSz="914400" rtl="0" eaLnBrk="1" latinLnBrk="0" hangingPunct="1">
              <a:defRPr sz="1000" kern="1200">
                <a:solidFill>
                  <a:schemeClr val="bg2"/>
                </a:solidFill>
                <a:latin typeface="Readex Pro Deca" pitchFamily="2" charset="-78"/>
                <a:ea typeface="+mn-ea"/>
                <a:cs typeface="Readex Pro Deca" pitchFamily="2" charset="-78"/>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0CA8B97-79F7-4841-B144-26FBE5AC4C5B}" type="slidenum">
              <a:rPr lang="en-US" sz="800">
                <a:solidFill>
                  <a:srgbClr val="000000"/>
                </a:solidFill>
                <a:latin typeface="Abar Mid" pitchFamily="2" charset="-78"/>
                <a:ea typeface="Abar Mid" pitchFamily="2" charset="-78"/>
                <a:cs typeface="Abar Mid" pitchFamily="2" charset="-78"/>
              </a:rPr>
              <a:pPr algn="ctr"/>
              <a:t>‹#›</a:t>
            </a:fld>
            <a:endParaRPr lang="en-SA" sz="800">
              <a:solidFill>
                <a:srgbClr val="000000"/>
              </a:solidFill>
              <a:latin typeface="Abar Mid" pitchFamily="2" charset="-78"/>
              <a:ea typeface="Abar Mid" pitchFamily="2" charset="-78"/>
              <a:cs typeface="Abar Mid" pitchFamily="2" charset="-78"/>
            </a:endParaRPr>
          </a:p>
        </p:txBody>
      </p:sp>
      <p:sp>
        <p:nvSpPr>
          <p:cNvPr id="12" name="Rectangle 11">
            <a:extLst>
              <a:ext uri="{FF2B5EF4-FFF2-40B4-BE49-F238E27FC236}">
                <a16:creationId xmlns:a16="http://schemas.microsoft.com/office/drawing/2014/main" id="{2FB554FF-AF4A-1EC4-5B82-2E08D8E47F8B}"/>
              </a:ext>
            </a:extLst>
          </p:cNvPr>
          <p:cNvSpPr/>
          <p:nvPr userDrawn="1"/>
        </p:nvSpPr>
        <p:spPr>
          <a:xfrm>
            <a:off x="6" y="366"/>
            <a:ext cx="264417" cy="2141684"/>
          </a:xfrm>
          <a:prstGeom prst="rect">
            <a:avLst/>
          </a:prstGeom>
          <a:gradFill>
            <a:gsLst>
              <a:gs pos="0">
                <a:srgbClr val="000000"/>
              </a:gs>
              <a:gs pos="100000">
                <a:srgbClr val="FBF7F4">
                  <a:alpha val="0"/>
                </a:srgbClr>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sz="1800" dirty="0"/>
          </a:p>
        </p:txBody>
      </p:sp>
    </p:spTree>
    <p:extLst>
      <p:ext uri="{BB962C8B-B14F-4D97-AF65-F5344CB8AC3E}">
        <p14:creationId xmlns:p14="http://schemas.microsoft.com/office/powerpoint/2010/main" val="4190469686"/>
      </p:ext>
    </p:extLst>
  </p:cSld>
  <p:clrMapOvr>
    <a:masterClrMapping/>
  </p:clrMapOvr>
  <p:extLst>
    <p:ext uri="{DCECCB84-F9BA-43D5-87BE-67443E8EF086}">
      <p15:sldGuideLst xmlns:p15="http://schemas.microsoft.com/office/powerpoint/2012/main">
        <p15:guide id="1" orient="horz" pos="4233" userDrawn="1">
          <p15:clr>
            <a:srgbClr val="FBAE40"/>
          </p15:clr>
        </p15:guide>
        <p15:guide id="2" pos="2381"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Title Slide">
    <p:spTree>
      <p:nvGrpSpPr>
        <p:cNvPr id="1" name=""/>
        <p:cNvGrpSpPr/>
        <p:nvPr/>
      </p:nvGrpSpPr>
      <p:grpSpPr>
        <a:xfrm>
          <a:off x="0" y="0"/>
          <a:ext cx="0" cy="0"/>
          <a:chOff x="0" y="0"/>
          <a:chExt cx="0" cy="0"/>
        </a:xfrm>
      </p:grpSpPr>
      <p:sp>
        <p:nvSpPr>
          <p:cNvPr id="48" name="Rectangle 47">
            <a:extLst>
              <a:ext uri="{FF2B5EF4-FFF2-40B4-BE49-F238E27FC236}">
                <a16:creationId xmlns:a16="http://schemas.microsoft.com/office/drawing/2014/main" id="{E13EF92A-5606-E87C-0E01-7AC1DF56E276}"/>
              </a:ext>
            </a:extLst>
          </p:cNvPr>
          <p:cNvSpPr/>
          <p:nvPr userDrawn="1"/>
        </p:nvSpPr>
        <p:spPr>
          <a:xfrm>
            <a:off x="4" y="-1"/>
            <a:ext cx="7559675" cy="13441363"/>
          </a:xfrm>
          <a:prstGeom prst="rect">
            <a:avLst/>
          </a:prstGeom>
          <a:solidFill>
            <a:srgbClr val="FBF7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514358" rtl="0" eaLnBrk="1" latinLnBrk="0" hangingPunct="1"/>
            <a:endParaRPr lang="en-SA" sz="1013">
              <a:ln>
                <a:noFill/>
              </a:ln>
              <a:solidFill>
                <a:srgbClr val="FDFDF2"/>
              </a:solidFill>
            </a:endParaRPr>
          </a:p>
        </p:txBody>
      </p:sp>
      <p:sp>
        <p:nvSpPr>
          <p:cNvPr id="23" name="Rectangle 22">
            <a:extLst>
              <a:ext uri="{FF2B5EF4-FFF2-40B4-BE49-F238E27FC236}">
                <a16:creationId xmlns:a16="http://schemas.microsoft.com/office/drawing/2014/main" id="{D84AC8B4-ED73-847F-4BBF-50224AEF97AF}"/>
              </a:ext>
            </a:extLst>
          </p:cNvPr>
          <p:cNvSpPr/>
          <p:nvPr userDrawn="1"/>
        </p:nvSpPr>
        <p:spPr>
          <a:xfrm>
            <a:off x="6" y="366"/>
            <a:ext cx="264417" cy="2141684"/>
          </a:xfrm>
          <a:prstGeom prst="rect">
            <a:avLst/>
          </a:prstGeom>
          <a:gradFill>
            <a:gsLst>
              <a:gs pos="0">
                <a:srgbClr val="004545"/>
              </a:gs>
              <a:gs pos="100000">
                <a:srgbClr val="FBF7F4">
                  <a:alpha val="0"/>
                </a:srgbClr>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sz="1800" dirty="0"/>
          </a:p>
        </p:txBody>
      </p:sp>
      <p:sp>
        <p:nvSpPr>
          <p:cNvPr id="24" name="Rectangle 23">
            <a:extLst>
              <a:ext uri="{FF2B5EF4-FFF2-40B4-BE49-F238E27FC236}">
                <a16:creationId xmlns:a16="http://schemas.microsoft.com/office/drawing/2014/main" id="{15781BA5-3357-91AF-7215-EDE61AD043E5}"/>
              </a:ext>
            </a:extLst>
          </p:cNvPr>
          <p:cNvSpPr/>
          <p:nvPr userDrawn="1"/>
        </p:nvSpPr>
        <p:spPr>
          <a:xfrm>
            <a:off x="4" y="13296034"/>
            <a:ext cx="7559675" cy="145330"/>
          </a:xfrm>
          <a:prstGeom prst="rect">
            <a:avLst/>
          </a:prstGeom>
          <a:solidFill>
            <a:srgbClr val="004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sz="1800" dirty="0"/>
          </a:p>
        </p:txBody>
      </p:sp>
      <p:sp>
        <p:nvSpPr>
          <p:cNvPr id="4" name="object 117">
            <a:extLst>
              <a:ext uri="{FF2B5EF4-FFF2-40B4-BE49-F238E27FC236}">
                <a16:creationId xmlns:a16="http://schemas.microsoft.com/office/drawing/2014/main" id="{0FA2D9C1-7FB4-41E5-63F8-5CE9D8D80BC0}"/>
              </a:ext>
            </a:extLst>
          </p:cNvPr>
          <p:cNvSpPr/>
          <p:nvPr userDrawn="1"/>
        </p:nvSpPr>
        <p:spPr>
          <a:xfrm>
            <a:off x="6803044" y="12687759"/>
            <a:ext cx="436531" cy="414655"/>
          </a:xfrm>
          <a:custGeom>
            <a:avLst/>
            <a:gdLst/>
            <a:ahLst/>
            <a:cxnLst/>
            <a:rect l="l" t="t" r="r" b="b"/>
            <a:pathLst>
              <a:path w="417830" h="414654">
                <a:moveTo>
                  <a:pt x="59512" y="61899"/>
                </a:moveTo>
                <a:lnTo>
                  <a:pt x="58169" y="100270"/>
                </a:lnTo>
                <a:lnTo>
                  <a:pt x="58391" y="122310"/>
                </a:lnTo>
                <a:lnTo>
                  <a:pt x="60780" y="136344"/>
                </a:lnTo>
                <a:lnTo>
                  <a:pt x="65938" y="150698"/>
                </a:lnTo>
                <a:lnTo>
                  <a:pt x="37747" y="170209"/>
                </a:lnTo>
                <a:lnTo>
                  <a:pt x="21482" y="182727"/>
                </a:lnTo>
                <a:lnTo>
                  <a:pt x="10960" y="193664"/>
                </a:lnTo>
                <a:lnTo>
                  <a:pt x="0" y="208432"/>
                </a:lnTo>
                <a:lnTo>
                  <a:pt x="18765" y="230268"/>
                </a:lnTo>
                <a:lnTo>
                  <a:pt x="32111" y="243817"/>
                </a:lnTo>
                <a:lnTo>
                  <a:pt x="46420" y="254723"/>
                </a:lnTo>
                <a:lnTo>
                  <a:pt x="68071" y="268630"/>
                </a:lnTo>
                <a:lnTo>
                  <a:pt x="62799" y="286727"/>
                </a:lnTo>
                <a:lnTo>
                  <a:pt x="60417" y="301775"/>
                </a:lnTo>
                <a:lnTo>
                  <a:pt x="60363" y="321888"/>
                </a:lnTo>
                <a:lnTo>
                  <a:pt x="62077" y="355180"/>
                </a:lnTo>
                <a:lnTo>
                  <a:pt x="95788" y="357012"/>
                </a:lnTo>
                <a:lnTo>
                  <a:pt x="116592" y="357022"/>
                </a:lnTo>
                <a:lnTo>
                  <a:pt x="133100" y="354670"/>
                </a:lnTo>
                <a:lnTo>
                  <a:pt x="153923" y="349415"/>
                </a:lnTo>
                <a:lnTo>
                  <a:pt x="163964" y="369163"/>
                </a:lnTo>
                <a:lnTo>
                  <a:pt x="173243" y="382528"/>
                </a:lnTo>
                <a:lnTo>
                  <a:pt x="187099" y="395615"/>
                </a:lnTo>
                <a:lnTo>
                  <a:pt x="210870" y="414527"/>
                </a:lnTo>
                <a:lnTo>
                  <a:pt x="238188" y="390040"/>
                </a:lnTo>
                <a:lnTo>
                  <a:pt x="253584" y="374738"/>
                </a:lnTo>
                <a:lnTo>
                  <a:pt x="262716" y="362200"/>
                </a:lnTo>
                <a:lnTo>
                  <a:pt x="271246" y="345998"/>
                </a:lnTo>
                <a:lnTo>
                  <a:pt x="284383" y="350873"/>
                </a:lnTo>
                <a:lnTo>
                  <a:pt x="297805" y="353277"/>
                </a:lnTo>
                <a:lnTo>
                  <a:pt x="319652" y="353912"/>
                </a:lnTo>
                <a:lnTo>
                  <a:pt x="358063" y="353479"/>
                </a:lnTo>
                <a:lnTo>
                  <a:pt x="358848" y="315119"/>
                </a:lnTo>
                <a:lnTo>
                  <a:pt x="358340" y="292727"/>
                </a:lnTo>
                <a:lnTo>
                  <a:pt x="355845" y="277657"/>
                </a:lnTo>
                <a:lnTo>
                  <a:pt x="350672" y="261264"/>
                </a:lnTo>
                <a:lnTo>
                  <a:pt x="367975" y="253366"/>
                </a:lnTo>
                <a:lnTo>
                  <a:pt x="380701" y="244897"/>
                </a:lnTo>
                <a:lnTo>
                  <a:pt x="395113" y="230603"/>
                </a:lnTo>
                <a:lnTo>
                  <a:pt x="417474" y="205231"/>
                </a:lnTo>
                <a:lnTo>
                  <a:pt x="395660" y="181540"/>
                </a:lnTo>
                <a:lnTo>
                  <a:pt x="381073" y="167384"/>
                </a:lnTo>
                <a:lnTo>
                  <a:pt x="367128" y="157131"/>
                </a:lnTo>
                <a:lnTo>
                  <a:pt x="347243" y="145148"/>
                </a:lnTo>
                <a:lnTo>
                  <a:pt x="353622" y="128178"/>
                </a:lnTo>
                <a:lnTo>
                  <a:pt x="356506" y="113449"/>
                </a:lnTo>
                <a:lnTo>
                  <a:pt x="356578" y="92795"/>
                </a:lnTo>
                <a:lnTo>
                  <a:pt x="354520" y="58051"/>
                </a:lnTo>
                <a:lnTo>
                  <a:pt x="328292" y="57437"/>
                </a:lnTo>
                <a:lnTo>
                  <a:pt x="310049" y="57900"/>
                </a:lnTo>
                <a:lnTo>
                  <a:pt x="291242" y="60043"/>
                </a:lnTo>
                <a:lnTo>
                  <a:pt x="263321" y="64465"/>
                </a:lnTo>
                <a:lnTo>
                  <a:pt x="251345" y="44005"/>
                </a:lnTo>
                <a:lnTo>
                  <a:pt x="241377" y="30470"/>
                </a:lnTo>
                <a:lnTo>
                  <a:pt x="228040" y="17816"/>
                </a:lnTo>
                <a:lnTo>
                  <a:pt x="205955" y="0"/>
                </a:lnTo>
                <a:lnTo>
                  <a:pt x="178286" y="25306"/>
                </a:lnTo>
                <a:lnTo>
                  <a:pt x="162863" y="40768"/>
                </a:lnTo>
                <a:lnTo>
                  <a:pt x="154104" y="52708"/>
                </a:lnTo>
                <a:lnTo>
                  <a:pt x="146430" y="67449"/>
                </a:lnTo>
                <a:lnTo>
                  <a:pt x="127970" y="61840"/>
                </a:lnTo>
                <a:lnTo>
                  <a:pt x="112763" y="59393"/>
                </a:lnTo>
                <a:lnTo>
                  <a:pt x="92659" y="59586"/>
                </a:lnTo>
                <a:lnTo>
                  <a:pt x="59512" y="61899"/>
                </a:lnTo>
                <a:close/>
              </a:path>
            </a:pathLst>
          </a:custGeom>
          <a:noFill/>
          <a:ln w="12699">
            <a:solidFill>
              <a:srgbClr val="004545"/>
            </a:solidFill>
          </a:ln>
        </p:spPr>
        <p:txBody>
          <a:bodyPr wrap="square" lIns="0" tIns="0" rIns="0" bIns="0" rtlCol="0"/>
          <a:lstStyle/>
          <a:p>
            <a:endParaRPr sz="1800" dirty="0"/>
          </a:p>
        </p:txBody>
      </p:sp>
      <p:sp>
        <p:nvSpPr>
          <p:cNvPr id="5" name="object 118">
            <a:extLst>
              <a:ext uri="{FF2B5EF4-FFF2-40B4-BE49-F238E27FC236}">
                <a16:creationId xmlns:a16="http://schemas.microsoft.com/office/drawing/2014/main" id="{7B5BED7B-8DEA-9BC9-06A3-C483D991D195}"/>
              </a:ext>
            </a:extLst>
          </p:cNvPr>
          <p:cNvSpPr/>
          <p:nvPr userDrawn="1"/>
        </p:nvSpPr>
        <p:spPr>
          <a:xfrm>
            <a:off x="6836634" y="12719491"/>
            <a:ext cx="369525" cy="351155"/>
          </a:xfrm>
          <a:custGeom>
            <a:avLst/>
            <a:gdLst/>
            <a:ahLst/>
            <a:cxnLst/>
            <a:rect l="l" t="t" r="r" b="b"/>
            <a:pathLst>
              <a:path w="353694" h="351154">
                <a:moveTo>
                  <a:pt x="50393" y="52412"/>
                </a:moveTo>
                <a:lnTo>
                  <a:pt x="49256" y="84906"/>
                </a:lnTo>
                <a:lnTo>
                  <a:pt x="49444" y="103570"/>
                </a:lnTo>
                <a:lnTo>
                  <a:pt x="51465" y="115454"/>
                </a:lnTo>
                <a:lnTo>
                  <a:pt x="55829" y="127609"/>
                </a:lnTo>
                <a:lnTo>
                  <a:pt x="31961" y="144132"/>
                </a:lnTo>
                <a:lnTo>
                  <a:pt x="18189" y="154733"/>
                </a:lnTo>
                <a:lnTo>
                  <a:pt x="9280" y="163996"/>
                </a:lnTo>
                <a:lnTo>
                  <a:pt x="0" y="176504"/>
                </a:lnTo>
                <a:lnTo>
                  <a:pt x="15888" y="194988"/>
                </a:lnTo>
                <a:lnTo>
                  <a:pt x="27189" y="206459"/>
                </a:lnTo>
                <a:lnTo>
                  <a:pt x="39306" y="215693"/>
                </a:lnTo>
                <a:lnTo>
                  <a:pt x="57645" y="227469"/>
                </a:lnTo>
                <a:lnTo>
                  <a:pt x="53179" y="242795"/>
                </a:lnTo>
                <a:lnTo>
                  <a:pt x="51161" y="255538"/>
                </a:lnTo>
                <a:lnTo>
                  <a:pt x="51115" y="272569"/>
                </a:lnTo>
                <a:lnTo>
                  <a:pt x="52565" y="300761"/>
                </a:lnTo>
                <a:lnTo>
                  <a:pt x="81112" y="302313"/>
                </a:lnTo>
                <a:lnTo>
                  <a:pt x="98729" y="302323"/>
                </a:lnTo>
                <a:lnTo>
                  <a:pt x="112708" y="300332"/>
                </a:lnTo>
                <a:lnTo>
                  <a:pt x="130340" y="295884"/>
                </a:lnTo>
                <a:lnTo>
                  <a:pt x="138844" y="312605"/>
                </a:lnTo>
                <a:lnTo>
                  <a:pt x="146702" y="323921"/>
                </a:lnTo>
                <a:lnTo>
                  <a:pt x="158434" y="335001"/>
                </a:lnTo>
                <a:lnTo>
                  <a:pt x="178562" y="351015"/>
                </a:lnTo>
                <a:lnTo>
                  <a:pt x="201699" y="330277"/>
                </a:lnTo>
                <a:lnTo>
                  <a:pt x="214737" y="317320"/>
                </a:lnTo>
                <a:lnTo>
                  <a:pt x="222471" y="306704"/>
                </a:lnTo>
                <a:lnTo>
                  <a:pt x="229692" y="292988"/>
                </a:lnTo>
                <a:lnTo>
                  <a:pt x="240813" y="297116"/>
                </a:lnTo>
                <a:lnTo>
                  <a:pt x="252177" y="299151"/>
                </a:lnTo>
                <a:lnTo>
                  <a:pt x="270675" y="299686"/>
                </a:lnTo>
                <a:lnTo>
                  <a:pt x="303199" y="299313"/>
                </a:lnTo>
                <a:lnTo>
                  <a:pt x="303866" y="266832"/>
                </a:lnTo>
                <a:lnTo>
                  <a:pt x="303437" y="247872"/>
                </a:lnTo>
                <a:lnTo>
                  <a:pt x="301328" y="235112"/>
                </a:lnTo>
                <a:lnTo>
                  <a:pt x="296951" y="221233"/>
                </a:lnTo>
                <a:lnTo>
                  <a:pt x="311601" y="214541"/>
                </a:lnTo>
                <a:lnTo>
                  <a:pt x="322376" y="207368"/>
                </a:lnTo>
                <a:lnTo>
                  <a:pt x="334581" y="195266"/>
                </a:lnTo>
                <a:lnTo>
                  <a:pt x="353517" y="173786"/>
                </a:lnTo>
                <a:lnTo>
                  <a:pt x="335042" y="153725"/>
                </a:lnTo>
                <a:lnTo>
                  <a:pt x="322689" y="141738"/>
                </a:lnTo>
                <a:lnTo>
                  <a:pt x="310881" y="133056"/>
                </a:lnTo>
                <a:lnTo>
                  <a:pt x="294043" y="122910"/>
                </a:lnTo>
                <a:lnTo>
                  <a:pt x="299447" y="108535"/>
                </a:lnTo>
                <a:lnTo>
                  <a:pt x="301891" y="96061"/>
                </a:lnTo>
                <a:lnTo>
                  <a:pt x="301954" y="78574"/>
                </a:lnTo>
                <a:lnTo>
                  <a:pt x="300215" y="49161"/>
                </a:lnTo>
                <a:lnTo>
                  <a:pt x="277998" y="48632"/>
                </a:lnTo>
                <a:lnTo>
                  <a:pt x="262548" y="49020"/>
                </a:lnTo>
                <a:lnTo>
                  <a:pt x="246624" y="50835"/>
                </a:lnTo>
                <a:lnTo>
                  <a:pt x="222986" y="54584"/>
                </a:lnTo>
                <a:lnTo>
                  <a:pt x="212840" y="37258"/>
                </a:lnTo>
                <a:lnTo>
                  <a:pt x="204396" y="25796"/>
                </a:lnTo>
                <a:lnTo>
                  <a:pt x="193100" y="15083"/>
                </a:lnTo>
                <a:lnTo>
                  <a:pt x="174396" y="0"/>
                </a:lnTo>
                <a:lnTo>
                  <a:pt x="150970" y="21430"/>
                </a:lnTo>
                <a:lnTo>
                  <a:pt x="137912" y="34523"/>
                </a:lnTo>
                <a:lnTo>
                  <a:pt x="130498" y="44632"/>
                </a:lnTo>
                <a:lnTo>
                  <a:pt x="124002" y="57111"/>
                </a:lnTo>
                <a:lnTo>
                  <a:pt x="108372" y="52359"/>
                </a:lnTo>
                <a:lnTo>
                  <a:pt x="95494" y="50285"/>
                </a:lnTo>
                <a:lnTo>
                  <a:pt x="78468" y="50450"/>
                </a:lnTo>
                <a:lnTo>
                  <a:pt x="50393" y="52412"/>
                </a:lnTo>
                <a:close/>
              </a:path>
            </a:pathLst>
          </a:custGeom>
          <a:noFill/>
          <a:ln w="3175">
            <a:solidFill>
              <a:srgbClr val="004545"/>
            </a:solidFill>
          </a:ln>
        </p:spPr>
        <p:txBody>
          <a:bodyPr wrap="square" lIns="0" tIns="0" rIns="0" bIns="0" rtlCol="0"/>
          <a:lstStyle/>
          <a:p>
            <a:endParaRPr sz="1800" dirty="0"/>
          </a:p>
        </p:txBody>
      </p:sp>
      <p:pic>
        <p:nvPicPr>
          <p:cNvPr id="6" name="Picture 5" descr="A black and gold rectangular frame with a black background&#10;&#10;AI-generated content may be incorrect.">
            <a:extLst>
              <a:ext uri="{FF2B5EF4-FFF2-40B4-BE49-F238E27FC236}">
                <a16:creationId xmlns:a16="http://schemas.microsoft.com/office/drawing/2014/main" id="{8F046D44-16C1-98CA-857A-FE279BA8AF91}"/>
              </a:ext>
            </a:extLst>
          </p:cNvPr>
          <p:cNvPicPr>
            <a:picLocks noChangeAspect="1"/>
          </p:cNvPicPr>
          <p:nvPr userDrawn="1"/>
        </p:nvPicPr>
        <p:blipFill>
          <a:blip r:embed="rId2"/>
          <a:stretch>
            <a:fillRect/>
          </a:stretch>
        </p:blipFill>
        <p:spPr>
          <a:xfrm>
            <a:off x="320101" y="12702389"/>
            <a:ext cx="1303475" cy="385395"/>
          </a:xfrm>
          <a:prstGeom prst="rect">
            <a:avLst/>
          </a:prstGeom>
        </p:spPr>
      </p:pic>
      <p:cxnSp>
        <p:nvCxnSpPr>
          <p:cNvPr id="7" name="Straight Connector 6">
            <a:extLst>
              <a:ext uri="{FF2B5EF4-FFF2-40B4-BE49-F238E27FC236}">
                <a16:creationId xmlns:a16="http://schemas.microsoft.com/office/drawing/2014/main" id="{552E1C1F-22CC-74C5-D1DF-43E81A9013AF}"/>
              </a:ext>
            </a:extLst>
          </p:cNvPr>
          <p:cNvCxnSpPr/>
          <p:nvPr userDrawn="1"/>
        </p:nvCxnSpPr>
        <p:spPr>
          <a:xfrm>
            <a:off x="1767352" y="12895067"/>
            <a:ext cx="5035693" cy="0"/>
          </a:xfrm>
          <a:prstGeom prst="line">
            <a:avLst/>
          </a:prstGeom>
          <a:ln w="3175">
            <a:solidFill>
              <a:srgbClr val="004545"/>
            </a:solidFill>
          </a:ln>
        </p:spPr>
        <p:style>
          <a:lnRef idx="2">
            <a:schemeClr val="accent1"/>
          </a:lnRef>
          <a:fillRef idx="0">
            <a:schemeClr val="accent1"/>
          </a:fillRef>
          <a:effectRef idx="1">
            <a:schemeClr val="accent1"/>
          </a:effectRef>
          <a:fontRef idx="minor">
            <a:schemeClr val="tx1"/>
          </a:fontRef>
        </p:style>
      </p:cxnSp>
      <p:sp>
        <p:nvSpPr>
          <p:cNvPr id="9" name="Date Placeholder 3">
            <a:extLst>
              <a:ext uri="{FF2B5EF4-FFF2-40B4-BE49-F238E27FC236}">
                <a16:creationId xmlns:a16="http://schemas.microsoft.com/office/drawing/2014/main" id="{E75257EA-A4E2-9A82-C528-9DA41683E745}"/>
              </a:ext>
            </a:extLst>
          </p:cNvPr>
          <p:cNvSpPr txBox="1">
            <a:spLocks/>
          </p:cNvSpPr>
          <p:nvPr userDrawn="1"/>
        </p:nvSpPr>
        <p:spPr>
          <a:xfrm>
            <a:off x="6994859" y="12833511"/>
            <a:ext cx="52899" cy="123111"/>
          </a:xfrm>
          <a:prstGeom prst="rect">
            <a:avLst/>
          </a:prstGeom>
        </p:spPr>
        <p:txBody>
          <a:bodyPr wrap="none" lIns="0" tIns="0" rIns="0" bIns="0" anchor="ctr">
            <a:spAutoFit/>
          </a:bodyPr>
          <a:lstStyle>
            <a:defPPr>
              <a:defRPr lang="en-SA"/>
            </a:defPPr>
            <a:lvl1pPr marL="0" algn="l" defTabSz="914400" rtl="0" eaLnBrk="1" latinLnBrk="0" hangingPunct="1">
              <a:defRPr sz="1000" kern="1200">
                <a:solidFill>
                  <a:schemeClr val="bg2"/>
                </a:solidFill>
                <a:latin typeface="Readex Pro Deca" pitchFamily="2" charset="-78"/>
                <a:ea typeface="+mn-ea"/>
                <a:cs typeface="Readex Pro Deca" pitchFamily="2" charset="-78"/>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0CA8B97-79F7-4841-B144-26FBE5AC4C5B}" type="slidenum">
              <a:rPr lang="en-US" sz="800">
                <a:solidFill>
                  <a:srgbClr val="000000"/>
                </a:solidFill>
                <a:latin typeface="Abar Mid" pitchFamily="2" charset="-78"/>
                <a:ea typeface="Abar Mid" pitchFamily="2" charset="-78"/>
                <a:cs typeface="Abar Mid" pitchFamily="2" charset="-78"/>
              </a:rPr>
              <a:pPr algn="ctr"/>
              <a:t>‹#›</a:t>
            </a:fld>
            <a:endParaRPr lang="en-SA" sz="800">
              <a:solidFill>
                <a:srgbClr val="000000"/>
              </a:solidFill>
              <a:latin typeface="Abar Mid" pitchFamily="2" charset="-78"/>
              <a:ea typeface="Abar Mid" pitchFamily="2" charset="-78"/>
              <a:cs typeface="Abar Mid" pitchFamily="2" charset="-78"/>
            </a:endParaRPr>
          </a:p>
        </p:txBody>
      </p:sp>
      <p:sp>
        <p:nvSpPr>
          <p:cNvPr id="2" name="Rectangle: Top Corners Rounded 1">
            <a:hlinkClick r:id="rId3" action="ppaction://hlinksldjump"/>
            <a:extLst>
              <a:ext uri="{FF2B5EF4-FFF2-40B4-BE49-F238E27FC236}">
                <a16:creationId xmlns:a16="http://schemas.microsoft.com/office/drawing/2014/main" id="{14D5667A-757E-5196-3B68-9E4D5195DE37}"/>
              </a:ext>
            </a:extLst>
          </p:cNvPr>
          <p:cNvSpPr/>
          <p:nvPr userDrawn="1"/>
        </p:nvSpPr>
        <p:spPr>
          <a:xfrm flipV="1">
            <a:off x="5953267" y="-4"/>
            <a:ext cx="1252892" cy="596883"/>
          </a:xfrm>
          <a:prstGeom prst="round2SameRect">
            <a:avLst/>
          </a:prstGeom>
          <a:solidFill>
            <a:srgbClr val="D9D9D9"/>
          </a:solidFill>
          <a:ln w="19050" cap="flat" cmpd="sng" algn="ctr">
            <a:noFill/>
            <a:prstDash val="solid"/>
            <a:miter lim="800000"/>
          </a:ln>
          <a:effectLst/>
        </p:spPr>
        <p:txBody>
          <a:bodyPr tIns="72000" bIns="36000" rtlCol="1" anchor="t" anchorCtr="0"/>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1"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3" name="Rectangle 2">
            <a:hlinkClick r:id="rId3" action="ppaction://hlinksldjump"/>
            <a:extLst>
              <a:ext uri="{FF2B5EF4-FFF2-40B4-BE49-F238E27FC236}">
                <a16:creationId xmlns:a16="http://schemas.microsoft.com/office/drawing/2014/main" id="{5E490353-743C-8F2D-5981-18C34E882679}"/>
              </a:ext>
            </a:extLst>
          </p:cNvPr>
          <p:cNvSpPr/>
          <p:nvPr userDrawn="1"/>
        </p:nvSpPr>
        <p:spPr>
          <a:xfrm>
            <a:off x="5953267" y="165087"/>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ملخص المهام</a:t>
            </a: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8" name="Rectangle: Top Corners Rounded 7">
            <a:hlinkClick r:id="rId4" action="ppaction://hlinksldjump"/>
            <a:extLst>
              <a:ext uri="{FF2B5EF4-FFF2-40B4-BE49-F238E27FC236}">
                <a16:creationId xmlns:a16="http://schemas.microsoft.com/office/drawing/2014/main" id="{07DA3773-1C89-D902-CFA9-4558AC886A64}"/>
              </a:ext>
            </a:extLst>
          </p:cNvPr>
          <p:cNvSpPr/>
          <p:nvPr userDrawn="1"/>
        </p:nvSpPr>
        <p:spPr>
          <a:xfrm flipV="1">
            <a:off x="4603531" y="-2"/>
            <a:ext cx="1252892" cy="685777"/>
          </a:xfrm>
          <a:prstGeom prst="round2SameRect">
            <a:avLst/>
          </a:prstGeom>
          <a:solidFill>
            <a:srgbClr val="004545"/>
          </a:solidFill>
          <a:ln w="19050" cap="flat" cmpd="sng" algn="ctr">
            <a:noFill/>
            <a:prstDash val="solid"/>
            <a:miter lim="800000"/>
          </a:ln>
          <a:effectLst/>
        </p:spPr>
        <p:txBody>
          <a:bodyPr tIns="72000" bIns="36000" rtlCol="1" anchor="ctr"/>
          <a:lstStyle/>
          <a:p>
            <a:pPr marL="0" marR="0" lvl="0" indent="0" algn="l"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10" name="Rectangle 9">
            <a:hlinkClick r:id="rId4" action="ppaction://hlinksldjump"/>
            <a:extLst>
              <a:ext uri="{FF2B5EF4-FFF2-40B4-BE49-F238E27FC236}">
                <a16:creationId xmlns:a16="http://schemas.microsoft.com/office/drawing/2014/main" id="{9BB5C87E-F518-46E3-3BAD-06642924FCB5}"/>
              </a:ext>
            </a:extLst>
          </p:cNvPr>
          <p:cNvSpPr/>
          <p:nvPr userDrawn="1"/>
        </p:nvSpPr>
        <p:spPr>
          <a:xfrm>
            <a:off x="4603531" y="228723"/>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1"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ملخص مشاريع  سهيل</a:t>
            </a:r>
          </a:p>
        </p:txBody>
      </p:sp>
      <p:sp>
        <p:nvSpPr>
          <p:cNvPr id="12" name="Rectangle: Top Corners Rounded 11">
            <a:extLst>
              <a:ext uri="{FF2B5EF4-FFF2-40B4-BE49-F238E27FC236}">
                <a16:creationId xmlns:a16="http://schemas.microsoft.com/office/drawing/2014/main" id="{1378A7EC-331B-BDC9-12C9-84D4A6C5F2DF}"/>
              </a:ext>
            </a:extLst>
          </p:cNvPr>
          <p:cNvSpPr/>
          <p:nvPr userDrawn="1"/>
        </p:nvSpPr>
        <p:spPr>
          <a:xfrm flipV="1">
            <a:off x="3253792" y="-1"/>
            <a:ext cx="1252892" cy="596891"/>
          </a:xfrm>
          <a:prstGeom prst="round2SameRect">
            <a:avLst/>
          </a:prstGeom>
          <a:solidFill>
            <a:srgbClr val="FFFFFF">
              <a:lumMod val="85000"/>
            </a:srgbClr>
          </a:solid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14" name="Rectangle 13">
            <a:extLst>
              <a:ext uri="{FF2B5EF4-FFF2-40B4-BE49-F238E27FC236}">
                <a16:creationId xmlns:a16="http://schemas.microsoft.com/office/drawing/2014/main" id="{44B5CA6F-6061-63DA-A569-100F3DDDA013}"/>
              </a:ext>
            </a:extLst>
          </p:cNvPr>
          <p:cNvSpPr/>
          <p:nvPr userDrawn="1"/>
        </p:nvSpPr>
        <p:spPr>
          <a:xfrm>
            <a:off x="3253792" y="137425"/>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المعاملات</a:t>
            </a: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grpSp>
        <p:nvGrpSpPr>
          <p:cNvPr id="16" name="Group 15">
            <a:extLst>
              <a:ext uri="{FF2B5EF4-FFF2-40B4-BE49-F238E27FC236}">
                <a16:creationId xmlns:a16="http://schemas.microsoft.com/office/drawing/2014/main" id="{7B8D440E-3090-E909-A511-6C39809FD6E6}"/>
              </a:ext>
            </a:extLst>
          </p:cNvPr>
          <p:cNvGrpSpPr/>
          <p:nvPr userDrawn="1"/>
        </p:nvGrpSpPr>
        <p:grpSpPr>
          <a:xfrm>
            <a:off x="1904055" y="-1"/>
            <a:ext cx="1252892" cy="596886"/>
            <a:chOff x="736600" y="-2"/>
            <a:chExt cx="1252892" cy="596886"/>
          </a:xfrm>
        </p:grpSpPr>
        <p:sp>
          <p:nvSpPr>
            <p:cNvPr id="18" name="Rectangle: Top Corners Rounded 17">
              <a:hlinkClick r:id="rId5" action="ppaction://hlinksldjump"/>
              <a:extLst>
                <a:ext uri="{FF2B5EF4-FFF2-40B4-BE49-F238E27FC236}">
                  <a16:creationId xmlns:a16="http://schemas.microsoft.com/office/drawing/2014/main" id="{29E5C90B-636B-326B-CFD5-F384044CAE94}"/>
                </a:ext>
              </a:extLst>
            </p:cNvPr>
            <p:cNvSpPr/>
            <p:nvPr userDrawn="1"/>
          </p:nvSpPr>
          <p:spPr>
            <a:xfrm flipV="1">
              <a:off x="736600" y="-2"/>
              <a:ext cx="1252892" cy="596886"/>
            </a:xfrm>
            <a:prstGeom prst="round2SameRect">
              <a:avLst/>
            </a:prstGeom>
            <a:solidFill>
              <a:srgbClr val="D9D9D9"/>
            </a:solid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20" name="Rectangle 19">
              <a:hlinkClick r:id="rId5" action="ppaction://hlinksldjump"/>
              <a:extLst>
                <a:ext uri="{FF2B5EF4-FFF2-40B4-BE49-F238E27FC236}">
                  <a16:creationId xmlns:a16="http://schemas.microsoft.com/office/drawing/2014/main" id="{B45086CF-7DDB-311C-F525-D0903F7338A7}"/>
                </a:ext>
              </a:extLst>
            </p:cNvPr>
            <p:cNvSpPr/>
            <p:nvPr userDrawn="1"/>
          </p:nvSpPr>
          <p:spPr>
            <a:xfrm>
              <a:off x="736600" y="165091"/>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التجربة الرقمية</a:t>
              </a: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grpSp>
      <p:grpSp>
        <p:nvGrpSpPr>
          <p:cNvPr id="22" name="Group 21">
            <a:extLst>
              <a:ext uri="{FF2B5EF4-FFF2-40B4-BE49-F238E27FC236}">
                <a16:creationId xmlns:a16="http://schemas.microsoft.com/office/drawing/2014/main" id="{7575825C-BEA8-695B-EA17-77E6C0CFE090}"/>
              </a:ext>
            </a:extLst>
          </p:cNvPr>
          <p:cNvGrpSpPr/>
          <p:nvPr userDrawn="1"/>
        </p:nvGrpSpPr>
        <p:grpSpPr>
          <a:xfrm>
            <a:off x="557855" y="-2"/>
            <a:ext cx="1252892" cy="596891"/>
            <a:chOff x="2082800" y="-1"/>
            <a:chExt cx="1252892" cy="596891"/>
          </a:xfrm>
        </p:grpSpPr>
        <p:sp>
          <p:nvSpPr>
            <p:cNvPr id="26" name="Rectangle: Top Corners Rounded 25">
              <a:hlinkClick r:id="rId5" action="ppaction://hlinksldjump"/>
              <a:extLst>
                <a:ext uri="{FF2B5EF4-FFF2-40B4-BE49-F238E27FC236}">
                  <a16:creationId xmlns:a16="http://schemas.microsoft.com/office/drawing/2014/main" id="{26BF74D5-CD53-D5E7-D822-64EC30E82B19}"/>
                </a:ext>
              </a:extLst>
            </p:cNvPr>
            <p:cNvSpPr/>
            <p:nvPr userDrawn="1"/>
          </p:nvSpPr>
          <p:spPr>
            <a:xfrm flipV="1">
              <a:off x="2082800" y="-1"/>
              <a:ext cx="1252892" cy="596891"/>
            </a:xfrm>
            <a:prstGeom prst="round2SameRect">
              <a:avLst/>
            </a:prstGeom>
            <a:solidFill>
              <a:srgbClr val="FFFFFF">
                <a:lumMod val="85000"/>
              </a:srgbClr>
            </a:solid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28" name="Rectangle 27">
              <a:hlinkClick r:id="rId5" action="ppaction://hlinksldjump"/>
              <a:extLst>
                <a:ext uri="{FF2B5EF4-FFF2-40B4-BE49-F238E27FC236}">
                  <a16:creationId xmlns:a16="http://schemas.microsoft.com/office/drawing/2014/main" id="{A6C5F163-935C-D949-FED5-63A28E638E75}"/>
                </a:ext>
              </a:extLst>
            </p:cNvPr>
            <p:cNvSpPr/>
            <p:nvPr userDrawn="1"/>
          </p:nvSpPr>
          <p:spPr>
            <a:xfrm>
              <a:off x="2082800" y="137425"/>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التفاصيل</a:t>
              </a: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grpSp>
    </p:spTree>
    <p:extLst>
      <p:ext uri="{BB962C8B-B14F-4D97-AF65-F5344CB8AC3E}">
        <p14:creationId xmlns:p14="http://schemas.microsoft.com/office/powerpoint/2010/main" val="530765436"/>
      </p:ext>
    </p:extLst>
  </p:cSld>
  <p:clrMapOvr>
    <a:masterClrMapping/>
  </p:clrMapOvr>
  <p:extLst>
    <p:ext uri="{DCECCB84-F9BA-43D5-87BE-67443E8EF086}">
      <p15:sldGuideLst xmlns:p15="http://schemas.microsoft.com/office/powerpoint/2012/main">
        <p15:guide id="1" orient="horz" pos="4233" userDrawn="1">
          <p15:clr>
            <a:srgbClr val="FBAE40"/>
          </p15:clr>
        </p15:guide>
        <p15:guide id="2" pos="2381"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5_Title Slide">
    <p:spTree>
      <p:nvGrpSpPr>
        <p:cNvPr id="1" name=""/>
        <p:cNvGrpSpPr/>
        <p:nvPr/>
      </p:nvGrpSpPr>
      <p:grpSpPr>
        <a:xfrm>
          <a:off x="0" y="0"/>
          <a:ext cx="0" cy="0"/>
          <a:chOff x="0" y="0"/>
          <a:chExt cx="0" cy="0"/>
        </a:xfrm>
      </p:grpSpPr>
      <p:sp>
        <p:nvSpPr>
          <p:cNvPr id="48" name="Rectangle 47">
            <a:extLst>
              <a:ext uri="{FF2B5EF4-FFF2-40B4-BE49-F238E27FC236}">
                <a16:creationId xmlns:a16="http://schemas.microsoft.com/office/drawing/2014/main" id="{E13EF92A-5606-E87C-0E01-7AC1DF56E276}"/>
              </a:ext>
            </a:extLst>
          </p:cNvPr>
          <p:cNvSpPr/>
          <p:nvPr userDrawn="1"/>
        </p:nvSpPr>
        <p:spPr>
          <a:xfrm>
            <a:off x="4" y="-1"/>
            <a:ext cx="7559675" cy="13441363"/>
          </a:xfrm>
          <a:prstGeom prst="rect">
            <a:avLst/>
          </a:prstGeom>
          <a:solidFill>
            <a:srgbClr val="FBF7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514358" rtl="0" eaLnBrk="1" latinLnBrk="0" hangingPunct="1"/>
            <a:endParaRPr lang="en-SA" sz="1013">
              <a:ln>
                <a:noFill/>
              </a:ln>
              <a:solidFill>
                <a:srgbClr val="FDFDF2"/>
              </a:solidFill>
            </a:endParaRPr>
          </a:p>
        </p:txBody>
      </p:sp>
      <p:sp>
        <p:nvSpPr>
          <p:cNvPr id="23" name="Rectangle 22">
            <a:extLst>
              <a:ext uri="{FF2B5EF4-FFF2-40B4-BE49-F238E27FC236}">
                <a16:creationId xmlns:a16="http://schemas.microsoft.com/office/drawing/2014/main" id="{D84AC8B4-ED73-847F-4BBF-50224AEF97AF}"/>
              </a:ext>
            </a:extLst>
          </p:cNvPr>
          <p:cNvSpPr/>
          <p:nvPr userDrawn="1"/>
        </p:nvSpPr>
        <p:spPr>
          <a:xfrm>
            <a:off x="6" y="366"/>
            <a:ext cx="264417" cy="2141684"/>
          </a:xfrm>
          <a:prstGeom prst="rect">
            <a:avLst/>
          </a:prstGeom>
          <a:gradFill>
            <a:gsLst>
              <a:gs pos="0">
                <a:srgbClr val="174766"/>
              </a:gs>
              <a:gs pos="100000">
                <a:srgbClr val="FBF7F4">
                  <a:alpha val="0"/>
                </a:srgbClr>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sz="1800" dirty="0"/>
          </a:p>
        </p:txBody>
      </p:sp>
      <p:sp>
        <p:nvSpPr>
          <p:cNvPr id="24" name="Rectangle 23">
            <a:extLst>
              <a:ext uri="{FF2B5EF4-FFF2-40B4-BE49-F238E27FC236}">
                <a16:creationId xmlns:a16="http://schemas.microsoft.com/office/drawing/2014/main" id="{15781BA5-3357-91AF-7215-EDE61AD043E5}"/>
              </a:ext>
            </a:extLst>
          </p:cNvPr>
          <p:cNvSpPr/>
          <p:nvPr userDrawn="1"/>
        </p:nvSpPr>
        <p:spPr>
          <a:xfrm>
            <a:off x="4" y="13296034"/>
            <a:ext cx="7559675" cy="145330"/>
          </a:xfrm>
          <a:prstGeom prst="rect">
            <a:avLst/>
          </a:prstGeom>
          <a:solidFill>
            <a:srgbClr val="1747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sz="1800" dirty="0"/>
          </a:p>
        </p:txBody>
      </p:sp>
      <p:sp>
        <p:nvSpPr>
          <p:cNvPr id="6" name="object 117">
            <a:extLst>
              <a:ext uri="{FF2B5EF4-FFF2-40B4-BE49-F238E27FC236}">
                <a16:creationId xmlns:a16="http://schemas.microsoft.com/office/drawing/2014/main" id="{ECDB61E1-0886-D770-A717-1408CC331F07}"/>
              </a:ext>
            </a:extLst>
          </p:cNvPr>
          <p:cNvSpPr/>
          <p:nvPr userDrawn="1"/>
        </p:nvSpPr>
        <p:spPr>
          <a:xfrm>
            <a:off x="6803044" y="12687759"/>
            <a:ext cx="436531" cy="414655"/>
          </a:xfrm>
          <a:custGeom>
            <a:avLst/>
            <a:gdLst/>
            <a:ahLst/>
            <a:cxnLst/>
            <a:rect l="l" t="t" r="r" b="b"/>
            <a:pathLst>
              <a:path w="417830" h="414654">
                <a:moveTo>
                  <a:pt x="59512" y="61899"/>
                </a:moveTo>
                <a:lnTo>
                  <a:pt x="58169" y="100270"/>
                </a:lnTo>
                <a:lnTo>
                  <a:pt x="58391" y="122310"/>
                </a:lnTo>
                <a:lnTo>
                  <a:pt x="60780" y="136344"/>
                </a:lnTo>
                <a:lnTo>
                  <a:pt x="65938" y="150698"/>
                </a:lnTo>
                <a:lnTo>
                  <a:pt x="37747" y="170209"/>
                </a:lnTo>
                <a:lnTo>
                  <a:pt x="21482" y="182727"/>
                </a:lnTo>
                <a:lnTo>
                  <a:pt x="10960" y="193664"/>
                </a:lnTo>
                <a:lnTo>
                  <a:pt x="0" y="208432"/>
                </a:lnTo>
                <a:lnTo>
                  <a:pt x="18765" y="230268"/>
                </a:lnTo>
                <a:lnTo>
                  <a:pt x="32111" y="243817"/>
                </a:lnTo>
                <a:lnTo>
                  <a:pt x="46420" y="254723"/>
                </a:lnTo>
                <a:lnTo>
                  <a:pt x="68071" y="268630"/>
                </a:lnTo>
                <a:lnTo>
                  <a:pt x="62799" y="286727"/>
                </a:lnTo>
                <a:lnTo>
                  <a:pt x="60417" y="301775"/>
                </a:lnTo>
                <a:lnTo>
                  <a:pt x="60363" y="321888"/>
                </a:lnTo>
                <a:lnTo>
                  <a:pt x="62077" y="355180"/>
                </a:lnTo>
                <a:lnTo>
                  <a:pt x="95788" y="357012"/>
                </a:lnTo>
                <a:lnTo>
                  <a:pt x="116592" y="357022"/>
                </a:lnTo>
                <a:lnTo>
                  <a:pt x="133100" y="354670"/>
                </a:lnTo>
                <a:lnTo>
                  <a:pt x="153923" y="349415"/>
                </a:lnTo>
                <a:lnTo>
                  <a:pt x="163964" y="369163"/>
                </a:lnTo>
                <a:lnTo>
                  <a:pt x="173243" y="382528"/>
                </a:lnTo>
                <a:lnTo>
                  <a:pt x="187099" y="395615"/>
                </a:lnTo>
                <a:lnTo>
                  <a:pt x="210870" y="414527"/>
                </a:lnTo>
                <a:lnTo>
                  <a:pt x="238188" y="390040"/>
                </a:lnTo>
                <a:lnTo>
                  <a:pt x="253584" y="374738"/>
                </a:lnTo>
                <a:lnTo>
                  <a:pt x="262716" y="362200"/>
                </a:lnTo>
                <a:lnTo>
                  <a:pt x="271246" y="345998"/>
                </a:lnTo>
                <a:lnTo>
                  <a:pt x="284383" y="350873"/>
                </a:lnTo>
                <a:lnTo>
                  <a:pt x="297805" y="353277"/>
                </a:lnTo>
                <a:lnTo>
                  <a:pt x="319652" y="353912"/>
                </a:lnTo>
                <a:lnTo>
                  <a:pt x="358063" y="353479"/>
                </a:lnTo>
                <a:lnTo>
                  <a:pt x="358848" y="315119"/>
                </a:lnTo>
                <a:lnTo>
                  <a:pt x="358340" y="292727"/>
                </a:lnTo>
                <a:lnTo>
                  <a:pt x="355845" y="277657"/>
                </a:lnTo>
                <a:lnTo>
                  <a:pt x="350672" y="261264"/>
                </a:lnTo>
                <a:lnTo>
                  <a:pt x="367975" y="253366"/>
                </a:lnTo>
                <a:lnTo>
                  <a:pt x="380701" y="244897"/>
                </a:lnTo>
                <a:lnTo>
                  <a:pt x="395113" y="230603"/>
                </a:lnTo>
                <a:lnTo>
                  <a:pt x="417474" y="205231"/>
                </a:lnTo>
                <a:lnTo>
                  <a:pt x="395660" y="181540"/>
                </a:lnTo>
                <a:lnTo>
                  <a:pt x="381073" y="167384"/>
                </a:lnTo>
                <a:lnTo>
                  <a:pt x="367128" y="157131"/>
                </a:lnTo>
                <a:lnTo>
                  <a:pt x="347243" y="145148"/>
                </a:lnTo>
                <a:lnTo>
                  <a:pt x="353622" y="128178"/>
                </a:lnTo>
                <a:lnTo>
                  <a:pt x="356506" y="113449"/>
                </a:lnTo>
                <a:lnTo>
                  <a:pt x="356578" y="92795"/>
                </a:lnTo>
                <a:lnTo>
                  <a:pt x="354520" y="58051"/>
                </a:lnTo>
                <a:lnTo>
                  <a:pt x="328292" y="57437"/>
                </a:lnTo>
                <a:lnTo>
                  <a:pt x="310049" y="57900"/>
                </a:lnTo>
                <a:lnTo>
                  <a:pt x="291242" y="60043"/>
                </a:lnTo>
                <a:lnTo>
                  <a:pt x="263321" y="64465"/>
                </a:lnTo>
                <a:lnTo>
                  <a:pt x="251345" y="44005"/>
                </a:lnTo>
                <a:lnTo>
                  <a:pt x="241377" y="30470"/>
                </a:lnTo>
                <a:lnTo>
                  <a:pt x="228040" y="17816"/>
                </a:lnTo>
                <a:lnTo>
                  <a:pt x="205955" y="0"/>
                </a:lnTo>
                <a:lnTo>
                  <a:pt x="178286" y="25306"/>
                </a:lnTo>
                <a:lnTo>
                  <a:pt x="162863" y="40768"/>
                </a:lnTo>
                <a:lnTo>
                  <a:pt x="154104" y="52708"/>
                </a:lnTo>
                <a:lnTo>
                  <a:pt x="146430" y="67449"/>
                </a:lnTo>
                <a:lnTo>
                  <a:pt x="127970" y="61840"/>
                </a:lnTo>
                <a:lnTo>
                  <a:pt x="112763" y="59393"/>
                </a:lnTo>
                <a:lnTo>
                  <a:pt x="92659" y="59586"/>
                </a:lnTo>
                <a:lnTo>
                  <a:pt x="59512" y="61899"/>
                </a:lnTo>
                <a:close/>
              </a:path>
            </a:pathLst>
          </a:custGeom>
          <a:noFill/>
          <a:ln w="12699">
            <a:solidFill>
              <a:srgbClr val="174766"/>
            </a:solidFill>
          </a:ln>
        </p:spPr>
        <p:txBody>
          <a:bodyPr wrap="square" lIns="0" tIns="0" rIns="0" bIns="0" rtlCol="0"/>
          <a:lstStyle/>
          <a:p>
            <a:endParaRPr sz="1800" dirty="0"/>
          </a:p>
        </p:txBody>
      </p:sp>
      <p:sp>
        <p:nvSpPr>
          <p:cNvPr id="7" name="object 118">
            <a:extLst>
              <a:ext uri="{FF2B5EF4-FFF2-40B4-BE49-F238E27FC236}">
                <a16:creationId xmlns:a16="http://schemas.microsoft.com/office/drawing/2014/main" id="{895C2633-75E6-8C83-EB75-4571B2B74495}"/>
              </a:ext>
            </a:extLst>
          </p:cNvPr>
          <p:cNvSpPr/>
          <p:nvPr userDrawn="1"/>
        </p:nvSpPr>
        <p:spPr>
          <a:xfrm>
            <a:off x="6836634" y="12719491"/>
            <a:ext cx="369525" cy="351155"/>
          </a:xfrm>
          <a:custGeom>
            <a:avLst/>
            <a:gdLst/>
            <a:ahLst/>
            <a:cxnLst/>
            <a:rect l="l" t="t" r="r" b="b"/>
            <a:pathLst>
              <a:path w="353694" h="351154">
                <a:moveTo>
                  <a:pt x="50393" y="52412"/>
                </a:moveTo>
                <a:lnTo>
                  <a:pt x="49256" y="84906"/>
                </a:lnTo>
                <a:lnTo>
                  <a:pt x="49444" y="103570"/>
                </a:lnTo>
                <a:lnTo>
                  <a:pt x="51465" y="115454"/>
                </a:lnTo>
                <a:lnTo>
                  <a:pt x="55829" y="127609"/>
                </a:lnTo>
                <a:lnTo>
                  <a:pt x="31961" y="144132"/>
                </a:lnTo>
                <a:lnTo>
                  <a:pt x="18189" y="154733"/>
                </a:lnTo>
                <a:lnTo>
                  <a:pt x="9280" y="163996"/>
                </a:lnTo>
                <a:lnTo>
                  <a:pt x="0" y="176504"/>
                </a:lnTo>
                <a:lnTo>
                  <a:pt x="15888" y="194988"/>
                </a:lnTo>
                <a:lnTo>
                  <a:pt x="27189" y="206459"/>
                </a:lnTo>
                <a:lnTo>
                  <a:pt x="39306" y="215693"/>
                </a:lnTo>
                <a:lnTo>
                  <a:pt x="57645" y="227469"/>
                </a:lnTo>
                <a:lnTo>
                  <a:pt x="53179" y="242795"/>
                </a:lnTo>
                <a:lnTo>
                  <a:pt x="51161" y="255538"/>
                </a:lnTo>
                <a:lnTo>
                  <a:pt x="51115" y="272569"/>
                </a:lnTo>
                <a:lnTo>
                  <a:pt x="52565" y="300761"/>
                </a:lnTo>
                <a:lnTo>
                  <a:pt x="81112" y="302313"/>
                </a:lnTo>
                <a:lnTo>
                  <a:pt x="98729" y="302323"/>
                </a:lnTo>
                <a:lnTo>
                  <a:pt x="112708" y="300332"/>
                </a:lnTo>
                <a:lnTo>
                  <a:pt x="130340" y="295884"/>
                </a:lnTo>
                <a:lnTo>
                  <a:pt x="138844" y="312605"/>
                </a:lnTo>
                <a:lnTo>
                  <a:pt x="146702" y="323921"/>
                </a:lnTo>
                <a:lnTo>
                  <a:pt x="158434" y="335001"/>
                </a:lnTo>
                <a:lnTo>
                  <a:pt x="178562" y="351015"/>
                </a:lnTo>
                <a:lnTo>
                  <a:pt x="201699" y="330277"/>
                </a:lnTo>
                <a:lnTo>
                  <a:pt x="214737" y="317320"/>
                </a:lnTo>
                <a:lnTo>
                  <a:pt x="222471" y="306704"/>
                </a:lnTo>
                <a:lnTo>
                  <a:pt x="229692" y="292988"/>
                </a:lnTo>
                <a:lnTo>
                  <a:pt x="240813" y="297116"/>
                </a:lnTo>
                <a:lnTo>
                  <a:pt x="252177" y="299151"/>
                </a:lnTo>
                <a:lnTo>
                  <a:pt x="270675" y="299686"/>
                </a:lnTo>
                <a:lnTo>
                  <a:pt x="303199" y="299313"/>
                </a:lnTo>
                <a:lnTo>
                  <a:pt x="303866" y="266832"/>
                </a:lnTo>
                <a:lnTo>
                  <a:pt x="303437" y="247872"/>
                </a:lnTo>
                <a:lnTo>
                  <a:pt x="301328" y="235112"/>
                </a:lnTo>
                <a:lnTo>
                  <a:pt x="296951" y="221233"/>
                </a:lnTo>
                <a:lnTo>
                  <a:pt x="311601" y="214541"/>
                </a:lnTo>
                <a:lnTo>
                  <a:pt x="322376" y="207368"/>
                </a:lnTo>
                <a:lnTo>
                  <a:pt x="334581" y="195266"/>
                </a:lnTo>
                <a:lnTo>
                  <a:pt x="353517" y="173786"/>
                </a:lnTo>
                <a:lnTo>
                  <a:pt x="335042" y="153725"/>
                </a:lnTo>
                <a:lnTo>
                  <a:pt x="322689" y="141738"/>
                </a:lnTo>
                <a:lnTo>
                  <a:pt x="310881" y="133056"/>
                </a:lnTo>
                <a:lnTo>
                  <a:pt x="294043" y="122910"/>
                </a:lnTo>
                <a:lnTo>
                  <a:pt x="299447" y="108535"/>
                </a:lnTo>
                <a:lnTo>
                  <a:pt x="301891" y="96061"/>
                </a:lnTo>
                <a:lnTo>
                  <a:pt x="301954" y="78574"/>
                </a:lnTo>
                <a:lnTo>
                  <a:pt x="300215" y="49161"/>
                </a:lnTo>
                <a:lnTo>
                  <a:pt x="277998" y="48632"/>
                </a:lnTo>
                <a:lnTo>
                  <a:pt x="262548" y="49020"/>
                </a:lnTo>
                <a:lnTo>
                  <a:pt x="246624" y="50835"/>
                </a:lnTo>
                <a:lnTo>
                  <a:pt x="222986" y="54584"/>
                </a:lnTo>
                <a:lnTo>
                  <a:pt x="212840" y="37258"/>
                </a:lnTo>
                <a:lnTo>
                  <a:pt x="204396" y="25796"/>
                </a:lnTo>
                <a:lnTo>
                  <a:pt x="193100" y="15083"/>
                </a:lnTo>
                <a:lnTo>
                  <a:pt x="174396" y="0"/>
                </a:lnTo>
                <a:lnTo>
                  <a:pt x="150970" y="21430"/>
                </a:lnTo>
                <a:lnTo>
                  <a:pt x="137912" y="34523"/>
                </a:lnTo>
                <a:lnTo>
                  <a:pt x="130498" y="44632"/>
                </a:lnTo>
                <a:lnTo>
                  <a:pt x="124002" y="57111"/>
                </a:lnTo>
                <a:lnTo>
                  <a:pt x="108372" y="52359"/>
                </a:lnTo>
                <a:lnTo>
                  <a:pt x="95494" y="50285"/>
                </a:lnTo>
                <a:lnTo>
                  <a:pt x="78468" y="50450"/>
                </a:lnTo>
                <a:lnTo>
                  <a:pt x="50393" y="52412"/>
                </a:lnTo>
                <a:close/>
              </a:path>
            </a:pathLst>
          </a:custGeom>
          <a:noFill/>
          <a:ln w="3175">
            <a:solidFill>
              <a:srgbClr val="174766"/>
            </a:solidFill>
          </a:ln>
        </p:spPr>
        <p:txBody>
          <a:bodyPr wrap="square" lIns="0" tIns="0" rIns="0" bIns="0" rtlCol="0"/>
          <a:lstStyle/>
          <a:p>
            <a:endParaRPr sz="1800" dirty="0"/>
          </a:p>
        </p:txBody>
      </p:sp>
      <p:pic>
        <p:nvPicPr>
          <p:cNvPr id="8" name="Picture 7" descr="A black and gold rectangular frame with a black background&#10;&#10;AI-generated content may be incorrect.">
            <a:extLst>
              <a:ext uri="{FF2B5EF4-FFF2-40B4-BE49-F238E27FC236}">
                <a16:creationId xmlns:a16="http://schemas.microsoft.com/office/drawing/2014/main" id="{18DD566A-FF38-4528-AE57-8FF156244F6B}"/>
              </a:ext>
            </a:extLst>
          </p:cNvPr>
          <p:cNvPicPr>
            <a:picLocks noChangeAspect="1"/>
          </p:cNvPicPr>
          <p:nvPr userDrawn="1"/>
        </p:nvPicPr>
        <p:blipFill>
          <a:blip r:embed="rId2"/>
          <a:stretch>
            <a:fillRect/>
          </a:stretch>
        </p:blipFill>
        <p:spPr>
          <a:xfrm>
            <a:off x="320101" y="12702389"/>
            <a:ext cx="1303475" cy="385395"/>
          </a:xfrm>
          <a:prstGeom prst="rect">
            <a:avLst/>
          </a:prstGeom>
        </p:spPr>
      </p:pic>
      <p:cxnSp>
        <p:nvCxnSpPr>
          <p:cNvPr id="9" name="Straight Connector 8">
            <a:extLst>
              <a:ext uri="{FF2B5EF4-FFF2-40B4-BE49-F238E27FC236}">
                <a16:creationId xmlns:a16="http://schemas.microsoft.com/office/drawing/2014/main" id="{3A38B0A7-1677-9A25-2639-29C44377F992}"/>
              </a:ext>
            </a:extLst>
          </p:cNvPr>
          <p:cNvCxnSpPr/>
          <p:nvPr userDrawn="1"/>
        </p:nvCxnSpPr>
        <p:spPr>
          <a:xfrm>
            <a:off x="1767352" y="12895067"/>
            <a:ext cx="5035693" cy="0"/>
          </a:xfrm>
          <a:prstGeom prst="line">
            <a:avLst/>
          </a:prstGeom>
          <a:ln w="3175">
            <a:solidFill>
              <a:srgbClr val="174766"/>
            </a:solidFill>
          </a:ln>
        </p:spPr>
        <p:style>
          <a:lnRef idx="2">
            <a:schemeClr val="accent1"/>
          </a:lnRef>
          <a:fillRef idx="0">
            <a:schemeClr val="accent1"/>
          </a:fillRef>
          <a:effectRef idx="1">
            <a:schemeClr val="accent1"/>
          </a:effectRef>
          <a:fontRef idx="minor">
            <a:schemeClr val="tx1"/>
          </a:fontRef>
        </p:style>
      </p:cxnSp>
      <p:sp>
        <p:nvSpPr>
          <p:cNvPr id="11" name="Date Placeholder 3">
            <a:extLst>
              <a:ext uri="{FF2B5EF4-FFF2-40B4-BE49-F238E27FC236}">
                <a16:creationId xmlns:a16="http://schemas.microsoft.com/office/drawing/2014/main" id="{17012832-88B1-D676-602E-F91D3C99F43A}"/>
              </a:ext>
            </a:extLst>
          </p:cNvPr>
          <p:cNvSpPr txBox="1">
            <a:spLocks/>
          </p:cNvSpPr>
          <p:nvPr userDrawn="1"/>
        </p:nvSpPr>
        <p:spPr>
          <a:xfrm>
            <a:off x="6994859" y="12833511"/>
            <a:ext cx="52899" cy="123111"/>
          </a:xfrm>
          <a:prstGeom prst="rect">
            <a:avLst/>
          </a:prstGeom>
        </p:spPr>
        <p:txBody>
          <a:bodyPr wrap="none" lIns="0" tIns="0" rIns="0" bIns="0" anchor="ctr">
            <a:spAutoFit/>
          </a:bodyPr>
          <a:lstStyle>
            <a:defPPr>
              <a:defRPr lang="en-SA"/>
            </a:defPPr>
            <a:lvl1pPr marL="0" algn="l" defTabSz="914400" rtl="0" eaLnBrk="1" latinLnBrk="0" hangingPunct="1">
              <a:defRPr sz="1000" kern="1200">
                <a:solidFill>
                  <a:schemeClr val="bg2"/>
                </a:solidFill>
                <a:latin typeface="Readex Pro Deca" pitchFamily="2" charset="-78"/>
                <a:ea typeface="+mn-ea"/>
                <a:cs typeface="Readex Pro Deca" pitchFamily="2" charset="-78"/>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0CA8B97-79F7-4841-B144-26FBE5AC4C5B}" type="slidenum">
              <a:rPr lang="en-US" sz="800">
                <a:solidFill>
                  <a:srgbClr val="000000"/>
                </a:solidFill>
                <a:latin typeface="Abar Mid" pitchFamily="2" charset="-78"/>
                <a:ea typeface="Abar Mid" pitchFamily="2" charset="-78"/>
                <a:cs typeface="Abar Mid" pitchFamily="2" charset="-78"/>
              </a:rPr>
              <a:pPr algn="ctr"/>
              <a:t>‹#›</a:t>
            </a:fld>
            <a:endParaRPr lang="en-SA" sz="800">
              <a:solidFill>
                <a:srgbClr val="000000"/>
              </a:solidFill>
              <a:latin typeface="Abar Mid" pitchFamily="2" charset="-78"/>
              <a:ea typeface="Abar Mid" pitchFamily="2" charset="-78"/>
              <a:cs typeface="Abar Mid" pitchFamily="2" charset="-78"/>
            </a:endParaRPr>
          </a:p>
        </p:txBody>
      </p:sp>
      <p:sp>
        <p:nvSpPr>
          <p:cNvPr id="2" name="Rectangle: Top Corners Rounded 1">
            <a:hlinkClick r:id="rId3" action="ppaction://hlinksldjump"/>
            <a:extLst>
              <a:ext uri="{FF2B5EF4-FFF2-40B4-BE49-F238E27FC236}">
                <a16:creationId xmlns:a16="http://schemas.microsoft.com/office/drawing/2014/main" id="{BFE8A468-6E0F-B1F0-93DD-50F15BEFF1DF}"/>
              </a:ext>
            </a:extLst>
          </p:cNvPr>
          <p:cNvSpPr/>
          <p:nvPr userDrawn="1"/>
        </p:nvSpPr>
        <p:spPr>
          <a:xfrm flipV="1">
            <a:off x="5953267" y="-4"/>
            <a:ext cx="1252892" cy="596883"/>
          </a:xfrm>
          <a:prstGeom prst="round2SameRect">
            <a:avLst/>
          </a:prstGeom>
          <a:solidFill>
            <a:srgbClr val="D9D9D9"/>
          </a:solidFill>
          <a:ln w="19050" cap="flat" cmpd="sng" algn="ctr">
            <a:noFill/>
            <a:prstDash val="solid"/>
            <a:miter lim="800000"/>
          </a:ln>
          <a:effectLst/>
        </p:spPr>
        <p:txBody>
          <a:bodyPr tIns="72000" bIns="36000" rtlCol="1" anchor="t" anchorCtr="0"/>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1"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3" name="Rectangle 2">
            <a:hlinkClick r:id="rId3" action="ppaction://hlinksldjump"/>
            <a:extLst>
              <a:ext uri="{FF2B5EF4-FFF2-40B4-BE49-F238E27FC236}">
                <a16:creationId xmlns:a16="http://schemas.microsoft.com/office/drawing/2014/main" id="{2BEEC85B-92B3-FA55-C0B7-95CB46F60EE2}"/>
              </a:ext>
            </a:extLst>
          </p:cNvPr>
          <p:cNvSpPr/>
          <p:nvPr userDrawn="1"/>
        </p:nvSpPr>
        <p:spPr>
          <a:xfrm>
            <a:off x="5953267" y="165087"/>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ملخص المهام</a:t>
            </a: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4" name="Rectangle: Top Corners Rounded 3">
            <a:hlinkClick r:id="rId4" action="ppaction://hlinksldjump"/>
            <a:extLst>
              <a:ext uri="{FF2B5EF4-FFF2-40B4-BE49-F238E27FC236}">
                <a16:creationId xmlns:a16="http://schemas.microsoft.com/office/drawing/2014/main" id="{07D6242F-DBCF-EE8F-7AD3-631CB63F8DFC}"/>
              </a:ext>
            </a:extLst>
          </p:cNvPr>
          <p:cNvSpPr/>
          <p:nvPr userDrawn="1"/>
        </p:nvSpPr>
        <p:spPr>
          <a:xfrm flipV="1">
            <a:off x="4603531" y="-3"/>
            <a:ext cx="1252892" cy="596875"/>
          </a:xfrm>
          <a:prstGeom prst="round2SameRect">
            <a:avLst/>
          </a:prstGeom>
          <a:solidFill>
            <a:srgbClr val="D9D9D9"/>
          </a:solidFill>
          <a:ln w="19050" cap="flat" cmpd="sng" algn="ctr">
            <a:noFill/>
            <a:prstDash val="solid"/>
            <a:miter lim="800000"/>
          </a:ln>
          <a:effectLst/>
        </p:spPr>
        <p:txBody>
          <a:bodyPr tIns="72000" bIns="36000" rtlCol="1" anchor="ctr"/>
          <a:lstStyle/>
          <a:p>
            <a:pPr marL="0" marR="0" lvl="0" indent="0" algn="l"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5" name="Rectangle 4">
            <a:hlinkClick r:id="rId4" action="ppaction://hlinksldjump"/>
            <a:extLst>
              <a:ext uri="{FF2B5EF4-FFF2-40B4-BE49-F238E27FC236}">
                <a16:creationId xmlns:a16="http://schemas.microsoft.com/office/drawing/2014/main" id="{863E3B64-443B-12BD-E347-2924071EBBC3}"/>
              </a:ext>
            </a:extLst>
          </p:cNvPr>
          <p:cNvSpPr/>
          <p:nvPr userDrawn="1"/>
        </p:nvSpPr>
        <p:spPr>
          <a:xfrm>
            <a:off x="4603531" y="168027"/>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ملخص مشاريع  سهيل</a:t>
            </a:r>
          </a:p>
        </p:txBody>
      </p:sp>
      <p:sp>
        <p:nvSpPr>
          <p:cNvPr id="10" name="Rectangle: Top Corners Rounded 9">
            <a:extLst>
              <a:ext uri="{FF2B5EF4-FFF2-40B4-BE49-F238E27FC236}">
                <a16:creationId xmlns:a16="http://schemas.microsoft.com/office/drawing/2014/main" id="{01B695D0-D629-57A3-B3F7-ED2D1ADF01B0}"/>
              </a:ext>
            </a:extLst>
          </p:cNvPr>
          <p:cNvSpPr/>
          <p:nvPr userDrawn="1"/>
        </p:nvSpPr>
        <p:spPr>
          <a:xfrm flipV="1">
            <a:off x="3253792" y="-2"/>
            <a:ext cx="1252892" cy="685771"/>
          </a:xfrm>
          <a:prstGeom prst="round2SameRect">
            <a:avLst/>
          </a:prstGeom>
          <a:solidFill>
            <a:srgbClr val="1F4D6B"/>
          </a:solid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12" name="Rectangle 11">
            <a:extLst>
              <a:ext uri="{FF2B5EF4-FFF2-40B4-BE49-F238E27FC236}">
                <a16:creationId xmlns:a16="http://schemas.microsoft.com/office/drawing/2014/main" id="{23F35AD4-AA43-1C08-EF79-8E43767C31B6}"/>
              </a:ext>
            </a:extLst>
          </p:cNvPr>
          <p:cNvSpPr/>
          <p:nvPr userDrawn="1"/>
        </p:nvSpPr>
        <p:spPr>
          <a:xfrm>
            <a:off x="3253792" y="228723"/>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1"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المعاملات</a:t>
            </a:r>
            <a:endParaRPr kumimoji="0" lang="en-GB" sz="1200" b="1"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grpSp>
        <p:nvGrpSpPr>
          <p:cNvPr id="13" name="Group 12">
            <a:extLst>
              <a:ext uri="{FF2B5EF4-FFF2-40B4-BE49-F238E27FC236}">
                <a16:creationId xmlns:a16="http://schemas.microsoft.com/office/drawing/2014/main" id="{677BC50F-3E12-049E-15FE-C537A29BD211}"/>
              </a:ext>
            </a:extLst>
          </p:cNvPr>
          <p:cNvGrpSpPr/>
          <p:nvPr userDrawn="1"/>
        </p:nvGrpSpPr>
        <p:grpSpPr>
          <a:xfrm>
            <a:off x="1904055" y="-1"/>
            <a:ext cx="1252892" cy="596886"/>
            <a:chOff x="736600" y="-2"/>
            <a:chExt cx="1252892" cy="596886"/>
          </a:xfrm>
        </p:grpSpPr>
        <p:sp>
          <p:nvSpPr>
            <p:cNvPr id="14" name="Rectangle: Top Corners Rounded 13">
              <a:hlinkClick r:id="rId5" action="ppaction://hlinksldjump"/>
              <a:extLst>
                <a:ext uri="{FF2B5EF4-FFF2-40B4-BE49-F238E27FC236}">
                  <a16:creationId xmlns:a16="http://schemas.microsoft.com/office/drawing/2014/main" id="{A3EB29BD-CA40-28F4-1580-885A1F4E6C51}"/>
                </a:ext>
              </a:extLst>
            </p:cNvPr>
            <p:cNvSpPr/>
            <p:nvPr userDrawn="1"/>
          </p:nvSpPr>
          <p:spPr>
            <a:xfrm flipV="1">
              <a:off x="736600" y="-2"/>
              <a:ext cx="1252892" cy="596886"/>
            </a:xfrm>
            <a:prstGeom prst="round2SameRect">
              <a:avLst/>
            </a:prstGeom>
            <a:solidFill>
              <a:srgbClr val="D9D9D9"/>
            </a:solid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15" name="Rectangle 14">
              <a:hlinkClick r:id="rId5" action="ppaction://hlinksldjump"/>
              <a:extLst>
                <a:ext uri="{FF2B5EF4-FFF2-40B4-BE49-F238E27FC236}">
                  <a16:creationId xmlns:a16="http://schemas.microsoft.com/office/drawing/2014/main" id="{12BA3B7C-E4A3-DD57-EAF6-5427D6C2C0DC}"/>
                </a:ext>
              </a:extLst>
            </p:cNvPr>
            <p:cNvSpPr/>
            <p:nvPr userDrawn="1"/>
          </p:nvSpPr>
          <p:spPr>
            <a:xfrm>
              <a:off x="736600" y="165091"/>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التجربة الرقمية</a:t>
              </a: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grpSp>
      <p:grpSp>
        <p:nvGrpSpPr>
          <p:cNvPr id="16" name="Group 15">
            <a:extLst>
              <a:ext uri="{FF2B5EF4-FFF2-40B4-BE49-F238E27FC236}">
                <a16:creationId xmlns:a16="http://schemas.microsoft.com/office/drawing/2014/main" id="{B382C2C3-4591-C9C8-21FA-921B4C6695E0}"/>
              </a:ext>
            </a:extLst>
          </p:cNvPr>
          <p:cNvGrpSpPr/>
          <p:nvPr userDrawn="1"/>
        </p:nvGrpSpPr>
        <p:grpSpPr>
          <a:xfrm>
            <a:off x="557855" y="-2"/>
            <a:ext cx="1252892" cy="596891"/>
            <a:chOff x="2082800" y="-1"/>
            <a:chExt cx="1252892" cy="596891"/>
          </a:xfrm>
        </p:grpSpPr>
        <p:sp>
          <p:nvSpPr>
            <p:cNvPr id="17" name="Rectangle: Top Corners Rounded 16">
              <a:hlinkClick r:id="rId5" action="ppaction://hlinksldjump"/>
              <a:extLst>
                <a:ext uri="{FF2B5EF4-FFF2-40B4-BE49-F238E27FC236}">
                  <a16:creationId xmlns:a16="http://schemas.microsoft.com/office/drawing/2014/main" id="{F4D5B238-6AD3-618C-1CB6-FFDA501F0D78}"/>
                </a:ext>
              </a:extLst>
            </p:cNvPr>
            <p:cNvSpPr/>
            <p:nvPr userDrawn="1"/>
          </p:nvSpPr>
          <p:spPr>
            <a:xfrm flipV="1">
              <a:off x="2082800" y="-1"/>
              <a:ext cx="1252892" cy="596891"/>
            </a:xfrm>
            <a:prstGeom prst="round2SameRect">
              <a:avLst/>
            </a:prstGeom>
            <a:solidFill>
              <a:srgbClr val="FFFFFF">
                <a:lumMod val="85000"/>
              </a:srgbClr>
            </a:solid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18" name="Rectangle 17">
              <a:hlinkClick r:id="rId5" action="ppaction://hlinksldjump"/>
              <a:extLst>
                <a:ext uri="{FF2B5EF4-FFF2-40B4-BE49-F238E27FC236}">
                  <a16:creationId xmlns:a16="http://schemas.microsoft.com/office/drawing/2014/main" id="{B4BBF8EB-1CE9-C393-A28B-74B30D3FD3B9}"/>
                </a:ext>
              </a:extLst>
            </p:cNvPr>
            <p:cNvSpPr/>
            <p:nvPr userDrawn="1"/>
          </p:nvSpPr>
          <p:spPr>
            <a:xfrm>
              <a:off x="2082800" y="137425"/>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التفاصيل</a:t>
              </a: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grpSp>
    </p:spTree>
    <p:extLst>
      <p:ext uri="{BB962C8B-B14F-4D97-AF65-F5344CB8AC3E}">
        <p14:creationId xmlns:p14="http://schemas.microsoft.com/office/powerpoint/2010/main" val="188970420"/>
      </p:ext>
    </p:extLst>
  </p:cSld>
  <p:clrMapOvr>
    <a:masterClrMapping/>
  </p:clrMapOvr>
  <p:extLst>
    <p:ext uri="{DCECCB84-F9BA-43D5-87BE-67443E8EF086}">
      <p15:sldGuideLst xmlns:p15="http://schemas.microsoft.com/office/powerpoint/2012/main">
        <p15:guide id="1" orient="horz" pos="4233" userDrawn="1">
          <p15:clr>
            <a:srgbClr val="FBAE40"/>
          </p15:clr>
        </p15:guide>
        <p15:guide id="2" pos="2405"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Title Slide">
    <p:spTree>
      <p:nvGrpSpPr>
        <p:cNvPr id="1" name=""/>
        <p:cNvGrpSpPr/>
        <p:nvPr/>
      </p:nvGrpSpPr>
      <p:grpSpPr>
        <a:xfrm>
          <a:off x="0" y="0"/>
          <a:ext cx="0" cy="0"/>
          <a:chOff x="0" y="0"/>
          <a:chExt cx="0" cy="0"/>
        </a:xfrm>
      </p:grpSpPr>
      <p:sp>
        <p:nvSpPr>
          <p:cNvPr id="48" name="Rectangle 47">
            <a:extLst>
              <a:ext uri="{FF2B5EF4-FFF2-40B4-BE49-F238E27FC236}">
                <a16:creationId xmlns:a16="http://schemas.microsoft.com/office/drawing/2014/main" id="{E13EF92A-5606-E87C-0E01-7AC1DF56E276}"/>
              </a:ext>
            </a:extLst>
          </p:cNvPr>
          <p:cNvSpPr/>
          <p:nvPr userDrawn="1"/>
        </p:nvSpPr>
        <p:spPr>
          <a:xfrm>
            <a:off x="4" y="-1"/>
            <a:ext cx="7559675" cy="13441363"/>
          </a:xfrm>
          <a:prstGeom prst="rect">
            <a:avLst/>
          </a:prstGeom>
          <a:solidFill>
            <a:srgbClr val="FBF7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514358" rtl="0" eaLnBrk="1" latinLnBrk="0" hangingPunct="1"/>
            <a:endParaRPr lang="en-SA" sz="1013">
              <a:ln>
                <a:noFill/>
              </a:ln>
              <a:solidFill>
                <a:srgbClr val="FDFDF2"/>
              </a:solidFill>
            </a:endParaRPr>
          </a:p>
        </p:txBody>
      </p:sp>
      <p:sp>
        <p:nvSpPr>
          <p:cNvPr id="23" name="Rectangle 22">
            <a:extLst>
              <a:ext uri="{FF2B5EF4-FFF2-40B4-BE49-F238E27FC236}">
                <a16:creationId xmlns:a16="http://schemas.microsoft.com/office/drawing/2014/main" id="{D84AC8B4-ED73-847F-4BBF-50224AEF97AF}"/>
              </a:ext>
            </a:extLst>
          </p:cNvPr>
          <p:cNvSpPr/>
          <p:nvPr userDrawn="1"/>
        </p:nvSpPr>
        <p:spPr>
          <a:xfrm>
            <a:off x="6" y="366"/>
            <a:ext cx="264417" cy="2141684"/>
          </a:xfrm>
          <a:prstGeom prst="rect">
            <a:avLst/>
          </a:prstGeom>
          <a:gradFill>
            <a:gsLst>
              <a:gs pos="0">
                <a:srgbClr val="D9A86A"/>
              </a:gs>
              <a:gs pos="100000">
                <a:srgbClr val="FBF7F4">
                  <a:alpha val="0"/>
                </a:srgbClr>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sz="1800" dirty="0"/>
          </a:p>
        </p:txBody>
      </p:sp>
      <p:sp>
        <p:nvSpPr>
          <p:cNvPr id="24" name="Rectangle 23">
            <a:extLst>
              <a:ext uri="{FF2B5EF4-FFF2-40B4-BE49-F238E27FC236}">
                <a16:creationId xmlns:a16="http://schemas.microsoft.com/office/drawing/2014/main" id="{15781BA5-3357-91AF-7215-EDE61AD043E5}"/>
              </a:ext>
            </a:extLst>
          </p:cNvPr>
          <p:cNvSpPr/>
          <p:nvPr userDrawn="1"/>
        </p:nvSpPr>
        <p:spPr>
          <a:xfrm>
            <a:off x="4" y="13296034"/>
            <a:ext cx="7559675" cy="14533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sz="1800" dirty="0"/>
          </a:p>
        </p:txBody>
      </p:sp>
      <p:sp>
        <p:nvSpPr>
          <p:cNvPr id="36" name="Rectangle: Top Corners Rounded 35">
            <a:hlinkClick r:id="rId2" action="ppaction://hlinksldjump"/>
            <a:extLst>
              <a:ext uri="{FF2B5EF4-FFF2-40B4-BE49-F238E27FC236}">
                <a16:creationId xmlns:a16="http://schemas.microsoft.com/office/drawing/2014/main" id="{73FBB6E0-029E-5C36-7D3C-C3086DCB8F61}"/>
              </a:ext>
            </a:extLst>
          </p:cNvPr>
          <p:cNvSpPr/>
          <p:nvPr userDrawn="1"/>
        </p:nvSpPr>
        <p:spPr>
          <a:xfrm flipV="1">
            <a:off x="5953267" y="-2"/>
            <a:ext cx="1252892" cy="596891"/>
          </a:xfrm>
          <a:prstGeom prst="round2SameRect">
            <a:avLst/>
          </a:prstGeom>
          <a:solidFill>
            <a:srgbClr val="D9D9D9"/>
          </a:solidFill>
          <a:ln w="19050" cap="flat" cmpd="sng" algn="ctr">
            <a:noFill/>
            <a:prstDash val="solid"/>
            <a:miter lim="800000"/>
          </a:ln>
          <a:effectLst/>
        </p:spPr>
        <p:txBody>
          <a:bodyPr tIns="72000" bIns="36000" rtlCol="1" anchor="t" anchorCtr="0"/>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1"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39" name="Rectangle: Top Corners Rounded 38">
            <a:hlinkClick r:id="rId3" action="ppaction://hlinksldjump"/>
            <a:extLst>
              <a:ext uri="{FF2B5EF4-FFF2-40B4-BE49-F238E27FC236}">
                <a16:creationId xmlns:a16="http://schemas.microsoft.com/office/drawing/2014/main" id="{287B7D5A-9F83-7330-C9C8-0D07342A1615}"/>
              </a:ext>
            </a:extLst>
          </p:cNvPr>
          <p:cNvSpPr/>
          <p:nvPr userDrawn="1"/>
        </p:nvSpPr>
        <p:spPr>
          <a:xfrm flipV="1">
            <a:off x="4603531" y="-1"/>
            <a:ext cx="1252892" cy="596891"/>
          </a:xfrm>
          <a:prstGeom prst="round2SameRect">
            <a:avLst/>
          </a:prstGeom>
          <a:solidFill>
            <a:srgbClr val="FFFFFF">
              <a:lumMod val="85000"/>
            </a:srgbClr>
          </a:solidFill>
          <a:ln w="19050" cap="flat" cmpd="sng" algn="ctr">
            <a:noFill/>
            <a:prstDash val="solid"/>
            <a:miter lim="800000"/>
          </a:ln>
          <a:effectLst/>
        </p:spPr>
        <p:txBody>
          <a:bodyPr tIns="72000" bIns="36000" rtlCol="1" anchor="ctr"/>
          <a:lstStyle/>
          <a:p>
            <a:pPr marL="0" marR="0" lvl="0" indent="0" algn="l"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42" name="Rectangle: Top Corners Rounded 41">
            <a:extLst>
              <a:ext uri="{FF2B5EF4-FFF2-40B4-BE49-F238E27FC236}">
                <a16:creationId xmlns:a16="http://schemas.microsoft.com/office/drawing/2014/main" id="{0756BCB3-9F89-B1B5-EEF9-9DAA906AC2E4}"/>
              </a:ext>
            </a:extLst>
          </p:cNvPr>
          <p:cNvSpPr/>
          <p:nvPr userDrawn="1"/>
        </p:nvSpPr>
        <p:spPr>
          <a:xfrm flipV="1">
            <a:off x="3253792" y="-1"/>
            <a:ext cx="1252892" cy="596891"/>
          </a:xfrm>
          <a:prstGeom prst="round2SameRect">
            <a:avLst/>
          </a:prstGeom>
          <a:solidFill>
            <a:srgbClr val="FFFFFF">
              <a:lumMod val="85000"/>
            </a:srgbClr>
          </a:solid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43" name="Rectangle 42">
            <a:extLst>
              <a:ext uri="{FF2B5EF4-FFF2-40B4-BE49-F238E27FC236}">
                <a16:creationId xmlns:a16="http://schemas.microsoft.com/office/drawing/2014/main" id="{A064E357-EB14-F530-0142-67201D5CC85C}"/>
              </a:ext>
            </a:extLst>
          </p:cNvPr>
          <p:cNvSpPr/>
          <p:nvPr userDrawn="1"/>
        </p:nvSpPr>
        <p:spPr>
          <a:xfrm>
            <a:off x="3253792" y="165087"/>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المعاملات</a:t>
            </a: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grpSp>
        <p:nvGrpSpPr>
          <p:cNvPr id="10" name="Group 9">
            <a:extLst>
              <a:ext uri="{FF2B5EF4-FFF2-40B4-BE49-F238E27FC236}">
                <a16:creationId xmlns:a16="http://schemas.microsoft.com/office/drawing/2014/main" id="{2B6679C8-5764-1053-6B26-97897A3A8CEB}"/>
              </a:ext>
            </a:extLst>
          </p:cNvPr>
          <p:cNvGrpSpPr/>
          <p:nvPr userDrawn="1"/>
        </p:nvGrpSpPr>
        <p:grpSpPr>
          <a:xfrm>
            <a:off x="1904055" y="-1"/>
            <a:ext cx="1252892" cy="685791"/>
            <a:chOff x="736600" y="-2"/>
            <a:chExt cx="1252892" cy="685791"/>
          </a:xfrm>
        </p:grpSpPr>
        <p:sp>
          <p:nvSpPr>
            <p:cNvPr id="8" name="Rectangle: Top Corners Rounded 7">
              <a:hlinkClick r:id="rId4" action="ppaction://hlinksldjump"/>
              <a:extLst>
                <a:ext uri="{FF2B5EF4-FFF2-40B4-BE49-F238E27FC236}">
                  <a16:creationId xmlns:a16="http://schemas.microsoft.com/office/drawing/2014/main" id="{F07887D5-4371-3456-3A99-F65130EC509C}"/>
                </a:ext>
              </a:extLst>
            </p:cNvPr>
            <p:cNvSpPr/>
            <p:nvPr userDrawn="1"/>
          </p:nvSpPr>
          <p:spPr>
            <a:xfrm flipV="1">
              <a:off x="736600" y="-2"/>
              <a:ext cx="1252892" cy="685791"/>
            </a:xfrm>
            <a:prstGeom prst="round2SameRect">
              <a:avLst/>
            </a:prstGeom>
            <a:solidFill>
              <a:srgbClr val="D9A86A"/>
            </a:solid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9" name="Rectangle 8">
              <a:hlinkClick r:id="rId4" action="ppaction://hlinksldjump"/>
              <a:extLst>
                <a:ext uri="{FF2B5EF4-FFF2-40B4-BE49-F238E27FC236}">
                  <a16:creationId xmlns:a16="http://schemas.microsoft.com/office/drawing/2014/main" id="{6ACECB9F-2595-FC0A-B818-97D53690AE2E}"/>
                </a:ext>
              </a:extLst>
            </p:cNvPr>
            <p:cNvSpPr/>
            <p:nvPr userDrawn="1"/>
          </p:nvSpPr>
          <p:spPr>
            <a:xfrm>
              <a:off x="736600" y="233677"/>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1"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التجربة الرقمية</a:t>
              </a:r>
              <a:endParaRPr kumimoji="0" lang="en-GB" sz="1200" b="1"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grpSp>
      <p:grpSp>
        <p:nvGrpSpPr>
          <p:cNvPr id="11" name="Group 10">
            <a:extLst>
              <a:ext uri="{FF2B5EF4-FFF2-40B4-BE49-F238E27FC236}">
                <a16:creationId xmlns:a16="http://schemas.microsoft.com/office/drawing/2014/main" id="{0414CACC-B735-29B9-DD30-9AC8813DA266}"/>
              </a:ext>
            </a:extLst>
          </p:cNvPr>
          <p:cNvGrpSpPr/>
          <p:nvPr userDrawn="1"/>
        </p:nvGrpSpPr>
        <p:grpSpPr>
          <a:xfrm>
            <a:off x="557855" y="-2"/>
            <a:ext cx="1252892" cy="596891"/>
            <a:chOff x="2082800" y="-1"/>
            <a:chExt cx="1252892" cy="596891"/>
          </a:xfrm>
        </p:grpSpPr>
        <p:sp>
          <p:nvSpPr>
            <p:cNvPr id="45" name="Rectangle: Top Corners Rounded 44">
              <a:hlinkClick r:id="rId4" action="ppaction://hlinksldjump"/>
              <a:extLst>
                <a:ext uri="{FF2B5EF4-FFF2-40B4-BE49-F238E27FC236}">
                  <a16:creationId xmlns:a16="http://schemas.microsoft.com/office/drawing/2014/main" id="{F2657A36-C429-A67C-74B1-D61CFD41FBB1}"/>
                </a:ext>
              </a:extLst>
            </p:cNvPr>
            <p:cNvSpPr/>
            <p:nvPr userDrawn="1"/>
          </p:nvSpPr>
          <p:spPr>
            <a:xfrm flipV="1">
              <a:off x="2082800" y="-1"/>
              <a:ext cx="1252892" cy="596891"/>
            </a:xfrm>
            <a:prstGeom prst="round2SameRect">
              <a:avLst/>
            </a:prstGeom>
            <a:solidFill>
              <a:srgbClr val="FFFFFF">
                <a:lumMod val="85000"/>
              </a:srgbClr>
            </a:solid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46" name="Rectangle 45">
              <a:hlinkClick r:id="rId4" action="ppaction://hlinksldjump"/>
              <a:extLst>
                <a:ext uri="{FF2B5EF4-FFF2-40B4-BE49-F238E27FC236}">
                  <a16:creationId xmlns:a16="http://schemas.microsoft.com/office/drawing/2014/main" id="{2A1D9F59-1C83-02D7-5789-17E50739D4F5}"/>
                </a:ext>
              </a:extLst>
            </p:cNvPr>
            <p:cNvSpPr/>
            <p:nvPr userDrawn="1"/>
          </p:nvSpPr>
          <p:spPr>
            <a:xfrm>
              <a:off x="2082800" y="165088"/>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التفاصيل</a:t>
              </a: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grpSp>
      <p:sp>
        <p:nvSpPr>
          <p:cNvPr id="2" name="object 117">
            <a:extLst>
              <a:ext uri="{FF2B5EF4-FFF2-40B4-BE49-F238E27FC236}">
                <a16:creationId xmlns:a16="http://schemas.microsoft.com/office/drawing/2014/main" id="{B2AD2C9E-C902-DE43-B72D-F231B12633C0}"/>
              </a:ext>
            </a:extLst>
          </p:cNvPr>
          <p:cNvSpPr/>
          <p:nvPr userDrawn="1"/>
        </p:nvSpPr>
        <p:spPr>
          <a:xfrm>
            <a:off x="6803044" y="12687759"/>
            <a:ext cx="436531" cy="414655"/>
          </a:xfrm>
          <a:custGeom>
            <a:avLst/>
            <a:gdLst/>
            <a:ahLst/>
            <a:cxnLst/>
            <a:rect l="l" t="t" r="r" b="b"/>
            <a:pathLst>
              <a:path w="417830" h="414654">
                <a:moveTo>
                  <a:pt x="59512" y="61899"/>
                </a:moveTo>
                <a:lnTo>
                  <a:pt x="58169" y="100270"/>
                </a:lnTo>
                <a:lnTo>
                  <a:pt x="58391" y="122310"/>
                </a:lnTo>
                <a:lnTo>
                  <a:pt x="60780" y="136344"/>
                </a:lnTo>
                <a:lnTo>
                  <a:pt x="65938" y="150698"/>
                </a:lnTo>
                <a:lnTo>
                  <a:pt x="37747" y="170209"/>
                </a:lnTo>
                <a:lnTo>
                  <a:pt x="21482" y="182727"/>
                </a:lnTo>
                <a:lnTo>
                  <a:pt x="10960" y="193664"/>
                </a:lnTo>
                <a:lnTo>
                  <a:pt x="0" y="208432"/>
                </a:lnTo>
                <a:lnTo>
                  <a:pt x="18765" y="230268"/>
                </a:lnTo>
                <a:lnTo>
                  <a:pt x="32111" y="243817"/>
                </a:lnTo>
                <a:lnTo>
                  <a:pt x="46420" y="254723"/>
                </a:lnTo>
                <a:lnTo>
                  <a:pt x="68071" y="268630"/>
                </a:lnTo>
                <a:lnTo>
                  <a:pt x="62799" y="286727"/>
                </a:lnTo>
                <a:lnTo>
                  <a:pt x="60417" y="301775"/>
                </a:lnTo>
                <a:lnTo>
                  <a:pt x="60363" y="321888"/>
                </a:lnTo>
                <a:lnTo>
                  <a:pt x="62077" y="355180"/>
                </a:lnTo>
                <a:lnTo>
                  <a:pt x="95788" y="357012"/>
                </a:lnTo>
                <a:lnTo>
                  <a:pt x="116592" y="357022"/>
                </a:lnTo>
                <a:lnTo>
                  <a:pt x="133100" y="354670"/>
                </a:lnTo>
                <a:lnTo>
                  <a:pt x="153923" y="349415"/>
                </a:lnTo>
                <a:lnTo>
                  <a:pt x="163964" y="369163"/>
                </a:lnTo>
                <a:lnTo>
                  <a:pt x="173243" y="382528"/>
                </a:lnTo>
                <a:lnTo>
                  <a:pt x="187099" y="395615"/>
                </a:lnTo>
                <a:lnTo>
                  <a:pt x="210870" y="414527"/>
                </a:lnTo>
                <a:lnTo>
                  <a:pt x="238188" y="390040"/>
                </a:lnTo>
                <a:lnTo>
                  <a:pt x="253584" y="374738"/>
                </a:lnTo>
                <a:lnTo>
                  <a:pt x="262716" y="362200"/>
                </a:lnTo>
                <a:lnTo>
                  <a:pt x="271246" y="345998"/>
                </a:lnTo>
                <a:lnTo>
                  <a:pt x="284383" y="350873"/>
                </a:lnTo>
                <a:lnTo>
                  <a:pt x="297805" y="353277"/>
                </a:lnTo>
                <a:lnTo>
                  <a:pt x="319652" y="353912"/>
                </a:lnTo>
                <a:lnTo>
                  <a:pt x="358063" y="353479"/>
                </a:lnTo>
                <a:lnTo>
                  <a:pt x="358848" y="315119"/>
                </a:lnTo>
                <a:lnTo>
                  <a:pt x="358340" y="292727"/>
                </a:lnTo>
                <a:lnTo>
                  <a:pt x="355845" y="277657"/>
                </a:lnTo>
                <a:lnTo>
                  <a:pt x="350672" y="261264"/>
                </a:lnTo>
                <a:lnTo>
                  <a:pt x="367975" y="253366"/>
                </a:lnTo>
                <a:lnTo>
                  <a:pt x="380701" y="244897"/>
                </a:lnTo>
                <a:lnTo>
                  <a:pt x="395113" y="230603"/>
                </a:lnTo>
                <a:lnTo>
                  <a:pt x="417474" y="205231"/>
                </a:lnTo>
                <a:lnTo>
                  <a:pt x="395660" y="181540"/>
                </a:lnTo>
                <a:lnTo>
                  <a:pt x="381073" y="167384"/>
                </a:lnTo>
                <a:lnTo>
                  <a:pt x="367128" y="157131"/>
                </a:lnTo>
                <a:lnTo>
                  <a:pt x="347243" y="145148"/>
                </a:lnTo>
                <a:lnTo>
                  <a:pt x="353622" y="128178"/>
                </a:lnTo>
                <a:lnTo>
                  <a:pt x="356506" y="113449"/>
                </a:lnTo>
                <a:lnTo>
                  <a:pt x="356578" y="92795"/>
                </a:lnTo>
                <a:lnTo>
                  <a:pt x="354520" y="58051"/>
                </a:lnTo>
                <a:lnTo>
                  <a:pt x="328292" y="57437"/>
                </a:lnTo>
                <a:lnTo>
                  <a:pt x="310049" y="57900"/>
                </a:lnTo>
                <a:lnTo>
                  <a:pt x="291242" y="60043"/>
                </a:lnTo>
                <a:lnTo>
                  <a:pt x="263321" y="64465"/>
                </a:lnTo>
                <a:lnTo>
                  <a:pt x="251345" y="44005"/>
                </a:lnTo>
                <a:lnTo>
                  <a:pt x="241377" y="30470"/>
                </a:lnTo>
                <a:lnTo>
                  <a:pt x="228040" y="17816"/>
                </a:lnTo>
                <a:lnTo>
                  <a:pt x="205955" y="0"/>
                </a:lnTo>
                <a:lnTo>
                  <a:pt x="178286" y="25306"/>
                </a:lnTo>
                <a:lnTo>
                  <a:pt x="162863" y="40768"/>
                </a:lnTo>
                <a:lnTo>
                  <a:pt x="154104" y="52708"/>
                </a:lnTo>
                <a:lnTo>
                  <a:pt x="146430" y="67449"/>
                </a:lnTo>
                <a:lnTo>
                  <a:pt x="127970" y="61840"/>
                </a:lnTo>
                <a:lnTo>
                  <a:pt x="112763" y="59393"/>
                </a:lnTo>
                <a:lnTo>
                  <a:pt x="92659" y="59586"/>
                </a:lnTo>
                <a:lnTo>
                  <a:pt x="59512" y="61899"/>
                </a:lnTo>
                <a:close/>
              </a:path>
            </a:pathLst>
          </a:custGeom>
          <a:noFill/>
          <a:ln w="12699">
            <a:solidFill>
              <a:srgbClr val="000000"/>
            </a:solidFill>
          </a:ln>
        </p:spPr>
        <p:txBody>
          <a:bodyPr wrap="square" lIns="0" tIns="0" rIns="0" bIns="0" rtlCol="0"/>
          <a:lstStyle/>
          <a:p>
            <a:endParaRPr sz="1800" dirty="0"/>
          </a:p>
        </p:txBody>
      </p:sp>
      <p:sp>
        <p:nvSpPr>
          <p:cNvPr id="3" name="object 118">
            <a:extLst>
              <a:ext uri="{FF2B5EF4-FFF2-40B4-BE49-F238E27FC236}">
                <a16:creationId xmlns:a16="http://schemas.microsoft.com/office/drawing/2014/main" id="{5CDAFA1C-E606-8711-9D76-9C0670AE1A4F}"/>
              </a:ext>
            </a:extLst>
          </p:cNvPr>
          <p:cNvSpPr/>
          <p:nvPr userDrawn="1"/>
        </p:nvSpPr>
        <p:spPr>
          <a:xfrm>
            <a:off x="6836634" y="12719491"/>
            <a:ext cx="369525" cy="351155"/>
          </a:xfrm>
          <a:custGeom>
            <a:avLst/>
            <a:gdLst/>
            <a:ahLst/>
            <a:cxnLst/>
            <a:rect l="l" t="t" r="r" b="b"/>
            <a:pathLst>
              <a:path w="353694" h="351154">
                <a:moveTo>
                  <a:pt x="50393" y="52412"/>
                </a:moveTo>
                <a:lnTo>
                  <a:pt x="49256" y="84906"/>
                </a:lnTo>
                <a:lnTo>
                  <a:pt x="49444" y="103570"/>
                </a:lnTo>
                <a:lnTo>
                  <a:pt x="51465" y="115454"/>
                </a:lnTo>
                <a:lnTo>
                  <a:pt x="55829" y="127609"/>
                </a:lnTo>
                <a:lnTo>
                  <a:pt x="31961" y="144132"/>
                </a:lnTo>
                <a:lnTo>
                  <a:pt x="18189" y="154733"/>
                </a:lnTo>
                <a:lnTo>
                  <a:pt x="9280" y="163996"/>
                </a:lnTo>
                <a:lnTo>
                  <a:pt x="0" y="176504"/>
                </a:lnTo>
                <a:lnTo>
                  <a:pt x="15888" y="194988"/>
                </a:lnTo>
                <a:lnTo>
                  <a:pt x="27189" y="206459"/>
                </a:lnTo>
                <a:lnTo>
                  <a:pt x="39306" y="215693"/>
                </a:lnTo>
                <a:lnTo>
                  <a:pt x="57645" y="227469"/>
                </a:lnTo>
                <a:lnTo>
                  <a:pt x="53179" y="242795"/>
                </a:lnTo>
                <a:lnTo>
                  <a:pt x="51161" y="255538"/>
                </a:lnTo>
                <a:lnTo>
                  <a:pt x="51115" y="272569"/>
                </a:lnTo>
                <a:lnTo>
                  <a:pt x="52565" y="300761"/>
                </a:lnTo>
                <a:lnTo>
                  <a:pt x="81112" y="302313"/>
                </a:lnTo>
                <a:lnTo>
                  <a:pt x="98729" y="302323"/>
                </a:lnTo>
                <a:lnTo>
                  <a:pt x="112708" y="300332"/>
                </a:lnTo>
                <a:lnTo>
                  <a:pt x="130340" y="295884"/>
                </a:lnTo>
                <a:lnTo>
                  <a:pt x="138844" y="312605"/>
                </a:lnTo>
                <a:lnTo>
                  <a:pt x="146702" y="323921"/>
                </a:lnTo>
                <a:lnTo>
                  <a:pt x="158434" y="335001"/>
                </a:lnTo>
                <a:lnTo>
                  <a:pt x="178562" y="351015"/>
                </a:lnTo>
                <a:lnTo>
                  <a:pt x="201699" y="330277"/>
                </a:lnTo>
                <a:lnTo>
                  <a:pt x="214737" y="317320"/>
                </a:lnTo>
                <a:lnTo>
                  <a:pt x="222471" y="306704"/>
                </a:lnTo>
                <a:lnTo>
                  <a:pt x="229692" y="292988"/>
                </a:lnTo>
                <a:lnTo>
                  <a:pt x="240813" y="297116"/>
                </a:lnTo>
                <a:lnTo>
                  <a:pt x="252177" y="299151"/>
                </a:lnTo>
                <a:lnTo>
                  <a:pt x="270675" y="299686"/>
                </a:lnTo>
                <a:lnTo>
                  <a:pt x="303199" y="299313"/>
                </a:lnTo>
                <a:lnTo>
                  <a:pt x="303866" y="266832"/>
                </a:lnTo>
                <a:lnTo>
                  <a:pt x="303437" y="247872"/>
                </a:lnTo>
                <a:lnTo>
                  <a:pt x="301328" y="235112"/>
                </a:lnTo>
                <a:lnTo>
                  <a:pt x="296951" y="221233"/>
                </a:lnTo>
                <a:lnTo>
                  <a:pt x="311601" y="214541"/>
                </a:lnTo>
                <a:lnTo>
                  <a:pt x="322376" y="207368"/>
                </a:lnTo>
                <a:lnTo>
                  <a:pt x="334581" y="195266"/>
                </a:lnTo>
                <a:lnTo>
                  <a:pt x="353517" y="173786"/>
                </a:lnTo>
                <a:lnTo>
                  <a:pt x="335042" y="153725"/>
                </a:lnTo>
                <a:lnTo>
                  <a:pt x="322689" y="141738"/>
                </a:lnTo>
                <a:lnTo>
                  <a:pt x="310881" y="133056"/>
                </a:lnTo>
                <a:lnTo>
                  <a:pt x="294043" y="122910"/>
                </a:lnTo>
                <a:lnTo>
                  <a:pt x="299447" y="108535"/>
                </a:lnTo>
                <a:lnTo>
                  <a:pt x="301891" y="96061"/>
                </a:lnTo>
                <a:lnTo>
                  <a:pt x="301954" y="78574"/>
                </a:lnTo>
                <a:lnTo>
                  <a:pt x="300215" y="49161"/>
                </a:lnTo>
                <a:lnTo>
                  <a:pt x="277998" y="48632"/>
                </a:lnTo>
                <a:lnTo>
                  <a:pt x="262548" y="49020"/>
                </a:lnTo>
                <a:lnTo>
                  <a:pt x="246624" y="50835"/>
                </a:lnTo>
                <a:lnTo>
                  <a:pt x="222986" y="54584"/>
                </a:lnTo>
                <a:lnTo>
                  <a:pt x="212840" y="37258"/>
                </a:lnTo>
                <a:lnTo>
                  <a:pt x="204396" y="25796"/>
                </a:lnTo>
                <a:lnTo>
                  <a:pt x="193100" y="15083"/>
                </a:lnTo>
                <a:lnTo>
                  <a:pt x="174396" y="0"/>
                </a:lnTo>
                <a:lnTo>
                  <a:pt x="150970" y="21430"/>
                </a:lnTo>
                <a:lnTo>
                  <a:pt x="137912" y="34523"/>
                </a:lnTo>
                <a:lnTo>
                  <a:pt x="130498" y="44632"/>
                </a:lnTo>
                <a:lnTo>
                  <a:pt x="124002" y="57111"/>
                </a:lnTo>
                <a:lnTo>
                  <a:pt x="108372" y="52359"/>
                </a:lnTo>
                <a:lnTo>
                  <a:pt x="95494" y="50285"/>
                </a:lnTo>
                <a:lnTo>
                  <a:pt x="78468" y="50450"/>
                </a:lnTo>
                <a:lnTo>
                  <a:pt x="50393" y="52412"/>
                </a:lnTo>
                <a:close/>
              </a:path>
            </a:pathLst>
          </a:custGeom>
          <a:noFill/>
          <a:ln w="3175">
            <a:solidFill>
              <a:srgbClr val="000000"/>
            </a:solidFill>
          </a:ln>
        </p:spPr>
        <p:txBody>
          <a:bodyPr wrap="square" lIns="0" tIns="0" rIns="0" bIns="0" rtlCol="0"/>
          <a:lstStyle/>
          <a:p>
            <a:endParaRPr sz="1800" dirty="0"/>
          </a:p>
        </p:txBody>
      </p:sp>
      <p:pic>
        <p:nvPicPr>
          <p:cNvPr id="4" name="Picture 3" descr="A black and gold rectangular frame with a black background&#10;&#10;AI-generated content may be incorrect.">
            <a:extLst>
              <a:ext uri="{FF2B5EF4-FFF2-40B4-BE49-F238E27FC236}">
                <a16:creationId xmlns:a16="http://schemas.microsoft.com/office/drawing/2014/main" id="{B584CCBF-57D9-3C44-85F5-76CAC1B3738C}"/>
              </a:ext>
            </a:extLst>
          </p:cNvPr>
          <p:cNvPicPr>
            <a:picLocks noChangeAspect="1"/>
          </p:cNvPicPr>
          <p:nvPr userDrawn="1"/>
        </p:nvPicPr>
        <p:blipFill>
          <a:blip r:embed="rId5"/>
          <a:stretch>
            <a:fillRect/>
          </a:stretch>
        </p:blipFill>
        <p:spPr>
          <a:xfrm>
            <a:off x="320101" y="12702389"/>
            <a:ext cx="1303475" cy="385395"/>
          </a:xfrm>
          <a:prstGeom prst="rect">
            <a:avLst/>
          </a:prstGeom>
        </p:spPr>
      </p:pic>
      <p:cxnSp>
        <p:nvCxnSpPr>
          <p:cNvPr id="5" name="Straight Connector 4">
            <a:extLst>
              <a:ext uri="{FF2B5EF4-FFF2-40B4-BE49-F238E27FC236}">
                <a16:creationId xmlns:a16="http://schemas.microsoft.com/office/drawing/2014/main" id="{9A915786-53CD-017C-C8B3-AB5678F49ED3}"/>
              </a:ext>
            </a:extLst>
          </p:cNvPr>
          <p:cNvCxnSpPr/>
          <p:nvPr userDrawn="1"/>
        </p:nvCxnSpPr>
        <p:spPr>
          <a:xfrm>
            <a:off x="1767352" y="12895067"/>
            <a:ext cx="5035693" cy="0"/>
          </a:xfrm>
          <a:prstGeom prst="line">
            <a:avLst/>
          </a:prstGeom>
          <a:ln w="3175">
            <a:solidFill>
              <a:srgbClr val="000000"/>
            </a:solidFill>
          </a:ln>
        </p:spPr>
        <p:style>
          <a:lnRef idx="2">
            <a:schemeClr val="accent1"/>
          </a:lnRef>
          <a:fillRef idx="0">
            <a:schemeClr val="accent1"/>
          </a:fillRef>
          <a:effectRef idx="1">
            <a:schemeClr val="accent1"/>
          </a:effectRef>
          <a:fontRef idx="minor">
            <a:schemeClr val="tx1"/>
          </a:fontRef>
        </p:style>
      </p:cxnSp>
      <p:sp>
        <p:nvSpPr>
          <p:cNvPr id="7" name="Date Placeholder 3">
            <a:extLst>
              <a:ext uri="{FF2B5EF4-FFF2-40B4-BE49-F238E27FC236}">
                <a16:creationId xmlns:a16="http://schemas.microsoft.com/office/drawing/2014/main" id="{ADD22EFF-C053-A234-9973-CAC57BB157BB}"/>
              </a:ext>
            </a:extLst>
          </p:cNvPr>
          <p:cNvSpPr txBox="1">
            <a:spLocks/>
          </p:cNvSpPr>
          <p:nvPr userDrawn="1"/>
        </p:nvSpPr>
        <p:spPr>
          <a:xfrm>
            <a:off x="6994859" y="12833511"/>
            <a:ext cx="52899" cy="123111"/>
          </a:xfrm>
          <a:prstGeom prst="rect">
            <a:avLst/>
          </a:prstGeom>
        </p:spPr>
        <p:txBody>
          <a:bodyPr wrap="none" lIns="0" tIns="0" rIns="0" bIns="0" anchor="ctr">
            <a:spAutoFit/>
          </a:bodyPr>
          <a:lstStyle>
            <a:defPPr>
              <a:defRPr lang="en-SA"/>
            </a:defPPr>
            <a:lvl1pPr marL="0" algn="l" defTabSz="914400" rtl="0" eaLnBrk="1" latinLnBrk="0" hangingPunct="1">
              <a:defRPr sz="1000" kern="1200">
                <a:solidFill>
                  <a:schemeClr val="bg2"/>
                </a:solidFill>
                <a:latin typeface="Readex Pro Deca" pitchFamily="2" charset="-78"/>
                <a:ea typeface="+mn-ea"/>
                <a:cs typeface="Readex Pro Deca" pitchFamily="2" charset="-78"/>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0CA8B97-79F7-4841-B144-26FBE5AC4C5B}" type="slidenum">
              <a:rPr lang="en-US" sz="800">
                <a:solidFill>
                  <a:srgbClr val="000000"/>
                </a:solidFill>
                <a:latin typeface="Abar Mid" pitchFamily="2" charset="-78"/>
                <a:ea typeface="Abar Mid" pitchFamily="2" charset="-78"/>
                <a:cs typeface="Abar Mid" pitchFamily="2" charset="-78"/>
              </a:rPr>
              <a:pPr algn="ctr"/>
              <a:t>‹#›</a:t>
            </a:fld>
            <a:endParaRPr lang="en-SA" sz="800">
              <a:solidFill>
                <a:srgbClr val="000000"/>
              </a:solidFill>
              <a:latin typeface="Abar Mid" pitchFamily="2" charset="-78"/>
              <a:ea typeface="Abar Mid" pitchFamily="2" charset="-78"/>
              <a:cs typeface="Abar Mid" pitchFamily="2" charset="-78"/>
            </a:endParaRPr>
          </a:p>
        </p:txBody>
      </p:sp>
      <p:sp>
        <p:nvSpPr>
          <p:cNvPr id="12" name="Rectangle 11">
            <a:hlinkClick r:id="rId2" action="ppaction://hlinksldjump"/>
            <a:extLst>
              <a:ext uri="{FF2B5EF4-FFF2-40B4-BE49-F238E27FC236}">
                <a16:creationId xmlns:a16="http://schemas.microsoft.com/office/drawing/2014/main" id="{FC17D182-6603-23E9-B8CD-E86F73A8F14E}"/>
              </a:ext>
            </a:extLst>
          </p:cNvPr>
          <p:cNvSpPr/>
          <p:nvPr userDrawn="1"/>
        </p:nvSpPr>
        <p:spPr>
          <a:xfrm>
            <a:off x="5953267" y="165087"/>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ملخص المهام</a:t>
            </a: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14" name="Rectangle 13">
            <a:hlinkClick r:id="rId3" action="ppaction://hlinksldjump"/>
            <a:extLst>
              <a:ext uri="{FF2B5EF4-FFF2-40B4-BE49-F238E27FC236}">
                <a16:creationId xmlns:a16="http://schemas.microsoft.com/office/drawing/2014/main" id="{11606CB2-343F-650E-4BE0-93662901B4D6}"/>
              </a:ext>
            </a:extLst>
          </p:cNvPr>
          <p:cNvSpPr/>
          <p:nvPr userDrawn="1"/>
        </p:nvSpPr>
        <p:spPr>
          <a:xfrm>
            <a:off x="4603531" y="168027"/>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ملخص مشاريع  سهيل</a:t>
            </a:r>
          </a:p>
        </p:txBody>
      </p:sp>
    </p:spTree>
    <p:extLst>
      <p:ext uri="{BB962C8B-B14F-4D97-AF65-F5344CB8AC3E}">
        <p14:creationId xmlns:p14="http://schemas.microsoft.com/office/powerpoint/2010/main" val="2936374816"/>
      </p:ext>
    </p:extLst>
  </p:cSld>
  <p:clrMapOvr>
    <a:masterClrMapping/>
  </p:clrMapOvr>
  <p:extLst>
    <p:ext uri="{DCECCB84-F9BA-43D5-87BE-67443E8EF086}">
      <p15:sldGuideLst xmlns:p15="http://schemas.microsoft.com/office/powerpoint/2012/main">
        <p15:guide id="1" orient="horz" pos="4233" userDrawn="1">
          <p15:clr>
            <a:srgbClr val="FBAE40"/>
          </p15:clr>
        </p15:guide>
        <p15:guide id="2" pos="2381"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3_Content Slide 1">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6DD3F08-0159-01B6-53D0-CFE5CE6F176C}"/>
              </a:ext>
            </a:extLst>
          </p:cNvPr>
          <p:cNvPicPr>
            <a:picLocks noChangeAspect="1"/>
          </p:cNvPicPr>
          <p:nvPr userDrawn="1"/>
        </p:nvPicPr>
        <p:blipFill>
          <a:blip r:embed="rId2"/>
          <a:stretch>
            <a:fillRect/>
          </a:stretch>
        </p:blipFill>
        <p:spPr>
          <a:xfrm>
            <a:off x="0" y="-3"/>
            <a:ext cx="7559675" cy="13441365"/>
          </a:xfrm>
          <a:prstGeom prst="rect">
            <a:avLst/>
          </a:prstGeom>
        </p:spPr>
      </p:pic>
      <p:sp>
        <p:nvSpPr>
          <p:cNvPr id="3" name="Rectangle 2">
            <a:extLst>
              <a:ext uri="{FF2B5EF4-FFF2-40B4-BE49-F238E27FC236}">
                <a16:creationId xmlns:a16="http://schemas.microsoft.com/office/drawing/2014/main" id="{D65CE8FB-8BEB-8DA8-900D-4FE70A46E125}"/>
              </a:ext>
            </a:extLst>
          </p:cNvPr>
          <p:cNvSpPr/>
          <p:nvPr userDrawn="1"/>
        </p:nvSpPr>
        <p:spPr>
          <a:xfrm>
            <a:off x="1" y="-1"/>
            <a:ext cx="7559675" cy="13441363"/>
          </a:xfrm>
          <a:prstGeom prst="rect">
            <a:avLst/>
          </a:prstGeom>
          <a:solidFill>
            <a:srgbClr val="000000">
              <a:alpha val="6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a:endParaRPr lang="en-SA" sz="1800">
              <a:solidFill>
                <a:srgbClr val="FDFDF2"/>
              </a:solidFill>
            </a:endParaRPr>
          </a:p>
        </p:txBody>
      </p:sp>
      <p:pic>
        <p:nvPicPr>
          <p:cNvPr id="8" name="Picture 7" descr="A black and gold sign with white text&#10;&#10;AI-generated content may be incorrect.">
            <a:extLst>
              <a:ext uri="{FF2B5EF4-FFF2-40B4-BE49-F238E27FC236}">
                <a16:creationId xmlns:a16="http://schemas.microsoft.com/office/drawing/2014/main" id="{4FED6BD5-9AF3-6A5E-C442-EE976D2A4B70}"/>
              </a:ext>
            </a:extLst>
          </p:cNvPr>
          <p:cNvPicPr>
            <a:picLocks noChangeAspect="1"/>
          </p:cNvPicPr>
          <p:nvPr userDrawn="1"/>
        </p:nvPicPr>
        <p:blipFill>
          <a:blip r:embed="rId3"/>
          <a:stretch>
            <a:fillRect/>
          </a:stretch>
        </p:blipFill>
        <p:spPr>
          <a:xfrm>
            <a:off x="5075436" y="12477294"/>
            <a:ext cx="1963546" cy="580557"/>
          </a:xfrm>
          <a:prstGeom prst="rect">
            <a:avLst/>
          </a:prstGeom>
        </p:spPr>
      </p:pic>
      <p:sp>
        <p:nvSpPr>
          <p:cNvPr id="11" name="Freeform: Shape 10">
            <a:extLst>
              <a:ext uri="{FF2B5EF4-FFF2-40B4-BE49-F238E27FC236}">
                <a16:creationId xmlns:a16="http://schemas.microsoft.com/office/drawing/2014/main" id="{74696F2A-5CB3-9658-1040-CEA95AD4A274}"/>
              </a:ext>
            </a:extLst>
          </p:cNvPr>
          <p:cNvSpPr/>
          <p:nvPr userDrawn="1"/>
        </p:nvSpPr>
        <p:spPr>
          <a:xfrm>
            <a:off x="1" y="12038374"/>
            <a:ext cx="3774431" cy="1019477"/>
          </a:xfrm>
          <a:custGeom>
            <a:avLst/>
            <a:gdLst>
              <a:gd name="csX0" fmla="*/ 2506348 w 6096000"/>
              <a:gd name="csY0" fmla="*/ 2016 h 1720228"/>
              <a:gd name="csX1" fmla="*/ 2714354 w 6096000"/>
              <a:gd name="csY1" fmla="*/ 159664 h 1720228"/>
              <a:gd name="csX2" fmla="*/ 3179266 w 6096000"/>
              <a:gd name="csY2" fmla="*/ 152731 h 1720228"/>
              <a:gd name="csX3" fmla="*/ 3184741 w 6096000"/>
              <a:gd name="csY3" fmla="*/ 166598 h 1720228"/>
              <a:gd name="csX4" fmla="*/ 2872730 w 6096000"/>
              <a:gd name="csY4" fmla="*/ 490654 h 1720228"/>
              <a:gd name="csX5" fmla="*/ 2892437 w 6096000"/>
              <a:gd name="csY5" fmla="*/ 769459 h 1720228"/>
              <a:gd name="csX6" fmla="*/ 2850835 w 6096000"/>
              <a:gd name="csY6" fmla="*/ 789530 h 1720228"/>
              <a:gd name="csX7" fmla="*/ 2077563 w 6096000"/>
              <a:gd name="csY7" fmla="*/ 589914 h 1720228"/>
              <a:gd name="csX8" fmla="*/ 1796937 w 6096000"/>
              <a:gd name="csY8" fmla="*/ 574588 h 1720228"/>
              <a:gd name="csX9" fmla="*/ 1872475 w 6096000"/>
              <a:gd name="csY9" fmla="*/ 634436 h 1720228"/>
              <a:gd name="csX10" fmla="*/ 2650492 w 6096000"/>
              <a:gd name="csY10" fmla="*/ 1177813 h 1720228"/>
              <a:gd name="csX11" fmla="*/ 3474490 w 6096000"/>
              <a:gd name="csY11" fmla="*/ 1197884 h 1720228"/>
              <a:gd name="csX12" fmla="*/ 3694173 w 6096000"/>
              <a:gd name="csY12" fmla="*/ 853027 h 1720228"/>
              <a:gd name="csX13" fmla="*/ 3733585 w 6096000"/>
              <a:gd name="csY13" fmla="*/ 847554 h 1720228"/>
              <a:gd name="csX14" fmla="*/ 3619729 w 6096000"/>
              <a:gd name="csY14" fmla="*/ 1448955 h 1720228"/>
              <a:gd name="csX15" fmla="*/ 4075883 w 6096000"/>
              <a:gd name="csY15" fmla="*/ 1356263 h 1720228"/>
              <a:gd name="csX16" fmla="*/ 4475475 w 6096000"/>
              <a:gd name="csY16" fmla="*/ 897549 h 1720228"/>
              <a:gd name="csX17" fmla="*/ 4171493 w 6096000"/>
              <a:gd name="csY17" fmla="*/ 397962 h 1720228"/>
              <a:gd name="csX18" fmla="*/ 3962757 w 6096000"/>
              <a:gd name="csY18" fmla="*/ 657061 h 1720228"/>
              <a:gd name="csX19" fmla="*/ 3731761 w 6096000"/>
              <a:gd name="csY19" fmla="*/ 473138 h 1720228"/>
              <a:gd name="csX20" fmla="*/ 3971516 w 6096000"/>
              <a:gd name="csY20" fmla="*/ 206740 h 1720228"/>
              <a:gd name="csX21" fmla="*/ 4532038 w 6096000"/>
              <a:gd name="csY21" fmla="*/ 325707 h 1720228"/>
              <a:gd name="csX22" fmla="*/ 4754641 w 6096000"/>
              <a:gd name="csY22" fmla="*/ 925648 h 1720228"/>
              <a:gd name="csX23" fmla="*/ 4655382 w 6096000"/>
              <a:gd name="csY23" fmla="*/ 1204088 h 1720228"/>
              <a:gd name="csX24" fmla="*/ 4980894 w 6096000"/>
              <a:gd name="csY24" fmla="*/ 1164311 h 1720228"/>
              <a:gd name="csX25" fmla="*/ 5874591 w 6096000"/>
              <a:gd name="csY25" fmla="*/ 909591 h 1720228"/>
              <a:gd name="csX26" fmla="*/ 5913273 w 6096000"/>
              <a:gd name="csY26" fmla="*/ 931487 h 1720228"/>
              <a:gd name="csX27" fmla="*/ 5814014 w 6096000"/>
              <a:gd name="csY27" fmla="*/ 1229268 h 1720228"/>
              <a:gd name="csX28" fmla="*/ 6095370 w 6096000"/>
              <a:gd name="csY28" fmla="*/ 1552959 h 1720228"/>
              <a:gd name="csX29" fmla="*/ 6095005 w 6096000"/>
              <a:gd name="csY29" fmla="*/ 1554054 h 1720228"/>
              <a:gd name="csX30" fmla="*/ 6089531 w 6096000"/>
              <a:gd name="csY30" fmla="*/ 1567921 h 1720228"/>
              <a:gd name="csX31" fmla="*/ 5596884 w 6096000"/>
              <a:gd name="csY31" fmla="*/ 1590912 h 1720228"/>
              <a:gd name="csX32" fmla="*/ 5447266 w 6096000"/>
              <a:gd name="csY32" fmla="*/ 1718272 h 1720228"/>
              <a:gd name="csX33" fmla="*/ 5407490 w 6096000"/>
              <a:gd name="csY33" fmla="*/ 1701120 h 1720228"/>
              <a:gd name="csX34" fmla="*/ 4167845 w 6096000"/>
              <a:gd name="csY34" fmla="*/ 1595291 h 1720228"/>
              <a:gd name="csX35" fmla="*/ 4166750 w 6096000"/>
              <a:gd name="csY35" fmla="*/ 1595656 h 1720228"/>
              <a:gd name="csX36" fmla="*/ 4165290 w 6096000"/>
              <a:gd name="csY36" fmla="*/ 1596386 h 1720228"/>
              <a:gd name="csX37" fmla="*/ 2803030 w 6096000"/>
              <a:gd name="csY37" fmla="*/ 1534348 h 1720228"/>
              <a:gd name="csX38" fmla="*/ 1713369 w 6096000"/>
              <a:gd name="csY38" fmla="*/ 835876 h 1720228"/>
              <a:gd name="csX39" fmla="*/ 1637100 w 6096000"/>
              <a:gd name="csY39" fmla="*/ 775663 h 1720228"/>
              <a:gd name="csX40" fmla="*/ 1551708 w 6096000"/>
              <a:gd name="csY40" fmla="*/ 1236932 h 1720228"/>
              <a:gd name="csX41" fmla="*/ 959437 w 6096000"/>
              <a:gd name="csY41" fmla="*/ 1570841 h 1720228"/>
              <a:gd name="csX42" fmla="*/ 522623 w 6096000"/>
              <a:gd name="csY42" fmla="*/ 1312837 h 1720228"/>
              <a:gd name="csX43" fmla="*/ 764933 w 6096000"/>
              <a:gd name="csY43" fmla="*/ 1068700 h 1720228"/>
              <a:gd name="csX44" fmla="*/ 1009796 w 6096000"/>
              <a:gd name="csY44" fmla="*/ 1299334 h 1720228"/>
              <a:gd name="csX45" fmla="*/ 1327279 w 6096000"/>
              <a:gd name="csY45" fmla="*/ 1086216 h 1720228"/>
              <a:gd name="csX46" fmla="*/ 1083876 w 6096000"/>
              <a:gd name="csY46" fmla="*/ 393948 h 1720228"/>
              <a:gd name="csX47" fmla="*/ 652901 w 6096000"/>
              <a:gd name="csY47" fmla="*/ 267318 h 1720228"/>
              <a:gd name="csX48" fmla="*/ 620423 w 6096000"/>
              <a:gd name="csY48" fmla="*/ 266223 h 1720228"/>
              <a:gd name="csX49" fmla="*/ 626627 w 6096000"/>
              <a:gd name="csY49" fmla="*/ 867260 h 1720228"/>
              <a:gd name="csX50" fmla="*/ 581741 w 6096000"/>
              <a:gd name="csY50" fmla="*/ 862151 h 1720228"/>
              <a:gd name="csX51" fmla="*/ 324105 w 6096000"/>
              <a:gd name="csY51" fmla="*/ 486640 h 1720228"/>
              <a:gd name="csX52" fmla="*/ 57893 w 6096000"/>
              <a:gd name="csY52" fmla="*/ 435003 h 1720228"/>
              <a:gd name="csX53" fmla="*/ 0 w 6096000"/>
              <a:gd name="csY53" fmla="*/ 441063 h 1720228"/>
              <a:gd name="csX54" fmla="*/ 0 w 6096000"/>
              <a:gd name="csY54" fmla="*/ 74198 h 1720228"/>
              <a:gd name="csX55" fmla="*/ 42233 w 6096000"/>
              <a:gd name="csY55" fmla="*/ 63554 h 1720228"/>
              <a:gd name="csX56" fmla="*/ 582471 w 6096000"/>
              <a:gd name="csY56" fmla="*/ 7854 h 1720228"/>
              <a:gd name="csX57" fmla="*/ 668957 w 6096000"/>
              <a:gd name="csY57" fmla="*/ 10409 h 1720228"/>
              <a:gd name="csX58" fmla="*/ 1064170 w 6096000"/>
              <a:gd name="csY58" fmla="*/ 102006 h 1720228"/>
              <a:gd name="csX59" fmla="*/ 1065630 w 6096000"/>
              <a:gd name="csY59" fmla="*/ 102736 h 1720228"/>
              <a:gd name="csX60" fmla="*/ 1129126 w 6096000"/>
              <a:gd name="csY60" fmla="*/ 130105 h 1720228"/>
              <a:gd name="csX61" fmla="*/ 2467301 w 6096000"/>
              <a:gd name="csY61" fmla="*/ 18072 h 1720228"/>
              <a:gd name="csX62" fmla="*/ 2506348 w 6096000"/>
              <a:gd name="csY62" fmla="*/ 2016 h 17202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Lst>
            <a:rect l="l" t="t" r="r" b="b"/>
            <a:pathLst>
              <a:path w="6096000" h="1720228">
                <a:moveTo>
                  <a:pt x="2506348" y="2016"/>
                </a:moveTo>
                <a:cubicBezTo>
                  <a:pt x="2570574" y="26831"/>
                  <a:pt x="2673117" y="90328"/>
                  <a:pt x="2714354" y="159664"/>
                </a:cubicBezTo>
                <a:cubicBezTo>
                  <a:pt x="2929294" y="81570"/>
                  <a:pt x="3130002" y="133025"/>
                  <a:pt x="3179266" y="152731"/>
                </a:cubicBezTo>
                <a:cubicBezTo>
                  <a:pt x="3184741" y="154920"/>
                  <a:pt x="3186930" y="161124"/>
                  <a:pt x="3184741" y="166598"/>
                </a:cubicBezTo>
                <a:cubicBezTo>
                  <a:pt x="3165764" y="210754"/>
                  <a:pt x="3048258" y="393583"/>
                  <a:pt x="2872730" y="490654"/>
                </a:cubicBezTo>
                <a:cubicBezTo>
                  <a:pt x="2927834" y="555976"/>
                  <a:pt x="2910317" y="659981"/>
                  <a:pt x="2892437" y="769459"/>
                </a:cubicBezTo>
                <a:cubicBezTo>
                  <a:pt x="2889518" y="788800"/>
                  <a:pt x="2867622" y="799383"/>
                  <a:pt x="2850835" y="789530"/>
                </a:cubicBezTo>
                <a:cubicBezTo>
                  <a:pt x="2562911" y="621663"/>
                  <a:pt x="2205286" y="589914"/>
                  <a:pt x="2077563" y="589914"/>
                </a:cubicBezTo>
                <a:cubicBezTo>
                  <a:pt x="1979398" y="589914"/>
                  <a:pt x="1891816" y="590644"/>
                  <a:pt x="1796937" y="574588"/>
                </a:cubicBezTo>
                <a:cubicBezTo>
                  <a:pt x="1822116" y="594294"/>
                  <a:pt x="1847295" y="614365"/>
                  <a:pt x="1872475" y="634436"/>
                </a:cubicBezTo>
                <a:cubicBezTo>
                  <a:pt x="2114055" y="826023"/>
                  <a:pt x="2361837" y="1022719"/>
                  <a:pt x="2650492" y="1177813"/>
                </a:cubicBezTo>
                <a:cubicBezTo>
                  <a:pt x="2994615" y="1316121"/>
                  <a:pt x="3267943" y="1301889"/>
                  <a:pt x="3474490" y="1197884"/>
                </a:cubicBezTo>
                <a:cubicBezTo>
                  <a:pt x="3630677" y="1119425"/>
                  <a:pt x="3679211" y="947544"/>
                  <a:pt x="3694173" y="853027"/>
                </a:cubicBezTo>
                <a:cubicBezTo>
                  <a:pt x="3697458" y="832956"/>
                  <a:pt x="3724827" y="828942"/>
                  <a:pt x="3733585" y="847554"/>
                </a:cubicBezTo>
                <a:cubicBezTo>
                  <a:pt x="3793067" y="970534"/>
                  <a:pt x="3889408" y="1256638"/>
                  <a:pt x="3619729" y="1448955"/>
                </a:cubicBezTo>
                <a:cubicBezTo>
                  <a:pt x="3763509" y="1444940"/>
                  <a:pt x="3916046" y="1417936"/>
                  <a:pt x="4075883" y="1356263"/>
                </a:cubicBezTo>
                <a:cubicBezTo>
                  <a:pt x="4317098" y="1262842"/>
                  <a:pt x="4445916" y="1101178"/>
                  <a:pt x="4475475" y="897549"/>
                </a:cubicBezTo>
                <a:cubicBezTo>
                  <a:pt x="4496640" y="753402"/>
                  <a:pt x="4507588" y="448322"/>
                  <a:pt x="4171493" y="397962"/>
                </a:cubicBezTo>
                <a:cubicBezTo>
                  <a:pt x="4169669" y="563275"/>
                  <a:pt x="4062381" y="639910"/>
                  <a:pt x="3962757" y="657061"/>
                </a:cubicBezTo>
                <a:cubicBezTo>
                  <a:pt x="3819707" y="681876"/>
                  <a:pt x="3735410" y="594294"/>
                  <a:pt x="3731761" y="473138"/>
                </a:cubicBezTo>
                <a:cubicBezTo>
                  <a:pt x="3727382" y="335195"/>
                  <a:pt x="3839413" y="243233"/>
                  <a:pt x="3971516" y="206740"/>
                </a:cubicBezTo>
                <a:cubicBezTo>
                  <a:pt x="4103618" y="170247"/>
                  <a:pt x="4293743" y="150906"/>
                  <a:pt x="4532038" y="325707"/>
                </a:cubicBezTo>
                <a:cubicBezTo>
                  <a:pt x="4706836" y="454161"/>
                  <a:pt x="4788944" y="688080"/>
                  <a:pt x="4754641" y="925648"/>
                </a:cubicBezTo>
                <a:cubicBezTo>
                  <a:pt x="4740044" y="1025638"/>
                  <a:pt x="4706107" y="1118695"/>
                  <a:pt x="4655382" y="1204088"/>
                </a:cubicBezTo>
                <a:cubicBezTo>
                  <a:pt x="4766319" y="1174529"/>
                  <a:pt x="4868132" y="1164311"/>
                  <a:pt x="4980894" y="1164311"/>
                </a:cubicBezTo>
                <a:cubicBezTo>
                  <a:pt x="5108981" y="1164311"/>
                  <a:pt x="5457848" y="1141321"/>
                  <a:pt x="5874591" y="909591"/>
                </a:cubicBezTo>
                <a:cubicBezTo>
                  <a:pt x="5891743" y="900103"/>
                  <a:pt x="5913273" y="911781"/>
                  <a:pt x="5913273" y="931487"/>
                </a:cubicBezTo>
                <a:cubicBezTo>
                  <a:pt x="5914733" y="1036951"/>
                  <a:pt x="5884444" y="1156647"/>
                  <a:pt x="5814014" y="1229268"/>
                </a:cubicBezTo>
                <a:cubicBezTo>
                  <a:pt x="5989542" y="1325974"/>
                  <a:pt x="6076394" y="1508803"/>
                  <a:pt x="6095370" y="1552959"/>
                </a:cubicBezTo>
                <a:lnTo>
                  <a:pt x="6095005" y="1554054"/>
                </a:lnTo>
                <a:cubicBezTo>
                  <a:pt x="6097559" y="1559528"/>
                  <a:pt x="6095005" y="1565732"/>
                  <a:pt x="6089531" y="1567921"/>
                </a:cubicBezTo>
                <a:cubicBezTo>
                  <a:pt x="6040267" y="1587262"/>
                  <a:pt x="5812190" y="1669371"/>
                  <a:pt x="5596884" y="1590912"/>
                </a:cubicBezTo>
                <a:cubicBezTo>
                  <a:pt x="5555649" y="1660248"/>
                  <a:pt x="5511492" y="1693456"/>
                  <a:pt x="5447266" y="1718272"/>
                </a:cubicBezTo>
                <a:cubicBezTo>
                  <a:pt x="5431574" y="1724110"/>
                  <a:pt x="5414058" y="1716447"/>
                  <a:pt x="5407490" y="1701120"/>
                </a:cubicBezTo>
                <a:cubicBezTo>
                  <a:pt x="5172114" y="1160662"/>
                  <a:pt x="4758291" y="1366846"/>
                  <a:pt x="4167845" y="1595291"/>
                </a:cubicBezTo>
                <a:cubicBezTo>
                  <a:pt x="4167479" y="1595656"/>
                  <a:pt x="4167114" y="1595656"/>
                  <a:pt x="4166750" y="1595656"/>
                </a:cubicBezTo>
                <a:cubicBezTo>
                  <a:pt x="4166385" y="1596386"/>
                  <a:pt x="4165654" y="1596386"/>
                  <a:pt x="4165290" y="1596386"/>
                </a:cubicBezTo>
                <a:cubicBezTo>
                  <a:pt x="3606592" y="1811693"/>
                  <a:pt x="3120148" y="1664262"/>
                  <a:pt x="2803030" y="1534348"/>
                </a:cubicBezTo>
                <a:cubicBezTo>
                  <a:pt x="2368771" y="1356628"/>
                  <a:pt x="2020634" y="1080013"/>
                  <a:pt x="1713369" y="835876"/>
                </a:cubicBezTo>
                <a:cubicBezTo>
                  <a:pt x="1687460" y="815805"/>
                  <a:pt x="1662280" y="795734"/>
                  <a:pt x="1637100" y="775663"/>
                </a:cubicBezTo>
                <a:cubicBezTo>
                  <a:pt x="1658996" y="919079"/>
                  <a:pt x="1638559" y="1078188"/>
                  <a:pt x="1551708" y="1236932"/>
                </a:cubicBezTo>
                <a:cubicBezTo>
                  <a:pt x="1436756" y="1447495"/>
                  <a:pt x="1184230" y="1570841"/>
                  <a:pt x="959437" y="1570841"/>
                </a:cubicBezTo>
                <a:cubicBezTo>
                  <a:pt x="734644" y="1570841"/>
                  <a:pt x="538680" y="1482528"/>
                  <a:pt x="522623" y="1312837"/>
                </a:cubicBezTo>
                <a:cubicBezTo>
                  <a:pt x="507661" y="1150809"/>
                  <a:pt x="587945" y="1077458"/>
                  <a:pt x="764933" y="1068700"/>
                </a:cubicBezTo>
                <a:cubicBezTo>
                  <a:pt x="941556" y="1059942"/>
                  <a:pt x="1035340" y="1181828"/>
                  <a:pt x="1009796" y="1299334"/>
                </a:cubicBezTo>
                <a:cubicBezTo>
                  <a:pt x="1132775" y="1297875"/>
                  <a:pt x="1257214" y="1213941"/>
                  <a:pt x="1327279" y="1086216"/>
                </a:cubicBezTo>
                <a:cubicBezTo>
                  <a:pt x="1426174" y="905577"/>
                  <a:pt x="1358298" y="665090"/>
                  <a:pt x="1083876" y="393948"/>
                </a:cubicBezTo>
                <a:cubicBezTo>
                  <a:pt x="944109" y="322422"/>
                  <a:pt x="802884" y="275712"/>
                  <a:pt x="652901" y="267318"/>
                </a:cubicBezTo>
                <a:cubicBezTo>
                  <a:pt x="642318" y="266223"/>
                  <a:pt x="631370" y="266223"/>
                  <a:pt x="620423" y="266223"/>
                </a:cubicBezTo>
                <a:cubicBezTo>
                  <a:pt x="811643" y="476787"/>
                  <a:pt x="689394" y="755592"/>
                  <a:pt x="626627" y="867260"/>
                </a:cubicBezTo>
                <a:cubicBezTo>
                  <a:pt x="616044" y="885871"/>
                  <a:pt x="587945" y="882952"/>
                  <a:pt x="581741" y="862151"/>
                </a:cubicBezTo>
                <a:cubicBezTo>
                  <a:pt x="551453" y="763255"/>
                  <a:pt x="472629" y="556706"/>
                  <a:pt x="324105" y="486640"/>
                </a:cubicBezTo>
                <a:cubicBezTo>
                  <a:pt x="244004" y="448688"/>
                  <a:pt x="155419" y="432905"/>
                  <a:pt x="57893" y="435003"/>
                </a:cubicBezTo>
                <a:lnTo>
                  <a:pt x="0" y="441063"/>
                </a:lnTo>
                <a:lnTo>
                  <a:pt x="0" y="74198"/>
                </a:lnTo>
                <a:lnTo>
                  <a:pt x="42233" y="63554"/>
                </a:lnTo>
                <a:cubicBezTo>
                  <a:pt x="206896" y="28086"/>
                  <a:pt x="385549" y="7854"/>
                  <a:pt x="582471" y="7854"/>
                </a:cubicBezTo>
                <a:cubicBezTo>
                  <a:pt x="611665" y="7854"/>
                  <a:pt x="640493" y="8949"/>
                  <a:pt x="668957" y="10409"/>
                </a:cubicBezTo>
                <a:cubicBezTo>
                  <a:pt x="807628" y="18437"/>
                  <a:pt x="938636" y="51281"/>
                  <a:pt x="1064170" y="102006"/>
                </a:cubicBezTo>
                <a:cubicBezTo>
                  <a:pt x="1064535" y="102371"/>
                  <a:pt x="1065264" y="102736"/>
                  <a:pt x="1065630" y="102736"/>
                </a:cubicBezTo>
                <a:cubicBezTo>
                  <a:pt x="1086795" y="111129"/>
                  <a:pt x="1107961" y="120617"/>
                  <a:pt x="1129126" y="130105"/>
                </a:cubicBezTo>
                <a:cubicBezTo>
                  <a:pt x="1745117" y="394678"/>
                  <a:pt x="2214773" y="534080"/>
                  <a:pt x="2467301" y="18072"/>
                </a:cubicBezTo>
                <a:cubicBezTo>
                  <a:pt x="2474599" y="3475"/>
                  <a:pt x="2491386" y="-3823"/>
                  <a:pt x="2506348" y="2016"/>
                </a:cubicBezTo>
                <a:close/>
              </a:path>
            </a:pathLst>
          </a:custGeom>
          <a:solidFill>
            <a:srgbClr val="D7A562">
              <a:alpha val="80000"/>
            </a:srgbClr>
          </a:solidFill>
          <a:ln w="16072" cap="flat">
            <a:noFill/>
            <a:prstDash val="solid"/>
            <a:miter/>
          </a:ln>
        </p:spPr>
        <p:txBody>
          <a:bodyPr wrap="square">
            <a:noAutofit/>
          </a:bodyPr>
          <a:lstStyle/>
          <a:p>
            <a:endParaRPr lang="en-GB" sz="1800" dirty="0"/>
          </a:p>
        </p:txBody>
      </p:sp>
      <p:sp>
        <p:nvSpPr>
          <p:cNvPr id="53" name="Rectangle 52">
            <a:extLst>
              <a:ext uri="{FF2B5EF4-FFF2-40B4-BE49-F238E27FC236}">
                <a16:creationId xmlns:a16="http://schemas.microsoft.com/office/drawing/2014/main" id="{79EE18B7-9D27-8F40-27C3-9D446D172B6C}"/>
              </a:ext>
            </a:extLst>
          </p:cNvPr>
          <p:cNvSpPr/>
          <p:nvPr userDrawn="1"/>
        </p:nvSpPr>
        <p:spPr>
          <a:xfrm>
            <a:off x="6" y="366"/>
            <a:ext cx="264417" cy="2141684"/>
          </a:xfrm>
          <a:prstGeom prst="rect">
            <a:avLst/>
          </a:prstGeom>
          <a:gradFill>
            <a:gsLst>
              <a:gs pos="0">
                <a:srgbClr val="D9A86A"/>
              </a:gs>
              <a:gs pos="100000">
                <a:srgbClr val="FBF7F4">
                  <a:alpha val="0"/>
                </a:srgbClr>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sz="1800" dirty="0"/>
          </a:p>
        </p:txBody>
      </p:sp>
      <p:sp>
        <p:nvSpPr>
          <p:cNvPr id="2" name="Rectangle: Top Corners Rounded 1">
            <a:hlinkClick r:id="rId4" action="ppaction://hlinksldjump"/>
            <a:extLst>
              <a:ext uri="{FF2B5EF4-FFF2-40B4-BE49-F238E27FC236}">
                <a16:creationId xmlns:a16="http://schemas.microsoft.com/office/drawing/2014/main" id="{03088236-BA75-35CE-DDAA-7ED8A960D08D}"/>
              </a:ext>
            </a:extLst>
          </p:cNvPr>
          <p:cNvSpPr/>
          <p:nvPr userDrawn="1"/>
        </p:nvSpPr>
        <p:spPr>
          <a:xfrm flipV="1">
            <a:off x="5953267" y="-2"/>
            <a:ext cx="1252892" cy="596891"/>
          </a:xfrm>
          <a:prstGeom prst="round2SameRect">
            <a:avLst/>
          </a:prstGeom>
          <a:solidFill>
            <a:srgbClr val="D9D9D9"/>
          </a:solidFill>
          <a:ln w="19050" cap="flat" cmpd="sng" algn="ctr">
            <a:noFill/>
            <a:prstDash val="solid"/>
            <a:miter lim="800000"/>
          </a:ln>
          <a:effectLst/>
        </p:spPr>
        <p:txBody>
          <a:bodyPr tIns="72000" bIns="36000" rtlCol="1" anchor="t" anchorCtr="0"/>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1"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5" name="Rectangle 4">
            <a:hlinkClick r:id="rId4" action="ppaction://hlinksldjump"/>
            <a:extLst>
              <a:ext uri="{FF2B5EF4-FFF2-40B4-BE49-F238E27FC236}">
                <a16:creationId xmlns:a16="http://schemas.microsoft.com/office/drawing/2014/main" id="{C03ABDF5-1017-CCEF-794B-A37D5EE253A6}"/>
              </a:ext>
            </a:extLst>
          </p:cNvPr>
          <p:cNvSpPr/>
          <p:nvPr userDrawn="1"/>
        </p:nvSpPr>
        <p:spPr>
          <a:xfrm>
            <a:off x="5953267" y="130407"/>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ملخص المهام</a:t>
            </a: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6" name="Rectangle: Top Corners Rounded 5">
            <a:hlinkClick r:id="rId5" action="ppaction://hlinksldjump"/>
            <a:extLst>
              <a:ext uri="{FF2B5EF4-FFF2-40B4-BE49-F238E27FC236}">
                <a16:creationId xmlns:a16="http://schemas.microsoft.com/office/drawing/2014/main" id="{D542A77B-0CBE-CDEE-2A74-ED3D00111DF3}"/>
              </a:ext>
            </a:extLst>
          </p:cNvPr>
          <p:cNvSpPr/>
          <p:nvPr userDrawn="1"/>
        </p:nvSpPr>
        <p:spPr>
          <a:xfrm flipV="1">
            <a:off x="4603531" y="-1"/>
            <a:ext cx="1252892" cy="596891"/>
          </a:xfrm>
          <a:prstGeom prst="round2SameRect">
            <a:avLst/>
          </a:prstGeom>
          <a:solidFill>
            <a:srgbClr val="FFFFFF">
              <a:lumMod val="85000"/>
            </a:srgbClr>
          </a:solidFill>
          <a:ln w="19050" cap="flat" cmpd="sng" algn="ctr">
            <a:noFill/>
            <a:prstDash val="solid"/>
            <a:miter lim="800000"/>
          </a:ln>
          <a:effectLst/>
        </p:spPr>
        <p:txBody>
          <a:bodyPr tIns="72000" bIns="36000" rtlCol="1" anchor="ctr"/>
          <a:lstStyle/>
          <a:p>
            <a:pPr marL="0" marR="0" lvl="0" indent="0" algn="l"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7" name="Rectangle 6">
            <a:hlinkClick r:id="rId5" action="ppaction://hlinksldjump"/>
            <a:extLst>
              <a:ext uri="{FF2B5EF4-FFF2-40B4-BE49-F238E27FC236}">
                <a16:creationId xmlns:a16="http://schemas.microsoft.com/office/drawing/2014/main" id="{AFB72780-4EFB-D592-1BFA-B062FBE0212F}"/>
              </a:ext>
            </a:extLst>
          </p:cNvPr>
          <p:cNvSpPr/>
          <p:nvPr userDrawn="1"/>
        </p:nvSpPr>
        <p:spPr>
          <a:xfrm>
            <a:off x="4603531" y="137425"/>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ملخص مشاريع  سهيل</a:t>
            </a:r>
          </a:p>
        </p:txBody>
      </p:sp>
      <p:sp>
        <p:nvSpPr>
          <p:cNvPr id="9" name="Rectangle: Top Corners Rounded 8">
            <a:extLst>
              <a:ext uri="{FF2B5EF4-FFF2-40B4-BE49-F238E27FC236}">
                <a16:creationId xmlns:a16="http://schemas.microsoft.com/office/drawing/2014/main" id="{F3BF7CC4-2185-67F1-29AB-11C81B0172CB}"/>
              </a:ext>
            </a:extLst>
          </p:cNvPr>
          <p:cNvSpPr/>
          <p:nvPr userDrawn="1"/>
        </p:nvSpPr>
        <p:spPr>
          <a:xfrm flipV="1">
            <a:off x="3253792" y="-1"/>
            <a:ext cx="1252892" cy="596891"/>
          </a:xfrm>
          <a:prstGeom prst="round2SameRect">
            <a:avLst/>
          </a:prstGeom>
          <a:solidFill>
            <a:srgbClr val="FFFFFF">
              <a:lumMod val="85000"/>
            </a:srgbClr>
          </a:solid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10" name="Rectangle 9">
            <a:extLst>
              <a:ext uri="{FF2B5EF4-FFF2-40B4-BE49-F238E27FC236}">
                <a16:creationId xmlns:a16="http://schemas.microsoft.com/office/drawing/2014/main" id="{5848E4B1-BEA9-332E-E959-86FDC50E2942}"/>
              </a:ext>
            </a:extLst>
          </p:cNvPr>
          <p:cNvSpPr/>
          <p:nvPr userDrawn="1"/>
        </p:nvSpPr>
        <p:spPr>
          <a:xfrm>
            <a:off x="3253792" y="137425"/>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المعاملات</a:t>
            </a: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grpSp>
        <p:nvGrpSpPr>
          <p:cNvPr id="12" name="Group 11">
            <a:extLst>
              <a:ext uri="{FF2B5EF4-FFF2-40B4-BE49-F238E27FC236}">
                <a16:creationId xmlns:a16="http://schemas.microsoft.com/office/drawing/2014/main" id="{F753EB39-2264-FE94-7E76-365E55CAE290}"/>
              </a:ext>
            </a:extLst>
          </p:cNvPr>
          <p:cNvGrpSpPr/>
          <p:nvPr userDrawn="1"/>
        </p:nvGrpSpPr>
        <p:grpSpPr>
          <a:xfrm>
            <a:off x="1904055" y="-1"/>
            <a:ext cx="1252892" cy="596890"/>
            <a:chOff x="736600" y="-2"/>
            <a:chExt cx="1252892" cy="596890"/>
          </a:xfrm>
        </p:grpSpPr>
        <p:sp>
          <p:nvSpPr>
            <p:cNvPr id="14" name="Rectangle: Top Corners Rounded 13">
              <a:hlinkClick r:id="rId6" action="ppaction://hlinksldjump"/>
              <a:extLst>
                <a:ext uri="{FF2B5EF4-FFF2-40B4-BE49-F238E27FC236}">
                  <a16:creationId xmlns:a16="http://schemas.microsoft.com/office/drawing/2014/main" id="{2BD34CA2-F5B4-943E-1DD2-60D039F1E619}"/>
                </a:ext>
              </a:extLst>
            </p:cNvPr>
            <p:cNvSpPr/>
            <p:nvPr userDrawn="1"/>
          </p:nvSpPr>
          <p:spPr>
            <a:xfrm flipV="1">
              <a:off x="736600" y="-2"/>
              <a:ext cx="1252892" cy="596890"/>
            </a:xfrm>
            <a:prstGeom prst="round2SameRect">
              <a:avLst/>
            </a:prstGeom>
            <a:solidFill>
              <a:srgbClr val="D9D9D9"/>
            </a:solid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16" name="Rectangle 15">
              <a:hlinkClick r:id="rId6" action="ppaction://hlinksldjump"/>
              <a:extLst>
                <a:ext uri="{FF2B5EF4-FFF2-40B4-BE49-F238E27FC236}">
                  <a16:creationId xmlns:a16="http://schemas.microsoft.com/office/drawing/2014/main" id="{17489BBC-7558-68F5-37AE-D4C48EB1AF04}"/>
                </a:ext>
              </a:extLst>
            </p:cNvPr>
            <p:cNvSpPr/>
            <p:nvPr userDrawn="1"/>
          </p:nvSpPr>
          <p:spPr>
            <a:xfrm>
              <a:off x="736600" y="165092"/>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التجربة الرقمية</a:t>
              </a: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grpSp>
      <p:grpSp>
        <p:nvGrpSpPr>
          <p:cNvPr id="18" name="Group 17">
            <a:extLst>
              <a:ext uri="{FF2B5EF4-FFF2-40B4-BE49-F238E27FC236}">
                <a16:creationId xmlns:a16="http://schemas.microsoft.com/office/drawing/2014/main" id="{B3CE4975-5744-4BF9-63C5-8B163EE671A5}"/>
              </a:ext>
            </a:extLst>
          </p:cNvPr>
          <p:cNvGrpSpPr/>
          <p:nvPr userDrawn="1"/>
        </p:nvGrpSpPr>
        <p:grpSpPr>
          <a:xfrm>
            <a:off x="557855" y="-3"/>
            <a:ext cx="1252892" cy="685790"/>
            <a:chOff x="2082800" y="-2"/>
            <a:chExt cx="1252892" cy="685790"/>
          </a:xfrm>
        </p:grpSpPr>
        <p:sp>
          <p:nvSpPr>
            <p:cNvPr id="20" name="Rectangle: Top Corners Rounded 19">
              <a:hlinkClick r:id="rId6" action="ppaction://hlinksldjump"/>
              <a:extLst>
                <a:ext uri="{FF2B5EF4-FFF2-40B4-BE49-F238E27FC236}">
                  <a16:creationId xmlns:a16="http://schemas.microsoft.com/office/drawing/2014/main" id="{11402A0A-22D3-2723-F6C2-B1077FFC5700}"/>
                </a:ext>
              </a:extLst>
            </p:cNvPr>
            <p:cNvSpPr/>
            <p:nvPr userDrawn="1"/>
          </p:nvSpPr>
          <p:spPr>
            <a:xfrm flipV="1">
              <a:off x="2082800" y="-2"/>
              <a:ext cx="1252892" cy="685790"/>
            </a:xfrm>
            <a:prstGeom prst="round2SameRect">
              <a:avLst/>
            </a:prstGeom>
            <a:solidFill>
              <a:srgbClr val="D9A86A"/>
            </a:solid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22" name="Rectangle 21">
              <a:hlinkClick r:id="rId6" action="ppaction://hlinksldjump"/>
              <a:extLst>
                <a:ext uri="{FF2B5EF4-FFF2-40B4-BE49-F238E27FC236}">
                  <a16:creationId xmlns:a16="http://schemas.microsoft.com/office/drawing/2014/main" id="{A4041D52-E849-CE37-AC3B-8816B37FEC0A}"/>
                </a:ext>
              </a:extLst>
            </p:cNvPr>
            <p:cNvSpPr/>
            <p:nvPr userDrawn="1"/>
          </p:nvSpPr>
          <p:spPr>
            <a:xfrm>
              <a:off x="2082800" y="234546"/>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1"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التفاصيل</a:t>
              </a:r>
              <a:endParaRPr kumimoji="0" lang="en-GB" sz="1200" b="1"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grpSp>
    </p:spTree>
    <p:extLst>
      <p:ext uri="{BB962C8B-B14F-4D97-AF65-F5344CB8AC3E}">
        <p14:creationId xmlns:p14="http://schemas.microsoft.com/office/powerpoint/2010/main" val="45176029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7_Title Slide">
    <p:spTree>
      <p:nvGrpSpPr>
        <p:cNvPr id="1" name=""/>
        <p:cNvGrpSpPr/>
        <p:nvPr/>
      </p:nvGrpSpPr>
      <p:grpSpPr>
        <a:xfrm>
          <a:off x="0" y="0"/>
          <a:ext cx="0" cy="0"/>
          <a:chOff x="0" y="0"/>
          <a:chExt cx="0" cy="0"/>
        </a:xfrm>
      </p:grpSpPr>
      <p:sp>
        <p:nvSpPr>
          <p:cNvPr id="48" name="Rectangle 47">
            <a:extLst>
              <a:ext uri="{FF2B5EF4-FFF2-40B4-BE49-F238E27FC236}">
                <a16:creationId xmlns:a16="http://schemas.microsoft.com/office/drawing/2014/main" id="{E13EF92A-5606-E87C-0E01-7AC1DF56E276}"/>
              </a:ext>
            </a:extLst>
          </p:cNvPr>
          <p:cNvSpPr/>
          <p:nvPr userDrawn="1"/>
        </p:nvSpPr>
        <p:spPr>
          <a:xfrm>
            <a:off x="4" y="-1"/>
            <a:ext cx="7559675" cy="13441363"/>
          </a:xfrm>
          <a:prstGeom prst="rect">
            <a:avLst/>
          </a:prstGeom>
          <a:solidFill>
            <a:srgbClr val="FBF7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514358" rtl="0" eaLnBrk="1" latinLnBrk="0" hangingPunct="1"/>
            <a:endParaRPr lang="en-SA" sz="1013">
              <a:ln>
                <a:noFill/>
              </a:ln>
              <a:solidFill>
                <a:srgbClr val="FDFDF2"/>
              </a:solidFill>
            </a:endParaRPr>
          </a:p>
        </p:txBody>
      </p:sp>
      <p:sp>
        <p:nvSpPr>
          <p:cNvPr id="23" name="Rectangle 22">
            <a:extLst>
              <a:ext uri="{FF2B5EF4-FFF2-40B4-BE49-F238E27FC236}">
                <a16:creationId xmlns:a16="http://schemas.microsoft.com/office/drawing/2014/main" id="{D84AC8B4-ED73-847F-4BBF-50224AEF97AF}"/>
              </a:ext>
            </a:extLst>
          </p:cNvPr>
          <p:cNvSpPr/>
          <p:nvPr userDrawn="1"/>
        </p:nvSpPr>
        <p:spPr>
          <a:xfrm>
            <a:off x="6" y="366"/>
            <a:ext cx="264417" cy="2141684"/>
          </a:xfrm>
          <a:prstGeom prst="rect">
            <a:avLst/>
          </a:prstGeom>
          <a:gradFill>
            <a:gsLst>
              <a:gs pos="0">
                <a:srgbClr val="D9A86A"/>
              </a:gs>
              <a:gs pos="100000">
                <a:srgbClr val="FBF7F4">
                  <a:alpha val="0"/>
                </a:srgbClr>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sz="1800" dirty="0"/>
          </a:p>
        </p:txBody>
      </p:sp>
      <p:sp>
        <p:nvSpPr>
          <p:cNvPr id="24" name="Rectangle 23">
            <a:extLst>
              <a:ext uri="{FF2B5EF4-FFF2-40B4-BE49-F238E27FC236}">
                <a16:creationId xmlns:a16="http://schemas.microsoft.com/office/drawing/2014/main" id="{15781BA5-3357-91AF-7215-EDE61AD043E5}"/>
              </a:ext>
            </a:extLst>
          </p:cNvPr>
          <p:cNvSpPr/>
          <p:nvPr userDrawn="1"/>
        </p:nvSpPr>
        <p:spPr>
          <a:xfrm>
            <a:off x="4" y="13296034"/>
            <a:ext cx="7559675" cy="145330"/>
          </a:xfrm>
          <a:prstGeom prst="rect">
            <a:avLst/>
          </a:prstGeom>
          <a:solidFill>
            <a:srgbClr val="D9A8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sz="1800" dirty="0"/>
          </a:p>
        </p:txBody>
      </p:sp>
      <p:sp>
        <p:nvSpPr>
          <p:cNvPr id="9" name="object 117">
            <a:extLst>
              <a:ext uri="{FF2B5EF4-FFF2-40B4-BE49-F238E27FC236}">
                <a16:creationId xmlns:a16="http://schemas.microsoft.com/office/drawing/2014/main" id="{2AF8B1F4-D50C-E4B7-9C84-BD39191A3801}"/>
              </a:ext>
            </a:extLst>
          </p:cNvPr>
          <p:cNvSpPr/>
          <p:nvPr userDrawn="1"/>
        </p:nvSpPr>
        <p:spPr>
          <a:xfrm>
            <a:off x="6803044" y="12687759"/>
            <a:ext cx="436531" cy="414655"/>
          </a:xfrm>
          <a:custGeom>
            <a:avLst/>
            <a:gdLst/>
            <a:ahLst/>
            <a:cxnLst/>
            <a:rect l="l" t="t" r="r" b="b"/>
            <a:pathLst>
              <a:path w="417830" h="414654">
                <a:moveTo>
                  <a:pt x="59512" y="61899"/>
                </a:moveTo>
                <a:lnTo>
                  <a:pt x="58169" y="100270"/>
                </a:lnTo>
                <a:lnTo>
                  <a:pt x="58391" y="122310"/>
                </a:lnTo>
                <a:lnTo>
                  <a:pt x="60780" y="136344"/>
                </a:lnTo>
                <a:lnTo>
                  <a:pt x="65938" y="150698"/>
                </a:lnTo>
                <a:lnTo>
                  <a:pt x="37747" y="170209"/>
                </a:lnTo>
                <a:lnTo>
                  <a:pt x="21482" y="182727"/>
                </a:lnTo>
                <a:lnTo>
                  <a:pt x="10960" y="193664"/>
                </a:lnTo>
                <a:lnTo>
                  <a:pt x="0" y="208432"/>
                </a:lnTo>
                <a:lnTo>
                  <a:pt x="18765" y="230268"/>
                </a:lnTo>
                <a:lnTo>
                  <a:pt x="32111" y="243817"/>
                </a:lnTo>
                <a:lnTo>
                  <a:pt x="46420" y="254723"/>
                </a:lnTo>
                <a:lnTo>
                  <a:pt x="68071" y="268630"/>
                </a:lnTo>
                <a:lnTo>
                  <a:pt x="62799" y="286727"/>
                </a:lnTo>
                <a:lnTo>
                  <a:pt x="60417" y="301775"/>
                </a:lnTo>
                <a:lnTo>
                  <a:pt x="60363" y="321888"/>
                </a:lnTo>
                <a:lnTo>
                  <a:pt x="62077" y="355180"/>
                </a:lnTo>
                <a:lnTo>
                  <a:pt x="95788" y="357012"/>
                </a:lnTo>
                <a:lnTo>
                  <a:pt x="116592" y="357022"/>
                </a:lnTo>
                <a:lnTo>
                  <a:pt x="133100" y="354670"/>
                </a:lnTo>
                <a:lnTo>
                  <a:pt x="153923" y="349415"/>
                </a:lnTo>
                <a:lnTo>
                  <a:pt x="163964" y="369163"/>
                </a:lnTo>
                <a:lnTo>
                  <a:pt x="173243" y="382528"/>
                </a:lnTo>
                <a:lnTo>
                  <a:pt x="187099" y="395615"/>
                </a:lnTo>
                <a:lnTo>
                  <a:pt x="210870" y="414527"/>
                </a:lnTo>
                <a:lnTo>
                  <a:pt x="238188" y="390040"/>
                </a:lnTo>
                <a:lnTo>
                  <a:pt x="253584" y="374738"/>
                </a:lnTo>
                <a:lnTo>
                  <a:pt x="262716" y="362200"/>
                </a:lnTo>
                <a:lnTo>
                  <a:pt x="271246" y="345998"/>
                </a:lnTo>
                <a:lnTo>
                  <a:pt x="284383" y="350873"/>
                </a:lnTo>
                <a:lnTo>
                  <a:pt x="297805" y="353277"/>
                </a:lnTo>
                <a:lnTo>
                  <a:pt x="319652" y="353912"/>
                </a:lnTo>
                <a:lnTo>
                  <a:pt x="358063" y="353479"/>
                </a:lnTo>
                <a:lnTo>
                  <a:pt x="358848" y="315119"/>
                </a:lnTo>
                <a:lnTo>
                  <a:pt x="358340" y="292727"/>
                </a:lnTo>
                <a:lnTo>
                  <a:pt x="355845" y="277657"/>
                </a:lnTo>
                <a:lnTo>
                  <a:pt x="350672" y="261264"/>
                </a:lnTo>
                <a:lnTo>
                  <a:pt x="367975" y="253366"/>
                </a:lnTo>
                <a:lnTo>
                  <a:pt x="380701" y="244897"/>
                </a:lnTo>
                <a:lnTo>
                  <a:pt x="395113" y="230603"/>
                </a:lnTo>
                <a:lnTo>
                  <a:pt x="417474" y="205231"/>
                </a:lnTo>
                <a:lnTo>
                  <a:pt x="395660" y="181540"/>
                </a:lnTo>
                <a:lnTo>
                  <a:pt x="381073" y="167384"/>
                </a:lnTo>
                <a:lnTo>
                  <a:pt x="367128" y="157131"/>
                </a:lnTo>
                <a:lnTo>
                  <a:pt x="347243" y="145148"/>
                </a:lnTo>
                <a:lnTo>
                  <a:pt x="353622" y="128178"/>
                </a:lnTo>
                <a:lnTo>
                  <a:pt x="356506" y="113449"/>
                </a:lnTo>
                <a:lnTo>
                  <a:pt x="356578" y="92795"/>
                </a:lnTo>
                <a:lnTo>
                  <a:pt x="354520" y="58051"/>
                </a:lnTo>
                <a:lnTo>
                  <a:pt x="328292" y="57437"/>
                </a:lnTo>
                <a:lnTo>
                  <a:pt x="310049" y="57900"/>
                </a:lnTo>
                <a:lnTo>
                  <a:pt x="291242" y="60043"/>
                </a:lnTo>
                <a:lnTo>
                  <a:pt x="263321" y="64465"/>
                </a:lnTo>
                <a:lnTo>
                  <a:pt x="251345" y="44005"/>
                </a:lnTo>
                <a:lnTo>
                  <a:pt x="241377" y="30470"/>
                </a:lnTo>
                <a:lnTo>
                  <a:pt x="228040" y="17816"/>
                </a:lnTo>
                <a:lnTo>
                  <a:pt x="205955" y="0"/>
                </a:lnTo>
                <a:lnTo>
                  <a:pt x="178286" y="25306"/>
                </a:lnTo>
                <a:lnTo>
                  <a:pt x="162863" y="40768"/>
                </a:lnTo>
                <a:lnTo>
                  <a:pt x="154104" y="52708"/>
                </a:lnTo>
                <a:lnTo>
                  <a:pt x="146430" y="67449"/>
                </a:lnTo>
                <a:lnTo>
                  <a:pt x="127970" y="61840"/>
                </a:lnTo>
                <a:lnTo>
                  <a:pt x="112763" y="59393"/>
                </a:lnTo>
                <a:lnTo>
                  <a:pt x="92659" y="59586"/>
                </a:lnTo>
                <a:lnTo>
                  <a:pt x="59512" y="61899"/>
                </a:lnTo>
                <a:close/>
              </a:path>
            </a:pathLst>
          </a:custGeom>
          <a:noFill/>
          <a:ln w="12699">
            <a:solidFill>
              <a:srgbClr val="D9A86A"/>
            </a:solidFill>
          </a:ln>
        </p:spPr>
        <p:txBody>
          <a:bodyPr wrap="square" lIns="0" tIns="0" rIns="0" bIns="0" rtlCol="0"/>
          <a:lstStyle/>
          <a:p>
            <a:endParaRPr sz="1800" dirty="0"/>
          </a:p>
        </p:txBody>
      </p:sp>
      <p:sp>
        <p:nvSpPr>
          <p:cNvPr id="10" name="object 118">
            <a:extLst>
              <a:ext uri="{FF2B5EF4-FFF2-40B4-BE49-F238E27FC236}">
                <a16:creationId xmlns:a16="http://schemas.microsoft.com/office/drawing/2014/main" id="{17E7CE6B-9AFB-484F-5BD3-0718003B0B22}"/>
              </a:ext>
            </a:extLst>
          </p:cNvPr>
          <p:cNvSpPr/>
          <p:nvPr userDrawn="1"/>
        </p:nvSpPr>
        <p:spPr>
          <a:xfrm>
            <a:off x="6836634" y="12719491"/>
            <a:ext cx="369525" cy="351155"/>
          </a:xfrm>
          <a:custGeom>
            <a:avLst/>
            <a:gdLst/>
            <a:ahLst/>
            <a:cxnLst/>
            <a:rect l="l" t="t" r="r" b="b"/>
            <a:pathLst>
              <a:path w="353694" h="351154">
                <a:moveTo>
                  <a:pt x="50393" y="52412"/>
                </a:moveTo>
                <a:lnTo>
                  <a:pt x="49256" y="84906"/>
                </a:lnTo>
                <a:lnTo>
                  <a:pt x="49444" y="103570"/>
                </a:lnTo>
                <a:lnTo>
                  <a:pt x="51465" y="115454"/>
                </a:lnTo>
                <a:lnTo>
                  <a:pt x="55829" y="127609"/>
                </a:lnTo>
                <a:lnTo>
                  <a:pt x="31961" y="144132"/>
                </a:lnTo>
                <a:lnTo>
                  <a:pt x="18189" y="154733"/>
                </a:lnTo>
                <a:lnTo>
                  <a:pt x="9280" y="163996"/>
                </a:lnTo>
                <a:lnTo>
                  <a:pt x="0" y="176504"/>
                </a:lnTo>
                <a:lnTo>
                  <a:pt x="15888" y="194988"/>
                </a:lnTo>
                <a:lnTo>
                  <a:pt x="27189" y="206459"/>
                </a:lnTo>
                <a:lnTo>
                  <a:pt x="39306" y="215693"/>
                </a:lnTo>
                <a:lnTo>
                  <a:pt x="57645" y="227469"/>
                </a:lnTo>
                <a:lnTo>
                  <a:pt x="53179" y="242795"/>
                </a:lnTo>
                <a:lnTo>
                  <a:pt x="51161" y="255538"/>
                </a:lnTo>
                <a:lnTo>
                  <a:pt x="51115" y="272569"/>
                </a:lnTo>
                <a:lnTo>
                  <a:pt x="52565" y="300761"/>
                </a:lnTo>
                <a:lnTo>
                  <a:pt x="81112" y="302313"/>
                </a:lnTo>
                <a:lnTo>
                  <a:pt x="98729" y="302323"/>
                </a:lnTo>
                <a:lnTo>
                  <a:pt x="112708" y="300332"/>
                </a:lnTo>
                <a:lnTo>
                  <a:pt x="130340" y="295884"/>
                </a:lnTo>
                <a:lnTo>
                  <a:pt x="138844" y="312605"/>
                </a:lnTo>
                <a:lnTo>
                  <a:pt x="146702" y="323921"/>
                </a:lnTo>
                <a:lnTo>
                  <a:pt x="158434" y="335001"/>
                </a:lnTo>
                <a:lnTo>
                  <a:pt x="178562" y="351015"/>
                </a:lnTo>
                <a:lnTo>
                  <a:pt x="201699" y="330277"/>
                </a:lnTo>
                <a:lnTo>
                  <a:pt x="214737" y="317320"/>
                </a:lnTo>
                <a:lnTo>
                  <a:pt x="222471" y="306704"/>
                </a:lnTo>
                <a:lnTo>
                  <a:pt x="229692" y="292988"/>
                </a:lnTo>
                <a:lnTo>
                  <a:pt x="240813" y="297116"/>
                </a:lnTo>
                <a:lnTo>
                  <a:pt x="252177" y="299151"/>
                </a:lnTo>
                <a:lnTo>
                  <a:pt x="270675" y="299686"/>
                </a:lnTo>
                <a:lnTo>
                  <a:pt x="303199" y="299313"/>
                </a:lnTo>
                <a:lnTo>
                  <a:pt x="303866" y="266832"/>
                </a:lnTo>
                <a:lnTo>
                  <a:pt x="303437" y="247872"/>
                </a:lnTo>
                <a:lnTo>
                  <a:pt x="301328" y="235112"/>
                </a:lnTo>
                <a:lnTo>
                  <a:pt x="296951" y="221233"/>
                </a:lnTo>
                <a:lnTo>
                  <a:pt x="311601" y="214541"/>
                </a:lnTo>
                <a:lnTo>
                  <a:pt x="322376" y="207368"/>
                </a:lnTo>
                <a:lnTo>
                  <a:pt x="334581" y="195266"/>
                </a:lnTo>
                <a:lnTo>
                  <a:pt x="353517" y="173786"/>
                </a:lnTo>
                <a:lnTo>
                  <a:pt x="335042" y="153725"/>
                </a:lnTo>
                <a:lnTo>
                  <a:pt x="322689" y="141738"/>
                </a:lnTo>
                <a:lnTo>
                  <a:pt x="310881" y="133056"/>
                </a:lnTo>
                <a:lnTo>
                  <a:pt x="294043" y="122910"/>
                </a:lnTo>
                <a:lnTo>
                  <a:pt x="299447" y="108535"/>
                </a:lnTo>
                <a:lnTo>
                  <a:pt x="301891" y="96061"/>
                </a:lnTo>
                <a:lnTo>
                  <a:pt x="301954" y="78574"/>
                </a:lnTo>
                <a:lnTo>
                  <a:pt x="300215" y="49161"/>
                </a:lnTo>
                <a:lnTo>
                  <a:pt x="277998" y="48632"/>
                </a:lnTo>
                <a:lnTo>
                  <a:pt x="262548" y="49020"/>
                </a:lnTo>
                <a:lnTo>
                  <a:pt x="246624" y="50835"/>
                </a:lnTo>
                <a:lnTo>
                  <a:pt x="222986" y="54584"/>
                </a:lnTo>
                <a:lnTo>
                  <a:pt x="212840" y="37258"/>
                </a:lnTo>
                <a:lnTo>
                  <a:pt x="204396" y="25796"/>
                </a:lnTo>
                <a:lnTo>
                  <a:pt x="193100" y="15083"/>
                </a:lnTo>
                <a:lnTo>
                  <a:pt x="174396" y="0"/>
                </a:lnTo>
                <a:lnTo>
                  <a:pt x="150970" y="21430"/>
                </a:lnTo>
                <a:lnTo>
                  <a:pt x="137912" y="34523"/>
                </a:lnTo>
                <a:lnTo>
                  <a:pt x="130498" y="44632"/>
                </a:lnTo>
                <a:lnTo>
                  <a:pt x="124002" y="57111"/>
                </a:lnTo>
                <a:lnTo>
                  <a:pt x="108372" y="52359"/>
                </a:lnTo>
                <a:lnTo>
                  <a:pt x="95494" y="50285"/>
                </a:lnTo>
                <a:lnTo>
                  <a:pt x="78468" y="50450"/>
                </a:lnTo>
                <a:lnTo>
                  <a:pt x="50393" y="52412"/>
                </a:lnTo>
                <a:close/>
              </a:path>
            </a:pathLst>
          </a:custGeom>
          <a:noFill/>
          <a:ln w="3175">
            <a:solidFill>
              <a:srgbClr val="D9A86A"/>
            </a:solidFill>
          </a:ln>
        </p:spPr>
        <p:txBody>
          <a:bodyPr wrap="square" lIns="0" tIns="0" rIns="0" bIns="0" rtlCol="0"/>
          <a:lstStyle/>
          <a:p>
            <a:endParaRPr sz="1800" dirty="0"/>
          </a:p>
        </p:txBody>
      </p:sp>
      <p:pic>
        <p:nvPicPr>
          <p:cNvPr id="11" name="Picture 10" descr="A black and gold rectangular frame with a black background&#10;&#10;AI-generated content may be incorrect.">
            <a:extLst>
              <a:ext uri="{FF2B5EF4-FFF2-40B4-BE49-F238E27FC236}">
                <a16:creationId xmlns:a16="http://schemas.microsoft.com/office/drawing/2014/main" id="{5C1EA0C8-26B4-5EA8-DD84-5CE74244C720}"/>
              </a:ext>
            </a:extLst>
          </p:cNvPr>
          <p:cNvPicPr>
            <a:picLocks noChangeAspect="1"/>
          </p:cNvPicPr>
          <p:nvPr userDrawn="1"/>
        </p:nvPicPr>
        <p:blipFill>
          <a:blip r:embed="rId2"/>
          <a:stretch>
            <a:fillRect/>
          </a:stretch>
        </p:blipFill>
        <p:spPr>
          <a:xfrm>
            <a:off x="320101" y="12702389"/>
            <a:ext cx="1303475" cy="385395"/>
          </a:xfrm>
          <a:prstGeom prst="rect">
            <a:avLst/>
          </a:prstGeom>
        </p:spPr>
      </p:pic>
      <p:cxnSp>
        <p:nvCxnSpPr>
          <p:cNvPr id="12" name="Straight Connector 11">
            <a:extLst>
              <a:ext uri="{FF2B5EF4-FFF2-40B4-BE49-F238E27FC236}">
                <a16:creationId xmlns:a16="http://schemas.microsoft.com/office/drawing/2014/main" id="{70A992E1-1761-62F5-388F-E1C232453E3C}"/>
              </a:ext>
            </a:extLst>
          </p:cNvPr>
          <p:cNvCxnSpPr/>
          <p:nvPr userDrawn="1"/>
        </p:nvCxnSpPr>
        <p:spPr>
          <a:xfrm>
            <a:off x="1767352" y="12895067"/>
            <a:ext cx="5035693" cy="0"/>
          </a:xfrm>
          <a:prstGeom prst="line">
            <a:avLst/>
          </a:prstGeom>
          <a:ln w="3175">
            <a:solidFill>
              <a:srgbClr val="D9A86A"/>
            </a:solidFill>
          </a:ln>
        </p:spPr>
        <p:style>
          <a:lnRef idx="2">
            <a:schemeClr val="accent1"/>
          </a:lnRef>
          <a:fillRef idx="0">
            <a:schemeClr val="accent1"/>
          </a:fillRef>
          <a:effectRef idx="1">
            <a:schemeClr val="accent1"/>
          </a:effectRef>
          <a:fontRef idx="minor">
            <a:schemeClr val="tx1"/>
          </a:fontRef>
        </p:style>
      </p:cxnSp>
      <p:sp>
        <p:nvSpPr>
          <p:cNvPr id="14" name="Date Placeholder 3">
            <a:extLst>
              <a:ext uri="{FF2B5EF4-FFF2-40B4-BE49-F238E27FC236}">
                <a16:creationId xmlns:a16="http://schemas.microsoft.com/office/drawing/2014/main" id="{2720EF11-69A7-00A7-57DE-4B40922DE5CD}"/>
              </a:ext>
            </a:extLst>
          </p:cNvPr>
          <p:cNvSpPr txBox="1">
            <a:spLocks/>
          </p:cNvSpPr>
          <p:nvPr userDrawn="1"/>
        </p:nvSpPr>
        <p:spPr>
          <a:xfrm>
            <a:off x="6994859" y="12833511"/>
            <a:ext cx="52899" cy="123111"/>
          </a:xfrm>
          <a:prstGeom prst="rect">
            <a:avLst/>
          </a:prstGeom>
        </p:spPr>
        <p:txBody>
          <a:bodyPr wrap="none" lIns="0" tIns="0" rIns="0" bIns="0" anchor="ctr">
            <a:spAutoFit/>
          </a:bodyPr>
          <a:lstStyle>
            <a:defPPr>
              <a:defRPr lang="en-SA"/>
            </a:defPPr>
            <a:lvl1pPr marL="0" algn="l" defTabSz="914400" rtl="0" eaLnBrk="1" latinLnBrk="0" hangingPunct="1">
              <a:defRPr sz="1000" kern="1200">
                <a:solidFill>
                  <a:schemeClr val="bg2"/>
                </a:solidFill>
                <a:latin typeface="Readex Pro Deca" pitchFamily="2" charset="-78"/>
                <a:ea typeface="+mn-ea"/>
                <a:cs typeface="Readex Pro Deca" pitchFamily="2" charset="-78"/>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0CA8B97-79F7-4841-B144-26FBE5AC4C5B}" type="slidenum">
              <a:rPr lang="en-US" sz="800">
                <a:solidFill>
                  <a:srgbClr val="000000"/>
                </a:solidFill>
                <a:latin typeface="Abar Mid" pitchFamily="2" charset="-78"/>
                <a:ea typeface="Abar Mid" pitchFamily="2" charset="-78"/>
                <a:cs typeface="Abar Mid" pitchFamily="2" charset="-78"/>
              </a:rPr>
              <a:pPr algn="ctr"/>
              <a:t>‹#›</a:t>
            </a:fld>
            <a:endParaRPr lang="en-SA" sz="800">
              <a:solidFill>
                <a:srgbClr val="000000"/>
              </a:solidFill>
              <a:latin typeface="Abar Mid" pitchFamily="2" charset="-78"/>
              <a:ea typeface="Abar Mid" pitchFamily="2" charset="-78"/>
              <a:cs typeface="Abar Mid" pitchFamily="2" charset="-78"/>
            </a:endParaRPr>
          </a:p>
        </p:txBody>
      </p:sp>
      <p:grpSp>
        <p:nvGrpSpPr>
          <p:cNvPr id="2" name="Group 1">
            <a:extLst>
              <a:ext uri="{FF2B5EF4-FFF2-40B4-BE49-F238E27FC236}">
                <a16:creationId xmlns:a16="http://schemas.microsoft.com/office/drawing/2014/main" id="{DEE01F07-59D2-5A5F-71D0-4A5566404E5D}"/>
              </a:ext>
            </a:extLst>
          </p:cNvPr>
          <p:cNvGrpSpPr/>
          <p:nvPr userDrawn="1"/>
        </p:nvGrpSpPr>
        <p:grpSpPr>
          <a:xfrm>
            <a:off x="-860146" y="1742536"/>
            <a:ext cx="800100" cy="2412802"/>
            <a:chOff x="-1115020" y="205707"/>
            <a:chExt cx="800100" cy="2412802"/>
          </a:xfrm>
        </p:grpSpPr>
        <p:sp>
          <p:nvSpPr>
            <p:cNvPr id="3" name="Rectangle 2">
              <a:extLst>
                <a:ext uri="{FF2B5EF4-FFF2-40B4-BE49-F238E27FC236}">
                  <a16:creationId xmlns:a16="http://schemas.microsoft.com/office/drawing/2014/main" id="{F9FADF6D-79CF-70EC-B2E7-C615F75DD53C}"/>
                </a:ext>
              </a:extLst>
            </p:cNvPr>
            <p:cNvSpPr/>
            <p:nvPr userDrawn="1"/>
          </p:nvSpPr>
          <p:spPr>
            <a:xfrm>
              <a:off x="-1115020" y="211930"/>
              <a:ext cx="800100" cy="2406579"/>
            </a:xfrm>
            <a:prstGeom prst="rect">
              <a:avLst/>
            </a:prstGeom>
            <a:solidFill>
              <a:sysClr val="window" lastClr="FFFFFF"/>
            </a:solidFill>
            <a:ln w="9525"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ar-SA" sz="1800" b="0" i="0" u="none" strike="noStrike" kern="0" cap="none" spc="0" normalizeH="0" baseline="0" noProof="0" dirty="0">
                <a:ln>
                  <a:noFill/>
                </a:ln>
                <a:solidFill>
                  <a:prstClr val="white"/>
                </a:solidFill>
                <a:effectLst/>
                <a:uLnTx/>
                <a:uFillTx/>
                <a:latin typeface="Calibri"/>
                <a:ea typeface="+mn-ea"/>
                <a:cs typeface="Arial" panose="020B0604020202020204" pitchFamily="34" charset="0"/>
              </a:endParaRPr>
            </a:p>
          </p:txBody>
        </p:sp>
        <p:grpSp>
          <p:nvGrpSpPr>
            <p:cNvPr id="4" name="Group 3">
              <a:extLst>
                <a:ext uri="{FF2B5EF4-FFF2-40B4-BE49-F238E27FC236}">
                  <a16:creationId xmlns:a16="http://schemas.microsoft.com/office/drawing/2014/main" id="{387972A2-BD76-6063-69D5-425B648D090A}"/>
                </a:ext>
              </a:extLst>
            </p:cNvPr>
            <p:cNvGrpSpPr/>
            <p:nvPr/>
          </p:nvGrpSpPr>
          <p:grpSpPr>
            <a:xfrm>
              <a:off x="-1048928" y="205707"/>
              <a:ext cx="667917" cy="479518"/>
              <a:chOff x="-1290218" y="1100204"/>
              <a:chExt cx="667917" cy="479518"/>
            </a:xfrm>
          </p:grpSpPr>
          <p:sp>
            <p:nvSpPr>
              <p:cNvPr id="19" name="Rectangle 18">
                <a:extLst>
                  <a:ext uri="{FF2B5EF4-FFF2-40B4-BE49-F238E27FC236}">
                    <a16:creationId xmlns:a16="http://schemas.microsoft.com/office/drawing/2014/main" id="{729B0794-57AB-D7A2-A0A6-6AAA043040D4}"/>
                  </a:ext>
                </a:extLst>
              </p:cNvPr>
              <p:cNvSpPr/>
              <p:nvPr/>
            </p:nvSpPr>
            <p:spPr>
              <a:xfrm>
                <a:off x="-1290218" y="1221049"/>
                <a:ext cx="667917" cy="358673"/>
              </a:xfrm>
              <a:prstGeom prst="rect">
                <a:avLst/>
              </a:prstGeom>
              <a:solidFill>
                <a:srgbClr val="4F81BD">
                  <a:lumMod val="20000"/>
                  <a:lumOff val="80000"/>
                </a:srgbClr>
              </a:solidFill>
              <a:ln w="9525"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prstClr val="black"/>
                    </a:solidFill>
                    <a:effectLst/>
                    <a:uLnTx/>
                    <a:uFillTx/>
                    <a:latin typeface="Calibri"/>
                    <a:ea typeface="+mn-ea"/>
                    <a:cs typeface="+mn-cs"/>
                  </a:rPr>
                  <a:t>#DCE6F2</a:t>
                </a:r>
                <a:endParaRPr kumimoji="0" lang="ar-SA" sz="900" b="0" i="0" u="none" strike="noStrike" kern="0" cap="none" spc="0" normalizeH="0" baseline="0" noProof="0" dirty="0">
                  <a:ln>
                    <a:noFill/>
                  </a:ln>
                  <a:solidFill>
                    <a:prstClr val="black"/>
                  </a:solidFill>
                  <a:effectLst/>
                  <a:uLnTx/>
                  <a:uFillTx/>
                  <a:latin typeface="Calibri"/>
                  <a:ea typeface="+mn-ea"/>
                  <a:cs typeface="Arial" panose="020B0604020202020204" pitchFamily="34" charset="0"/>
                </a:endParaRPr>
              </a:p>
            </p:txBody>
          </p:sp>
          <p:sp>
            <p:nvSpPr>
              <p:cNvPr id="20" name="TextBox 19">
                <a:extLst>
                  <a:ext uri="{FF2B5EF4-FFF2-40B4-BE49-F238E27FC236}">
                    <a16:creationId xmlns:a16="http://schemas.microsoft.com/office/drawing/2014/main" id="{76EBBB15-A0AC-9CE7-1095-69455A90E6E4}"/>
                  </a:ext>
                </a:extLst>
              </p:cNvPr>
              <p:cNvSpPr txBox="1"/>
              <p:nvPr/>
            </p:nvSpPr>
            <p:spPr>
              <a:xfrm>
                <a:off x="-1230104" y="1100204"/>
                <a:ext cx="547688" cy="169277"/>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ar-SA" sz="500" b="0" i="0" u="none" strike="noStrike" kern="0" cap="none" spc="0" normalizeH="0" baseline="0" noProof="0" dirty="0">
                    <a:ln>
                      <a:noFill/>
                    </a:ln>
                    <a:solidFill>
                      <a:prstClr val="black"/>
                    </a:solidFill>
                    <a:effectLst/>
                    <a:uLnTx/>
                    <a:uFillTx/>
                    <a:latin typeface="Abar Mid" pitchFamily="50" charset="-78"/>
                    <a:ea typeface="Abar Mid" pitchFamily="50" charset="-78"/>
                    <a:cs typeface="Abar Mid" pitchFamily="50" charset="-78"/>
                  </a:rPr>
                  <a:t>مكتمل</a:t>
                </a:r>
              </a:p>
            </p:txBody>
          </p:sp>
        </p:grpSp>
        <p:grpSp>
          <p:nvGrpSpPr>
            <p:cNvPr id="5" name="Group 4">
              <a:extLst>
                <a:ext uri="{FF2B5EF4-FFF2-40B4-BE49-F238E27FC236}">
                  <a16:creationId xmlns:a16="http://schemas.microsoft.com/office/drawing/2014/main" id="{3FA259C4-5AB0-CAF4-62D1-356196117D54}"/>
                </a:ext>
              </a:extLst>
            </p:cNvPr>
            <p:cNvGrpSpPr/>
            <p:nvPr/>
          </p:nvGrpSpPr>
          <p:grpSpPr>
            <a:xfrm>
              <a:off x="-1048928" y="818257"/>
              <a:ext cx="667917" cy="479518"/>
              <a:chOff x="-1290218" y="238032"/>
              <a:chExt cx="667917" cy="479518"/>
            </a:xfrm>
          </p:grpSpPr>
          <p:sp>
            <p:nvSpPr>
              <p:cNvPr id="17" name="Rectangle 16">
                <a:extLst>
                  <a:ext uri="{FF2B5EF4-FFF2-40B4-BE49-F238E27FC236}">
                    <a16:creationId xmlns:a16="http://schemas.microsoft.com/office/drawing/2014/main" id="{E33C5A2C-A8DC-302C-E8E2-1C99DFE5DAD5}"/>
                  </a:ext>
                </a:extLst>
              </p:cNvPr>
              <p:cNvSpPr/>
              <p:nvPr/>
            </p:nvSpPr>
            <p:spPr>
              <a:xfrm>
                <a:off x="-1290218" y="358877"/>
                <a:ext cx="667917" cy="358673"/>
              </a:xfrm>
              <a:prstGeom prst="rect">
                <a:avLst/>
              </a:prstGeom>
              <a:solidFill>
                <a:srgbClr val="9BBB59">
                  <a:lumMod val="20000"/>
                  <a:lumOff val="80000"/>
                </a:srgbClr>
              </a:solidFill>
              <a:ln w="9525"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prstClr val="black"/>
                    </a:solidFill>
                    <a:effectLst/>
                    <a:uLnTx/>
                    <a:uFillTx/>
                    <a:latin typeface="Calibri"/>
                    <a:ea typeface="+mn-ea"/>
                    <a:cs typeface="+mn-cs"/>
                  </a:rPr>
                  <a:t>#EBF1DE</a:t>
                </a:r>
                <a:endParaRPr kumimoji="0" lang="ar-SA" sz="900" b="0" i="0" u="none" strike="noStrike" kern="0" cap="none" spc="0" normalizeH="0" baseline="0" noProof="0" dirty="0">
                  <a:ln>
                    <a:noFill/>
                  </a:ln>
                  <a:solidFill>
                    <a:prstClr val="black"/>
                  </a:solidFill>
                  <a:effectLst/>
                  <a:uLnTx/>
                  <a:uFillTx/>
                  <a:latin typeface="Calibri"/>
                  <a:ea typeface="+mn-ea"/>
                  <a:cs typeface="Arial" panose="020B0604020202020204" pitchFamily="34" charset="0"/>
                </a:endParaRPr>
              </a:p>
            </p:txBody>
          </p:sp>
          <p:sp>
            <p:nvSpPr>
              <p:cNvPr id="18" name="TextBox 17">
                <a:extLst>
                  <a:ext uri="{FF2B5EF4-FFF2-40B4-BE49-F238E27FC236}">
                    <a16:creationId xmlns:a16="http://schemas.microsoft.com/office/drawing/2014/main" id="{77B32C3C-F243-ED62-FD1E-295F2C892078}"/>
                  </a:ext>
                </a:extLst>
              </p:cNvPr>
              <p:cNvSpPr txBox="1"/>
              <p:nvPr/>
            </p:nvSpPr>
            <p:spPr>
              <a:xfrm>
                <a:off x="-1230104" y="238032"/>
                <a:ext cx="547688" cy="169277"/>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ar-SA" sz="500" b="0" i="0" u="none" strike="noStrike" kern="0" cap="none" spc="0" normalizeH="0" baseline="0" noProof="0" dirty="0">
                    <a:ln>
                      <a:noFill/>
                    </a:ln>
                    <a:solidFill>
                      <a:prstClr val="black"/>
                    </a:solidFill>
                    <a:effectLst/>
                    <a:uLnTx/>
                    <a:uFillTx/>
                    <a:latin typeface="Abar Mid" pitchFamily="50" charset="-78"/>
                    <a:ea typeface="Abar Mid" pitchFamily="50" charset="-78"/>
                    <a:cs typeface="Abar Mid" pitchFamily="50" charset="-78"/>
                  </a:rPr>
                  <a:t>على المخطط</a:t>
                </a:r>
              </a:p>
            </p:txBody>
          </p:sp>
        </p:grpSp>
        <p:grpSp>
          <p:nvGrpSpPr>
            <p:cNvPr id="6" name="Group 5">
              <a:extLst>
                <a:ext uri="{FF2B5EF4-FFF2-40B4-BE49-F238E27FC236}">
                  <a16:creationId xmlns:a16="http://schemas.microsoft.com/office/drawing/2014/main" id="{877287DE-1D82-2ED6-9FFC-33C5D246DFE8}"/>
                </a:ext>
              </a:extLst>
            </p:cNvPr>
            <p:cNvGrpSpPr/>
            <p:nvPr/>
          </p:nvGrpSpPr>
          <p:grpSpPr>
            <a:xfrm>
              <a:off x="-1048928" y="1430807"/>
              <a:ext cx="667917" cy="478221"/>
              <a:chOff x="-1290218" y="670415"/>
              <a:chExt cx="667917" cy="478221"/>
            </a:xfrm>
          </p:grpSpPr>
          <p:sp>
            <p:nvSpPr>
              <p:cNvPr id="15" name="Rectangle 14">
                <a:extLst>
                  <a:ext uri="{FF2B5EF4-FFF2-40B4-BE49-F238E27FC236}">
                    <a16:creationId xmlns:a16="http://schemas.microsoft.com/office/drawing/2014/main" id="{440C21DD-219A-A3A7-ACE2-4A537560145B}"/>
                  </a:ext>
                </a:extLst>
              </p:cNvPr>
              <p:cNvSpPr/>
              <p:nvPr/>
            </p:nvSpPr>
            <p:spPr>
              <a:xfrm>
                <a:off x="-1290218" y="789963"/>
                <a:ext cx="667917" cy="358673"/>
              </a:xfrm>
              <a:prstGeom prst="rect">
                <a:avLst/>
              </a:prstGeom>
              <a:solidFill>
                <a:srgbClr val="C0504D">
                  <a:lumMod val="20000"/>
                  <a:lumOff val="80000"/>
                </a:srgbClr>
              </a:solidFill>
              <a:ln w="9525"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prstClr val="black"/>
                    </a:solidFill>
                    <a:effectLst/>
                    <a:uLnTx/>
                    <a:uFillTx/>
                    <a:latin typeface="Calibri"/>
                    <a:ea typeface="+mn-ea"/>
                    <a:cs typeface="+mn-cs"/>
                  </a:rPr>
                  <a:t>#F2DCDB</a:t>
                </a:r>
                <a:endParaRPr kumimoji="0" lang="ar-SA" sz="900" b="0" i="0" u="none" strike="noStrike" kern="0" cap="none" spc="0" normalizeH="0" baseline="0" noProof="0" dirty="0">
                  <a:ln>
                    <a:noFill/>
                  </a:ln>
                  <a:solidFill>
                    <a:prstClr val="black"/>
                  </a:solidFill>
                  <a:effectLst/>
                  <a:uLnTx/>
                  <a:uFillTx/>
                  <a:latin typeface="Calibri"/>
                  <a:ea typeface="+mn-ea"/>
                  <a:cs typeface="Arial" panose="020B0604020202020204" pitchFamily="34" charset="0"/>
                </a:endParaRPr>
              </a:p>
            </p:txBody>
          </p:sp>
          <p:sp>
            <p:nvSpPr>
              <p:cNvPr id="16" name="TextBox 15">
                <a:extLst>
                  <a:ext uri="{FF2B5EF4-FFF2-40B4-BE49-F238E27FC236}">
                    <a16:creationId xmlns:a16="http://schemas.microsoft.com/office/drawing/2014/main" id="{4880E166-3B16-8D58-A338-D1F5B486FE30}"/>
                  </a:ext>
                </a:extLst>
              </p:cNvPr>
              <p:cNvSpPr txBox="1"/>
              <p:nvPr/>
            </p:nvSpPr>
            <p:spPr>
              <a:xfrm>
                <a:off x="-1249074" y="670415"/>
                <a:ext cx="547688" cy="169277"/>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ar-SA" sz="500" b="0" i="0" u="none" strike="noStrike" kern="0" cap="none" spc="0" normalizeH="0" baseline="0" noProof="0" dirty="0">
                    <a:ln>
                      <a:noFill/>
                    </a:ln>
                    <a:solidFill>
                      <a:prstClr val="black"/>
                    </a:solidFill>
                    <a:effectLst/>
                    <a:uLnTx/>
                    <a:uFillTx/>
                    <a:latin typeface="Abar Mid" pitchFamily="50" charset="-78"/>
                    <a:ea typeface="Abar Mid" pitchFamily="50" charset="-78"/>
                    <a:cs typeface="Abar Mid" pitchFamily="50" charset="-78"/>
                  </a:rPr>
                  <a:t>متأخر</a:t>
                </a:r>
              </a:p>
            </p:txBody>
          </p:sp>
        </p:grpSp>
        <p:grpSp>
          <p:nvGrpSpPr>
            <p:cNvPr id="7" name="Group 6">
              <a:extLst>
                <a:ext uri="{FF2B5EF4-FFF2-40B4-BE49-F238E27FC236}">
                  <a16:creationId xmlns:a16="http://schemas.microsoft.com/office/drawing/2014/main" id="{8653E04E-EFFA-72B5-AA35-27E118DCD05C}"/>
                </a:ext>
              </a:extLst>
            </p:cNvPr>
            <p:cNvGrpSpPr/>
            <p:nvPr/>
          </p:nvGrpSpPr>
          <p:grpSpPr>
            <a:xfrm>
              <a:off x="-1048928" y="2042061"/>
              <a:ext cx="667917" cy="486226"/>
              <a:chOff x="-1290218" y="1524581"/>
              <a:chExt cx="667917" cy="486226"/>
            </a:xfrm>
          </p:grpSpPr>
          <p:sp>
            <p:nvSpPr>
              <p:cNvPr id="8" name="Rectangle 7">
                <a:extLst>
                  <a:ext uri="{FF2B5EF4-FFF2-40B4-BE49-F238E27FC236}">
                    <a16:creationId xmlns:a16="http://schemas.microsoft.com/office/drawing/2014/main" id="{37BCADA2-A424-B2EB-EC37-E1DB60F589FE}"/>
                  </a:ext>
                </a:extLst>
              </p:cNvPr>
              <p:cNvSpPr/>
              <p:nvPr/>
            </p:nvSpPr>
            <p:spPr>
              <a:xfrm>
                <a:off x="-1290218" y="1652134"/>
                <a:ext cx="667917" cy="358673"/>
              </a:xfrm>
              <a:prstGeom prst="rect">
                <a:avLst/>
              </a:prstGeom>
              <a:solidFill>
                <a:sysClr val="window" lastClr="FFFFFF">
                  <a:lumMod val="95000"/>
                </a:sysClr>
              </a:solidFill>
              <a:ln w="9525"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prstClr val="black"/>
                    </a:solidFill>
                    <a:effectLst/>
                    <a:uLnTx/>
                    <a:uFillTx/>
                    <a:latin typeface="Calibri"/>
                    <a:ea typeface="+mn-ea"/>
                    <a:cs typeface="+mn-cs"/>
                  </a:rPr>
                  <a:t>#F2F2F2</a:t>
                </a:r>
                <a:endParaRPr kumimoji="0" lang="ar-SA" sz="900" b="0" i="0" u="none" strike="noStrike" kern="0" cap="none" spc="0" normalizeH="0" baseline="0" noProof="0" dirty="0">
                  <a:ln>
                    <a:noFill/>
                  </a:ln>
                  <a:solidFill>
                    <a:prstClr val="black"/>
                  </a:solidFill>
                  <a:effectLst/>
                  <a:uLnTx/>
                  <a:uFillTx/>
                  <a:latin typeface="Calibri"/>
                  <a:ea typeface="+mn-ea"/>
                  <a:cs typeface="Arial" panose="020B0604020202020204" pitchFamily="34" charset="0"/>
                </a:endParaRPr>
              </a:p>
            </p:txBody>
          </p:sp>
          <p:sp>
            <p:nvSpPr>
              <p:cNvPr id="13" name="TextBox 12">
                <a:extLst>
                  <a:ext uri="{FF2B5EF4-FFF2-40B4-BE49-F238E27FC236}">
                    <a16:creationId xmlns:a16="http://schemas.microsoft.com/office/drawing/2014/main" id="{DD5ADA87-8F9D-4DF8-E46E-4B4ED0678EF7}"/>
                  </a:ext>
                </a:extLst>
              </p:cNvPr>
              <p:cNvSpPr txBox="1"/>
              <p:nvPr/>
            </p:nvSpPr>
            <p:spPr>
              <a:xfrm>
                <a:off x="-1234284" y="1524581"/>
                <a:ext cx="547688" cy="169277"/>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ar-SA" sz="500" b="0" i="0" u="none" strike="noStrike" kern="0" cap="none" spc="0" normalizeH="0" baseline="0" noProof="0" dirty="0">
                    <a:ln>
                      <a:noFill/>
                    </a:ln>
                    <a:solidFill>
                      <a:prstClr val="black"/>
                    </a:solidFill>
                    <a:effectLst/>
                    <a:uLnTx/>
                    <a:uFillTx/>
                    <a:latin typeface="Abar Mid" pitchFamily="50" charset="-78"/>
                    <a:ea typeface="Abar Mid" pitchFamily="50" charset="-78"/>
                    <a:cs typeface="Abar Mid" pitchFamily="50" charset="-78"/>
                  </a:rPr>
                  <a:t>لم يبدأ/معلق</a:t>
                </a:r>
              </a:p>
            </p:txBody>
          </p:sp>
        </p:grpSp>
      </p:grpSp>
      <p:sp>
        <p:nvSpPr>
          <p:cNvPr id="21" name="Rectangle: Top Corners Rounded 20">
            <a:hlinkClick r:id="rId3" action="ppaction://hlinksldjump"/>
            <a:extLst>
              <a:ext uri="{FF2B5EF4-FFF2-40B4-BE49-F238E27FC236}">
                <a16:creationId xmlns:a16="http://schemas.microsoft.com/office/drawing/2014/main" id="{6DEB5D5E-408C-7493-F923-B6EF1756E94C}"/>
              </a:ext>
            </a:extLst>
          </p:cNvPr>
          <p:cNvSpPr/>
          <p:nvPr userDrawn="1"/>
        </p:nvSpPr>
        <p:spPr>
          <a:xfrm flipV="1">
            <a:off x="5953267" y="-2"/>
            <a:ext cx="1252892" cy="596891"/>
          </a:xfrm>
          <a:prstGeom prst="round2SameRect">
            <a:avLst/>
          </a:prstGeom>
          <a:solidFill>
            <a:srgbClr val="D9D9D9"/>
          </a:solidFill>
          <a:ln w="19050" cap="flat" cmpd="sng" algn="ctr">
            <a:noFill/>
            <a:prstDash val="solid"/>
            <a:miter lim="800000"/>
          </a:ln>
          <a:effectLst/>
        </p:spPr>
        <p:txBody>
          <a:bodyPr tIns="72000" bIns="36000" rtlCol="1" anchor="t" anchorCtr="0"/>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1"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22" name="Rectangle 21">
            <a:hlinkClick r:id="rId3" action="ppaction://hlinksldjump"/>
            <a:extLst>
              <a:ext uri="{FF2B5EF4-FFF2-40B4-BE49-F238E27FC236}">
                <a16:creationId xmlns:a16="http://schemas.microsoft.com/office/drawing/2014/main" id="{75A9EE37-1238-9E76-9BEA-0AC584517351}"/>
              </a:ext>
            </a:extLst>
          </p:cNvPr>
          <p:cNvSpPr/>
          <p:nvPr userDrawn="1"/>
        </p:nvSpPr>
        <p:spPr>
          <a:xfrm>
            <a:off x="5953267" y="130407"/>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ملخص المهام</a:t>
            </a: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25" name="Rectangle: Top Corners Rounded 24">
            <a:hlinkClick r:id="rId4" action="ppaction://hlinksldjump"/>
            <a:extLst>
              <a:ext uri="{FF2B5EF4-FFF2-40B4-BE49-F238E27FC236}">
                <a16:creationId xmlns:a16="http://schemas.microsoft.com/office/drawing/2014/main" id="{E7328497-8372-CD3C-E567-69C91E6C3018}"/>
              </a:ext>
            </a:extLst>
          </p:cNvPr>
          <p:cNvSpPr/>
          <p:nvPr userDrawn="1"/>
        </p:nvSpPr>
        <p:spPr>
          <a:xfrm flipV="1">
            <a:off x="4603531" y="-1"/>
            <a:ext cx="1252892" cy="596891"/>
          </a:xfrm>
          <a:prstGeom prst="round2SameRect">
            <a:avLst/>
          </a:prstGeom>
          <a:solidFill>
            <a:srgbClr val="FFFFFF">
              <a:lumMod val="85000"/>
            </a:srgbClr>
          </a:solidFill>
          <a:ln w="19050" cap="flat" cmpd="sng" algn="ctr">
            <a:noFill/>
            <a:prstDash val="solid"/>
            <a:miter lim="800000"/>
          </a:ln>
          <a:effectLst/>
        </p:spPr>
        <p:txBody>
          <a:bodyPr tIns="72000" bIns="36000" rtlCol="1" anchor="ctr"/>
          <a:lstStyle/>
          <a:p>
            <a:pPr marL="0" marR="0" lvl="0" indent="0" algn="l"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26" name="Rectangle 25">
            <a:hlinkClick r:id="rId4" action="ppaction://hlinksldjump"/>
            <a:extLst>
              <a:ext uri="{FF2B5EF4-FFF2-40B4-BE49-F238E27FC236}">
                <a16:creationId xmlns:a16="http://schemas.microsoft.com/office/drawing/2014/main" id="{49783F3E-3FAA-2E68-CBE6-C3307F94B90D}"/>
              </a:ext>
            </a:extLst>
          </p:cNvPr>
          <p:cNvSpPr/>
          <p:nvPr userDrawn="1"/>
        </p:nvSpPr>
        <p:spPr>
          <a:xfrm>
            <a:off x="4603531" y="137425"/>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ملخص مشاريع  سهيل</a:t>
            </a:r>
          </a:p>
        </p:txBody>
      </p:sp>
      <p:sp>
        <p:nvSpPr>
          <p:cNvPr id="27" name="Rectangle: Top Corners Rounded 26">
            <a:extLst>
              <a:ext uri="{FF2B5EF4-FFF2-40B4-BE49-F238E27FC236}">
                <a16:creationId xmlns:a16="http://schemas.microsoft.com/office/drawing/2014/main" id="{68F2E0A9-FF17-A0C4-FF12-60F648D47400}"/>
              </a:ext>
            </a:extLst>
          </p:cNvPr>
          <p:cNvSpPr/>
          <p:nvPr userDrawn="1"/>
        </p:nvSpPr>
        <p:spPr>
          <a:xfrm flipV="1">
            <a:off x="3253792" y="-1"/>
            <a:ext cx="1252892" cy="596891"/>
          </a:xfrm>
          <a:prstGeom prst="round2SameRect">
            <a:avLst/>
          </a:prstGeom>
          <a:solidFill>
            <a:srgbClr val="FFFFFF">
              <a:lumMod val="85000"/>
            </a:srgbClr>
          </a:solid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29" name="Rectangle 28">
            <a:extLst>
              <a:ext uri="{FF2B5EF4-FFF2-40B4-BE49-F238E27FC236}">
                <a16:creationId xmlns:a16="http://schemas.microsoft.com/office/drawing/2014/main" id="{EF476831-BA76-F5C3-6380-3E987FC80E78}"/>
              </a:ext>
            </a:extLst>
          </p:cNvPr>
          <p:cNvSpPr/>
          <p:nvPr userDrawn="1"/>
        </p:nvSpPr>
        <p:spPr>
          <a:xfrm>
            <a:off x="3253792" y="137425"/>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المعاملات</a:t>
            </a: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grpSp>
        <p:nvGrpSpPr>
          <p:cNvPr id="31" name="Group 30">
            <a:extLst>
              <a:ext uri="{FF2B5EF4-FFF2-40B4-BE49-F238E27FC236}">
                <a16:creationId xmlns:a16="http://schemas.microsoft.com/office/drawing/2014/main" id="{BA64C84D-6688-08E9-998C-F59FC3A6EA53}"/>
              </a:ext>
            </a:extLst>
          </p:cNvPr>
          <p:cNvGrpSpPr/>
          <p:nvPr userDrawn="1"/>
        </p:nvGrpSpPr>
        <p:grpSpPr>
          <a:xfrm>
            <a:off x="1904055" y="-1"/>
            <a:ext cx="1252892" cy="596890"/>
            <a:chOff x="736600" y="-2"/>
            <a:chExt cx="1252892" cy="596890"/>
          </a:xfrm>
        </p:grpSpPr>
        <p:sp>
          <p:nvSpPr>
            <p:cNvPr id="33" name="Rectangle: Top Corners Rounded 32">
              <a:hlinkClick r:id="rId5" action="ppaction://hlinksldjump"/>
              <a:extLst>
                <a:ext uri="{FF2B5EF4-FFF2-40B4-BE49-F238E27FC236}">
                  <a16:creationId xmlns:a16="http://schemas.microsoft.com/office/drawing/2014/main" id="{B6BDA8DD-3222-6E8C-911B-BEB643873AA4}"/>
                </a:ext>
              </a:extLst>
            </p:cNvPr>
            <p:cNvSpPr/>
            <p:nvPr userDrawn="1"/>
          </p:nvSpPr>
          <p:spPr>
            <a:xfrm flipV="1">
              <a:off x="736600" y="-2"/>
              <a:ext cx="1252892" cy="596890"/>
            </a:xfrm>
            <a:prstGeom prst="round2SameRect">
              <a:avLst/>
            </a:prstGeom>
            <a:solidFill>
              <a:srgbClr val="D9D9D9"/>
            </a:solid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35" name="Rectangle 34">
              <a:hlinkClick r:id="rId5" action="ppaction://hlinksldjump"/>
              <a:extLst>
                <a:ext uri="{FF2B5EF4-FFF2-40B4-BE49-F238E27FC236}">
                  <a16:creationId xmlns:a16="http://schemas.microsoft.com/office/drawing/2014/main" id="{0D941AA8-CDBB-05C5-E21A-9667BEAC078B}"/>
                </a:ext>
              </a:extLst>
            </p:cNvPr>
            <p:cNvSpPr/>
            <p:nvPr userDrawn="1"/>
          </p:nvSpPr>
          <p:spPr>
            <a:xfrm>
              <a:off x="736600" y="165092"/>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التجربة الرقمية</a:t>
              </a: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grpSp>
      <p:grpSp>
        <p:nvGrpSpPr>
          <p:cNvPr id="37" name="Group 36">
            <a:extLst>
              <a:ext uri="{FF2B5EF4-FFF2-40B4-BE49-F238E27FC236}">
                <a16:creationId xmlns:a16="http://schemas.microsoft.com/office/drawing/2014/main" id="{F1DDACDB-0CF8-0370-66DA-3A00362EDF29}"/>
              </a:ext>
            </a:extLst>
          </p:cNvPr>
          <p:cNvGrpSpPr/>
          <p:nvPr userDrawn="1"/>
        </p:nvGrpSpPr>
        <p:grpSpPr>
          <a:xfrm>
            <a:off x="557855" y="-3"/>
            <a:ext cx="1252892" cy="685790"/>
            <a:chOff x="2082800" y="-2"/>
            <a:chExt cx="1252892" cy="685790"/>
          </a:xfrm>
        </p:grpSpPr>
        <p:sp>
          <p:nvSpPr>
            <p:cNvPr id="38" name="Rectangle: Top Corners Rounded 37">
              <a:hlinkClick r:id="rId5" action="ppaction://hlinksldjump"/>
              <a:extLst>
                <a:ext uri="{FF2B5EF4-FFF2-40B4-BE49-F238E27FC236}">
                  <a16:creationId xmlns:a16="http://schemas.microsoft.com/office/drawing/2014/main" id="{7879FC86-B1B2-60FA-5318-67BE3F17536B}"/>
                </a:ext>
              </a:extLst>
            </p:cNvPr>
            <p:cNvSpPr/>
            <p:nvPr userDrawn="1"/>
          </p:nvSpPr>
          <p:spPr>
            <a:xfrm flipV="1">
              <a:off x="2082800" y="-2"/>
              <a:ext cx="1252892" cy="685790"/>
            </a:xfrm>
            <a:prstGeom prst="round2SameRect">
              <a:avLst/>
            </a:prstGeom>
            <a:solidFill>
              <a:srgbClr val="D9A86A"/>
            </a:solid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39" name="Rectangle 38">
              <a:hlinkClick r:id="rId5" action="ppaction://hlinksldjump"/>
              <a:extLst>
                <a:ext uri="{FF2B5EF4-FFF2-40B4-BE49-F238E27FC236}">
                  <a16:creationId xmlns:a16="http://schemas.microsoft.com/office/drawing/2014/main" id="{9671A10D-21EF-A92C-9753-FA0E3F39EBFF}"/>
                </a:ext>
              </a:extLst>
            </p:cNvPr>
            <p:cNvSpPr/>
            <p:nvPr userDrawn="1"/>
          </p:nvSpPr>
          <p:spPr>
            <a:xfrm>
              <a:off x="2082800" y="234546"/>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1"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التفاصيل</a:t>
              </a:r>
              <a:endParaRPr kumimoji="0" lang="en-GB" sz="1200" b="1"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grpSp>
    </p:spTree>
    <p:extLst>
      <p:ext uri="{BB962C8B-B14F-4D97-AF65-F5344CB8AC3E}">
        <p14:creationId xmlns:p14="http://schemas.microsoft.com/office/powerpoint/2010/main" val="2480571018"/>
      </p:ext>
    </p:extLst>
  </p:cSld>
  <p:clrMapOvr>
    <a:masterClrMapping/>
  </p:clrMapOvr>
  <p:extLst>
    <p:ext uri="{DCECCB84-F9BA-43D5-87BE-67443E8EF086}">
      <p15:sldGuideLst xmlns:p15="http://schemas.microsoft.com/office/powerpoint/2012/main">
        <p15:guide id="1" orient="horz" pos="4233" userDrawn="1">
          <p15:clr>
            <a:srgbClr val="FBAE40"/>
          </p15:clr>
        </p15:guide>
        <p15:guide id="2" pos="2381"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2_Content Slide 1">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4EB13B9-A463-DAD1-8196-F26A48BB2392}"/>
              </a:ext>
            </a:extLst>
          </p:cNvPr>
          <p:cNvPicPr>
            <a:picLocks noChangeAspect="1"/>
          </p:cNvPicPr>
          <p:nvPr userDrawn="1"/>
        </p:nvPicPr>
        <p:blipFill>
          <a:blip r:embed="rId2">
            <a:alphaModFix/>
          </a:blip>
          <a:stretch>
            <a:fillRect/>
          </a:stretch>
        </p:blipFill>
        <p:spPr>
          <a:xfrm>
            <a:off x="-5399" y="1"/>
            <a:ext cx="7559674" cy="13575650"/>
          </a:xfrm>
          <a:prstGeom prst="rect">
            <a:avLst/>
          </a:prstGeom>
        </p:spPr>
      </p:pic>
      <p:sp>
        <p:nvSpPr>
          <p:cNvPr id="4" name="Rectangle 3">
            <a:extLst>
              <a:ext uri="{FF2B5EF4-FFF2-40B4-BE49-F238E27FC236}">
                <a16:creationId xmlns:a16="http://schemas.microsoft.com/office/drawing/2014/main" id="{AD6240AE-F810-9945-E140-ADAB8A36FE24}"/>
              </a:ext>
            </a:extLst>
          </p:cNvPr>
          <p:cNvSpPr/>
          <p:nvPr userDrawn="1"/>
        </p:nvSpPr>
        <p:spPr>
          <a:xfrm>
            <a:off x="1" y="-1"/>
            <a:ext cx="7559675" cy="13575650"/>
          </a:xfrm>
          <a:prstGeom prst="rect">
            <a:avLst/>
          </a:prstGeom>
          <a:solidFill>
            <a:srgbClr val="000000">
              <a:alpha val="6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a:endParaRPr lang="en-SA" sz="1800">
              <a:solidFill>
                <a:srgbClr val="FDFDF2"/>
              </a:solidFill>
            </a:endParaRPr>
          </a:p>
        </p:txBody>
      </p:sp>
      <p:pic>
        <p:nvPicPr>
          <p:cNvPr id="3" name="Picture 2">
            <a:extLst>
              <a:ext uri="{FF2B5EF4-FFF2-40B4-BE49-F238E27FC236}">
                <a16:creationId xmlns:a16="http://schemas.microsoft.com/office/drawing/2014/main" id="{2DDF71A9-81A5-B800-6EC7-4BFDBA108180}"/>
              </a:ext>
            </a:extLst>
          </p:cNvPr>
          <p:cNvPicPr>
            <a:picLocks noChangeAspect="1"/>
          </p:cNvPicPr>
          <p:nvPr userDrawn="1"/>
        </p:nvPicPr>
        <p:blipFill>
          <a:blip r:embed="rId3"/>
          <a:stretch>
            <a:fillRect/>
          </a:stretch>
        </p:blipFill>
        <p:spPr>
          <a:xfrm>
            <a:off x="2256912" y="2428391"/>
            <a:ext cx="3045859" cy="2892285"/>
          </a:xfrm>
          <a:prstGeom prst="rect">
            <a:avLst/>
          </a:prstGeom>
        </p:spPr>
      </p:pic>
      <p:sp>
        <p:nvSpPr>
          <p:cNvPr id="14" name="Freeform: Shape 13">
            <a:extLst>
              <a:ext uri="{FF2B5EF4-FFF2-40B4-BE49-F238E27FC236}">
                <a16:creationId xmlns:a16="http://schemas.microsoft.com/office/drawing/2014/main" id="{219396C7-E129-D0C8-DBF4-DDAEC9D5F50F}"/>
              </a:ext>
            </a:extLst>
          </p:cNvPr>
          <p:cNvSpPr/>
          <p:nvPr userDrawn="1"/>
        </p:nvSpPr>
        <p:spPr>
          <a:xfrm>
            <a:off x="7" y="11649749"/>
            <a:ext cx="3774431" cy="1281650"/>
          </a:xfrm>
          <a:custGeom>
            <a:avLst/>
            <a:gdLst>
              <a:gd name="csX0" fmla="*/ 2506348 w 6096000"/>
              <a:gd name="csY0" fmla="*/ 2016 h 1720228"/>
              <a:gd name="csX1" fmla="*/ 2714354 w 6096000"/>
              <a:gd name="csY1" fmla="*/ 159664 h 1720228"/>
              <a:gd name="csX2" fmla="*/ 3179266 w 6096000"/>
              <a:gd name="csY2" fmla="*/ 152731 h 1720228"/>
              <a:gd name="csX3" fmla="*/ 3184741 w 6096000"/>
              <a:gd name="csY3" fmla="*/ 166598 h 1720228"/>
              <a:gd name="csX4" fmla="*/ 2872730 w 6096000"/>
              <a:gd name="csY4" fmla="*/ 490654 h 1720228"/>
              <a:gd name="csX5" fmla="*/ 2892437 w 6096000"/>
              <a:gd name="csY5" fmla="*/ 769459 h 1720228"/>
              <a:gd name="csX6" fmla="*/ 2850835 w 6096000"/>
              <a:gd name="csY6" fmla="*/ 789530 h 1720228"/>
              <a:gd name="csX7" fmla="*/ 2077563 w 6096000"/>
              <a:gd name="csY7" fmla="*/ 589914 h 1720228"/>
              <a:gd name="csX8" fmla="*/ 1796937 w 6096000"/>
              <a:gd name="csY8" fmla="*/ 574588 h 1720228"/>
              <a:gd name="csX9" fmla="*/ 1872475 w 6096000"/>
              <a:gd name="csY9" fmla="*/ 634436 h 1720228"/>
              <a:gd name="csX10" fmla="*/ 2650492 w 6096000"/>
              <a:gd name="csY10" fmla="*/ 1177813 h 1720228"/>
              <a:gd name="csX11" fmla="*/ 3474490 w 6096000"/>
              <a:gd name="csY11" fmla="*/ 1197884 h 1720228"/>
              <a:gd name="csX12" fmla="*/ 3694173 w 6096000"/>
              <a:gd name="csY12" fmla="*/ 853027 h 1720228"/>
              <a:gd name="csX13" fmla="*/ 3733585 w 6096000"/>
              <a:gd name="csY13" fmla="*/ 847554 h 1720228"/>
              <a:gd name="csX14" fmla="*/ 3619729 w 6096000"/>
              <a:gd name="csY14" fmla="*/ 1448955 h 1720228"/>
              <a:gd name="csX15" fmla="*/ 4075883 w 6096000"/>
              <a:gd name="csY15" fmla="*/ 1356263 h 1720228"/>
              <a:gd name="csX16" fmla="*/ 4475475 w 6096000"/>
              <a:gd name="csY16" fmla="*/ 897549 h 1720228"/>
              <a:gd name="csX17" fmla="*/ 4171493 w 6096000"/>
              <a:gd name="csY17" fmla="*/ 397962 h 1720228"/>
              <a:gd name="csX18" fmla="*/ 3962757 w 6096000"/>
              <a:gd name="csY18" fmla="*/ 657061 h 1720228"/>
              <a:gd name="csX19" fmla="*/ 3731761 w 6096000"/>
              <a:gd name="csY19" fmla="*/ 473138 h 1720228"/>
              <a:gd name="csX20" fmla="*/ 3971516 w 6096000"/>
              <a:gd name="csY20" fmla="*/ 206740 h 1720228"/>
              <a:gd name="csX21" fmla="*/ 4532038 w 6096000"/>
              <a:gd name="csY21" fmla="*/ 325707 h 1720228"/>
              <a:gd name="csX22" fmla="*/ 4754641 w 6096000"/>
              <a:gd name="csY22" fmla="*/ 925648 h 1720228"/>
              <a:gd name="csX23" fmla="*/ 4655382 w 6096000"/>
              <a:gd name="csY23" fmla="*/ 1204088 h 1720228"/>
              <a:gd name="csX24" fmla="*/ 4980894 w 6096000"/>
              <a:gd name="csY24" fmla="*/ 1164311 h 1720228"/>
              <a:gd name="csX25" fmla="*/ 5874591 w 6096000"/>
              <a:gd name="csY25" fmla="*/ 909591 h 1720228"/>
              <a:gd name="csX26" fmla="*/ 5913273 w 6096000"/>
              <a:gd name="csY26" fmla="*/ 931487 h 1720228"/>
              <a:gd name="csX27" fmla="*/ 5814014 w 6096000"/>
              <a:gd name="csY27" fmla="*/ 1229268 h 1720228"/>
              <a:gd name="csX28" fmla="*/ 6095370 w 6096000"/>
              <a:gd name="csY28" fmla="*/ 1552959 h 1720228"/>
              <a:gd name="csX29" fmla="*/ 6095005 w 6096000"/>
              <a:gd name="csY29" fmla="*/ 1554054 h 1720228"/>
              <a:gd name="csX30" fmla="*/ 6089531 w 6096000"/>
              <a:gd name="csY30" fmla="*/ 1567921 h 1720228"/>
              <a:gd name="csX31" fmla="*/ 5596884 w 6096000"/>
              <a:gd name="csY31" fmla="*/ 1590912 h 1720228"/>
              <a:gd name="csX32" fmla="*/ 5447266 w 6096000"/>
              <a:gd name="csY32" fmla="*/ 1718272 h 1720228"/>
              <a:gd name="csX33" fmla="*/ 5407490 w 6096000"/>
              <a:gd name="csY33" fmla="*/ 1701120 h 1720228"/>
              <a:gd name="csX34" fmla="*/ 4167845 w 6096000"/>
              <a:gd name="csY34" fmla="*/ 1595291 h 1720228"/>
              <a:gd name="csX35" fmla="*/ 4166750 w 6096000"/>
              <a:gd name="csY35" fmla="*/ 1595656 h 1720228"/>
              <a:gd name="csX36" fmla="*/ 4165290 w 6096000"/>
              <a:gd name="csY36" fmla="*/ 1596386 h 1720228"/>
              <a:gd name="csX37" fmla="*/ 2803030 w 6096000"/>
              <a:gd name="csY37" fmla="*/ 1534348 h 1720228"/>
              <a:gd name="csX38" fmla="*/ 1713369 w 6096000"/>
              <a:gd name="csY38" fmla="*/ 835876 h 1720228"/>
              <a:gd name="csX39" fmla="*/ 1637100 w 6096000"/>
              <a:gd name="csY39" fmla="*/ 775663 h 1720228"/>
              <a:gd name="csX40" fmla="*/ 1551708 w 6096000"/>
              <a:gd name="csY40" fmla="*/ 1236932 h 1720228"/>
              <a:gd name="csX41" fmla="*/ 959437 w 6096000"/>
              <a:gd name="csY41" fmla="*/ 1570841 h 1720228"/>
              <a:gd name="csX42" fmla="*/ 522623 w 6096000"/>
              <a:gd name="csY42" fmla="*/ 1312837 h 1720228"/>
              <a:gd name="csX43" fmla="*/ 764933 w 6096000"/>
              <a:gd name="csY43" fmla="*/ 1068700 h 1720228"/>
              <a:gd name="csX44" fmla="*/ 1009796 w 6096000"/>
              <a:gd name="csY44" fmla="*/ 1299334 h 1720228"/>
              <a:gd name="csX45" fmla="*/ 1327279 w 6096000"/>
              <a:gd name="csY45" fmla="*/ 1086216 h 1720228"/>
              <a:gd name="csX46" fmla="*/ 1083876 w 6096000"/>
              <a:gd name="csY46" fmla="*/ 393948 h 1720228"/>
              <a:gd name="csX47" fmla="*/ 652901 w 6096000"/>
              <a:gd name="csY47" fmla="*/ 267318 h 1720228"/>
              <a:gd name="csX48" fmla="*/ 620423 w 6096000"/>
              <a:gd name="csY48" fmla="*/ 266223 h 1720228"/>
              <a:gd name="csX49" fmla="*/ 626627 w 6096000"/>
              <a:gd name="csY49" fmla="*/ 867260 h 1720228"/>
              <a:gd name="csX50" fmla="*/ 581741 w 6096000"/>
              <a:gd name="csY50" fmla="*/ 862151 h 1720228"/>
              <a:gd name="csX51" fmla="*/ 324105 w 6096000"/>
              <a:gd name="csY51" fmla="*/ 486640 h 1720228"/>
              <a:gd name="csX52" fmla="*/ 57893 w 6096000"/>
              <a:gd name="csY52" fmla="*/ 435003 h 1720228"/>
              <a:gd name="csX53" fmla="*/ 0 w 6096000"/>
              <a:gd name="csY53" fmla="*/ 441063 h 1720228"/>
              <a:gd name="csX54" fmla="*/ 0 w 6096000"/>
              <a:gd name="csY54" fmla="*/ 74198 h 1720228"/>
              <a:gd name="csX55" fmla="*/ 42233 w 6096000"/>
              <a:gd name="csY55" fmla="*/ 63554 h 1720228"/>
              <a:gd name="csX56" fmla="*/ 582471 w 6096000"/>
              <a:gd name="csY56" fmla="*/ 7854 h 1720228"/>
              <a:gd name="csX57" fmla="*/ 668957 w 6096000"/>
              <a:gd name="csY57" fmla="*/ 10409 h 1720228"/>
              <a:gd name="csX58" fmla="*/ 1064170 w 6096000"/>
              <a:gd name="csY58" fmla="*/ 102006 h 1720228"/>
              <a:gd name="csX59" fmla="*/ 1065630 w 6096000"/>
              <a:gd name="csY59" fmla="*/ 102736 h 1720228"/>
              <a:gd name="csX60" fmla="*/ 1129126 w 6096000"/>
              <a:gd name="csY60" fmla="*/ 130105 h 1720228"/>
              <a:gd name="csX61" fmla="*/ 2467301 w 6096000"/>
              <a:gd name="csY61" fmla="*/ 18072 h 1720228"/>
              <a:gd name="csX62" fmla="*/ 2506348 w 6096000"/>
              <a:gd name="csY62" fmla="*/ 2016 h 17202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Lst>
            <a:rect l="l" t="t" r="r" b="b"/>
            <a:pathLst>
              <a:path w="6096000" h="1720228">
                <a:moveTo>
                  <a:pt x="2506348" y="2016"/>
                </a:moveTo>
                <a:cubicBezTo>
                  <a:pt x="2570574" y="26831"/>
                  <a:pt x="2673117" y="90328"/>
                  <a:pt x="2714354" y="159664"/>
                </a:cubicBezTo>
                <a:cubicBezTo>
                  <a:pt x="2929294" y="81570"/>
                  <a:pt x="3130002" y="133025"/>
                  <a:pt x="3179266" y="152731"/>
                </a:cubicBezTo>
                <a:cubicBezTo>
                  <a:pt x="3184741" y="154920"/>
                  <a:pt x="3186930" y="161124"/>
                  <a:pt x="3184741" y="166598"/>
                </a:cubicBezTo>
                <a:cubicBezTo>
                  <a:pt x="3165764" y="210754"/>
                  <a:pt x="3048258" y="393583"/>
                  <a:pt x="2872730" y="490654"/>
                </a:cubicBezTo>
                <a:cubicBezTo>
                  <a:pt x="2927834" y="555976"/>
                  <a:pt x="2910317" y="659981"/>
                  <a:pt x="2892437" y="769459"/>
                </a:cubicBezTo>
                <a:cubicBezTo>
                  <a:pt x="2889518" y="788800"/>
                  <a:pt x="2867622" y="799383"/>
                  <a:pt x="2850835" y="789530"/>
                </a:cubicBezTo>
                <a:cubicBezTo>
                  <a:pt x="2562911" y="621663"/>
                  <a:pt x="2205286" y="589914"/>
                  <a:pt x="2077563" y="589914"/>
                </a:cubicBezTo>
                <a:cubicBezTo>
                  <a:pt x="1979398" y="589914"/>
                  <a:pt x="1891816" y="590644"/>
                  <a:pt x="1796937" y="574588"/>
                </a:cubicBezTo>
                <a:cubicBezTo>
                  <a:pt x="1822116" y="594294"/>
                  <a:pt x="1847295" y="614365"/>
                  <a:pt x="1872475" y="634436"/>
                </a:cubicBezTo>
                <a:cubicBezTo>
                  <a:pt x="2114055" y="826023"/>
                  <a:pt x="2361837" y="1022719"/>
                  <a:pt x="2650492" y="1177813"/>
                </a:cubicBezTo>
                <a:cubicBezTo>
                  <a:pt x="2994615" y="1316121"/>
                  <a:pt x="3267943" y="1301889"/>
                  <a:pt x="3474490" y="1197884"/>
                </a:cubicBezTo>
                <a:cubicBezTo>
                  <a:pt x="3630677" y="1119425"/>
                  <a:pt x="3679211" y="947544"/>
                  <a:pt x="3694173" y="853027"/>
                </a:cubicBezTo>
                <a:cubicBezTo>
                  <a:pt x="3697458" y="832956"/>
                  <a:pt x="3724827" y="828942"/>
                  <a:pt x="3733585" y="847554"/>
                </a:cubicBezTo>
                <a:cubicBezTo>
                  <a:pt x="3793067" y="970534"/>
                  <a:pt x="3889408" y="1256638"/>
                  <a:pt x="3619729" y="1448955"/>
                </a:cubicBezTo>
                <a:cubicBezTo>
                  <a:pt x="3763509" y="1444940"/>
                  <a:pt x="3916046" y="1417936"/>
                  <a:pt x="4075883" y="1356263"/>
                </a:cubicBezTo>
                <a:cubicBezTo>
                  <a:pt x="4317098" y="1262842"/>
                  <a:pt x="4445916" y="1101178"/>
                  <a:pt x="4475475" y="897549"/>
                </a:cubicBezTo>
                <a:cubicBezTo>
                  <a:pt x="4496640" y="753402"/>
                  <a:pt x="4507588" y="448322"/>
                  <a:pt x="4171493" y="397962"/>
                </a:cubicBezTo>
                <a:cubicBezTo>
                  <a:pt x="4169669" y="563275"/>
                  <a:pt x="4062381" y="639910"/>
                  <a:pt x="3962757" y="657061"/>
                </a:cubicBezTo>
                <a:cubicBezTo>
                  <a:pt x="3819707" y="681876"/>
                  <a:pt x="3735410" y="594294"/>
                  <a:pt x="3731761" y="473138"/>
                </a:cubicBezTo>
                <a:cubicBezTo>
                  <a:pt x="3727382" y="335195"/>
                  <a:pt x="3839413" y="243233"/>
                  <a:pt x="3971516" y="206740"/>
                </a:cubicBezTo>
                <a:cubicBezTo>
                  <a:pt x="4103618" y="170247"/>
                  <a:pt x="4293743" y="150906"/>
                  <a:pt x="4532038" y="325707"/>
                </a:cubicBezTo>
                <a:cubicBezTo>
                  <a:pt x="4706836" y="454161"/>
                  <a:pt x="4788944" y="688080"/>
                  <a:pt x="4754641" y="925648"/>
                </a:cubicBezTo>
                <a:cubicBezTo>
                  <a:pt x="4740044" y="1025638"/>
                  <a:pt x="4706107" y="1118695"/>
                  <a:pt x="4655382" y="1204088"/>
                </a:cubicBezTo>
                <a:cubicBezTo>
                  <a:pt x="4766319" y="1174529"/>
                  <a:pt x="4868132" y="1164311"/>
                  <a:pt x="4980894" y="1164311"/>
                </a:cubicBezTo>
                <a:cubicBezTo>
                  <a:pt x="5108981" y="1164311"/>
                  <a:pt x="5457848" y="1141321"/>
                  <a:pt x="5874591" y="909591"/>
                </a:cubicBezTo>
                <a:cubicBezTo>
                  <a:pt x="5891743" y="900103"/>
                  <a:pt x="5913273" y="911781"/>
                  <a:pt x="5913273" y="931487"/>
                </a:cubicBezTo>
                <a:cubicBezTo>
                  <a:pt x="5914733" y="1036951"/>
                  <a:pt x="5884444" y="1156647"/>
                  <a:pt x="5814014" y="1229268"/>
                </a:cubicBezTo>
                <a:cubicBezTo>
                  <a:pt x="5989542" y="1325974"/>
                  <a:pt x="6076394" y="1508803"/>
                  <a:pt x="6095370" y="1552959"/>
                </a:cubicBezTo>
                <a:lnTo>
                  <a:pt x="6095005" y="1554054"/>
                </a:lnTo>
                <a:cubicBezTo>
                  <a:pt x="6097559" y="1559528"/>
                  <a:pt x="6095005" y="1565732"/>
                  <a:pt x="6089531" y="1567921"/>
                </a:cubicBezTo>
                <a:cubicBezTo>
                  <a:pt x="6040267" y="1587262"/>
                  <a:pt x="5812190" y="1669371"/>
                  <a:pt x="5596884" y="1590912"/>
                </a:cubicBezTo>
                <a:cubicBezTo>
                  <a:pt x="5555649" y="1660248"/>
                  <a:pt x="5511492" y="1693456"/>
                  <a:pt x="5447266" y="1718272"/>
                </a:cubicBezTo>
                <a:cubicBezTo>
                  <a:pt x="5431574" y="1724110"/>
                  <a:pt x="5414058" y="1716447"/>
                  <a:pt x="5407490" y="1701120"/>
                </a:cubicBezTo>
                <a:cubicBezTo>
                  <a:pt x="5172114" y="1160662"/>
                  <a:pt x="4758291" y="1366846"/>
                  <a:pt x="4167845" y="1595291"/>
                </a:cubicBezTo>
                <a:cubicBezTo>
                  <a:pt x="4167479" y="1595656"/>
                  <a:pt x="4167114" y="1595656"/>
                  <a:pt x="4166750" y="1595656"/>
                </a:cubicBezTo>
                <a:cubicBezTo>
                  <a:pt x="4166385" y="1596386"/>
                  <a:pt x="4165654" y="1596386"/>
                  <a:pt x="4165290" y="1596386"/>
                </a:cubicBezTo>
                <a:cubicBezTo>
                  <a:pt x="3606592" y="1811693"/>
                  <a:pt x="3120148" y="1664262"/>
                  <a:pt x="2803030" y="1534348"/>
                </a:cubicBezTo>
                <a:cubicBezTo>
                  <a:pt x="2368771" y="1356628"/>
                  <a:pt x="2020634" y="1080013"/>
                  <a:pt x="1713369" y="835876"/>
                </a:cubicBezTo>
                <a:cubicBezTo>
                  <a:pt x="1687460" y="815805"/>
                  <a:pt x="1662280" y="795734"/>
                  <a:pt x="1637100" y="775663"/>
                </a:cubicBezTo>
                <a:cubicBezTo>
                  <a:pt x="1658996" y="919079"/>
                  <a:pt x="1638559" y="1078188"/>
                  <a:pt x="1551708" y="1236932"/>
                </a:cubicBezTo>
                <a:cubicBezTo>
                  <a:pt x="1436756" y="1447495"/>
                  <a:pt x="1184230" y="1570841"/>
                  <a:pt x="959437" y="1570841"/>
                </a:cubicBezTo>
                <a:cubicBezTo>
                  <a:pt x="734644" y="1570841"/>
                  <a:pt x="538680" y="1482528"/>
                  <a:pt x="522623" y="1312837"/>
                </a:cubicBezTo>
                <a:cubicBezTo>
                  <a:pt x="507661" y="1150809"/>
                  <a:pt x="587945" y="1077458"/>
                  <a:pt x="764933" y="1068700"/>
                </a:cubicBezTo>
                <a:cubicBezTo>
                  <a:pt x="941556" y="1059942"/>
                  <a:pt x="1035340" y="1181828"/>
                  <a:pt x="1009796" y="1299334"/>
                </a:cubicBezTo>
                <a:cubicBezTo>
                  <a:pt x="1132775" y="1297875"/>
                  <a:pt x="1257214" y="1213941"/>
                  <a:pt x="1327279" y="1086216"/>
                </a:cubicBezTo>
                <a:cubicBezTo>
                  <a:pt x="1426174" y="905577"/>
                  <a:pt x="1358298" y="665090"/>
                  <a:pt x="1083876" y="393948"/>
                </a:cubicBezTo>
                <a:cubicBezTo>
                  <a:pt x="944109" y="322422"/>
                  <a:pt x="802884" y="275712"/>
                  <a:pt x="652901" y="267318"/>
                </a:cubicBezTo>
                <a:cubicBezTo>
                  <a:pt x="642318" y="266223"/>
                  <a:pt x="631370" y="266223"/>
                  <a:pt x="620423" y="266223"/>
                </a:cubicBezTo>
                <a:cubicBezTo>
                  <a:pt x="811643" y="476787"/>
                  <a:pt x="689394" y="755592"/>
                  <a:pt x="626627" y="867260"/>
                </a:cubicBezTo>
                <a:cubicBezTo>
                  <a:pt x="616044" y="885871"/>
                  <a:pt x="587945" y="882952"/>
                  <a:pt x="581741" y="862151"/>
                </a:cubicBezTo>
                <a:cubicBezTo>
                  <a:pt x="551453" y="763255"/>
                  <a:pt x="472629" y="556706"/>
                  <a:pt x="324105" y="486640"/>
                </a:cubicBezTo>
                <a:cubicBezTo>
                  <a:pt x="244004" y="448688"/>
                  <a:pt x="155419" y="432905"/>
                  <a:pt x="57893" y="435003"/>
                </a:cubicBezTo>
                <a:lnTo>
                  <a:pt x="0" y="441063"/>
                </a:lnTo>
                <a:lnTo>
                  <a:pt x="0" y="74198"/>
                </a:lnTo>
                <a:lnTo>
                  <a:pt x="42233" y="63554"/>
                </a:lnTo>
                <a:cubicBezTo>
                  <a:pt x="206896" y="28086"/>
                  <a:pt x="385549" y="7854"/>
                  <a:pt x="582471" y="7854"/>
                </a:cubicBezTo>
                <a:cubicBezTo>
                  <a:pt x="611665" y="7854"/>
                  <a:pt x="640493" y="8949"/>
                  <a:pt x="668957" y="10409"/>
                </a:cubicBezTo>
                <a:cubicBezTo>
                  <a:pt x="807628" y="18437"/>
                  <a:pt x="938636" y="51281"/>
                  <a:pt x="1064170" y="102006"/>
                </a:cubicBezTo>
                <a:cubicBezTo>
                  <a:pt x="1064535" y="102371"/>
                  <a:pt x="1065264" y="102736"/>
                  <a:pt x="1065630" y="102736"/>
                </a:cubicBezTo>
                <a:cubicBezTo>
                  <a:pt x="1086795" y="111129"/>
                  <a:pt x="1107961" y="120617"/>
                  <a:pt x="1129126" y="130105"/>
                </a:cubicBezTo>
                <a:cubicBezTo>
                  <a:pt x="1745117" y="394678"/>
                  <a:pt x="2214773" y="534080"/>
                  <a:pt x="2467301" y="18072"/>
                </a:cubicBezTo>
                <a:cubicBezTo>
                  <a:pt x="2474599" y="3475"/>
                  <a:pt x="2491386" y="-3823"/>
                  <a:pt x="2506348" y="2016"/>
                </a:cubicBezTo>
                <a:close/>
              </a:path>
            </a:pathLst>
          </a:custGeom>
          <a:solidFill>
            <a:srgbClr val="D7A562">
              <a:alpha val="80000"/>
            </a:srgbClr>
          </a:solidFill>
          <a:ln w="16072" cap="flat">
            <a:noFill/>
            <a:prstDash val="solid"/>
            <a:miter/>
          </a:ln>
        </p:spPr>
        <p:txBody>
          <a:bodyPr wrap="square">
            <a:noAutofit/>
          </a:bodyPr>
          <a:lstStyle/>
          <a:p>
            <a:endParaRPr lang="en-GB" sz="1800" dirty="0"/>
          </a:p>
        </p:txBody>
      </p:sp>
    </p:spTree>
    <p:extLst>
      <p:ext uri="{BB962C8B-B14F-4D97-AF65-F5344CB8AC3E}">
        <p14:creationId xmlns:p14="http://schemas.microsoft.com/office/powerpoint/2010/main" val="157684946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74706131"/>
      </p:ext>
    </p:extLst>
  </p:cSld>
  <p:clrMap bg1="lt1" tx1="dk1" bg2="lt2" tx2="dk2" accent1="accent1" accent2="accent2" accent3="accent3" accent4="accent4" accent5="accent5" accent6="accent6" hlink="hlink" folHlink="folHlink"/>
  <p:sldLayoutIdLst>
    <p:sldLayoutId id="2147483702" r:id="rId1"/>
    <p:sldLayoutId id="2147483703" r:id="rId2"/>
    <p:sldLayoutId id="2147483704" r:id="rId3"/>
    <p:sldLayoutId id="2147483687" r:id="rId4"/>
    <p:sldLayoutId id="2147483688" r:id="rId5"/>
    <p:sldLayoutId id="2147483686" r:id="rId6"/>
    <p:sldLayoutId id="2147483701" r:id="rId7"/>
    <p:sldLayoutId id="2147483689" r:id="rId8"/>
    <p:sldLayoutId id="2147483699" r:id="rId9"/>
  </p:sldLayoutIdLst>
  <p:txStyles>
    <p:titleStyle>
      <a:lvl1pPr algn="l" defTabSz="914415"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4" indent="-228604" algn="l" defTabSz="914415"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12" indent="-228604" algn="l" defTabSz="914415"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19" indent="-228604" algn="l" defTabSz="914415"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27" indent="-228604" algn="l" defTabSz="914415"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34" indent="-228604" algn="l" defTabSz="914415"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41" indent="-228604" algn="l" defTabSz="914415"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49" indent="-228604" algn="l" defTabSz="914415"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57" indent="-228604" algn="l" defTabSz="914415"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65" indent="-228604" algn="l" defTabSz="914415"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15" rtl="0" eaLnBrk="1" latinLnBrk="0" hangingPunct="1">
        <a:defRPr sz="1800" kern="1200">
          <a:solidFill>
            <a:schemeClr val="tx1"/>
          </a:solidFill>
          <a:latin typeface="+mn-lt"/>
          <a:ea typeface="+mn-ea"/>
          <a:cs typeface="+mn-cs"/>
        </a:defRPr>
      </a:lvl1pPr>
      <a:lvl2pPr marL="457208" algn="l" defTabSz="914415" rtl="0" eaLnBrk="1" latinLnBrk="0" hangingPunct="1">
        <a:defRPr sz="1800" kern="1200">
          <a:solidFill>
            <a:schemeClr val="tx1"/>
          </a:solidFill>
          <a:latin typeface="+mn-lt"/>
          <a:ea typeface="+mn-ea"/>
          <a:cs typeface="+mn-cs"/>
        </a:defRPr>
      </a:lvl2pPr>
      <a:lvl3pPr marL="914415" algn="l" defTabSz="914415" rtl="0" eaLnBrk="1" latinLnBrk="0" hangingPunct="1">
        <a:defRPr sz="1800" kern="1200">
          <a:solidFill>
            <a:schemeClr val="tx1"/>
          </a:solidFill>
          <a:latin typeface="+mn-lt"/>
          <a:ea typeface="+mn-ea"/>
          <a:cs typeface="+mn-cs"/>
        </a:defRPr>
      </a:lvl3pPr>
      <a:lvl4pPr marL="1371623" algn="l" defTabSz="914415" rtl="0" eaLnBrk="1" latinLnBrk="0" hangingPunct="1">
        <a:defRPr sz="1800" kern="1200">
          <a:solidFill>
            <a:schemeClr val="tx1"/>
          </a:solidFill>
          <a:latin typeface="+mn-lt"/>
          <a:ea typeface="+mn-ea"/>
          <a:cs typeface="+mn-cs"/>
        </a:defRPr>
      </a:lvl4pPr>
      <a:lvl5pPr marL="1828831" algn="l" defTabSz="914415" rtl="0" eaLnBrk="1" latinLnBrk="0" hangingPunct="1">
        <a:defRPr sz="1800" kern="1200">
          <a:solidFill>
            <a:schemeClr val="tx1"/>
          </a:solidFill>
          <a:latin typeface="+mn-lt"/>
          <a:ea typeface="+mn-ea"/>
          <a:cs typeface="+mn-cs"/>
        </a:defRPr>
      </a:lvl5pPr>
      <a:lvl6pPr marL="2286038" algn="l" defTabSz="914415" rtl="0" eaLnBrk="1" latinLnBrk="0" hangingPunct="1">
        <a:defRPr sz="1800" kern="1200">
          <a:solidFill>
            <a:schemeClr val="tx1"/>
          </a:solidFill>
          <a:latin typeface="+mn-lt"/>
          <a:ea typeface="+mn-ea"/>
          <a:cs typeface="+mn-cs"/>
        </a:defRPr>
      </a:lvl6pPr>
      <a:lvl7pPr marL="2743245" algn="l" defTabSz="914415" rtl="0" eaLnBrk="1" latinLnBrk="0" hangingPunct="1">
        <a:defRPr sz="1800" kern="1200">
          <a:solidFill>
            <a:schemeClr val="tx1"/>
          </a:solidFill>
          <a:latin typeface="+mn-lt"/>
          <a:ea typeface="+mn-ea"/>
          <a:cs typeface="+mn-cs"/>
        </a:defRPr>
      </a:lvl7pPr>
      <a:lvl8pPr marL="3200453" algn="l" defTabSz="914415" rtl="0" eaLnBrk="1" latinLnBrk="0" hangingPunct="1">
        <a:defRPr sz="1800" kern="1200">
          <a:solidFill>
            <a:schemeClr val="tx1"/>
          </a:solidFill>
          <a:latin typeface="+mn-lt"/>
          <a:ea typeface="+mn-ea"/>
          <a:cs typeface="+mn-cs"/>
        </a:defRPr>
      </a:lvl8pPr>
      <a:lvl9pPr marL="3657661" algn="l" defTabSz="914415"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4233" userDrawn="1">
          <p15:clr>
            <a:srgbClr val="F26B43"/>
          </p15:clr>
        </p15:guide>
        <p15:guide id="2" pos="2381"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tags" Target="../tags/tag2.xml"/></Relationships>
</file>

<file path=ppt/slides/_rels/slide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chart" Target="../charts/chart4.xml"/><Relationship Id="rId1" Type="http://schemas.openxmlformats.org/officeDocument/2006/relationships/slideLayout" Target="../slideLayouts/slideLayout6.xml"/><Relationship Id="rId6" Type="http://schemas.openxmlformats.org/officeDocument/2006/relationships/chart" Target="../charts/chart8.xml"/><Relationship Id="rId5" Type="http://schemas.openxmlformats.org/officeDocument/2006/relationships/chart" Target="../charts/chart7.xml"/><Relationship Id="rId4" Type="http://schemas.openxmlformats.org/officeDocument/2006/relationships/chart" Target="../charts/chart6.xml"/></Relationships>
</file>

<file path=ppt/slides/_rels/slide6.xml.rels><?xml version="1.0" encoding="UTF-8" standalone="yes"?>
<Relationships xmlns="http://schemas.openxmlformats.org/package/2006/relationships"><Relationship Id="rId8" Type="http://schemas.openxmlformats.org/officeDocument/2006/relationships/slide" Target="slide12.xml"/><Relationship Id="rId3" Type="http://schemas.openxmlformats.org/officeDocument/2006/relationships/tags" Target="../tags/tag5.xml"/><Relationship Id="rId7" Type="http://schemas.openxmlformats.org/officeDocument/2006/relationships/slide" Target="slide9.xml"/><Relationship Id="rId2" Type="http://schemas.openxmlformats.org/officeDocument/2006/relationships/tags" Target="../tags/tag4.xml"/><Relationship Id="rId1" Type="http://schemas.openxmlformats.org/officeDocument/2006/relationships/tags" Target="../tags/tag3.xml"/><Relationship Id="rId6" Type="http://schemas.openxmlformats.org/officeDocument/2006/relationships/slide" Target="slide7.xml"/><Relationship Id="rId5" Type="http://schemas.openxmlformats.org/officeDocument/2006/relationships/notesSlide" Target="../notesSlides/notesSlide5.xml"/><Relationship Id="rId4"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8.xml"/><Relationship Id="rId2" Type="http://schemas.openxmlformats.org/officeDocument/2006/relationships/tags" Target="../tags/tag7.xml"/><Relationship Id="rId1" Type="http://schemas.openxmlformats.org/officeDocument/2006/relationships/tags" Target="../tags/tag6.xml"/><Relationship Id="rId6" Type="http://schemas.openxmlformats.org/officeDocument/2006/relationships/image" Target="../media/image7.emf"/><Relationship Id="rId5" Type="http://schemas.openxmlformats.org/officeDocument/2006/relationships/oleObject" Target="../embeddings/oleObject1.bin"/><Relationship Id="rId4"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8.xml"/><Relationship Id="rId2" Type="http://schemas.openxmlformats.org/officeDocument/2006/relationships/tags" Target="../tags/tag9.xml"/><Relationship Id="rId1" Type="http://schemas.openxmlformats.org/officeDocument/2006/relationships/tags" Target="../tags/tag8.xml"/><Relationship Id="rId6" Type="http://schemas.openxmlformats.org/officeDocument/2006/relationships/image" Target="../media/image7.emf"/><Relationship Id="rId5" Type="http://schemas.openxmlformats.org/officeDocument/2006/relationships/oleObject" Target="../embeddings/oleObject1.bin"/><Relationship Id="rId4"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8.xml"/><Relationship Id="rId1" Type="http://schemas.openxmlformats.org/officeDocument/2006/relationships/tags" Target="../tags/tag10.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8.xml"/><Relationship Id="rId1" Type="http://schemas.openxmlformats.org/officeDocument/2006/relationships/tags" Target="../tags/tag11.xm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8.xml"/><Relationship Id="rId1" Type="http://schemas.openxmlformats.org/officeDocument/2006/relationships/tags" Target="../tags/tag12.xml"/></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8.xml"/><Relationship Id="rId1" Type="http://schemas.openxmlformats.org/officeDocument/2006/relationships/tags" Target="../tags/tag13.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8.xml"/><Relationship Id="rId1" Type="http://schemas.openxmlformats.org/officeDocument/2006/relationships/tags" Target="../tags/tag14.xml"/></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8.xml"/><Relationship Id="rId1" Type="http://schemas.openxmlformats.org/officeDocument/2006/relationships/tags" Target="../tags/tag15.xml"/></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8.xml"/><Relationship Id="rId1" Type="http://schemas.openxmlformats.org/officeDocument/2006/relationships/tags" Target="../tags/tag16.xml"/></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8.xml"/><Relationship Id="rId1" Type="http://schemas.openxmlformats.org/officeDocument/2006/relationships/tags" Target="../tags/tag17.xml"/></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8.xml"/><Relationship Id="rId1" Type="http://schemas.openxmlformats.org/officeDocument/2006/relationships/tags" Target="../tags/tag18.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38A8F0F2-F09C-89F8-4E28-AA8FBE1E55C0}"/>
              </a:ext>
            </a:extLst>
          </p:cNvPr>
          <p:cNvGrpSpPr/>
          <p:nvPr/>
        </p:nvGrpSpPr>
        <p:grpSpPr>
          <a:xfrm>
            <a:off x="917571" y="5790648"/>
            <a:ext cx="5724532" cy="1504767"/>
            <a:chOff x="1079493" y="4415868"/>
            <a:chExt cx="5724532" cy="1504767"/>
          </a:xfrm>
        </p:grpSpPr>
        <p:sp>
          <p:nvSpPr>
            <p:cNvPr id="16" name="btfpRowHeaderBoxText438126">
              <a:extLst>
                <a:ext uri="{FF2B5EF4-FFF2-40B4-BE49-F238E27FC236}">
                  <a16:creationId xmlns:a16="http://schemas.microsoft.com/office/drawing/2014/main" id="{FE429AAF-55B8-B948-960D-6C55792C2A56}"/>
                </a:ext>
              </a:extLst>
            </p:cNvPr>
            <p:cNvSpPr txBox="1"/>
            <p:nvPr>
              <p:custDataLst>
                <p:tags r:id="rId1"/>
              </p:custDataLst>
            </p:nvPr>
          </p:nvSpPr>
          <p:spPr>
            <a:xfrm flipH="1">
              <a:off x="1079493"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4000" b="1" dirty="0">
                  <a:solidFill>
                    <a:srgbClr val="FFFFFF"/>
                  </a:solidFill>
                  <a:latin typeface="Abar Mid" pitchFamily="2" charset="-78"/>
                  <a:ea typeface="Abar Mid" pitchFamily="2" charset="-78"/>
                  <a:cs typeface="Abar Mid" pitchFamily="2" charset="-78"/>
                </a:rPr>
                <a:t>تقرير الإنجاز الأسبوعي</a:t>
              </a:r>
            </a:p>
          </p:txBody>
        </p:sp>
        <p:sp>
          <p:nvSpPr>
            <p:cNvPr id="19" name="TextBox 18">
              <a:extLst>
                <a:ext uri="{FF2B5EF4-FFF2-40B4-BE49-F238E27FC236}">
                  <a16:creationId xmlns:a16="http://schemas.microsoft.com/office/drawing/2014/main" id="{8225EC8C-BD1E-556A-D67E-EC450A0626F0}"/>
                </a:ext>
              </a:extLst>
            </p:cNvPr>
            <p:cNvSpPr txBox="1"/>
            <p:nvPr/>
          </p:nvSpPr>
          <p:spPr>
            <a:xfrm>
              <a:off x="2266726" y="5458163"/>
              <a:ext cx="3350066" cy="307777"/>
            </a:xfrm>
            <a:prstGeom prst="rect">
              <a:avLst/>
            </a:prstGeom>
            <a:noFill/>
          </p:spPr>
          <p:txBody>
            <a:bodyPr wrap="square" lIns="0" tIns="0" rIns="0" bIns="0" anchor="ctr">
              <a:spAutoFit/>
            </a:bodyPr>
            <a:lstStyle/>
            <a:p>
              <a:pPr algn="ctr" defTabSz="977875" rtl="1"/>
              <a:r>
                <a:rPr lang="en-US" sz="2000" b="1" dirty="0">
                  <a:solidFill>
                    <a:srgbClr val="D7A360"/>
                  </a:solidFill>
                  <a:latin typeface="Abar Mid" pitchFamily="50" charset="-78"/>
                  <a:ea typeface="Abar Mid" pitchFamily="50" charset="-78"/>
                  <a:cs typeface="Abar Mid" pitchFamily="50" charset="-78"/>
                </a:rPr>
                <a:t>24</a:t>
              </a:r>
              <a:r>
                <a:rPr lang="ar-SA" sz="2000" b="1" dirty="0">
                  <a:solidFill>
                    <a:srgbClr val="D7A360"/>
                  </a:solidFill>
                  <a:latin typeface="Abar Mid" pitchFamily="50" charset="-78"/>
                  <a:ea typeface="Abar Mid" pitchFamily="50" charset="-78"/>
                  <a:cs typeface="Abar Mid" pitchFamily="50" charset="-78"/>
                </a:rPr>
                <a:t> سبتمبر 2026</a:t>
              </a:r>
            </a:p>
          </p:txBody>
        </p:sp>
        <p:cxnSp>
          <p:nvCxnSpPr>
            <p:cNvPr id="20" name="Straight Connector 19">
              <a:extLst>
                <a:ext uri="{FF2B5EF4-FFF2-40B4-BE49-F238E27FC236}">
                  <a16:creationId xmlns:a16="http://schemas.microsoft.com/office/drawing/2014/main" id="{EEFA0513-7A34-888A-6014-E910B7023510}"/>
                </a:ext>
              </a:extLst>
            </p:cNvPr>
            <p:cNvCxnSpPr>
              <a:cxnSpLocks/>
            </p:cNvCxnSpPr>
            <p:nvPr/>
          </p:nvCxnSpPr>
          <p:spPr>
            <a:xfrm>
              <a:off x="3300100" y="5920635"/>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spTree>
    <p:extLst>
      <p:ext uri="{BB962C8B-B14F-4D97-AF65-F5344CB8AC3E}">
        <p14:creationId xmlns:p14="http://schemas.microsoft.com/office/powerpoint/2010/main" val="18541925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5A977D-FAD4-194E-1792-CAB483F600A0}"/>
            </a:ext>
          </a:extLst>
        </p:cNvPr>
        <p:cNvGrpSpPr/>
        <p:nvPr/>
      </p:nvGrpSpPr>
      <p:grpSpPr>
        <a:xfrm>
          <a:off x="0" y="0"/>
          <a:ext cx="0" cy="0"/>
          <a:chOff x="0" y="0"/>
          <a:chExt cx="0" cy="0"/>
        </a:xfrm>
      </p:grpSpPr>
      <p:sp>
        <p:nvSpPr>
          <p:cNvPr id="3" name="Rounded Rectangle 93">
            <a:extLst>
              <a:ext uri="{FF2B5EF4-FFF2-40B4-BE49-F238E27FC236}">
                <a16:creationId xmlns:a16="http://schemas.microsoft.com/office/drawing/2014/main" id="{7E9B4622-A36B-F7BE-1C0C-02DB7F3DB3E9}"/>
              </a:ext>
            </a:extLst>
          </p:cNvPr>
          <p:cNvSpPr/>
          <p:nvPr/>
        </p:nvSpPr>
        <p:spPr>
          <a:xfrm>
            <a:off x="474245" y="1780255"/>
            <a:ext cx="6623050" cy="2250001"/>
          </a:xfrm>
          <a:prstGeom prst="roundRect">
            <a:avLst>
              <a:gd name="adj" fmla="val 3573"/>
            </a:avLst>
          </a:prstGeom>
          <a:solidFill>
            <a:srgbClr val="FFFFFF"/>
          </a:solidFill>
          <a:ln w="12700" cap="flat" cmpd="sng" algn="ctr">
            <a:noFill/>
            <a:prstDash val="solid"/>
            <a:miter lim="800000"/>
          </a:ln>
          <a:effectLst/>
        </p:spPr>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900" b="0" i="0" u="none" strike="noStrike" kern="0" cap="none" spc="0" normalizeH="0" baseline="0" noProof="0" dirty="0">
              <a:ln>
                <a:noFill/>
              </a:ln>
              <a:solidFill>
                <a:srgbClr val="F2F2F2"/>
              </a:solidFill>
              <a:effectLst/>
              <a:uLnTx/>
              <a:uFillTx/>
              <a:latin typeface="Century Gothic" panose="020B0502020202020204" pitchFamily="34" charset="0"/>
              <a:ea typeface="+mn-ea"/>
              <a:cs typeface="+mn-cs"/>
            </a:endParaRPr>
          </a:p>
        </p:txBody>
      </p:sp>
      <p:grpSp>
        <p:nvGrpSpPr>
          <p:cNvPr id="2" name="Group 1">
            <a:extLst>
              <a:ext uri="{FF2B5EF4-FFF2-40B4-BE49-F238E27FC236}">
                <a16:creationId xmlns:a16="http://schemas.microsoft.com/office/drawing/2014/main" id="{ACD4B715-D681-8A12-D156-79BFC49A5917}"/>
              </a:ext>
            </a:extLst>
          </p:cNvPr>
          <p:cNvGrpSpPr/>
          <p:nvPr/>
        </p:nvGrpSpPr>
        <p:grpSpPr>
          <a:xfrm>
            <a:off x="474245" y="845457"/>
            <a:ext cx="6623050" cy="853456"/>
            <a:chOff x="474245" y="845457"/>
            <a:chExt cx="6623050" cy="853456"/>
          </a:xfrm>
        </p:grpSpPr>
        <p:sp>
          <p:nvSpPr>
            <p:cNvPr id="5" name="Rounded Rectangle 93">
              <a:extLst>
                <a:ext uri="{FF2B5EF4-FFF2-40B4-BE49-F238E27FC236}">
                  <a16:creationId xmlns:a16="http://schemas.microsoft.com/office/drawing/2014/main" id="{183ABFA4-9FD9-4674-4F06-18013E630531}"/>
                </a:ext>
              </a:extLst>
            </p:cNvPr>
            <p:cNvSpPr/>
            <p:nvPr/>
          </p:nvSpPr>
          <p:spPr>
            <a:xfrm>
              <a:off x="474245" y="845457"/>
              <a:ext cx="6623050" cy="853456"/>
            </a:xfrm>
            <a:prstGeom prst="roundRect">
              <a:avLst>
                <a:gd name="adj" fmla="val 3573"/>
              </a:avLst>
            </a:prstGeom>
            <a:solidFill>
              <a:srgbClr val="FFFFFF"/>
            </a:solidFill>
            <a:ln w="12700" cap="flat" cmpd="sng" algn="ctr">
              <a:noFill/>
              <a:prstDash val="solid"/>
              <a:miter lim="800000"/>
            </a:ln>
            <a:effectLst/>
          </p:spPr>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900" b="0" i="0" u="none" strike="noStrike" kern="0" cap="none" spc="0" normalizeH="0" baseline="0" noProof="0" dirty="0">
                <a:ln>
                  <a:noFill/>
                </a:ln>
                <a:solidFill>
                  <a:srgbClr val="F2F2F2"/>
                </a:solidFill>
                <a:effectLst/>
                <a:uLnTx/>
                <a:uFillTx/>
                <a:latin typeface="Century Gothic" panose="020B0502020202020204" pitchFamily="34" charset="0"/>
                <a:ea typeface="+mn-ea"/>
                <a:cs typeface="+mn-cs"/>
              </a:endParaRPr>
            </a:p>
          </p:txBody>
        </p:sp>
        <p:sp>
          <p:nvSpPr>
            <p:cNvPr id="6" name="TextBox 5">
              <a:extLst>
                <a:ext uri="{FF2B5EF4-FFF2-40B4-BE49-F238E27FC236}">
                  <a16:creationId xmlns:a16="http://schemas.microsoft.com/office/drawing/2014/main" id="{4F3CCE75-1975-5AD9-B4C2-968F0999F69F}"/>
                </a:ext>
              </a:extLst>
            </p:cNvPr>
            <p:cNvSpPr txBox="1"/>
            <p:nvPr/>
          </p:nvSpPr>
          <p:spPr>
            <a:xfrm>
              <a:off x="740137" y="962951"/>
              <a:ext cx="919654" cy="523220"/>
            </a:xfrm>
            <a:prstGeom prst="rect">
              <a:avLst/>
            </a:prstGeom>
            <a:noFill/>
          </p:spPr>
          <p:txBody>
            <a:bodyPr wrap="square" rtlCol="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2800" b="1" i="0" u="none" strike="noStrike" kern="1200" cap="none" spc="0" normalizeH="0" baseline="0" noProof="0" dirty="0">
                  <a:ln>
                    <a:noFill/>
                  </a:ln>
                  <a:solidFill>
                    <a:prstClr val="white">
                      <a:lumMod val="65000"/>
                    </a:prstClr>
                  </a:solidFill>
                  <a:effectLst/>
                  <a:uLnTx/>
                  <a:uFillTx/>
                  <a:latin typeface="Abar Mid" pitchFamily="50" charset="-78"/>
                  <a:ea typeface="Abar Mid" pitchFamily="50" charset="-78"/>
                  <a:cs typeface="Abar Mid" pitchFamily="50" charset="-78"/>
                </a:rPr>
                <a:t>0</a:t>
              </a:r>
            </a:p>
          </p:txBody>
        </p:sp>
        <p:sp>
          <p:nvSpPr>
            <p:cNvPr id="7" name="TextBox 6">
              <a:extLst>
                <a:ext uri="{FF2B5EF4-FFF2-40B4-BE49-F238E27FC236}">
                  <a16:creationId xmlns:a16="http://schemas.microsoft.com/office/drawing/2014/main" id="{D6D164FD-BBE6-C25A-E446-CCE1C3126B61}"/>
                </a:ext>
              </a:extLst>
            </p:cNvPr>
            <p:cNvSpPr txBox="1"/>
            <p:nvPr/>
          </p:nvSpPr>
          <p:spPr>
            <a:xfrm>
              <a:off x="1963282" y="962951"/>
              <a:ext cx="919654" cy="523220"/>
            </a:xfrm>
            <a:prstGeom prst="rect">
              <a:avLst/>
            </a:prstGeom>
            <a:noFill/>
          </p:spPr>
          <p:txBody>
            <a:bodyPr wrap="square" rtlCol="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87452B"/>
                  </a:solidFill>
                  <a:effectLst/>
                  <a:uLnTx/>
                  <a:uFillTx/>
                  <a:latin typeface="Abar Mid" pitchFamily="50" charset="-78"/>
                  <a:ea typeface="Abar Mid" pitchFamily="50" charset="-78"/>
                  <a:cs typeface="Abar Mid" pitchFamily="50" charset="-78"/>
                </a:rPr>
                <a:t>0</a:t>
              </a:r>
              <a:endParaRPr kumimoji="0" lang="ar-SA" sz="2800" b="1" i="0" u="none" strike="noStrike" kern="1200" cap="none" spc="0" normalizeH="0" baseline="0" noProof="0" dirty="0">
                <a:ln>
                  <a:noFill/>
                </a:ln>
                <a:solidFill>
                  <a:srgbClr val="87452B"/>
                </a:solidFill>
                <a:effectLst/>
                <a:uLnTx/>
                <a:uFillTx/>
                <a:latin typeface="Abar Mid" pitchFamily="50" charset="-78"/>
                <a:ea typeface="Abar Mid" pitchFamily="50" charset="-78"/>
                <a:cs typeface="Abar Mid" pitchFamily="50" charset="-78"/>
              </a:endParaRPr>
            </a:p>
          </p:txBody>
        </p:sp>
        <p:sp>
          <p:nvSpPr>
            <p:cNvPr id="9" name="TextBox 8">
              <a:extLst>
                <a:ext uri="{FF2B5EF4-FFF2-40B4-BE49-F238E27FC236}">
                  <a16:creationId xmlns:a16="http://schemas.microsoft.com/office/drawing/2014/main" id="{DBE8DE5E-2B01-B9ED-4358-98F661013026}"/>
                </a:ext>
              </a:extLst>
            </p:cNvPr>
            <p:cNvSpPr txBox="1"/>
            <p:nvPr/>
          </p:nvSpPr>
          <p:spPr>
            <a:xfrm>
              <a:off x="5901726" y="1347004"/>
              <a:ext cx="1101743" cy="26161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1100" b="0" i="0" u="none" strike="noStrike" kern="1200" cap="none" spc="0" normalizeH="0" baseline="0" noProof="0" dirty="0">
                  <a:ln>
                    <a:noFill/>
                  </a:ln>
                  <a:solidFill>
                    <a:srgbClr val="D9A86A"/>
                  </a:solidFill>
                  <a:effectLst/>
                  <a:uLnTx/>
                  <a:uFillTx/>
                  <a:latin typeface="Abar Mid" pitchFamily="50" charset="-78"/>
                  <a:ea typeface="Abar Mid" pitchFamily="50" charset="-78"/>
                  <a:cs typeface="Abar Mid" pitchFamily="50" charset="-78"/>
                </a:rPr>
                <a:t>إجمالي المهام</a:t>
              </a:r>
            </a:p>
          </p:txBody>
        </p:sp>
        <p:sp>
          <p:nvSpPr>
            <p:cNvPr id="11" name="TextBox 10">
              <a:extLst>
                <a:ext uri="{FF2B5EF4-FFF2-40B4-BE49-F238E27FC236}">
                  <a16:creationId xmlns:a16="http://schemas.microsoft.com/office/drawing/2014/main" id="{6C213196-8A04-2FAD-FBDD-8A229F8D1EE9}"/>
                </a:ext>
              </a:extLst>
            </p:cNvPr>
            <p:cNvSpPr txBox="1"/>
            <p:nvPr/>
          </p:nvSpPr>
          <p:spPr>
            <a:xfrm>
              <a:off x="5992766" y="901399"/>
              <a:ext cx="919654" cy="646331"/>
            </a:xfrm>
            <a:prstGeom prst="rect">
              <a:avLst/>
            </a:prstGeom>
            <a:noFill/>
          </p:spPr>
          <p:txBody>
            <a:bodyPr wrap="square" rtlCol="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D9A86A"/>
                  </a:solidFill>
                  <a:effectLst/>
                  <a:uLnTx/>
                  <a:uFillTx/>
                  <a:latin typeface="Abar Mid" pitchFamily="50" charset="-78"/>
                  <a:ea typeface="Abar Mid" pitchFamily="50" charset="-78"/>
                  <a:cs typeface="Abar Mid" pitchFamily="50" charset="-78"/>
                </a:rPr>
                <a:t>12</a:t>
              </a:r>
              <a:endParaRPr kumimoji="0" lang="ar-SA" sz="3600" b="1" i="0" u="none" strike="noStrike" kern="1200" cap="none" spc="0" normalizeH="0" baseline="0" noProof="0" dirty="0">
                <a:ln>
                  <a:noFill/>
                </a:ln>
                <a:solidFill>
                  <a:srgbClr val="D9A86A"/>
                </a:solidFill>
                <a:effectLst/>
                <a:uLnTx/>
                <a:uFillTx/>
                <a:latin typeface="Abar Mid" pitchFamily="50" charset="-78"/>
                <a:ea typeface="Abar Mid" pitchFamily="50" charset="-78"/>
                <a:cs typeface="Abar Mid" pitchFamily="50" charset="-78"/>
              </a:endParaRPr>
            </a:p>
          </p:txBody>
        </p:sp>
        <p:sp>
          <p:nvSpPr>
            <p:cNvPr id="13" name="TextBox 12">
              <a:extLst>
                <a:ext uri="{FF2B5EF4-FFF2-40B4-BE49-F238E27FC236}">
                  <a16:creationId xmlns:a16="http://schemas.microsoft.com/office/drawing/2014/main" id="{8D681E39-ADD8-C594-716B-73D2C9C8F370}"/>
                </a:ext>
              </a:extLst>
            </p:cNvPr>
            <p:cNvSpPr txBox="1"/>
            <p:nvPr/>
          </p:nvSpPr>
          <p:spPr>
            <a:xfrm>
              <a:off x="4422093" y="1347004"/>
              <a:ext cx="1101743" cy="26161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1100" b="0" i="0" u="none" strike="noStrike" kern="1200" cap="none" spc="0" normalizeH="0" baseline="0" noProof="0" dirty="0">
                  <a:ln>
                    <a:noFill/>
                  </a:ln>
                  <a:solidFill>
                    <a:srgbClr val="174766"/>
                  </a:solidFill>
                  <a:effectLst/>
                  <a:uLnTx/>
                  <a:uFillTx/>
                  <a:latin typeface="Abar Mid" pitchFamily="50" charset="-78"/>
                  <a:ea typeface="Abar Mid" pitchFamily="50" charset="-78"/>
                  <a:cs typeface="Abar Mid" pitchFamily="50" charset="-78"/>
                </a:rPr>
                <a:t>مكتملة</a:t>
              </a:r>
            </a:p>
          </p:txBody>
        </p:sp>
        <p:sp>
          <p:nvSpPr>
            <p:cNvPr id="14" name="TextBox 13">
              <a:extLst>
                <a:ext uri="{FF2B5EF4-FFF2-40B4-BE49-F238E27FC236}">
                  <a16:creationId xmlns:a16="http://schemas.microsoft.com/office/drawing/2014/main" id="{A2C514DC-97F6-3889-8180-0BE9B2B9C750}"/>
                </a:ext>
              </a:extLst>
            </p:cNvPr>
            <p:cNvSpPr txBox="1"/>
            <p:nvPr/>
          </p:nvSpPr>
          <p:spPr>
            <a:xfrm>
              <a:off x="4513137" y="962951"/>
              <a:ext cx="919654" cy="523220"/>
            </a:xfrm>
            <a:prstGeom prst="rect">
              <a:avLst/>
            </a:prstGeom>
            <a:noFill/>
          </p:spPr>
          <p:txBody>
            <a:bodyPr wrap="square" rtlCol="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4766"/>
                  </a:solidFill>
                  <a:effectLst/>
                  <a:uLnTx/>
                  <a:uFillTx/>
                  <a:latin typeface="Abar Mid" pitchFamily="50" charset="-78"/>
                  <a:ea typeface="Abar Mid" pitchFamily="50" charset="-78"/>
                  <a:cs typeface="Abar Mid" pitchFamily="50" charset="-78"/>
                </a:rPr>
                <a:t>2</a:t>
              </a:r>
              <a:endParaRPr kumimoji="0" lang="ar-SA" sz="2800" b="1" i="0" u="none" strike="noStrike" kern="1200" cap="none" spc="0" normalizeH="0" baseline="0" noProof="0" dirty="0">
                <a:ln>
                  <a:noFill/>
                </a:ln>
                <a:solidFill>
                  <a:srgbClr val="174766"/>
                </a:solidFill>
                <a:effectLst/>
                <a:uLnTx/>
                <a:uFillTx/>
                <a:latin typeface="Abar Mid" pitchFamily="50" charset="-78"/>
                <a:ea typeface="Abar Mid" pitchFamily="50" charset="-78"/>
                <a:cs typeface="Abar Mid" pitchFamily="50" charset="-78"/>
              </a:endParaRPr>
            </a:p>
          </p:txBody>
        </p:sp>
        <p:sp>
          <p:nvSpPr>
            <p:cNvPr id="15" name="TextBox 14">
              <a:extLst>
                <a:ext uri="{FF2B5EF4-FFF2-40B4-BE49-F238E27FC236}">
                  <a16:creationId xmlns:a16="http://schemas.microsoft.com/office/drawing/2014/main" id="{F7A44687-1040-2384-2F7D-A4CEAA69D440}"/>
                </a:ext>
              </a:extLst>
            </p:cNvPr>
            <p:cNvSpPr txBox="1"/>
            <p:nvPr/>
          </p:nvSpPr>
          <p:spPr>
            <a:xfrm>
              <a:off x="3166383" y="1347004"/>
              <a:ext cx="1101743" cy="26161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1100" b="0" i="0" u="none" strike="noStrike" kern="1200" cap="none" spc="0" normalizeH="0" baseline="0" noProof="0" dirty="0">
                  <a:ln>
                    <a:noFill/>
                  </a:ln>
                  <a:solidFill>
                    <a:srgbClr val="0A8062"/>
                  </a:solidFill>
                  <a:effectLst/>
                  <a:uLnTx/>
                  <a:uFillTx/>
                  <a:latin typeface="Abar Mid" pitchFamily="50" charset="-78"/>
                  <a:ea typeface="Abar Mid" pitchFamily="50" charset="-78"/>
                  <a:cs typeface="Abar Mid" pitchFamily="50" charset="-78"/>
                </a:rPr>
                <a:t>على المخطط</a:t>
              </a:r>
            </a:p>
          </p:txBody>
        </p:sp>
        <p:sp>
          <p:nvSpPr>
            <p:cNvPr id="16" name="TextBox 15">
              <a:extLst>
                <a:ext uri="{FF2B5EF4-FFF2-40B4-BE49-F238E27FC236}">
                  <a16:creationId xmlns:a16="http://schemas.microsoft.com/office/drawing/2014/main" id="{655EFD64-72CE-5B02-038F-E3EF346E6808}"/>
                </a:ext>
              </a:extLst>
            </p:cNvPr>
            <p:cNvSpPr txBox="1"/>
            <p:nvPr/>
          </p:nvSpPr>
          <p:spPr>
            <a:xfrm>
              <a:off x="3257427" y="962951"/>
              <a:ext cx="919654" cy="523220"/>
            </a:xfrm>
            <a:prstGeom prst="rect">
              <a:avLst/>
            </a:prstGeom>
            <a:noFill/>
          </p:spPr>
          <p:txBody>
            <a:bodyPr wrap="square" rtlCol="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A8062"/>
                  </a:solidFill>
                  <a:effectLst/>
                  <a:uLnTx/>
                  <a:uFillTx/>
                  <a:latin typeface="Abar Mid" pitchFamily="50" charset="-78"/>
                  <a:ea typeface="Abar Mid" pitchFamily="50" charset="-78"/>
                  <a:cs typeface="Abar Mid" pitchFamily="50" charset="-78"/>
                </a:rPr>
                <a:t>10</a:t>
              </a:r>
              <a:endParaRPr kumimoji="0" lang="ar-SA" sz="2800" b="1" i="0" u="none" strike="noStrike" kern="1200" cap="none" spc="0" normalizeH="0" baseline="0" noProof="0" dirty="0">
                <a:ln>
                  <a:noFill/>
                </a:ln>
                <a:solidFill>
                  <a:srgbClr val="0A8062"/>
                </a:solidFill>
                <a:effectLst/>
                <a:uLnTx/>
                <a:uFillTx/>
                <a:latin typeface="Abar Mid" pitchFamily="50" charset="-78"/>
                <a:ea typeface="Abar Mid" pitchFamily="50" charset="-78"/>
                <a:cs typeface="Abar Mid" pitchFamily="50" charset="-78"/>
              </a:endParaRPr>
            </a:p>
          </p:txBody>
        </p:sp>
        <p:sp>
          <p:nvSpPr>
            <p:cNvPr id="17" name="TextBox 16">
              <a:extLst>
                <a:ext uri="{FF2B5EF4-FFF2-40B4-BE49-F238E27FC236}">
                  <a16:creationId xmlns:a16="http://schemas.microsoft.com/office/drawing/2014/main" id="{16030ABC-E859-EE4D-3833-1FAD0FD6C489}"/>
                </a:ext>
              </a:extLst>
            </p:cNvPr>
            <p:cNvSpPr txBox="1"/>
            <p:nvPr/>
          </p:nvSpPr>
          <p:spPr>
            <a:xfrm>
              <a:off x="649093" y="1347004"/>
              <a:ext cx="1101743" cy="26161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1100" b="0" i="0" u="none" strike="noStrike" kern="1200" cap="none" spc="0" normalizeH="0" baseline="0" noProof="0" dirty="0">
                  <a:ln>
                    <a:noFill/>
                  </a:ln>
                  <a:solidFill>
                    <a:prstClr val="white">
                      <a:lumMod val="50000"/>
                    </a:prstClr>
                  </a:solidFill>
                  <a:effectLst/>
                  <a:uLnTx/>
                  <a:uFillTx/>
                  <a:latin typeface="Abar Mid" pitchFamily="50" charset="-78"/>
                  <a:ea typeface="Abar Mid" pitchFamily="50" charset="-78"/>
                  <a:cs typeface="Abar Mid" pitchFamily="50" charset="-78"/>
                </a:rPr>
                <a:t>معلقة</a:t>
              </a:r>
            </a:p>
          </p:txBody>
        </p:sp>
        <p:sp>
          <p:nvSpPr>
            <p:cNvPr id="18" name="Freeform: Shape 17">
              <a:extLst>
                <a:ext uri="{FF2B5EF4-FFF2-40B4-BE49-F238E27FC236}">
                  <a16:creationId xmlns:a16="http://schemas.microsoft.com/office/drawing/2014/main" id="{50813D75-5E58-FFC7-F847-86C86BFF7ED5}"/>
                </a:ext>
              </a:extLst>
            </p:cNvPr>
            <p:cNvSpPr/>
            <p:nvPr/>
          </p:nvSpPr>
          <p:spPr>
            <a:xfrm rot="16200000">
              <a:off x="5524776" y="1159648"/>
              <a:ext cx="331805" cy="225085"/>
            </a:xfrm>
            <a:custGeom>
              <a:avLst/>
              <a:gdLst>
                <a:gd name="csX0" fmla="*/ 1388479 w 1388479"/>
                <a:gd name="csY0" fmla="*/ 1359450 h 1359452"/>
                <a:gd name="csX1" fmla="*/ 694241 w 1388479"/>
                <a:gd name="csY1" fmla="*/ 746051 h 1359452"/>
                <a:gd name="csX2" fmla="*/ 0 w 1388479"/>
                <a:gd name="csY2" fmla="*/ 1359452 h 1359452"/>
                <a:gd name="csX3" fmla="*/ 694241 w 1388479"/>
                <a:gd name="csY3" fmla="*/ 0 h 1359452"/>
                <a:gd name="csX4" fmla="*/ 1388479 w 1388479"/>
                <a:gd name="csY4" fmla="*/ 1359450 h 1359452"/>
              </a:gdLst>
              <a:ahLst/>
              <a:cxnLst>
                <a:cxn ang="0">
                  <a:pos x="csX0" y="csY0"/>
                </a:cxn>
                <a:cxn ang="0">
                  <a:pos x="csX1" y="csY1"/>
                </a:cxn>
                <a:cxn ang="0">
                  <a:pos x="csX2" y="csY2"/>
                </a:cxn>
                <a:cxn ang="0">
                  <a:pos x="csX3" y="csY3"/>
                </a:cxn>
                <a:cxn ang="0">
                  <a:pos x="csX4" y="csY4"/>
                </a:cxn>
              </a:cxnLst>
              <a:rect l="l" t="t" r="r" b="b"/>
              <a:pathLst>
                <a:path w="1388479" h="1359452">
                  <a:moveTo>
                    <a:pt x="1388479" y="1359450"/>
                  </a:moveTo>
                  <a:lnTo>
                    <a:pt x="694241" y="746051"/>
                  </a:lnTo>
                  <a:lnTo>
                    <a:pt x="0" y="1359452"/>
                  </a:lnTo>
                  <a:lnTo>
                    <a:pt x="694241" y="0"/>
                  </a:lnTo>
                  <a:lnTo>
                    <a:pt x="1388479" y="1359450"/>
                  </a:lnTo>
                  <a:close/>
                </a:path>
              </a:pathLst>
            </a:custGeom>
            <a:solidFill>
              <a:srgbClr val="D9A86A"/>
            </a:solidFill>
            <a:ln w="6350" cap="sq"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15" rtl="0" eaLnBrk="1" fontAlgn="auto" latinLnBrk="0" hangingPunct="1">
                <a:lnSpc>
                  <a:spcPct val="100000"/>
                </a:lnSpc>
                <a:spcBef>
                  <a:spcPts val="300"/>
                </a:spcBef>
                <a:spcAft>
                  <a:spcPts val="300"/>
                </a:spcAft>
                <a:buClrTx/>
                <a:buSzTx/>
                <a:buFontTx/>
                <a:buNone/>
                <a:tabLst/>
                <a:defRPr/>
              </a:pPr>
              <a:endParaRPr kumimoji="0" lang="en-GB" sz="1600" b="0" i="0" u="none" strike="noStrike" kern="0" cap="none" spc="0" normalizeH="0" baseline="0" noProof="0" dirty="0">
                <a:ln>
                  <a:noFill/>
                </a:ln>
                <a:solidFill>
                  <a:srgbClr val="FBF7F4"/>
                </a:solidFill>
                <a:effectLst/>
                <a:uLnTx/>
                <a:uFillTx/>
                <a:latin typeface="Sakkal Majalla"/>
                <a:ea typeface="+mn-ea"/>
                <a:cs typeface="+mn-cs"/>
              </a:endParaRPr>
            </a:p>
          </p:txBody>
        </p:sp>
        <p:sp>
          <p:nvSpPr>
            <p:cNvPr id="19" name="TextBox 18">
              <a:extLst>
                <a:ext uri="{FF2B5EF4-FFF2-40B4-BE49-F238E27FC236}">
                  <a16:creationId xmlns:a16="http://schemas.microsoft.com/office/drawing/2014/main" id="{F4E04539-090F-D1A9-DD9C-824C2F987424}"/>
                </a:ext>
              </a:extLst>
            </p:cNvPr>
            <p:cNvSpPr txBox="1"/>
            <p:nvPr/>
          </p:nvSpPr>
          <p:spPr>
            <a:xfrm>
              <a:off x="1872238" y="1347004"/>
              <a:ext cx="1101743" cy="26161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1100" b="0" i="0" u="none" strike="noStrike" kern="1200" cap="none" spc="0" normalizeH="0" baseline="0" noProof="0" dirty="0">
                  <a:ln>
                    <a:noFill/>
                  </a:ln>
                  <a:solidFill>
                    <a:srgbClr val="87452B"/>
                  </a:solidFill>
                  <a:effectLst/>
                  <a:uLnTx/>
                  <a:uFillTx/>
                  <a:latin typeface="Abar Mid" pitchFamily="50" charset="-78"/>
                  <a:ea typeface="Abar Mid" pitchFamily="50" charset="-78"/>
                  <a:cs typeface="Abar Mid" pitchFamily="50" charset="-78"/>
                </a:rPr>
                <a:t>متأخرة</a:t>
              </a:r>
            </a:p>
          </p:txBody>
        </p:sp>
        <p:cxnSp>
          <p:nvCxnSpPr>
            <p:cNvPr id="20" name="Straight Connector 19">
              <a:extLst>
                <a:ext uri="{FF2B5EF4-FFF2-40B4-BE49-F238E27FC236}">
                  <a16:creationId xmlns:a16="http://schemas.microsoft.com/office/drawing/2014/main" id="{EDB30051-5058-A097-1171-C2DA0C79BEA8}"/>
                </a:ext>
              </a:extLst>
            </p:cNvPr>
            <p:cNvCxnSpPr>
              <a:cxnSpLocks/>
            </p:cNvCxnSpPr>
            <p:nvPr/>
          </p:nvCxnSpPr>
          <p:spPr>
            <a:xfrm flipV="1">
              <a:off x="4310331" y="974545"/>
              <a:ext cx="0" cy="595291"/>
            </a:xfrm>
            <a:prstGeom prst="line">
              <a:avLst/>
            </a:prstGeom>
            <a:solidFill>
              <a:srgbClr val="048061">
                <a:alpha val="30000"/>
              </a:srgbClr>
            </a:solidFill>
            <a:ln w="3175">
              <a:gradFill flip="none" rotWithShape="1">
                <a:gsLst>
                  <a:gs pos="1000">
                    <a:schemeClr val="tx1">
                      <a:alpha val="0"/>
                    </a:schemeClr>
                  </a:gs>
                  <a:gs pos="50000">
                    <a:schemeClr val="tx1"/>
                  </a:gs>
                  <a:gs pos="100000">
                    <a:schemeClr val="tx1">
                      <a:alpha val="0"/>
                    </a:schemeClr>
                  </a:gs>
                </a:gsLst>
                <a:lin ang="5400000" scaled="1"/>
                <a:tileRect/>
              </a:gradFill>
            </a:ln>
          </p:spPr>
        </p:cxnSp>
        <p:cxnSp>
          <p:nvCxnSpPr>
            <p:cNvPr id="21" name="Straight Connector 20">
              <a:extLst>
                <a:ext uri="{FF2B5EF4-FFF2-40B4-BE49-F238E27FC236}">
                  <a16:creationId xmlns:a16="http://schemas.microsoft.com/office/drawing/2014/main" id="{CCBCECC5-87E2-4332-AA95-9E1D33F729B7}"/>
                </a:ext>
              </a:extLst>
            </p:cNvPr>
            <p:cNvCxnSpPr>
              <a:cxnSpLocks/>
            </p:cNvCxnSpPr>
            <p:nvPr/>
          </p:nvCxnSpPr>
          <p:spPr>
            <a:xfrm flipV="1">
              <a:off x="3058563" y="974545"/>
              <a:ext cx="0" cy="595291"/>
            </a:xfrm>
            <a:prstGeom prst="line">
              <a:avLst/>
            </a:prstGeom>
            <a:solidFill>
              <a:srgbClr val="048061">
                <a:alpha val="30000"/>
              </a:srgbClr>
            </a:solidFill>
            <a:ln w="3175">
              <a:gradFill flip="none" rotWithShape="1">
                <a:gsLst>
                  <a:gs pos="1000">
                    <a:schemeClr val="tx1">
                      <a:alpha val="0"/>
                    </a:schemeClr>
                  </a:gs>
                  <a:gs pos="50000">
                    <a:schemeClr val="tx1"/>
                  </a:gs>
                  <a:gs pos="100000">
                    <a:schemeClr val="tx1">
                      <a:alpha val="0"/>
                    </a:schemeClr>
                  </a:gs>
                </a:gsLst>
                <a:lin ang="5400000" scaled="1"/>
                <a:tileRect/>
              </a:gradFill>
            </a:ln>
          </p:spPr>
        </p:cxnSp>
        <p:cxnSp>
          <p:nvCxnSpPr>
            <p:cNvPr id="22" name="Straight Connector 21">
              <a:extLst>
                <a:ext uri="{FF2B5EF4-FFF2-40B4-BE49-F238E27FC236}">
                  <a16:creationId xmlns:a16="http://schemas.microsoft.com/office/drawing/2014/main" id="{3A6944DF-EE7C-84B5-C979-42976B874889}"/>
                </a:ext>
              </a:extLst>
            </p:cNvPr>
            <p:cNvCxnSpPr>
              <a:cxnSpLocks/>
            </p:cNvCxnSpPr>
            <p:nvPr/>
          </p:nvCxnSpPr>
          <p:spPr>
            <a:xfrm flipV="1">
              <a:off x="1806795" y="974545"/>
              <a:ext cx="0" cy="595291"/>
            </a:xfrm>
            <a:prstGeom prst="line">
              <a:avLst/>
            </a:prstGeom>
            <a:solidFill>
              <a:srgbClr val="048061">
                <a:alpha val="30000"/>
              </a:srgbClr>
            </a:solidFill>
            <a:ln w="3175">
              <a:gradFill flip="none" rotWithShape="1">
                <a:gsLst>
                  <a:gs pos="1000">
                    <a:schemeClr val="tx1">
                      <a:alpha val="0"/>
                    </a:schemeClr>
                  </a:gs>
                  <a:gs pos="50000">
                    <a:schemeClr val="tx1"/>
                  </a:gs>
                  <a:gs pos="100000">
                    <a:schemeClr val="tx1">
                      <a:alpha val="0"/>
                    </a:schemeClr>
                  </a:gs>
                </a:gsLst>
                <a:lin ang="5400000" scaled="1"/>
                <a:tileRect/>
              </a:gradFill>
            </a:ln>
          </p:spPr>
        </p:cxnSp>
      </p:grpSp>
      <p:graphicFrame>
        <p:nvGraphicFramePr>
          <p:cNvPr id="24" name="Chart 23">
            <a:extLst>
              <a:ext uri="{FF2B5EF4-FFF2-40B4-BE49-F238E27FC236}">
                <a16:creationId xmlns:a16="http://schemas.microsoft.com/office/drawing/2014/main" id="{32CE81B1-22BE-1895-001C-B7932DE22516}"/>
              </a:ext>
            </a:extLst>
          </p:cNvPr>
          <p:cNvGraphicFramePr/>
          <p:nvPr>
            <p:extLst>
              <p:ext uri="{D42A27DB-BD31-4B8C-83A1-F6EECF244321}">
                <p14:modId xmlns:p14="http://schemas.microsoft.com/office/powerpoint/2010/main" val="305797528"/>
              </p:ext>
            </p:extLst>
          </p:nvPr>
        </p:nvGraphicFramePr>
        <p:xfrm>
          <a:off x="474245" y="1788258"/>
          <a:ext cx="6611185" cy="224642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5" name="Table 24">
            <a:extLst>
              <a:ext uri="{FF2B5EF4-FFF2-40B4-BE49-F238E27FC236}">
                <a16:creationId xmlns:a16="http://schemas.microsoft.com/office/drawing/2014/main" id="{3C308FE4-692D-D8D9-9C96-48B1DE6F32DD}"/>
              </a:ext>
            </a:extLst>
          </p:cNvPr>
          <p:cNvGraphicFramePr>
            <a:graphicFrameLocks noGrp="1"/>
          </p:cNvGraphicFramePr>
          <p:nvPr>
            <p:extLst>
              <p:ext uri="{D42A27DB-BD31-4B8C-83A1-F6EECF244321}">
                <p14:modId xmlns:p14="http://schemas.microsoft.com/office/powerpoint/2010/main" val="3391130044"/>
              </p:ext>
            </p:extLst>
          </p:nvPr>
        </p:nvGraphicFramePr>
        <p:xfrm>
          <a:off x="474245" y="8703038"/>
          <a:ext cx="6623050" cy="2034540"/>
        </p:xfrm>
        <a:graphic>
          <a:graphicData uri="http://schemas.openxmlformats.org/drawingml/2006/table">
            <a:tbl>
              <a:tblPr/>
              <a:tblGrid>
                <a:gridCol w="1751430">
                  <a:extLst>
                    <a:ext uri="{9D8B030D-6E8A-4147-A177-3AD203B41FA5}">
                      <a16:colId xmlns:a16="http://schemas.microsoft.com/office/drawing/2014/main" val="3562085196"/>
                    </a:ext>
                  </a:extLst>
                </a:gridCol>
                <a:gridCol w="1038225">
                  <a:extLst>
                    <a:ext uri="{9D8B030D-6E8A-4147-A177-3AD203B41FA5}">
                      <a16:colId xmlns:a16="http://schemas.microsoft.com/office/drawing/2014/main" val="20000"/>
                    </a:ext>
                  </a:extLst>
                </a:gridCol>
                <a:gridCol w="3489911">
                  <a:extLst>
                    <a:ext uri="{9D8B030D-6E8A-4147-A177-3AD203B41FA5}">
                      <a16:colId xmlns:a16="http://schemas.microsoft.com/office/drawing/2014/main" val="20001"/>
                    </a:ext>
                  </a:extLst>
                </a:gridCol>
                <a:gridCol w="343484">
                  <a:extLst>
                    <a:ext uri="{9D8B030D-6E8A-4147-A177-3AD203B41FA5}">
                      <a16:colId xmlns:a16="http://schemas.microsoft.com/office/drawing/2014/main" val="20002"/>
                    </a:ext>
                  </a:extLst>
                </a:gridCol>
              </a:tblGrid>
              <a:tr h="0">
                <a:tc gridSpan="4">
                  <a:txBody>
                    <a:bodyPr/>
                    <a:lstStyle/>
                    <a:p>
                      <a:pPr algn="r" rtl="1">
                        <a:lnSpc>
                          <a:spcPct val="105000"/>
                        </a:lnSpc>
                      </a:pPr>
                      <a:r>
                        <a:rPr lang="ar-SA" sz="1000" b="1" dirty="0">
                          <a:solidFill>
                            <a:srgbClr val="000000"/>
                          </a:solidFill>
                          <a:latin typeface="Abar Mid" pitchFamily="50" charset="-78"/>
                          <a:ea typeface="Abar Mid" pitchFamily="50" charset="-78"/>
                          <a:cs typeface="Abar Mid" pitchFamily="50" charset="-78"/>
                        </a:rPr>
                        <a:t>طلبات الدعم</a:t>
                      </a:r>
                    </a:p>
                  </a:txBody>
                  <a:tcPr marL="45720" anchor="ctr">
                    <a:lnL w="12700" cap="flat" cmpd="sng" algn="ctr">
                      <a:noFill/>
                      <a:prstDash val="solid"/>
                      <a:round/>
                      <a:headEnd type="none" w="med" len="med"/>
                      <a:tailEnd type="none" w="med" len="med"/>
                    </a:lnL>
                    <a:lnR w="57150" cap="flat" cmpd="sng" algn="ctr">
                      <a:solidFill>
                        <a:srgbClr val="D9A86A"/>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50292" marR="50292" marT="50400" marB="504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C9E0D7"/>
                    </a:solid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extLst>
                  <a:ext uri="{0D108BD9-81ED-4DB2-BD59-A6C34878D82A}">
                    <a16:rowId xmlns:a16="http://schemas.microsoft.com/office/drawing/2014/main" val="3671772843"/>
                  </a:ext>
                </a:extLst>
              </a:tr>
              <a:tr h="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514350" rtl="1" eaLnBrk="1" fontAlgn="auto" latinLnBrk="0" hangingPunct="1">
                        <a:lnSpc>
                          <a:spcPct val="105000"/>
                        </a:lnSpc>
                        <a:spcBef>
                          <a:spcPts val="0"/>
                        </a:spcBef>
                        <a:spcAft>
                          <a:spcPts val="0"/>
                        </a:spcAft>
                        <a:buClrTx/>
                        <a:buSzTx/>
                        <a:buFontTx/>
                        <a:buNone/>
                        <a:tabLst/>
                        <a:defRPr/>
                      </a:pPr>
                      <a:r>
                        <a:rPr lang="ar-AE" sz="1000" b="1" dirty="0">
                          <a:solidFill>
                            <a:srgbClr val="FFFFFF"/>
                          </a:solidFill>
                          <a:latin typeface="Abar Mid" pitchFamily="2" charset="-78"/>
                          <a:ea typeface="Abar Mid" pitchFamily="2" charset="-78"/>
                          <a:cs typeface="Abar Mid" pitchFamily="2" charset="-78"/>
                        </a:rPr>
                        <a:t>طلب الدعم</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000" b="1" noProof="0" dirty="0">
                          <a:solidFill>
                            <a:srgbClr val="FFFFFF"/>
                          </a:solidFill>
                          <a:latin typeface="Abar Mid" pitchFamily="50" charset="-78"/>
                          <a:ea typeface="Abar Mid" pitchFamily="50" charset="-78"/>
                          <a:cs typeface="Abar Mid" pitchFamily="50" charset="-78"/>
                        </a:rPr>
                        <a:t>القطاع</a:t>
                      </a:r>
                      <a:endParaRPr sz="1000" b="1" dirty="0">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000" b="1" dirty="0" err="1">
                          <a:solidFill>
                            <a:srgbClr val="FFFFFF"/>
                          </a:solidFill>
                          <a:latin typeface="Abar Mid" pitchFamily="50" charset="-78"/>
                          <a:ea typeface="Abar Mid" pitchFamily="50" charset="-78"/>
                          <a:cs typeface="Abar Mid" pitchFamily="50" charset="-78"/>
                        </a:rPr>
                        <a:t>المهمة</a:t>
                      </a:r>
                      <a:endParaRPr sz="1000" b="1" dirty="0">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000" b="1" dirty="0">
                          <a:solidFill>
                            <a:srgbClr val="FFFFFF"/>
                          </a:solidFill>
                          <a:latin typeface="Abar Mid" pitchFamily="50" charset="-78"/>
                          <a:ea typeface="Abar Mid" pitchFamily="50" charset="-78"/>
                          <a:cs typeface="Abar Mid" pitchFamily="50" charset="-78"/>
                        </a:rPr>
                        <a:t>#</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708102">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000" b="1">
                          <a:solidFill>
                            <a:srgbClr val="7A2E35"/>
                          </a:solidFill>
                          <a:latin typeface="Abar Mid" pitchFamily="2" charset="-78"/>
                          <a:ea typeface="Abar Mid" pitchFamily="2" charset="-78"/>
                          <a:cs typeface="Abar Mid" pitchFamily="2" charset="-78"/>
                        </a:rPr>
                        <a:t>طلب تمديد حتى تاريخ 31 أكتوبر نظرا لارتباط الاستضافة بحملة «جاي للعمرة»، والحاجة إلى استكمال المسح الأمني للمؤثرين المرشحين، إضافة إلى تحديات الجاهزية التقنية لباقة العمرة المباشرة في تطبيق «نسك» وعدم إطلاقها حتى تاريخه.</a:t>
                      </a:r>
                      <a:endParaRPr sz="1000" b="1">
                        <a:solidFill>
                          <a:srgbClr val="7A2E35"/>
                        </a:solidFill>
                        <a:latin typeface="Abar Mid" pitchFamily="2" charset="-78"/>
                        <a:ea typeface="Abar Mid" pitchFamily="2" charset="-78"/>
                        <a:cs typeface="Abar Mid" pitchFamily="2"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000" b="0" dirty="0">
                          <a:solidFill>
                            <a:schemeClr val="tx1"/>
                          </a:solidFill>
                          <a:latin typeface="Abar Mid" pitchFamily="50" charset="-78"/>
                          <a:ea typeface="Abar Mid" pitchFamily="50" charset="-78"/>
                          <a:cs typeface="Abar Mid" pitchFamily="50" charset="-78"/>
                        </a:rPr>
                        <a:t>وكالة التعاون الدولي والشراكات</a:t>
                      </a:r>
                      <a:endParaRPr sz="1000" b="0" dirty="0">
                        <a:solidFill>
                          <a:schemeClr val="tx1"/>
                        </a:solidFill>
                        <a:latin typeface="Abar Mid" pitchFamily="50" charset="-78"/>
                        <a:ea typeface="Abar Mid" pitchFamily="50" charset="-78"/>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r" rtl="1">
                        <a:lnSpc>
                          <a:spcPct val="105000"/>
                        </a:lnSpc>
                      </a:pPr>
                      <a:r>
                        <a:rPr lang="ar-SA" sz="1000" b="0" dirty="0">
                          <a:solidFill>
                            <a:schemeClr val="tx1"/>
                          </a:solidFill>
                          <a:latin typeface="Abar Mid" pitchFamily="50" charset="-78"/>
                          <a:ea typeface="Abar Mid" pitchFamily="50" charset="-78"/>
                          <a:cs typeface="Abar Mid" pitchFamily="50" charset="-78"/>
                        </a:rPr>
                        <a:t>استضافة مؤثرين على وسائل التواصل الاجتماعي من المملكة والخليج للترويج للعمرة المباشرة</a:t>
                      </a:r>
                      <a:endParaRPr sz="1000" b="0" dirty="0">
                        <a:solidFill>
                          <a:schemeClr val="tx1"/>
                        </a:solidFill>
                        <a:latin typeface="Abar Mid" pitchFamily="50" charset="-78"/>
                        <a:ea typeface="Abar Mid" pitchFamily="50" charset="-78"/>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000" b="0" dirty="0">
                          <a:solidFill>
                            <a:schemeClr val="tx1"/>
                          </a:solidFill>
                          <a:latin typeface="Abar Mid" pitchFamily="50" charset="-78"/>
                          <a:ea typeface="Abar Mid" pitchFamily="50" charset="-78"/>
                          <a:cs typeface="Abar Mid" pitchFamily="50" charset="-78"/>
                        </a:rPr>
                        <a:t>1</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bl>
          </a:graphicData>
        </a:graphic>
      </p:graphicFrame>
      <p:graphicFrame>
        <p:nvGraphicFramePr>
          <p:cNvPr id="8" name="Table 7">
            <a:extLst>
              <a:ext uri="{FF2B5EF4-FFF2-40B4-BE49-F238E27FC236}">
                <a16:creationId xmlns:a16="http://schemas.microsoft.com/office/drawing/2014/main" id="{24B98477-BCD3-FB0B-D64E-B319BEBECA61}"/>
              </a:ext>
            </a:extLst>
          </p:cNvPr>
          <p:cNvGraphicFramePr>
            <a:graphicFrameLocks/>
          </p:cNvGraphicFramePr>
          <p:nvPr>
            <p:extLst>
              <p:ext uri="{D42A27DB-BD31-4B8C-83A1-F6EECF244321}">
                <p14:modId xmlns:p14="http://schemas.microsoft.com/office/powerpoint/2010/main" val="417984375"/>
              </p:ext>
            </p:extLst>
          </p:nvPr>
        </p:nvGraphicFramePr>
        <p:xfrm>
          <a:off x="474246" y="7284943"/>
          <a:ext cx="6623050" cy="1203960"/>
        </p:xfrm>
        <a:graphic>
          <a:graphicData uri="http://schemas.openxmlformats.org/drawingml/2006/table">
            <a:tbl>
              <a:tblPr rtl="1"/>
              <a:tblGrid>
                <a:gridCol w="372010">
                  <a:extLst>
                    <a:ext uri="{9D8B030D-6E8A-4147-A177-3AD203B41FA5}">
                      <a16:colId xmlns:a16="http://schemas.microsoft.com/office/drawing/2014/main" val="3562085196"/>
                    </a:ext>
                  </a:extLst>
                </a:gridCol>
                <a:gridCol w="2659660">
                  <a:extLst>
                    <a:ext uri="{9D8B030D-6E8A-4147-A177-3AD203B41FA5}">
                      <a16:colId xmlns:a16="http://schemas.microsoft.com/office/drawing/2014/main" val="20000"/>
                    </a:ext>
                  </a:extLst>
                </a:gridCol>
                <a:gridCol w="1112876">
                  <a:extLst>
                    <a:ext uri="{9D8B030D-6E8A-4147-A177-3AD203B41FA5}">
                      <a16:colId xmlns:a16="http://schemas.microsoft.com/office/drawing/2014/main" val="20001"/>
                    </a:ext>
                  </a:extLst>
                </a:gridCol>
                <a:gridCol w="2478504">
                  <a:extLst>
                    <a:ext uri="{9D8B030D-6E8A-4147-A177-3AD203B41FA5}">
                      <a16:colId xmlns:a16="http://schemas.microsoft.com/office/drawing/2014/main" val="3379328062"/>
                    </a:ext>
                  </a:extLst>
                </a:gridCol>
              </a:tblGrid>
              <a:tr h="0">
                <a:tc gridSpan="3">
                  <a:txBody>
                    <a:bodyPr/>
                    <a:lstStyle/>
                    <a:p>
                      <a:pPr algn="r" rtl="1">
                        <a:lnSpc>
                          <a:spcPct val="105000"/>
                        </a:lnSpc>
                      </a:pPr>
                      <a:r>
                        <a:rPr lang="ar-SA" sz="1000" b="1" dirty="0">
                          <a:solidFill>
                            <a:srgbClr val="000000"/>
                          </a:solidFill>
                          <a:latin typeface="Abar Mid" pitchFamily="50" charset="-78"/>
                          <a:ea typeface="Abar Mid" pitchFamily="50" charset="-78"/>
                          <a:cs typeface="Abar Mid" pitchFamily="50" charset="-78"/>
                        </a:rPr>
                        <a:t>المهام المعلقة</a:t>
                      </a:r>
                    </a:p>
                  </a:txBody>
                  <a:tcPr marL="45720" anchor="ctr">
                    <a:lnL w="57150" cap="flat" cmpd="sng" algn="ctr">
                      <a:solidFill>
                        <a:schemeClr val="bg1">
                          <a:lumMod val="65000"/>
                        </a:schemeClr>
                      </a:solid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50292" marR="50292" marT="50400" marB="504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C9E0D7"/>
                    </a:solid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tc>
                  <a:txBody>
                    <a:bodyPr/>
                    <a:lstStyle/>
                    <a:p>
                      <a:pPr algn="r" rtl="1">
                        <a:lnSpc>
                          <a:spcPct val="105000"/>
                        </a:lnSpc>
                      </a:pPr>
                      <a:endParaRPr lang="ar-SA" sz="1000" b="1">
                        <a:solidFill>
                          <a:srgbClr val="000000"/>
                        </a:solidFill>
                        <a:latin typeface="Abar Mid" pitchFamily="50" charset="-78"/>
                        <a:ea typeface="Abar Mid" pitchFamily="50" charset="-78"/>
                        <a:cs typeface="Abar Mid" pitchFamily="50" charset="-78"/>
                      </a:endParaRPr>
                    </a:p>
                  </a:txBody>
                  <a:tcPr marL="45720" anchor="ctr">
                    <a:lnL w="57150" cap="flat" cmpd="sng" algn="ctr">
                      <a:no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1772843"/>
                  </a:ext>
                </a:extLst>
              </a:tr>
              <a:tr h="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en-US" sz="1000" b="1">
                          <a:solidFill>
                            <a:srgbClr val="FFFFFF"/>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000" b="1">
                          <a:solidFill>
                            <a:srgbClr val="FFFFFF"/>
                          </a:solidFill>
                          <a:latin typeface="Abar Mid" pitchFamily="50" charset="-78"/>
                          <a:ea typeface="Abar Mid" pitchFamily="50" charset="-78"/>
                          <a:cs typeface="Abar Mid" pitchFamily="50" charset="-78"/>
                        </a:rPr>
                        <a:t>المهمة</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000" b="1">
                          <a:solidFill>
                            <a:srgbClr val="FFFFFF"/>
                          </a:solidFill>
                          <a:latin typeface="Abar Mid" pitchFamily="50" charset="-78"/>
                          <a:ea typeface="Abar Mid" pitchFamily="50" charset="-78"/>
                          <a:cs typeface="Abar Mid" pitchFamily="50" charset="-78"/>
                        </a:rPr>
                        <a:t>القطاع</a:t>
                      </a:r>
                      <a:endParaRPr sz="1000" b="1">
                        <a:solidFill>
                          <a:srgbClr val="FFFFFF"/>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p>
                      <a:pPr algn="ctr" rtl="1">
                        <a:lnSpc>
                          <a:spcPct val="105000"/>
                        </a:lnSpc>
                      </a:pPr>
                      <a:r>
                        <a:rPr lang="ar-SA" sz="1000" b="1" dirty="0">
                          <a:solidFill>
                            <a:srgbClr val="FFFFFF"/>
                          </a:solidFill>
                          <a:latin typeface="Abar Mid" pitchFamily="50" charset="-78"/>
                          <a:ea typeface="Abar Mid" pitchFamily="50" charset="-78"/>
                          <a:cs typeface="Abar Mid" pitchFamily="50" charset="-78"/>
                        </a:rPr>
                        <a:t>التحديث</a:t>
                      </a:r>
                      <a:endParaRPr sz="1000" b="1" dirty="0">
                        <a:solidFill>
                          <a:srgbClr val="FFFFFF"/>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324198">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1</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ar-SA" sz="1000" b="0" i="0" u="none" strike="noStrike" dirty="0">
                          <a:solidFill>
                            <a:srgbClr val="000000"/>
                          </a:solidFill>
                          <a:effectLst/>
                          <a:latin typeface="Abar Mid" pitchFamily="50" charset="-78"/>
                          <a:cs typeface="Abar Mid" pitchFamily="50" charset="-78"/>
                        </a:rPr>
                        <a:t>دراسة مقترح المنظومة الذكية المعتمدة على الساعة </a:t>
                      </a:r>
                      <a:r>
                        <a:rPr lang="ar-SA" sz="1000" b="0" i="0" u="none" strike="noStrike" dirty="0" err="1">
                          <a:solidFill>
                            <a:srgbClr val="000000"/>
                          </a:solidFill>
                          <a:effectLst/>
                          <a:latin typeface="Abar Mid" pitchFamily="50" charset="-78"/>
                          <a:cs typeface="Abar Mid" pitchFamily="50" charset="-78"/>
                        </a:rPr>
                        <a:t>المعصمية</a:t>
                      </a:r>
                      <a:r>
                        <a:rPr lang="ar-SA" sz="1000" b="0" i="0" u="none" strike="noStrike" dirty="0">
                          <a:solidFill>
                            <a:srgbClr val="000000"/>
                          </a:solidFill>
                          <a:effectLst/>
                          <a:latin typeface="Abar Mid" pitchFamily="50" charset="-78"/>
                          <a:cs typeface="Abar Mid" pitchFamily="50" charset="-78"/>
                        </a:rPr>
                        <a:t> بالتنسيق مع </a:t>
                      </a:r>
                      <a:r>
                        <a:rPr lang="ar-SA" sz="1000" b="0" i="0" u="none" strike="noStrike" dirty="0" err="1">
                          <a:solidFill>
                            <a:srgbClr val="000000"/>
                          </a:solidFill>
                          <a:effectLst/>
                          <a:latin typeface="Abar Mid" pitchFamily="50" charset="-78"/>
                          <a:cs typeface="Abar Mid" pitchFamily="50" charset="-78"/>
                        </a:rPr>
                        <a:t>سدايا</a:t>
                      </a:r>
                      <a:r>
                        <a:rPr lang="ar-SA" sz="1000" b="0" i="0" u="none" strike="noStrike" dirty="0">
                          <a:solidFill>
                            <a:srgbClr val="000000"/>
                          </a:solidFill>
                          <a:effectLst/>
                          <a:latin typeface="Abar Mid" pitchFamily="50" charset="-78"/>
                          <a:cs typeface="Abar Mid" pitchFamily="50" charset="-78"/>
                        </a:rPr>
                        <a:t>، ومشاركة ملخص تنفيذي</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rtl="1" fontAlgn="ctr">
                        <a:buNone/>
                      </a:pPr>
                      <a:r>
                        <a:rPr lang="en-US" sz="1000" b="0" i="0" u="none" strike="noStrike" dirty="0" err="1">
                          <a:solidFill>
                            <a:srgbClr val="000000"/>
                          </a:solidFill>
                          <a:effectLst/>
                          <a:latin typeface="Abar Mid" pitchFamily="50" charset="-78"/>
                          <a:cs typeface="Abar Mid" pitchFamily="50" charset="-78"/>
                        </a:rPr>
                        <a:t>وكالة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التحول</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الرقمي</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وتقنية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المعلومات</a:t>
                      </a:r>
                      <a:endParaRPr lang="en-US" sz="1000" b="0" i="0" u="none" strike="noStrike" dirty="0">
                        <a:solidFill>
                          <a:srgbClr val="000000"/>
                        </a:solidFill>
                        <a:effectLst/>
                        <a:latin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ar-SA" sz="1000" b="0" i="0" u="none" strike="noStrike" dirty="0">
                          <a:ln>
                            <a:noFill/>
                          </a:ln>
                          <a:solidFill>
                            <a:srgbClr val="000000"/>
                          </a:solidFill>
                          <a:effectLst/>
                          <a:latin typeface="Abar Mid" pitchFamily="50" charset="-78"/>
                          <a:cs typeface="Abar Mid" pitchFamily="50" charset="-78"/>
                        </a:rPr>
                        <a:t>تم رفع طلب تمديد إلى لجنة المتابعة حتى تاريخ 30 سبتمبر </a:t>
                      </a:r>
                      <a:r>
                        <a:rPr lang="ar-SA" sz="1000" b="0" i="0" u="none" strike="noStrike" dirty="0" err="1">
                          <a:ln>
                            <a:noFill/>
                          </a:ln>
                          <a:solidFill>
                            <a:srgbClr val="000000"/>
                          </a:solidFill>
                          <a:effectLst/>
                          <a:latin typeface="Abar Mid" pitchFamily="50" charset="-78"/>
                          <a:cs typeface="Abar Mid" pitchFamily="50" charset="-78"/>
                        </a:rPr>
                        <a:t>لإستكمال</a:t>
                      </a:r>
                      <a:r>
                        <a:rPr lang="ar-SA" sz="1000" b="0" i="0" u="none" strike="noStrike" dirty="0">
                          <a:ln>
                            <a:noFill/>
                          </a:ln>
                          <a:solidFill>
                            <a:srgbClr val="000000"/>
                          </a:solidFill>
                          <a:effectLst/>
                          <a:latin typeface="Abar Mid" pitchFamily="50" charset="-78"/>
                          <a:cs typeface="Abar Mid" pitchFamily="50" charset="-78"/>
                        </a:rPr>
                        <a:t> دراسة المقترح والمواءمة مع </a:t>
                      </a:r>
                      <a:r>
                        <a:rPr lang="ar-SA" sz="1000" b="0" i="0" u="none" strike="noStrike" dirty="0" err="1">
                          <a:ln>
                            <a:noFill/>
                          </a:ln>
                          <a:solidFill>
                            <a:srgbClr val="000000"/>
                          </a:solidFill>
                          <a:effectLst/>
                          <a:latin typeface="Abar Mid" pitchFamily="50" charset="-78"/>
                          <a:cs typeface="Abar Mid" pitchFamily="50" charset="-78"/>
                        </a:rPr>
                        <a:t>سدايا</a:t>
                      </a:r>
                      <a:r>
                        <a:rPr lang="ar-SA" sz="1000" b="0" i="0" u="none" strike="noStrike" dirty="0">
                          <a:ln>
                            <a:noFill/>
                          </a:ln>
                          <a:solidFill>
                            <a:srgbClr val="000000"/>
                          </a:solidFill>
                          <a:effectLst/>
                          <a:latin typeface="Abar Mid" pitchFamily="50" charset="-78"/>
                          <a:cs typeface="Abar Mid" pitchFamily="50" charset="-78"/>
                        </a:rPr>
                        <a:t> حيال نطاق الاستفادة منها وفي انتظار اعتماد طلب التمديد</a:t>
                      </a:r>
                      <a:endParaRPr lang="en-US" sz="1000" b="0" i="0" u="none" strike="noStrike" dirty="0">
                        <a:ln>
                          <a:noFill/>
                        </a:ln>
                        <a:solidFill>
                          <a:srgbClr val="000000"/>
                        </a:solidFill>
                        <a:effectLst/>
                        <a:latin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bl>
          </a:graphicData>
        </a:graphic>
      </p:graphicFrame>
      <p:graphicFrame>
        <p:nvGraphicFramePr>
          <p:cNvPr id="10" name="Table 9">
            <a:extLst>
              <a:ext uri="{FF2B5EF4-FFF2-40B4-BE49-F238E27FC236}">
                <a16:creationId xmlns:a16="http://schemas.microsoft.com/office/drawing/2014/main" id="{29852CAF-D388-3E18-BA70-6C9E5FB343F7}"/>
              </a:ext>
            </a:extLst>
          </p:cNvPr>
          <p:cNvGraphicFramePr>
            <a:graphicFrameLocks/>
          </p:cNvGraphicFramePr>
          <p:nvPr>
            <p:extLst>
              <p:ext uri="{D42A27DB-BD31-4B8C-83A1-F6EECF244321}">
                <p14:modId xmlns:p14="http://schemas.microsoft.com/office/powerpoint/2010/main" val="2019303517"/>
              </p:ext>
            </p:extLst>
          </p:nvPr>
        </p:nvGraphicFramePr>
        <p:xfrm>
          <a:off x="474246" y="4448755"/>
          <a:ext cx="6623050" cy="1203960"/>
        </p:xfrm>
        <a:graphic>
          <a:graphicData uri="http://schemas.openxmlformats.org/drawingml/2006/table">
            <a:tbl>
              <a:tblPr rtl="1"/>
              <a:tblGrid>
                <a:gridCol w="372010">
                  <a:extLst>
                    <a:ext uri="{9D8B030D-6E8A-4147-A177-3AD203B41FA5}">
                      <a16:colId xmlns:a16="http://schemas.microsoft.com/office/drawing/2014/main" val="3562085196"/>
                    </a:ext>
                  </a:extLst>
                </a:gridCol>
                <a:gridCol w="2659660">
                  <a:extLst>
                    <a:ext uri="{9D8B030D-6E8A-4147-A177-3AD203B41FA5}">
                      <a16:colId xmlns:a16="http://schemas.microsoft.com/office/drawing/2014/main" val="20000"/>
                    </a:ext>
                  </a:extLst>
                </a:gridCol>
                <a:gridCol w="1112876">
                  <a:extLst>
                    <a:ext uri="{9D8B030D-6E8A-4147-A177-3AD203B41FA5}">
                      <a16:colId xmlns:a16="http://schemas.microsoft.com/office/drawing/2014/main" val="20001"/>
                    </a:ext>
                  </a:extLst>
                </a:gridCol>
                <a:gridCol w="2478504">
                  <a:extLst>
                    <a:ext uri="{9D8B030D-6E8A-4147-A177-3AD203B41FA5}">
                      <a16:colId xmlns:a16="http://schemas.microsoft.com/office/drawing/2014/main" val="3379328062"/>
                    </a:ext>
                  </a:extLst>
                </a:gridCol>
              </a:tblGrid>
              <a:tr h="0">
                <a:tc gridSpan="3">
                  <a:txBody>
                    <a:bodyPr/>
                    <a:lstStyle/>
                    <a:p>
                      <a:pPr algn="r" rtl="1">
                        <a:lnSpc>
                          <a:spcPct val="105000"/>
                        </a:lnSpc>
                      </a:pPr>
                      <a:r>
                        <a:rPr lang="ar-SA" sz="1000" b="1" dirty="0">
                          <a:solidFill>
                            <a:srgbClr val="000000"/>
                          </a:solidFill>
                          <a:latin typeface="Abar Mid" pitchFamily="50" charset="-78"/>
                          <a:ea typeface="Abar Mid" pitchFamily="50" charset="-78"/>
                          <a:cs typeface="Abar Mid" pitchFamily="50" charset="-78"/>
                        </a:rPr>
                        <a:t>المهام المكتملة</a:t>
                      </a:r>
                    </a:p>
                  </a:txBody>
                  <a:tcPr marL="45720" anchor="ctr">
                    <a:lnL w="57150" cap="flat" cmpd="sng" algn="ctr">
                      <a:solidFill>
                        <a:srgbClr val="164767"/>
                      </a:solid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50292" marR="50292" marT="50400" marB="504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C9E0D7"/>
                    </a:solid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tc>
                  <a:txBody>
                    <a:bodyPr/>
                    <a:lstStyle/>
                    <a:p>
                      <a:pPr algn="r" rtl="1">
                        <a:lnSpc>
                          <a:spcPct val="105000"/>
                        </a:lnSpc>
                      </a:pPr>
                      <a:endParaRPr lang="ar-SA" sz="1000" b="1">
                        <a:solidFill>
                          <a:srgbClr val="000000"/>
                        </a:solidFill>
                        <a:latin typeface="Abar Mid" pitchFamily="50" charset="-78"/>
                        <a:ea typeface="Abar Mid" pitchFamily="50" charset="-78"/>
                        <a:cs typeface="Abar Mid" pitchFamily="50" charset="-78"/>
                      </a:endParaRPr>
                    </a:p>
                  </a:txBody>
                  <a:tcPr marL="45720" anchor="ctr">
                    <a:lnL w="57150" cap="flat" cmpd="sng" algn="ctr">
                      <a:no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1772843"/>
                  </a:ext>
                </a:extLst>
              </a:tr>
              <a:tr h="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en-US" sz="1000" b="1">
                          <a:solidFill>
                            <a:srgbClr val="FFFFFF"/>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000" b="1">
                          <a:solidFill>
                            <a:srgbClr val="FFFFFF"/>
                          </a:solidFill>
                          <a:latin typeface="Abar Mid" pitchFamily="50" charset="-78"/>
                          <a:ea typeface="Abar Mid" pitchFamily="50" charset="-78"/>
                          <a:cs typeface="Abar Mid" pitchFamily="50" charset="-78"/>
                        </a:rPr>
                        <a:t>المهمة</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000" b="1">
                          <a:solidFill>
                            <a:srgbClr val="FFFFFF"/>
                          </a:solidFill>
                          <a:latin typeface="Abar Mid" pitchFamily="50" charset="-78"/>
                          <a:ea typeface="Abar Mid" pitchFamily="50" charset="-78"/>
                          <a:cs typeface="Abar Mid" pitchFamily="50" charset="-78"/>
                        </a:rPr>
                        <a:t>القطاع</a:t>
                      </a:r>
                      <a:endParaRPr sz="1000" b="1">
                        <a:solidFill>
                          <a:srgbClr val="FFFFFF"/>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p>
                      <a:pPr algn="ctr" rtl="1">
                        <a:lnSpc>
                          <a:spcPct val="105000"/>
                        </a:lnSpc>
                      </a:pPr>
                      <a:r>
                        <a:rPr lang="ar-SA" sz="1000" b="1" dirty="0">
                          <a:solidFill>
                            <a:srgbClr val="FFFFFF"/>
                          </a:solidFill>
                          <a:latin typeface="Abar Mid" pitchFamily="50" charset="-78"/>
                          <a:ea typeface="Abar Mid" pitchFamily="50" charset="-78"/>
                          <a:cs typeface="Abar Mid" pitchFamily="50" charset="-78"/>
                        </a:rPr>
                        <a:t>ملاحظات</a:t>
                      </a:r>
                      <a:endParaRPr sz="1000" b="1" dirty="0">
                        <a:solidFill>
                          <a:srgbClr val="FFFFFF"/>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324198">
                <a:tc>
                  <a:txBody>
                    <a:bodyPr/>
                    <a:lstStyle/>
                    <a:p>
                      <a:pPr algn="ctr" rtl="0" fontAlgn="ctr">
                        <a:buNone/>
                      </a:pPr>
                      <a:r>
                        <a:rPr lang="en-US" sz="1000" b="0" i="0" u="none" strike="noStrike" dirty="0">
                          <a:solidFill>
                            <a:srgbClr val="000000"/>
                          </a:solidFill>
                          <a:effectLst/>
                          <a:latin typeface="Abar Mid" pitchFamily="50" charset="-78"/>
                          <a:cs typeface="Abar Mid" pitchFamily="50" charset="-78"/>
                        </a:rPr>
                        <a:t>1</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ar-SA" sz="1000" b="0" i="0" u="none" strike="noStrike" dirty="0">
                          <a:solidFill>
                            <a:srgbClr val="000000"/>
                          </a:solidFill>
                          <a:effectLst/>
                          <a:latin typeface="Abar Mid" pitchFamily="50" charset="-78"/>
                          <a:cs typeface="Abar Mid" pitchFamily="50" charset="-78"/>
                        </a:rPr>
                        <a:t>دراسة مقترح المنظومة الذكية المعتمدة على الساعة </a:t>
                      </a:r>
                      <a:r>
                        <a:rPr lang="ar-SA" sz="1000" b="0" i="0" u="none" strike="noStrike" dirty="0" err="1">
                          <a:solidFill>
                            <a:srgbClr val="000000"/>
                          </a:solidFill>
                          <a:effectLst/>
                          <a:latin typeface="Abar Mid" pitchFamily="50" charset="-78"/>
                          <a:cs typeface="Abar Mid" pitchFamily="50" charset="-78"/>
                        </a:rPr>
                        <a:t>المعصمية</a:t>
                      </a:r>
                      <a:r>
                        <a:rPr lang="ar-SA" sz="1000" b="0" i="0" u="none" strike="noStrike" dirty="0">
                          <a:solidFill>
                            <a:srgbClr val="000000"/>
                          </a:solidFill>
                          <a:effectLst/>
                          <a:latin typeface="Abar Mid" pitchFamily="50" charset="-78"/>
                          <a:cs typeface="Abar Mid" pitchFamily="50" charset="-78"/>
                        </a:rPr>
                        <a:t> بالتنسيق مع </a:t>
                      </a:r>
                      <a:r>
                        <a:rPr lang="ar-SA" sz="1000" b="0" i="0" u="none" strike="noStrike" dirty="0" err="1">
                          <a:solidFill>
                            <a:srgbClr val="000000"/>
                          </a:solidFill>
                          <a:effectLst/>
                          <a:latin typeface="Abar Mid" pitchFamily="50" charset="-78"/>
                          <a:cs typeface="Abar Mid" pitchFamily="50" charset="-78"/>
                        </a:rPr>
                        <a:t>سدايا</a:t>
                      </a:r>
                      <a:r>
                        <a:rPr lang="ar-SA" sz="1000" b="0" i="0" u="none" strike="noStrike" dirty="0">
                          <a:solidFill>
                            <a:srgbClr val="000000"/>
                          </a:solidFill>
                          <a:effectLst/>
                          <a:latin typeface="Abar Mid" pitchFamily="50" charset="-78"/>
                          <a:cs typeface="Abar Mid" pitchFamily="50" charset="-78"/>
                        </a:rPr>
                        <a:t>، ومشاركة ملخص تنفيذي</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rtl="1" fontAlgn="ctr">
                        <a:buNone/>
                      </a:pPr>
                      <a:r>
                        <a:rPr lang="en-US" sz="1000" b="0" i="0" u="none" strike="noStrike" dirty="0" err="1">
                          <a:solidFill>
                            <a:srgbClr val="000000"/>
                          </a:solidFill>
                          <a:effectLst/>
                          <a:latin typeface="Abar Mid" pitchFamily="50" charset="-78"/>
                          <a:cs typeface="Abar Mid" pitchFamily="50" charset="-78"/>
                        </a:rPr>
                        <a:t>وكالة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التحول</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الرقمي</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وتقنية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المعلومات</a:t>
                      </a:r>
                      <a:endParaRPr lang="en-US" sz="1000" b="0" i="0" u="none" strike="noStrike" dirty="0">
                        <a:solidFill>
                          <a:srgbClr val="000000"/>
                        </a:solidFill>
                        <a:effectLst/>
                        <a:latin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ar-SA" sz="1000" b="0" i="0" u="none" strike="noStrike" dirty="0">
                          <a:ln>
                            <a:noFill/>
                          </a:ln>
                          <a:solidFill>
                            <a:srgbClr val="000000"/>
                          </a:solidFill>
                          <a:effectLst/>
                          <a:latin typeface="Abar Mid" pitchFamily="50" charset="-78"/>
                          <a:cs typeface="Abar Mid" pitchFamily="50" charset="-78"/>
                        </a:rPr>
                        <a:t>تم رفع طلب تمديد إلى لجنة المتابعة حتى تاريخ 30 سبتمبر </a:t>
                      </a:r>
                      <a:r>
                        <a:rPr lang="ar-SA" sz="1000" b="0" i="0" u="none" strike="noStrike" dirty="0" err="1">
                          <a:ln>
                            <a:noFill/>
                          </a:ln>
                          <a:solidFill>
                            <a:srgbClr val="000000"/>
                          </a:solidFill>
                          <a:effectLst/>
                          <a:latin typeface="Abar Mid" pitchFamily="50" charset="-78"/>
                          <a:cs typeface="Abar Mid" pitchFamily="50" charset="-78"/>
                        </a:rPr>
                        <a:t>لإستكمال</a:t>
                      </a:r>
                      <a:r>
                        <a:rPr lang="ar-SA" sz="1000" b="0" i="0" u="none" strike="noStrike" dirty="0">
                          <a:ln>
                            <a:noFill/>
                          </a:ln>
                          <a:solidFill>
                            <a:srgbClr val="000000"/>
                          </a:solidFill>
                          <a:effectLst/>
                          <a:latin typeface="Abar Mid" pitchFamily="50" charset="-78"/>
                          <a:cs typeface="Abar Mid" pitchFamily="50" charset="-78"/>
                        </a:rPr>
                        <a:t> دراسة المقترح والمواءمة مع </a:t>
                      </a:r>
                      <a:r>
                        <a:rPr lang="ar-SA" sz="1000" b="0" i="0" u="none" strike="noStrike" dirty="0" err="1">
                          <a:ln>
                            <a:noFill/>
                          </a:ln>
                          <a:solidFill>
                            <a:srgbClr val="000000"/>
                          </a:solidFill>
                          <a:effectLst/>
                          <a:latin typeface="Abar Mid" pitchFamily="50" charset="-78"/>
                          <a:cs typeface="Abar Mid" pitchFamily="50" charset="-78"/>
                        </a:rPr>
                        <a:t>سدايا</a:t>
                      </a:r>
                      <a:r>
                        <a:rPr lang="ar-SA" sz="1000" b="0" i="0" u="none" strike="noStrike" dirty="0">
                          <a:ln>
                            <a:noFill/>
                          </a:ln>
                          <a:solidFill>
                            <a:srgbClr val="000000"/>
                          </a:solidFill>
                          <a:effectLst/>
                          <a:latin typeface="Abar Mid" pitchFamily="50" charset="-78"/>
                          <a:cs typeface="Abar Mid" pitchFamily="50" charset="-78"/>
                        </a:rPr>
                        <a:t> حيال نطاق الاستفادة منها وفي انتظار اعتماد طلب التمديد</a:t>
                      </a:r>
                      <a:endParaRPr lang="en-US" sz="1000" b="0" i="0" u="none" strike="noStrike" dirty="0">
                        <a:ln>
                          <a:noFill/>
                        </a:ln>
                        <a:solidFill>
                          <a:srgbClr val="000000"/>
                        </a:solidFill>
                        <a:effectLst/>
                        <a:latin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bl>
          </a:graphicData>
        </a:graphic>
      </p:graphicFrame>
      <p:graphicFrame>
        <p:nvGraphicFramePr>
          <p:cNvPr id="23" name="Table 22">
            <a:extLst>
              <a:ext uri="{FF2B5EF4-FFF2-40B4-BE49-F238E27FC236}">
                <a16:creationId xmlns:a16="http://schemas.microsoft.com/office/drawing/2014/main" id="{DB91C56E-189A-ACA9-8953-B0CDCB57F1CA}"/>
              </a:ext>
            </a:extLst>
          </p:cNvPr>
          <p:cNvGraphicFramePr>
            <a:graphicFrameLocks/>
          </p:cNvGraphicFramePr>
          <p:nvPr>
            <p:extLst>
              <p:ext uri="{D42A27DB-BD31-4B8C-83A1-F6EECF244321}">
                <p14:modId xmlns:p14="http://schemas.microsoft.com/office/powerpoint/2010/main" val="1267407537"/>
              </p:ext>
            </p:extLst>
          </p:nvPr>
        </p:nvGraphicFramePr>
        <p:xfrm>
          <a:off x="474246" y="5866849"/>
          <a:ext cx="6623050" cy="1203960"/>
        </p:xfrm>
        <a:graphic>
          <a:graphicData uri="http://schemas.openxmlformats.org/drawingml/2006/table">
            <a:tbl>
              <a:tblPr rtl="1"/>
              <a:tblGrid>
                <a:gridCol w="372010">
                  <a:extLst>
                    <a:ext uri="{9D8B030D-6E8A-4147-A177-3AD203B41FA5}">
                      <a16:colId xmlns:a16="http://schemas.microsoft.com/office/drawing/2014/main" val="3562085196"/>
                    </a:ext>
                  </a:extLst>
                </a:gridCol>
                <a:gridCol w="2659660">
                  <a:extLst>
                    <a:ext uri="{9D8B030D-6E8A-4147-A177-3AD203B41FA5}">
                      <a16:colId xmlns:a16="http://schemas.microsoft.com/office/drawing/2014/main" val="20000"/>
                    </a:ext>
                  </a:extLst>
                </a:gridCol>
                <a:gridCol w="1112876">
                  <a:extLst>
                    <a:ext uri="{9D8B030D-6E8A-4147-A177-3AD203B41FA5}">
                      <a16:colId xmlns:a16="http://schemas.microsoft.com/office/drawing/2014/main" val="20001"/>
                    </a:ext>
                  </a:extLst>
                </a:gridCol>
                <a:gridCol w="2478504">
                  <a:extLst>
                    <a:ext uri="{9D8B030D-6E8A-4147-A177-3AD203B41FA5}">
                      <a16:colId xmlns:a16="http://schemas.microsoft.com/office/drawing/2014/main" val="3379328062"/>
                    </a:ext>
                  </a:extLst>
                </a:gridCol>
              </a:tblGrid>
              <a:tr h="0">
                <a:tc gridSpan="3">
                  <a:txBody>
                    <a:bodyPr/>
                    <a:lstStyle/>
                    <a:p>
                      <a:pPr algn="r" rtl="1">
                        <a:lnSpc>
                          <a:spcPct val="105000"/>
                        </a:lnSpc>
                      </a:pPr>
                      <a:r>
                        <a:rPr lang="ar-SA" sz="1000" b="1" dirty="0">
                          <a:solidFill>
                            <a:srgbClr val="000000"/>
                          </a:solidFill>
                          <a:latin typeface="Abar Mid" pitchFamily="50" charset="-78"/>
                          <a:ea typeface="Abar Mid" pitchFamily="50" charset="-78"/>
                          <a:cs typeface="Abar Mid" pitchFamily="50" charset="-78"/>
                        </a:rPr>
                        <a:t>المهام المتأخرة</a:t>
                      </a:r>
                    </a:p>
                  </a:txBody>
                  <a:tcPr marL="45720" anchor="ctr">
                    <a:lnL w="57150" cap="flat" cmpd="sng" algn="ctr">
                      <a:solidFill>
                        <a:srgbClr val="87452B"/>
                      </a:solid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50292" marR="50292" marT="50400" marB="504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C9E0D7"/>
                    </a:solid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tc>
                  <a:txBody>
                    <a:bodyPr/>
                    <a:lstStyle/>
                    <a:p>
                      <a:pPr algn="r" rtl="1">
                        <a:lnSpc>
                          <a:spcPct val="105000"/>
                        </a:lnSpc>
                      </a:pPr>
                      <a:endParaRPr lang="ar-SA" sz="1000" b="1">
                        <a:solidFill>
                          <a:srgbClr val="000000"/>
                        </a:solidFill>
                        <a:latin typeface="Abar Mid" pitchFamily="50" charset="-78"/>
                        <a:ea typeface="Abar Mid" pitchFamily="50" charset="-78"/>
                        <a:cs typeface="Abar Mid" pitchFamily="50" charset="-78"/>
                      </a:endParaRPr>
                    </a:p>
                  </a:txBody>
                  <a:tcPr marL="45720" anchor="ctr">
                    <a:lnL w="57150" cap="flat" cmpd="sng" algn="ctr">
                      <a:no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1772843"/>
                  </a:ext>
                </a:extLst>
              </a:tr>
              <a:tr h="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en-US" sz="1000" b="1">
                          <a:solidFill>
                            <a:srgbClr val="FFFFFF"/>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000" b="1" dirty="0">
                          <a:solidFill>
                            <a:srgbClr val="FFFFFF"/>
                          </a:solidFill>
                          <a:latin typeface="Abar Mid" pitchFamily="50" charset="-78"/>
                          <a:ea typeface="Abar Mid" pitchFamily="50" charset="-78"/>
                          <a:cs typeface="Abar Mid" pitchFamily="50" charset="-78"/>
                        </a:rPr>
                        <a:t>المهمة</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000" b="1">
                          <a:solidFill>
                            <a:srgbClr val="FFFFFF"/>
                          </a:solidFill>
                          <a:latin typeface="Abar Mid" pitchFamily="50" charset="-78"/>
                          <a:ea typeface="Abar Mid" pitchFamily="50" charset="-78"/>
                          <a:cs typeface="Abar Mid" pitchFamily="50" charset="-78"/>
                        </a:rPr>
                        <a:t>القطاع</a:t>
                      </a:r>
                      <a:endParaRPr sz="1000" b="1">
                        <a:solidFill>
                          <a:srgbClr val="FFFFFF"/>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p>
                      <a:pPr algn="ctr" rtl="1">
                        <a:lnSpc>
                          <a:spcPct val="105000"/>
                        </a:lnSpc>
                      </a:pPr>
                      <a:r>
                        <a:rPr lang="ar-SA" sz="1000" b="1" dirty="0">
                          <a:solidFill>
                            <a:srgbClr val="FFFFFF"/>
                          </a:solidFill>
                          <a:latin typeface="Abar Mid" pitchFamily="50" charset="-78"/>
                          <a:ea typeface="Abar Mid" pitchFamily="50" charset="-78"/>
                          <a:cs typeface="Abar Mid" pitchFamily="50" charset="-78"/>
                        </a:rPr>
                        <a:t>ملاحظات</a:t>
                      </a:r>
                      <a:endParaRPr sz="1000" b="1" dirty="0">
                        <a:solidFill>
                          <a:srgbClr val="FFFFFF"/>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324198">
                <a:tc>
                  <a:txBody>
                    <a:bodyPr/>
                    <a:lstStyle/>
                    <a:p>
                      <a:pPr algn="ctr" rtl="0" fontAlgn="ctr">
                        <a:buNone/>
                      </a:pPr>
                      <a:r>
                        <a:rPr lang="en-US" sz="1000" b="0" i="0" u="none" strike="noStrike" dirty="0">
                          <a:solidFill>
                            <a:srgbClr val="000000"/>
                          </a:solidFill>
                          <a:effectLst/>
                          <a:latin typeface="Abar Mid" pitchFamily="50" charset="-78"/>
                          <a:cs typeface="Abar Mid" pitchFamily="50" charset="-78"/>
                        </a:rPr>
                        <a:t>1</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ar-SA" sz="1000" b="0" i="0" u="none" strike="noStrike" dirty="0">
                          <a:solidFill>
                            <a:srgbClr val="000000"/>
                          </a:solidFill>
                          <a:effectLst/>
                          <a:latin typeface="Abar Mid" pitchFamily="50" charset="-78"/>
                          <a:cs typeface="Abar Mid" pitchFamily="50" charset="-78"/>
                        </a:rPr>
                        <a:t>دراسة مقترح المنظومة الذكية المعتمدة على الساعة </a:t>
                      </a:r>
                      <a:r>
                        <a:rPr lang="ar-SA" sz="1000" b="0" i="0" u="none" strike="noStrike" dirty="0" err="1">
                          <a:solidFill>
                            <a:srgbClr val="000000"/>
                          </a:solidFill>
                          <a:effectLst/>
                          <a:latin typeface="Abar Mid" pitchFamily="50" charset="-78"/>
                          <a:cs typeface="Abar Mid" pitchFamily="50" charset="-78"/>
                        </a:rPr>
                        <a:t>المعصمية</a:t>
                      </a:r>
                      <a:r>
                        <a:rPr lang="ar-SA" sz="1000" b="0" i="0" u="none" strike="noStrike" dirty="0">
                          <a:solidFill>
                            <a:srgbClr val="000000"/>
                          </a:solidFill>
                          <a:effectLst/>
                          <a:latin typeface="Abar Mid" pitchFamily="50" charset="-78"/>
                          <a:cs typeface="Abar Mid" pitchFamily="50" charset="-78"/>
                        </a:rPr>
                        <a:t> بالتنسيق مع </a:t>
                      </a:r>
                      <a:r>
                        <a:rPr lang="ar-SA" sz="1000" b="0" i="0" u="none" strike="noStrike" dirty="0" err="1">
                          <a:solidFill>
                            <a:srgbClr val="000000"/>
                          </a:solidFill>
                          <a:effectLst/>
                          <a:latin typeface="Abar Mid" pitchFamily="50" charset="-78"/>
                          <a:cs typeface="Abar Mid" pitchFamily="50" charset="-78"/>
                        </a:rPr>
                        <a:t>سدايا</a:t>
                      </a:r>
                      <a:r>
                        <a:rPr lang="ar-SA" sz="1000" b="0" i="0" u="none" strike="noStrike" dirty="0">
                          <a:solidFill>
                            <a:srgbClr val="000000"/>
                          </a:solidFill>
                          <a:effectLst/>
                          <a:latin typeface="Abar Mid" pitchFamily="50" charset="-78"/>
                          <a:cs typeface="Abar Mid" pitchFamily="50" charset="-78"/>
                        </a:rPr>
                        <a:t>، ومشاركة ملخص تنفيذي</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rtl="1" fontAlgn="ctr">
                        <a:buNone/>
                      </a:pPr>
                      <a:r>
                        <a:rPr lang="en-US" sz="1000" b="0" i="0" u="none" strike="noStrike" dirty="0" err="1">
                          <a:solidFill>
                            <a:srgbClr val="000000"/>
                          </a:solidFill>
                          <a:effectLst/>
                          <a:latin typeface="Abar Mid" pitchFamily="50" charset="-78"/>
                          <a:cs typeface="Abar Mid" pitchFamily="50" charset="-78"/>
                        </a:rPr>
                        <a:t>وكالة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التحول</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الرقمي</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وتقنية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المعلومات</a:t>
                      </a:r>
                      <a:endParaRPr lang="en-US" sz="1000" b="0" i="0" u="none" strike="noStrike" dirty="0">
                        <a:solidFill>
                          <a:srgbClr val="000000"/>
                        </a:solidFill>
                        <a:effectLst/>
                        <a:latin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ar-SA" sz="1000" b="0" i="0" u="none" strike="noStrike" dirty="0">
                          <a:ln>
                            <a:noFill/>
                          </a:ln>
                          <a:solidFill>
                            <a:srgbClr val="000000"/>
                          </a:solidFill>
                          <a:effectLst/>
                          <a:latin typeface="Abar Mid" pitchFamily="50" charset="-78"/>
                          <a:cs typeface="Abar Mid" pitchFamily="50" charset="-78"/>
                        </a:rPr>
                        <a:t>تم رفع طلب تمديد إلى لجنة المتابعة حتى تاريخ 30 سبتمبر </a:t>
                      </a:r>
                      <a:r>
                        <a:rPr lang="ar-SA" sz="1000" b="0" i="0" u="none" strike="noStrike" dirty="0" err="1">
                          <a:ln>
                            <a:noFill/>
                          </a:ln>
                          <a:solidFill>
                            <a:srgbClr val="000000"/>
                          </a:solidFill>
                          <a:effectLst/>
                          <a:latin typeface="Abar Mid" pitchFamily="50" charset="-78"/>
                          <a:cs typeface="Abar Mid" pitchFamily="50" charset="-78"/>
                        </a:rPr>
                        <a:t>لإستكمال</a:t>
                      </a:r>
                      <a:r>
                        <a:rPr lang="ar-SA" sz="1000" b="0" i="0" u="none" strike="noStrike" dirty="0">
                          <a:ln>
                            <a:noFill/>
                          </a:ln>
                          <a:solidFill>
                            <a:srgbClr val="000000"/>
                          </a:solidFill>
                          <a:effectLst/>
                          <a:latin typeface="Abar Mid" pitchFamily="50" charset="-78"/>
                          <a:cs typeface="Abar Mid" pitchFamily="50" charset="-78"/>
                        </a:rPr>
                        <a:t> دراسة المقترح والمواءمة مع </a:t>
                      </a:r>
                      <a:r>
                        <a:rPr lang="ar-SA" sz="1000" b="0" i="0" u="none" strike="noStrike" dirty="0" err="1">
                          <a:ln>
                            <a:noFill/>
                          </a:ln>
                          <a:solidFill>
                            <a:srgbClr val="000000"/>
                          </a:solidFill>
                          <a:effectLst/>
                          <a:latin typeface="Abar Mid" pitchFamily="50" charset="-78"/>
                          <a:cs typeface="Abar Mid" pitchFamily="50" charset="-78"/>
                        </a:rPr>
                        <a:t>سدايا</a:t>
                      </a:r>
                      <a:r>
                        <a:rPr lang="ar-SA" sz="1000" b="0" i="0" u="none" strike="noStrike" dirty="0">
                          <a:ln>
                            <a:noFill/>
                          </a:ln>
                          <a:solidFill>
                            <a:srgbClr val="000000"/>
                          </a:solidFill>
                          <a:effectLst/>
                          <a:latin typeface="Abar Mid" pitchFamily="50" charset="-78"/>
                          <a:cs typeface="Abar Mid" pitchFamily="50" charset="-78"/>
                        </a:rPr>
                        <a:t> حيال نطاق الاستفادة منها وفي انتظار اعتماد طلب التمديد</a:t>
                      </a:r>
                      <a:endParaRPr lang="en-US" sz="1000" b="0" i="0" u="none" strike="noStrike" dirty="0">
                        <a:ln>
                          <a:noFill/>
                        </a:ln>
                        <a:solidFill>
                          <a:srgbClr val="000000"/>
                        </a:solidFill>
                        <a:effectLst/>
                        <a:latin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90310173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660FB4-CE02-3545-109C-C982CA0EC45B}"/>
            </a:ext>
          </a:extLst>
        </p:cNvPr>
        <p:cNvGrpSpPr/>
        <p:nvPr/>
      </p:nvGrpSpPr>
      <p:grpSpPr>
        <a:xfrm>
          <a:off x="0" y="0"/>
          <a:ext cx="0" cy="0"/>
          <a:chOff x="0" y="0"/>
          <a:chExt cx="0" cy="0"/>
        </a:xfrm>
      </p:grpSpPr>
      <p:sp>
        <p:nvSpPr>
          <p:cNvPr id="6" name="Rounded Rectangle 93">
            <a:extLst>
              <a:ext uri="{FF2B5EF4-FFF2-40B4-BE49-F238E27FC236}">
                <a16:creationId xmlns:a16="http://schemas.microsoft.com/office/drawing/2014/main" id="{C5FCEF9F-19BE-9AC0-6D51-C4E6C2077C5F}"/>
              </a:ext>
            </a:extLst>
          </p:cNvPr>
          <p:cNvSpPr/>
          <p:nvPr/>
        </p:nvSpPr>
        <p:spPr>
          <a:xfrm>
            <a:off x="474245" y="845457"/>
            <a:ext cx="6623050" cy="853456"/>
          </a:xfrm>
          <a:prstGeom prst="roundRect">
            <a:avLst>
              <a:gd name="adj" fmla="val 3573"/>
            </a:avLst>
          </a:prstGeom>
          <a:solidFill>
            <a:srgbClr val="FFFFFF"/>
          </a:solidFill>
          <a:ln w="12700" cap="flat" cmpd="sng" algn="ctr">
            <a:noFill/>
            <a:prstDash val="solid"/>
            <a:miter lim="800000"/>
          </a:ln>
          <a:effectLst/>
        </p:spPr>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900" b="0" i="0" u="none" strike="noStrike" kern="0" cap="none" spc="0" normalizeH="0" baseline="0" noProof="0">
              <a:ln>
                <a:noFill/>
              </a:ln>
              <a:solidFill>
                <a:srgbClr val="F2F2F2"/>
              </a:solidFill>
              <a:effectLst/>
              <a:uLnTx/>
              <a:uFillTx/>
              <a:latin typeface="Century Gothic" panose="020B0502020202020204" pitchFamily="34" charset="0"/>
              <a:ea typeface="+mn-ea"/>
              <a:cs typeface="+mn-cs"/>
            </a:endParaRPr>
          </a:p>
        </p:txBody>
      </p:sp>
      <p:sp>
        <p:nvSpPr>
          <p:cNvPr id="10" name="TextBox 9">
            <a:extLst>
              <a:ext uri="{FF2B5EF4-FFF2-40B4-BE49-F238E27FC236}">
                <a16:creationId xmlns:a16="http://schemas.microsoft.com/office/drawing/2014/main" id="{103E7B93-2CBC-E488-FCD0-C281156A196D}"/>
              </a:ext>
            </a:extLst>
          </p:cNvPr>
          <p:cNvSpPr txBox="1"/>
          <p:nvPr/>
        </p:nvSpPr>
        <p:spPr>
          <a:xfrm>
            <a:off x="5990928" y="845457"/>
            <a:ext cx="919654" cy="646331"/>
          </a:xfrm>
          <a:prstGeom prst="rect">
            <a:avLst/>
          </a:prstGeom>
          <a:noFill/>
        </p:spPr>
        <p:txBody>
          <a:bodyPr wrap="square" rtlCol="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3600" b="1" i="0" u="none" strike="noStrike" kern="1200" cap="none" spc="0" normalizeH="0" baseline="0" noProof="0">
                <a:ln>
                  <a:noFill/>
                </a:ln>
                <a:solidFill>
                  <a:srgbClr val="D9A86A"/>
                </a:solidFill>
                <a:effectLst/>
                <a:uLnTx/>
                <a:uFillTx/>
                <a:latin typeface="Abar Mid" pitchFamily="50" charset="-78"/>
                <a:ea typeface="Abar Mid" pitchFamily="50" charset="-78"/>
                <a:cs typeface="Abar Mid" pitchFamily="50" charset="-78"/>
              </a:rPr>
              <a:t>20</a:t>
            </a:r>
          </a:p>
        </p:txBody>
      </p:sp>
      <p:sp>
        <p:nvSpPr>
          <p:cNvPr id="5" name="Rounded Rectangle 93">
            <a:extLst>
              <a:ext uri="{FF2B5EF4-FFF2-40B4-BE49-F238E27FC236}">
                <a16:creationId xmlns:a16="http://schemas.microsoft.com/office/drawing/2014/main" id="{3067AB06-4734-AF09-9574-BF84A8461B73}"/>
              </a:ext>
            </a:extLst>
          </p:cNvPr>
          <p:cNvSpPr/>
          <p:nvPr/>
        </p:nvSpPr>
        <p:spPr>
          <a:xfrm>
            <a:off x="474245" y="1780255"/>
            <a:ext cx="6623050" cy="2250001"/>
          </a:xfrm>
          <a:prstGeom prst="roundRect">
            <a:avLst>
              <a:gd name="adj" fmla="val 3573"/>
            </a:avLst>
          </a:prstGeom>
          <a:solidFill>
            <a:srgbClr val="FFFFFF"/>
          </a:solidFill>
          <a:ln w="12700" cap="flat" cmpd="sng" algn="ctr">
            <a:noFill/>
            <a:prstDash val="solid"/>
            <a:miter lim="800000"/>
          </a:ln>
          <a:effectLst/>
        </p:spPr>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900" b="0" i="0" u="none" strike="noStrike" kern="0" cap="none" spc="0" normalizeH="0" baseline="0" noProof="0">
              <a:ln>
                <a:noFill/>
              </a:ln>
              <a:solidFill>
                <a:srgbClr val="F2F2F2"/>
              </a:solidFill>
              <a:effectLst/>
              <a:uLnTx/>
              <a:uFillTx/>
              <a:latin typeface="Century Gothic" panose="020B0502020202020204" pitchFamily="34" charset="0"/>
              <a:ea typeface="+mn-ea"/>
              <a:cs typeface="+mn-cs"/>
            </a:endParaRPr>
          </a:p>
        </p:txBody>
      </p:sp>
      <p:sp>
        <p:nvSpPr>
          <p:cNvPr id="7" name="TextBox 6">
            <a:extLst>
              <a:ext uri="{FF2B5EF4-FFF2-40B4-BE49-F238E27FC236}">
                <a16:creationId xmlns:a16="http://schemas.microsoft.com/office/drawing/2014/main" id="{0764BEF1-1BCA-E0B4-15EA-D29EBA9C6BCC}"/>
              </a:ext>
            </a:extLst>
          </p:cNvPr>
          <p:cNvSpPr txBox="1"/>
          <p:nvPr/>
        </p:nvSpPr>
        <p:spPr>
          <a:xfrm>
            <a:off x="740137" y="962951"/>
            <a:ext cx="919654" cy="523220"/>
          </a:xfrm>
          <a:prstGeom prst="rect">
            <a:avLst/>
          </a:prstGeom>
          <a:noFill/>
        </p:spPr>
        <p:txBody>
          <a:bodyPr wrap="square" rtlCol="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a:ln>
                  <a:noFill/>
                </a:ln>
                <a:solidFill>
                  <a:prstClr val="white">
                    <a:lumMod val="65000"/>
                  </a:prstClr>
                </a:solidFill>
                <a:effectLst/>
                <a:uLnTx/>
                <a:uFillTx/>
                <a:latin typeface="Abar Mid" pitchFamily="50" charset="-78"/>
                <a:ea typeface="Abar Mid" pitchFamily="50" charset="-78"/>
                <a:cs typeface="Abar Mid" pitchFamily="50" charset="-78"/>
              </a:rPr>
              <a:t>0</a:t>
            </a:r>
            <a:endParaRPr kumimoji="0" lang="ar-SA" sz="2800" b="1" i="0" u="none" strike="noStrike" kern="1200" cap="none" spc="0" normalizeH="0" baseline="0" noProof="0">
              <a:ln>
                <a:noFill/>
              </a:ln>
              <a:solidFill>
                <a:prstClr val="white">
                  <a:lumMod val="65000"/>
                </a:prstClr>
              </a:solidFill>
              <a:effectLst/>
              <a:uLnTx/>
              <a:uFillTx/>
              <a:latin typeface="Abar Mid" pitchFamily="50" charset="-78"/>
              <a:ea typeface="Abar Mid" pitchFamily="50" charset="-78"/>
              <a:cs typeface="Abar Mid" pitchFamily="50" charset="-78"/>
            </a:endParaRPr>
          </a:p>
        </p:txBody>
      </p:sp>
      <p:sp>
        <p:nvSpPr>
          <p:cNvPr id="8" name="TextBox 7">
            <a:extLst>
              <a:ext uri="{FF2B5EF4-FFF2-40B4-BE49-F238E27FC236}">
                <a16:creationId xmlns:a16="http://schemas.microsoft.com/office/drawing/2014/main" id="{E2D6875E-C0BC-583C-78FF-E9DAD03BCC9A}"/>
              </a:ext>
            </a:extLst>
          </p:cNvPr>
          <p:cNvSpPr txBox="1"/>
          <p:nvPr/>
        </p:nvSpPr>
        <p:spPr>
          <a:xfrm>
            <a:off x="1963282" y="962951"/>
            <a:ext cx="919654" cy="523220"/>
          </a:xfrm>
          <a:prstGeom prst="rect">
            <a:avLst/>
          </a:prstGeom>
          <a:noFill/>
        </p:spPr>
        <p:txBody>
          <a:bodyPr wrap="square" rtlCol="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2800" b="1" i="0" u="none" strike="noStrike" kern="1200" cap="none" spc="0" normalizeH="0" baseline="0" noProof="0">
                <a:ln>
                  <a:noFill/>
                </a:ln>
                <a:solidFill>
                  <a:srgbClr val="87452B"/>
                </a:solidFill>
                <a:effectLst/>
                <a:uLnTx/>
                <a:uFillTx/>
                <a:latin typeface="Abar Mid" pitchFamily="50" charset="-78"/>
                <a:ea typeface="Abar Mid" pitchFamily="50" charset="-78"/>
                <a:cs typeface="Abar Mid" pitchFamily="50" charset="-78"/>
              </a:rPr>
              <a:t>0</a:t>
            </a:r>
          </a:p>
        </p:txBody>
      </p:sp>
      <p:sp>
        <p:nvSpPr>
          <p:cNvPr id="9" name="TextBox 8">
            <a:extLst>
              <a:ext uri="{FF2B5EF4-FFF2-40B4-BE49-F238E27FC236}">
                <a16:creationId xmlns:a16="http://schemas.microsoft.com/office/drawing/2014/main" id="{D2397805-DAE3-BADA-871C-CC8E64B380AC}"/>
              </a:ext>
            </a:extLst>
          </p:cNvPr>
          <p:cNvSpPr txBox="1"/>
          <p:nvPr/>
        </p:nvSpPr>
        <p:spPr>
          <a:xfrm>
            <a:off x="5899888" y="1291062"/>
            <a:ext cx="1101743" cy="430887"/>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1100" b="0" i="0" u="none" strike="noStrike" kern="1200" cap="none" spc="0" normalizeH="0" baseline="0" noProof="0" dirty="0">
                <a:ln>
                  <a:noFill/>
                </a:ln>
                <a:solidFill>
                  <a:srgbClr val="D9A86A"/>
                </a:solidFill>
                <a:effectLst/>
                <a:uLnTx/>
                <a:uFillTx/>
                <a:latin typeface="Abar Mid" pitchFamily="50" charset="-78"/>
                <a:ea typeface="Abar Mid" pitchFamily="50" charset="-78"/>
                <a:cs typeface="Abar Mid" pitchFamily="50" charset="-78"/>
              </a:rPr>
              <a:t>إجمالي مشاريع سهيل</a:t>
            </a:r>
          </a:p>
        </p:txBody>
      </p:sp>
      <p:sp>
        <p:nvSpPr>
          <p:cNvPr id="11" name="TextBox 10">
            <a:extLst>
              <a:ext uri="{FF2B5EF4-FFF2-40B4-BE49-F238E27FC236}">
                <a16:creationId xmlns:a16="http://schemas.microsoft.com/office/drawing/2014/main" id="{04438F37-B43E-2B00-1C56-A27ECE7CCF00}"/>
              </a:ext>
            </a:extLst>
          </p:cNvPr>
          <p:cNvSpPr txBox="1"/>
          <p:nvPr/>
        </p:nvSpPr>
        <p:spPr>
          <a:xfrm>
            <a:off x="4422093" y="1347004"/>
            <a:ext cx="1101743" cy="26161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1100" b="0" i="0" u="none" strike="noStrike" kern="1200" cap="none" spc="0" normalizeH="0" baseline="0" noProof="0">
                <a:ln>
                  <a:noFill/>
                </a:ln>
                <a:solidFill>
                  <a:srgbClr val="174766"/>
                </a:solidFill>
                <a:effectLst/>
                <a:uLnTx/>
                <a:uFillTx/>
                <a:latin typeface="Abar Mid" pitchFamily="50" charset="-78"/>
                <a:ea typeface="Abar Mid" pitchFamily="50" charset="-78"/>
                <a:cs typeface="Abar Mid" pitchFamily="50" charset="-78"/>
              </a:rPr>
              <a:t>مكتملة</a:t>
            </a:r>
          </a:p>
        </p:txBody>
      </p:sp>
      <p:sp>
        <p:nvSpPr>
          <p:cNvPr id="12" name="TextBox 11">
            <a:extLst>
              <a:ext uri="{FF2B5EF4-FFF2-40B4-BE49-F238E27FC236}">
                <a16:creationId xmlns:a16="http://schemas.microsoft.com/office/drawing/2014/main" id="{DC6FCA89-3CAC-AC83-EC76-685AC579470B}"/>
              </a:ext>
            </a:extLst>
          </p:cNvPr>
          <p:cNvSpPr txBox="1"/>
          <p:nvPr/>
        </p:nvSpPr>
        <p:spPr>
          <a:xfrm>
            <a:off x="4513137" y="962951"/>
            <a:ext cx="919654" cy="523220"/>
          </a:xfrm>
          <a:prstGeom prst="rect">
            <a:avLst/>
          </a:prstGeom>
          <a:noFill/>
        </p:spPr>
        <p:txBody>
          <a:bodyPr wrap="square" rtlCol="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2800" b="1" i="0" u="none" strike="noStrike" kern="1200" cap="none" spc="0" normalizeH="0" baseline="0" noProof="0">
                <a:ln>
                  <a:noFill/>
                </a:ln>
                <a:solidFill>
                  <a:srgbClr val="174766"/>
                </a:solidFill>
                <a:effectLst/>
                <a:uLnTx/>
                <a:uFillTx/>
                <a:latin typeface="Abar Mid" pitchFamily="50" charset="-78"/>
                <a:ea typeface="Abar Mid" pitchFamily="50" charset="-78"/>
                <a:cs typeface="Abar Mid" pitchFamily="50" charset="-78"/>
              </a:rPr>
              <a:t>4</a:t>
            </a:r>
          </a:p>
        </p:txBody>
      </p:sp>
      <p:sp>
        <p:nvSpPr>
          <p:cNvPr id="13" name="TextBox 12">
            <a:extLst>
              <a:ext uri="{FF2B5EF4-FFF2-40B4-BE49-F238E27FC236}">
                <a16:creationId xmlns:a16="http://schemas.microsoft.com/office/drawing/2014/main" id="{EE4706A6-C2D0-855C-A669-E18BA137F86E}"/>
              </a:ext>
            </a:extLst>
          </p:cNvPr>
          <p:cNvSpPr txBox="1"/>
          <p:nvPr/>
        </p:nvSpPr>
        <p:spPr>
          <a:xfrm>
            <a:off x="3166383" y="1347004"/>
            <a:ext cx="1101743" cy="26161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1100" b="0" i="0" u="none" strike="noStrike" kern="1200" cap="none" spc="0" normalizeH="0" baseline="0" noProof="0">
                <a:ln>
                  <a:noFill/>
                </a:ln>
                <a:solidFill>
                  <a:srgbClr val="0A8062"/>
                </a:solidFill>
                <a:effectLst/>
                <a:uLnTx/>
                <a:uFillTx/>
                <a:latin typeface="Abar Mid" pitchFamily="50" charset="-78"/>
                <a:ea typeface="Abar Mid" pitchFamily="50" charset="-78"/>
                <a:cs typeface="Abar Mid" pitchFamily="50" charset="-78"/>
              </a:rPr>
              <a:t>على المخطط</a:t>
            </a:r>
          </a:p>
        </p:txBody>
      </p:sp>
      <p:sp>
        <p:nvSpPr>
          <p:cNvPr id="14" name="TextBox 13">
            <a:extLst>
              <a:ext uri="{FF2B5EF4-FFF2-40B4-BE49-F238E27FC236}">
                <a16:creationId xmlns:a16="http://schemas.microsoft.com/office/drawing/2014/main" id="{516CB12E-7BB1-2EB8-FCD6-1C032F17EBD1}"/>
              </a:ext>
            </a:extLst>
          </p:cNvPr>
          <p:cNvSpPr txBox="1"/>
          <p:nvPr/>
        </p:nvSpPr>
        <p:spPr>
          <a:xfrm>
            <a:off x="3257427" y="962951"/>
            <a:ext cx="919654" cy="523220"/>
          </a:xfrm>
          <a:prstGeom prst="rect">
            <a:avLst/>
          </a:prstGeom>
          <a:noFill/>
        </p:spPr>
        <p:txBody>
          <a:bodyPr wrap="square" rtlCol="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2800" b="1" i="0" u="none" strike="noStrike" kern="1200" cap="none" spc="0" normalizeH="0" baseline="0" noProof="0">
                <a:ln>
                  <a:noFill/>
                </a:ln>
                <a:solidFill>
                  <a:srgbClr val="0A8062"/>
                </a:solidFill>
                <a:effectLst/>
                <a:uLnTx/>
                <a:uFillTx/>
                <a:latin typeface="Abar Mid" pitchFamily="50" charset="-78"/>
                <a:ea typeface="Abar Mid" pitchFamily="50" charset="-78"/>
                <a:cs typeface="Abar Mid" pitchFamily="50" charset="-78"/>
              </a:rPr>
              <a:t>1</a:t>
            </a:r>
            <a:r>
              <a:rPr kumimoji="0" lang="en-US" sz="2800" b="1" i="0" u="none" strike="noStrike" kern="1200" cap="none" spc="0" normalizeH="0" baseline="0" noProof="0">
                <a:ln>
                  <a:noFill/>
                </a:ln>
                <a:solidFill>
                  <a:srgbClr val="0A8062"/>
                </a:solidFill>
                <a:effectLst/>
                <a:uLnTx/>
                <a:uFillTx/>
                <a:latin typeface="Abar Mid" pitchFamily="50" charset="-78"/>
                <a:ea typeface="Abar Mid" pitchFamily="50" charset="-78"/>
                <a:cs typeface="Abar Mid" pitchFamily="50" charset="-78"/>
              </a:rPr>
              <a:t>6</a:t>
            </a:r>
            <a:endParaRPr kumimoji="0" lang="ar-SA" sz="2800" b="1" i="0" u="none" strike="noStrike" kern="1200" cap="none" spc="0" normalizeH="0" baseline="0" noProof="0">
              <a:ln>
                <a:noFill/>
              </a:ln>
              <a:solidFill>
                <a:srgbClr val="0A8062"/>
              </a:solidFill>
              <a:effectLst/>
              <a:uLnTx/>
              <a:uFillTx/>
              <a:latin typeface="Abar Mid" pitchFamily="50" charset="-78"/>
              <a:ea typeface="Abar Mid" pitchFamily="50" charset="-78"/>
              <a:cs typeface="Abar Mid" pitchFamily="50" charset="-78"/>
            </a:endParaRPr>
          </a:p>
        </p:txBody>
      </p:sp>
      <p:sp>
        <p:nvSpPr>
          <p:cNvPr id="15" name="TextBox 14">
            <a:extLst>
              <a:ext uri="{FF2B5EF4-FFF2-40B4-BE49-F238E27FC236}">
                <a16:creationId xmlns:a16="http://schemas.microsoft.com/office/drawing/2014/main" id="{C6A4481B-A51D-92CB-A84E-401E2A411CED}"/>
              </a:ext>
            </a:extLst>
          </p:cNvPr>
          <p:cNvSpPr txBox="1"/>
          <p:nvPr/>
        </p:nvSpPr>
        <p:spPr>
          <a:xfrm>
            <a:off x="649093" y="1347004"/>
            <a:ext cx="1101743" cy="26161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1100" b="0" i="0" u="none" strike="noStrike" kern="1200" cap="none" spc="0" normalizeH="0" baseline="0" noProof="0">
                <a:ln>
                  <a:noFill/>
                </a:ln>
                <a:solidFill>
                  <a:prstClr val="white">
                    <a:lumMod val="50000"/>
                  </a:prstClr>
                </a:solidFill>
                <a:effectLst/>
                <a:uLnTx/>
                <a:uFillTx/>
                <a:latin typeface="Abar Mid" pitchFamily="50" charset="-78"/>
                <a:ea typeface="Abar Mid" pitchFamily="50" charset="-78"/>
                <a:cs typeface="Abar Mid" pitchFamily="50" charset="-78"/>
              </a:rPr>
              <a:t>لم تبدأ</a:t>
            </a:r>
          </a:p>
        </p:txBody>
      </p:sp>
      <p:sp>
        <p:nvSpPr>
          <p:cNvPr id="16" name="Freeform: Shape 15">
            <a:extLst>
              <a:ext uri="{FF2B5EF4-FFF2-40B4-BE49-F238E27FC236}">
                <a16:creationId xmlns:a16="http://schemas.microsoft.com/office/drawing/2014/main" id="{F250548F-635F-4974-EBCB-8582C8BE74E6}"/>
              </a:ext>
            </a:extLst>
          </p:cNvPr>
          <p:cNvSpPr/>
          <p:nvPr/>
        </p:nvSpPr>
        <p:spPr>
          <a:xfrm rot="16200000">
            <a:off x="5524776" y="1159648"/>
            <a:ext cx="331805" cy="225085"/>
          </a:xfrm>
          <a:custGeom>
            <a:avLst/>
            <a:gdLst>
              <a:gd name="csX0" fmla="*/ 1388479 w 1388479"/>
              <a:gd name="csY0" fmla="*/ 1359450 h 1359452"/>
              <a:gd name="csX1" fmla="*/ 694241 w 1388479"/>
              <a:gd name="csY1" fmla="*/ 746051 h 1359452"/>
              <a:gd name="csX2" fmla="*/ 0 w 1388479"/>
              <a:gd name="csY2" fmla="*/ 1359452 h 1359452"/>
              <a:gd name="csX3" fmla="*/ 694241 w 1388479"/>
              <a:gd name="csY3" fmla="*/ 0 h 1359452"/>
              <a:gd name="csX4" fmla="*/ 1388479 w 1388479"/>
              <a:gd name="csY4" fmla="*/ 1359450 h 1359452"/>
            </a:gdLst>
            <a:ahLst/>
            <a:cxnLst>
              <a:cxn ang="0">
                <a:pos x="csX0" y="csY0"/>
              </a:cxn>
              <a:cxn ang="0">
                <a:pos x="csX1" y="csY1"/>
              </a:cxn>
              <a:cxn ang="0">
                <a:pos x="csX2" y="csY2"/>
              </a:cxn>
              <a:cxn ang="0">
                <a:pos x="csX3" y="csY3"/>
              </a:cxn>
              <a:cxn ang="0">
                <a:pos x="csX4" y="csY4"/>
              </a:cxn>
            </a:cxnLst>
            <a:rect l="l" t="t" r="r" b="b"/>
            <a:pathLst>
              <a:path w="1388479" h="1359452">
                <a:moveTo>
                  <a:pt x="1388479" y="1359450"/>
                </a:moveTo>
                <a:lnTo>
                  <a:pt x="694241" y="746051"/>
                </a:lnTo>
                <a:lnTo>
                  <a:pt x="0" y="1359452"/>
                </a:lnTo>
                <a:lnTo>
                  <a:pt x="694241" y="0"/>
                </a:lnTo>
                <a:lnTo>
                  <a:pt x="1388479" y="1359450"/>
                </a:lnTo>
                <a:close/>
              </a:path>
            </a:pathLst>
          </a:custGeom>
          <a:solidFill>
            <a:srgbClr val="D9A86A"/>
          </a:solidFill>
          <a:ln w="6350" cap="sq"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15" rtl="0" eaLnBrk="1" fontAlgn="auto" latinLnBrk="0" hangingPunct="1">
              <a:lnSpc>
                <a:spcPct val="100000"/>
              </a:lnSpc>
              <a:spcBef>
                <a:spcPts val="300"/>
              </a:spcBef>
              <a:spcAft>
                <a:spcPts val="300"/>
              </a:spcAft>
              <a:buClrTx/>
              <a:buSzTx/>
              <a:buFontTx/>
              <a:buNone/>
              <a:tabLst/>
              <a:defRPr/>
            </a:pPr>
            <a:endParaRPr kumimoji="0" lang="en-GB" sz="1600" b="0" i="0" u="none" strike="noStrike" kern="0" cap="none" spc="0" normalizeH="0" baseline="0" noProof="0">
              <a:ln>
                <a:noFill/>
              </a:ln>
              <a:solidFill>
                <a:srgbClr val="FBF7F4"/>
              </a:solidFill>
              <a:effectLst/>
              <a:uLnTx/>
              <a:uFillTx/>
              <a:latin typeface="Sakkal Majalla"/>
              <a:ea typeface="+mn-ea"/>
              <a:cs typeface="+mn-cs"/>
            </a:endParaRPr>
          </a:p>
        </p:txBody>
      </p:sp>
      <p:sp>
        <p:nvSpPr>
          <p:cNvPr id="17" name="TextBox 16">
            <a:extLst>
              <a:ext uri="{FF2B5EF4-FFF2-40B4-BE49-F238E27FC236}">
                <a16:creationId xmlns:a16="http://schemas.microsoft.com/office/drawing/2014/main" id="{4FD4B84C-7598-824B-35DF-4F8EF83B0079}"/>
              </a:ext>
            </a:extLst>
          </p:cNvPr>
          <p:cNvSpPr txBox="1"/>
          <p:nvPr/>
        </p:nvSpPr>
        <p:spPr>
          <a:xfrm>
            <a:off x="1872238" y="1347004"/>
            <a:ext cx="1101743" cy="26161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1100" b="0" i="0" u="none" strike="noStrike" kern="1200" cap="none" spc="0" normalizeH="0" baseline="0" noProof="0">
                <a:ln>
                  <a:noFill/>
                </a:ln>
                <a:solidFill>
                  <a:srgbClr val="87452B"/>
                </a:solidFill>
                <a:effectLst/>
                <a:uLnTx/>
                <a:uFillTx/>
                <a:latin typeface="Abar Mid" pitchFamily="50" charset="-78"/>
                <a:ea typeface="Abar Mid" pitchFamily="50" charset="-78"/>
                <a:cs typeface="Abar Mid" pitchFamily="50" charset="-78"/>
              </a:rPr>
              <a:t>متأخرة</a:t>
            </a:r>
          </a:p>
        </p:txBody>
      </p:sp>
      <p:cxnSp>
        <p:nvCxnSpPr>
          <p:cNvPr id="18" name="Straight Connector 17">
            <a:extLst>
              <a:ext uri="{FF2B5EF4-FFF2-40B4-BE49-F238E27FC236}">
                <a16:creationId xmlns:a16="http://schemas.microsoft.com/office/drawing/2014/main" id="{398C930B-502C-B130-6BEA-6FE2E0759501}"/>
              </a:ext>
            </a:extLst>
          </p:cNvPr>
          <p:cNvCxnSpPr>
            <a:cxnSpLocks/>
          </p:cNvCxnSpPr>
          <p:nvPr/>
        </p:nvCxnSpPr>
        <p:spPr>
          <a:xfrm flipV="1">
            <a:off x="4310331" y="974545"/>
            <a:ext cx="0" cy="595291"/>
          </a:xfrm>
          <a:prstGeom prst="line">
            <a:avLst/>
          </a:prstGeom>
          <a:solidFill>
            <a:srgbClr val="048061">
              <a:alpha val="30000"/>
            </a:srgbClr>
          </a:solidFill>
          <a:ln w="3175">
            <a:gradFill flip="none" rotWithShape="1">
              <a:gsLst>
                <a:gs pos="1000">
                  <a:schemeClr val="tx1">
                    <a:alpha val="0"/>
                  </a:schemeClr>
                </a:gs>
                <a:gs pos="50000">
                  <a:schemeClr val="tx1"/>
                </a:gs>
                <a:gs pos="100000">
                  <a:schemeClr val="tx1">
                    <a:alpha val="0"/>
                  </a:schemeClr>
                </a:gs>
              </a:gsLst>
              <a:lin ang="5400000" scaled="1"/>
              <a:tileRect/>
            </a:gradFill>
          </a:ln>
        </p:spPr>
      </p:cxnSp>
      <p:cxnSp>
        <p:nvCxnSpPr>
          <p:cNvPr id="19" name="Straight Connector 18">
            <a:extLst>
              <a:ext uri="{FF2B5EF4-FFF2-40B4-BE49-F238E27FC236}">
                <a16:creationId xmlns:a16="http://schemas.microsoft.com/office/drawing/2014/main" id="{7520A4BD-45ED-2367-85B4-F2FBA5D1EFD8}"/>
              </a:ext>
            </a:extLst>
          </p:cNvPr>
          <p:cNvCxnSpPr>
            <a:cxnSpLocks/>
          </p:cNvCxnSpPr>
          <p:nvPr/>
        </p:nvCxnSpPr>
        <p:spPr>
          <a:xfrm flipV="1">
            <a:off x="3058563" y="974545"/>
            <a:ext cx="0" cy="595291"/>
          </a:xfrm>
          <a:prstGeom prst="line">
            <a:avLst/>
          </a:prstGeom>
          <a:solidFill>
            <a:srgbClr val="048061">
              <a:alpha val="30000"/>
            </a:srgbClr>
          </a:solidFill>
          <a:ln w="3175">
            <a:gradFill flip="none" rotWithShape="1">
              <a:gsLst>
                <a:gs pos="1000">
                  <a:schemeClr val="tx1">
                    <a:alpha val="0"/>
                  </a:schemeClr>
                </a:gs>
                <a:gs pos="50000">
                  <a:schemeClr val="tx1"/>
                </a:gs>
                <a:gs pos="100000">
                  <a:schemeClr val="tx1">
                    <a:alpha val="0"/>
                  </a:schemeClr>
                </a:gs>
              </a:gsLst>
              <a:lin ang="5400000" scaled="1"/>
              <a:tileRect/>
            </a:gradFill>
          </a:ln>
        </p:spPr>
      </p:cxnSp>
      <p:cxnSp>
        <p:nvCxnSpPr>
          <p:cNvPr id="20" name="Straight Connector 19">
            <a:extLst>
              <a:ext uri="{FF2B5EF4-FFF2-40B4-BE49-F238E27FC236}">
                <a16:creationId xmlns:a16="http://schemas.microsoft.com/office/drawing/2014/main" id="{E55FAD18-A1E0-AC20-1A99-13B8A34EB61A}"/>
              </a:ext>
            </a:extLst>
          </p:cNvPr>
          <p:cNvCxnSpPr>
            <a:cxnSpLocks/>
          </p:cNvCxnSpPr>
          <p:nvPr/>
        </p:nvCxnSpPr>
        <p:spPr>
          <a:xfrm flipV="1">
            <a:off x="1806795" y="974545"/>
            <a:ext cx="0" cy="595291"/>
          </a:xfrm>
          <a:prstGeom prst="line">
            <a:avLst/>
          </a:prstGeom>
          <a:solidFill>
            <a:srgbClr val="048061">
              <a:alpha val="30000"/>
            </a:srgbClr>
          </a:solidFill>
          <a:ln w="3175">
            <a:gradFill flip="none" rotWithShape="1">
              <a:gsLst>
                <a:gs pos="1000">
                  <a:schemeClr val="tx1">
                    <a:alpha val="0"/>
                  </a:schemeClr>
                </a:gs>
                <a:gs pos="50000">
                  <a:schemeClr val="tx1"/>
                </a:gs>
                <a:gs pos="100000">
                  <a:schemeClr val="tx1">
                    <a:alpha val="0"/>
                  </a:schemeClr>
                </a:gs>
              </a:gsLst>
              <a:lin ang="5400000" scaled="1"/>
              <a:tileRect/>
            </a:gradFill>
          </a:ln>
        </p:spPr>
      </p:cxnSp>
      <p:graphicFrame>
        <p:nvGraphicFramePr>
          <p:cNvPr id="21" name="Chart 20">
            <a:extLst>
              <a:ext uri="{FF2B5EF4-FFF2-40B4-BE49-F238E27FC236}">
                <a16:creationId xmlns:a16="http://schemas.microsoft.com/office/drawing/2014/main" id="{577BEBE0-9E7E-0099-5ED6-E6961625E2EA}"/>
              </a:ext>
            </a:extLst>
          </p:cNvPr>
          <p:cNvGraphicFramePr/>
          <p:nvPr/>
        </p:nvGraphicFramePr>
        <p:xfrm>
          <a:off x="474250" y="1783831"/>
          <a:ext cx="6611185" cy="224642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4" name="Table 3">
            <a:extLst>
              <a:ext uri="{FF2B5EF4-FFF2-40B4-BE49-F238E27FC236}">
                <a16:creationId xmlns:a16="http://schemas.microsoft.com/office/drawing/2014/main" id="{00BA627B-32AA-1ADA-50CC-F62281CD6958}"/>
              </a:ext>
            </a:extLst>
          </p:cNvPr>
          <p:cNvGraphicFramePr>
            <a:graphicFrameLocks/>
          </p:cNvGraphicFramePr>
          <p:nvPr>
            <p:extLst>
              <p:ext uri="{D42A27DB-BD31-4B8C-83A1-F6EECF244321}">
                <p14:modId xmlns:p14="http://schemas.microsoft.com/office/powerpoint/2010/main" val="4000184021"/>
              </p:ext>
            </p:extLst>
          </p:nvPr>
        </p:nvGraphicFramePr>
        <p:xfrm>
          <a:off x="474245" y="4409471"/>
          <a:ext cx="6623050" cy="1725258"/>
        </p:xfrm>
        <a:graphic>
          <a:graphicData uri="http://schemas.openxmlformats.org/drawingml/2006/table">
            <a:tbl>
              <a:tblPr rtl="1"/>
              <a:tblGrid>
                <a:gridCol w="239428">
                  <a:extLst>
                    <a:ext uri="{9D8B030D-6E8A-4147-A177-3AD203B41FA5}">
                      <a16:colId xmlns:a16="http://schemas.microsoft.com/office/drawing/2014/main" val="3562085196"/>
                    </a:ext>
                  </a:extLst>
                </a:gridCol>
                <a:gridCol w="2257292">
                  <a:extLst>
                    <a:ext uri="{9D8B030D-6E8A-4147-A177-3AD203B41FA5}">
                      <a16:colId xmlns:a16="http://schemas.microsoft.com/office/drawing/2014/main" val="20000"/>
                    </a:ext>
                  </a:extLst>
                </a:gridCol>
                <a:gridCol w="1023938">
                  <a:extLst>
                    <a:ext uri="{9D8B030D-6E8A-4147-A177-3AD203B41FA5}">
                      <a16:colId xmlns:a16="http://schemas.microsoft.com/office/drawing/2014/main" val="20001"/>
                    </a:ext>
                  </a:extLst>
                </a:gridCol>
                <a:gridCol w="3102392">
                  <a:extLst>
                    <a:ext uri="{9D8B030D-6E8A-4147-A177-3AD203B41FA5}">
                      <a16:colId xmlns:a16="http://schemas.microsoft.com/office/drawing/2014/main" val="374937463"/>
                    </a:ext>
                  </a:extLst>
                </a:gridCol>
              </a:tblGrid>
              <a:tr h="283509">
                <a:tc gridSpan="4">
                  <a:txBody>
                    <a:bodyPr/>
                    <a:lstStyle/>
                    <a:p>
                      <a:pPr algn="r" rtl="1">
                        <a:lnSpc>
                          <a:spcPct val="105000"/>
                        </a:lnSpc>
                      </a:pPr>
                      <a:r>
                        <a:rPr lang="ar-SA" sz="1000" b="1" dirty="0">
                          <a:solidFill>
                            <a:srgbClr val="000000"/>
                          </a:solidFill>
                          <a:latin typeface="Abar Mid" pitchFamily="50" charset="-78"/>
                          <a:ea typeface="Abar Mid" pitchFamily="50" charset="-78"/>
                          <a:cs typeface="Abar Mid" pitchFamily="50" charset="-78"/>
                        </a:rPr>
                        <a:t>أبرز التحديثات</a:t>
                      </a:r>
                    </a:p>
                  </a:txBody>
                  <a:tcPr marL="45720" anchor="ctr">
                    <a:lnL w="57150" cap="flat" cmpd="sng" algn="ctr">
                      <a:solidFill>
                        <a:srgbClr val="D9A86A"/>
                      </a:solid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50292" marR="50292" marT="50400" marB="504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C9E0D7"/>
                    </a:solid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tc hMerge="1">
                  <a:txBody>
                    <a:bodyPr/>
                    <a:lstStyle/>
                    <a:p>
                      <a:pPr algn="r" rtl="1">
                        <a:lnSpc>
                          <a:spcPct val="105000"/>
                        </a:lnSpc>
                      </a:pPr>
                      <a:endParaRPr lang="ar-SA" sz="1000" b="1">
                        <a:solidFill>
                          <a:srgbClr val="000000"/>
                        </a:solidFill>
                        <a:latin typeface="Abar Mid" pitchFamily="50" charset="-78"/>
                        <a:ea typeface="Abar Mid" pitchFamily="50" charset="-78"/>
                        <a:cs typeface="Abar Mid" pitchFamily="50" charset="-78"/>
                      </a:endParaRPr>
                    </a:p>
                  </a:txBody>
                  <a:tcPr marL="45720" anchor="ctr">
                    <a:lnL w="57150" cap="flat" cmpd="sng" algn="ctr">
                      <a:solidFill>
                        <a:srgbClr val="275470"/>
                      </a:solid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1772843"/>
                  </a:ext>
                </a:extLst>
              </a:tr>
              <a:tr h="283509">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en-US" sz="1000" b="1" dirty="0">
                          <a:solidFill>
                            <a:srgbClr val="FFFFFF"/>
                          </a:solidFill>
                          <a:latin typeface="Abar Mid" pitchFamily="50" charset="-78"/>
                          <a:ea typeface="Abar Mid" pitchFamily="50" charset="-78"/>
                          <a:cs typeface="Abar Mid" pitchFamily="50" charset="-78"/>
                        </a:rPr>
                        <a:t>#</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000" b="1" dirty="0">
                          <a:solidFill>
                            <a:srgbClr val="FFFFFF"/>
                          </a:solidFill>
                          <a:latin typeface="Abar Mid" pitchFamily="50" charset="-78"/>
                          <a:ea typeface="Abar Mid" pitchFamily="50" charset="-78"/>
                          <a:cs typeface="Abar Mid" pitchFamily="50" charset="-78"/>
                        </a:rPr>
                        <a:t>المشروع</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000" b="1">
                          <a:solidFill>
                            <a:srgbClr val="FFFFFF"/>
                          </a:solidFill>
                          <a:latin typeface="Abar Mid" pitchFamily="50" charset="-78"/>
                          <a:ea typeface="Abar Mid" pitchFamily="50" charset="-78"/>
                          <a:cs typeface="Abar Mid" pitchFamily="50" charset="-78"/>
                        </a:rPr>
                        <a:t>القطاع</a:t>
                      </a:r>
                      <a:endParaRPr sz="1000" b="1">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p>
                      <a:pPr algn="ctr" rtl="1">
                        <a:lnSpc>
                          <a:spcPct val="105000"/>
                        </a:lnSpc>
                      </a:pPr>
                      <a:r>
                        <a:rPr lang="ar-SA" sz="1000" b="1" dirty="0">
                          <a:solidFill>
                            <a:srgbClr val="FFFFFF"/>
                          </a:solidFill>
                          <a:latin typeface="Abar Mid" pitchFamily="50" charset="-78"/>
                          <a:ea typeface="Abar Mid" pitchFamily="50" charset="-78"/>
                          <a:cs typeface="Abar Mid" pitchFamily="50" charset="-78"/>
                        </a:rPr>
                        <a:t>التحديث</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1041822">
                <a:tc>
                  <a:txBody>
                    <a:bodyPr/>
                    <a:lstStyle/>
                    <a:p>
                      <a:pPr algn="ctr" rtl="1" fontAlgn="ctr">
                        <a:buNone/>
                      </a:pPr>
                      <a:r>
                        <a:rPr lang="en-US" sz="1000" b="0" i="0" u="none" strike="noStrike">
                          <a:solidFill>
                            <a:srgbClr val="000000"/>
                          </a:solidFill>
                          <a:effectLst/>
                          <a:latin typeface="Abar Mid" pitchFamily="50" charset="-78"/>
                          <a:cs typeface="Abar Mid" pitchFamily="50" charset="-78"/>
                        </a:rPr>
                        <a:t>1</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en-US" sz="1000" b="0" i="0" u="none" strike="noStrike" dirty="0" err="1">
                          <a:solidFill>
                            <a:srgbClr val="000000"/>
                          </a:solidFill>
                          <a:effectLst/>
                          <a:latin typeface="Abar Mid" pitchFamily="50" charset="-78"/>
                          <a:cs typeface="Abar Mid" pitchFamily="50" charset="-78"/>
                        </a:rPr>
                        <a:t>تطوير</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تجربة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مظلات</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مبتكرة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لضيوف</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الرحمن</a:t>
                      </a:r>
                      <a:endParaRPr lang="en-US" sz="1000" b="0" i="0" u="none" strike="noStrike" dirty="0">
                        <a:solidFill>
                          <a:srgbClr val="000000"/>
                        </a:solidFill>
                        <a:effectLst/>
                        <a:latin typeface="Abar Mid" pitchFamily="50" charset="-78"/>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en-US" sz="1000" b="0" i="0" u="none" strike="noStrike" err="1">
                          <a:solidFill>
                            <a:srgbClr val="000000"/>
                          </a:solidFill>
                          <a:effectLst/>
                          <a:latin typeface="Abar Mid" pitchFamily="50" charset="-78"/>
                          <a:cs typeface="Abar Mid" pitchFamily="50" charset="-78"/>
                        </a:rPr>
                        <a:t>وكالة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تطوير</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الأعمال</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وخدمة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المستفيدين</a:t>
                      </a:r>
                      <a:endParaRPr lang="en-US" sz="1000" b="0" i="0" u="none" strike="noStrike">
                        <a:solidFill>
                          <a:srgbClr val="000000"/>
                        </a:solidFill>
                        <a:effectLst/>
                        <a:latin typeface="Abar Mid" pitchFamily="50" charset="-78"/>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ar-SA" sz="1000" b="1" i="0" u="none" strike="noStrike" dirty="0">
                          <a:solidFill>
                            <a:srgbClr val="000000"/>
                          </a:solidFill>
                          <a:effectLst/>
                          <a:latin typeface="Abar Mid" pitchFamily="50" charset="-78"/>
                          <a:cs typeface="Abar Mid" pitchFamily="50" charset="-78"/>
                        </a:rPr>
                        <a:t>تاريخ التحديث 24 سبتمبر 2026</a:t>
                      </a:r>
                      <a:endParaRPr lang="en-US" sz="1000" b="1" i="0" u="none" strike="noStrike" dirty="0">
                        <a:solidFill>
                          <a:srgbClr val="000000"/>
                        </a:solidFill>
                        <a:effectLst/>
                        <a:latin typeface="Abar Mid" pitchFamily="50" charset="-78"/>
                        <a:cs typeface="Abar Mid" pitchFamily="50" charset="-78"/>
                      </a:endParaRPr>
                    </a:p>
                    <a:p>
                      <a:pPr marL="0" marR="101600" indent="-76200" algn="r" defTabSz="914415" rtl="1" eaLnBrk="1" fontAlgn="ctr" latinLnBrk="0" hangingPunct="1">
                        <a:lnSpc>
                          <a:spcPct val="100000"/>
                        </a:lnSpc>
                        <a:spcBef>
                          <a:spcPts val="0"/>
                        </a:spcBef>
                        <a:spcAft>
                          <a:spcPts val="0"/>
                        </a:spcAft>
                        <a:buSzPct val="75000"/>
                        <a:buChar char="•"/>
                      </a:pPr>
                      <a:r>
                        <a:rPr lang="ar-SA" sz="1000" b="0" i="0" u="none" strike="noStrike" kern="1200" dirty="0">
                          <a:solidFill>
                            <a:srgbClr val="000000"/>
                          </a:solidFill>
                          <a:effectLst/>
                          <a:latin typeface="Abar Mid" pitchFamily="50" charset="-78"/>
                          <a:ea typeface="+mn-ea"/>
                          <a:cs typeface="Abar Mid" pitchFamily="50" charset="-78"/>
                        </a:rPr>
                        <a:t>تم الانتهاء من معرض ابتكارات الحج وعرض جميع المشاركات، بمشاركة 17 شركة/مبتكر وتقديم 22 نموذج مبتكر للمظلات.</a:t>
                      </a:r>
                    </a:p>
                    <a:p>
                      <a:pPr marL="0" marR="101600" indent="-76200" algn="r" defTabSz="914415" rtl="1" eaLnBrk="1" fontAlgn="ctr" latinLnBrk="0" hangingPunct="1">
                        <a:lnSpc>
                          <a:spcPct val="100000"/>
                        </a:lnSpc>
                        <a:spcBef>
                          <a:spcPts val="0"/>
                        </a:spcBef>
                        <a:spcAft>
                          <a:spcPts val="0"/>
                        </a:spcAft>
                        <a:buSzPct val="75000"/>
                        <a:buChar char="•"/>
                      </a:pPr>
                      <a:r>
                        <a:rPr lang="ar-SA" sz="1000" b="0" i="0" u="none" strike="noStrike" kern="1200" dirty="0">
                          <a:solidFill>
                            <a:srgbClr val="000000"/>
                          </a:solidFill>
                          <a:effectLst/>
                          <a:latin typeface="Abar Mid" pitchFamily="50" charset="-78"/>
                          <a:ea typeface="+mn-ea"/>
                          <a:cs typeface="Abar Mid" pitchFamily="50" charset="-78"/>
                        </a:rPr>
                        <a:t>جار حاليا التقييم الأولي من قبل لجنة التحكيم لتأهيل المشاركات المناسبة، تمهيدا  لإعلان النتائج النهائية وعرضها في مؤتمر الحج</a:t>
                      </a:r>
                      <a:endParaRPr lang="en-US" sz="1000" b="0" i="0" u="none" strike="noStrike" kern="1200" dirty="0">
                        <a:solidFill>
                          <a:srgbClr val="000000"/>
                        </a:solidFill>
                        <a:effectLst/>
                        <a:latin typeface="Abar Mid" pitchFamily="50" charset="-78"/>
                        <a:ea typeface="+mn-ea"/>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bl>
          </a:graphicData>
        </a:graphic>
      </p:graphicFrame>
      <p:graphicFrame>
        <p:nvGraphicFramePr>
          <p:cNvPr id="2" name="Table 1">
            <a:extLst>
              <a:ext uri="{FF2B5EF4-FFF2-40B4-BE49-F238E27FC236}">
                <a16:creationId xmlns:a16="http://schemas.microsoft.com/office/drawing/2014/main" id="{2AB70EB0-C4D4-2A9F-7DDB-41B7B8316E2E}"/>
              </a:ext>
            </a:extLst>
          </p:cNvPr>
          <p:cNvGraphicFramePr>
            <a:graphicFrameLocks/>
          </p:cNvGraphicFramePr>
          <p:nvPr/>
        </p:nvGraphicFramePr>
        <p:xfrm>
          <a:off x="474245" y="8067059"/>
          <a:ext cx="6623050" cy="1608840"/>
        </p:xfrm>
        <a:graphic>
          <a:graphicData uri="http://schemas.openxmlformats.org/drawingml/2006/table">
            <a:tbl>
              <a:tblPr rtl="1"/>
              <a:tblGrid>
                <a:gridCol w="239428">
                  <a:extLst>
                    <a:ext uri="{9D8B030D-6E8A-4147-A177-3AD203B41FA5}">
                      <a16:colId xmlns:a16="http://schemas.microsoft.com/office/drawing/2014/main" val="3562085196"/>
                    </a:ext>
                  </a:extLst>
                </a:gridCol>
                <a:gridCol w="2257292">
                  <a:extLst>
                    <a:ext uri="{9D8B030D-6E8A-4147-A177-3AD203B41FA5}">
                      <a16:colId xmlns:a16="http://schemas.microsoft.com/office/drawing/2014/main" val="20000"/>
                    </a:ext>
                  </a:extLst>
                </a:gridCol>
                <a:gridCol w="1023938">
                  <a:extLst>
                    <a:ext uri="{9D8B030D-6E8A-4147-A177-3AD203B41FA5}">
                      <a16:colId xmlns:a16="http://schemas.microsoft.com/office/drawing/2014/main" val="20001"/>
                    </a:ext>
                  </a:extLst>
                </a:gridCol>
                <a:gridCol w="3102392">
                  <a:extLst>
                    <a:ext uri="{9D8B030D-6E8A-4147-A177-3AD203B41FA5}">
                      <a16:colId xmlns:a16="http://schemas.microsoft.com/office/drawing/2014/main" val="374937463"/>
                    </a:ext>
                  </a:extLst>
                </a:gridCol>
              </a:tblGrid>
              <a:tr h="283509">
                <a:tc gridSpan="4">
                  <a:txBody>
                    <a:bodyPr/>
                    <a:lstStyle/>
                    <a:p>
                      <a:pPr algn="r" rtl="1">
                        <a:lnSpc>
                          <a:spcPct val="105000"/>
                        </a:lnSpc>
                      </a:pPr>
                      <a:r>
                        <a:rPr lang="ar-SA" sz="1000" b="1" dirty="0">
                          <a:solidFill>
                            <a:srgbClr val="000000"/>
                          </a:solidFill>
                          <a:latin typeface="Abar Mid" pitchFamily="50" charset="-78"/>
                          <a:ea typeface="Abar Mid" pitchFamily="50" charset="-78"/>
                          <a:cs typeface="Abar Mid" pitchFamily="50" charset="-78"/>
                        </a:rPr>
                        <a:t>التحديات</a:t>
                      </a:r>
                    </a:p>
                  </a:txBody>
                  <a:tcPr marL="45720" anchor="ctr">
                    <a:lnL w="57150" cap="flat" cmpd="sng" algn="ctr">
                      <a:solidFill>
                        <a:srgbClr val="D9A86A"/>
                      </a:solid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50292" marR="50292" marT="50400" marB="504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C9E0D7"/>
                    </a:solid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tc hMerge="1">
                  <a:txBody>
                    <a:bodyPr/>
                    <a:lstStyle/>
                    <a:p>
                      <a:pPr algn="r" rtl="1">
                        <a:lnSpc>
                          <a:spcPct val="105000"/>
                        </a:lnSpc>
                      </a:pPr>
                      <a:endParaRPr lang="ar-SA" sz="1000" b="1">
                        <a:solidFill>
                          <a:srgbClr val="000000"/>
                        </a:solidFill>
                        <a:latin typeface="Abar Mid" pitchFamily="50" charset="-78"/>
                        <a:ea typeface="Abar Mid" pitchFamily="50" charset="-78"/>
                        <a:cs typeface="Abar Mid" pitchFamily="50" charset="-78"/>
                      </a:endParaRPr>
                    </a:p>
                  </a:txBody>
                  <a:tcPr marL="45720" anchor="ctr">
                    <a:lnL w="57150" cap="flat" cmpd="sng" algn="ctr">
                      <a:solidFill>
                        <a:srgbClr val="275470"/>
                      </a:solid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1772843"/>
                  </a:ext>
                </a:extLst>
              </a:tr>
              <a:tr h="283509">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en-US" sz="1000" b="1">
                          <a:solidFill>
                            <a:srgbClr val="FFFFFF"/>
                          </a:solidFill>
                          <a:latin typeface="Abar Mid" pitchFamily="50" charset="-78"/>
                          <a:ea typeface="Abar Mid" pitchFamily="50" charset="-78"/>
                          <a:cs typeface="Abar Mid" pitchFamily="50" charset="-78"/>
                        </a:rPr>
                        <a:t>#</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000" b="1">
                          <a:solidFill>
                            <a:srgbClr val="FFFFFF"/>
                          </a:solidFill>
                          <a:latin typeface="Abar Mid" pitchFamily="50" charset="-78"/>
                          <a:ea typeface="Abar Mid" pitchFamily="50" charset="-78"/>
                          <a:cs typeface="Abar Mid" pitchFamily="50" charset="-78"/>
                        </a:rPr>
                        <a:t>المشروع</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000" b="1" dirty="0">
                          <a:solidFill>
                            <a:srgbClr val="FFFFFF"/>
                          </a:solidFill>
                          <a:latin typeface="Abar Mid" pitchFamily="50" charset="-78"/>
                          <a:ea typeface="Abar Mid" pitchFamily="50" charset="-78"/>
                          <a:cs typeface="Abar Mid" pitchFamily="50" charset="-78"/>
                        </a:rPr>
                        <a:t>القطاع</a:t>
                      </a:r>
                      <a:endParaRPr sz="1000" b="1" dirty="0">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p>
                      <a:pPr algn="ctr" rtl="1">
                        <a:lnSpc>
                          <a:spcPct val="105000"/>
                        </a:lnSpc>
                      </a:pPr>
                      <a:r>
                        <a:rPr lang="ar-SA" sz="1000" b="1" dirty="0">
                          <a:solidFill>
                            <a:srgbClr val="FFFFFF"/>
                          </a:solidFill>
                          <a:latin typeface="Abar Mid" pitchFamily="50" charset="-78"/>
                          <a:ea typeface="Abar Mid" pitchFamily="50" charset="-78"/>
                          <a:cs typeface="Abar Mid" pitchFamily="50" charset="-78"/>
                        </a:rPr>
                        <a:t>التحدي</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1041822">
                <a:tc>
                  <a:txBody>
                    <a:bodyPr/>
                    <a:lstStyle/>
                    <a:p>
                      <a:pPr algn="ctr" rtl="1" fontAlgn="ctr">
                        <a:buNone/>
                      </a:pPr>
                      <a:r>
                        <a:rPr lang="en-US" sz="1000" b="0" i="0" u="none" strike="noStrike">
                          <a:solidFill>
                            <a:srgbClr val="000000"/>
                          </a:solidFill>
                          <a:effectLst/>
                          <a:latin typeface="Abar Mid" pitchFamily="50" charset="-78"/>
                          <a:cs typeface="Abar Mid" pitchFamily="50" charset="-78"/>
                        </a:rPr>
                        <a:t>1</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en-US" sz="1000" b="0" i="0" u="none" strike="noStrike" dirty="0" err="1">
                          <a:solidFill>
                            <a:srgbClr val="000000"/>
                          </a:solidFill>
                          <a:effectLst/>
                          <a:latin typeface="Abar Mid" pitchFamily="50" charset="-78"/>
                          <a:cs typeface="Abar Mid" pitchFamily="50" charset="-78"/>
                        </a:rPr>
                        <a:t>تطوير</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تجربة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مظلات</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مبتكرة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لضيوف</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الرحمن</a:t>
                      </a:r>
                      <a:endParaRPr lang="en-US" sz="1000" b="0" i="0" u="none" strike="noStrike" dirty="0">
                        <a:solidFill>
                          <a:srgbClr val="000000"/>
                        </a:solidFill>
                        <a:effectLst/>
                        <a:latin typeface="Abar Mid" pitchFamily="50" charset="-78"/>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en-US" sz="1000" b="0" i="0" u="none" strike="noStrike" err="1">
                          <a:solidFill>
                            <a:srgbClr val="000000"/>
                          </a:solidFill>
                          <a:effectLst/>
                          <a:latin typeface="Abar Mid" pitchFamily="50" charset="-78"/>
                          <a:cs typeface="Abar Mid" pitchFamily="50" charset="-78"/>
                        </a:rPr>
                        <a:t>وكالة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تطوير</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الأعمال</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وخدمة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المستفيدين</a:t>
                      </a:r>
                      <a:endParaRPr lang="en-US" sz="1000" b="0" i="0" u="none" strike="noStrike">
                        <a:solidFill>
                          <a:srgbClr val="000000"/>
                        </a:solidFill>
                        <a:effectLst/>
                        <a:latin typeface="Abar Mid" pitchFamily="50" charset="-78"/>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ar-SA" sz="1000" b="0" i="0" u="none" strike="noStrike" kern="1200" dirty="0">
                          <a:solidFill>
                            <a:srgbClr val="000000"/>
                          </a:solidFill>
                          <a:effectLst/>
                          <a:latin typeface="Abar Mid" pitchFamily="50" charset="-78"/>
                          <a:ea typeface="+mn-ea"/>
                          <a:cs typeface="Abar Mid" pitchFamily="50" charset="-78"/>
                        </a:rPr>
                        <a:t>جار حاليا التقييم الأولي من قبل لجنة التحكيم لتأهيل المشاركات المناسبة، تمهيدا  لإعلان النتائج النهائية وعرضها في مؤتمر الحج</a:t>
                      </a:r>
                      <a:endParaRPr lang="en-US" sz="1000" b="0" i="0" u="none" strike="noStrike" kern="1200" dirty="0">
                        <a:solidFill>
                          <a:srgbClr val="000000"/>
                        </a:solidFill>
                        <a:effectLst/>
                        <a:latin typeface="Abar Mid" pitchFamily="50" charset="-78"/>
                        <a:ea typeface="+mn-ea"/>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bl>
          </a:graphicData>
        </a:graphic>
      </p:graphicFrame>
      <p:graphicFrame>
        <p:nvGraphicFramePr>
          <p:cNvPr id="23" name="Table 22">
            <a:extLst>
              <a:ext uri="{FF2B5EF4-FFF2-40B4-BE49-F238E27FC236}">
                <a16:creationId xmlns:a16="http://schemas.microsoft.com/office/drawing/2014/main" id="{CF546488-1D51-FC1E-8268-FEB36D923228}"/>
              </a:ext>
            </a:extLst>
          </p:cNvPr>
          <p:cNvGraphicFramePr>
            <a:graphicFrameLocks/>
          </p:cNvGraphicFramePr>
          <p:nvPr>
            <p:extLst>
              <p:ext uri="{D42A27DB-BD31-4B8C-83A1-F6EECF244321}">
                <p14:modId xmlns:p14="http://schemas.microsoft.com/office/powerpoint/2010/main" val="801982769"/>
              </p:ext>
            </p:extLst>
          </p:nvPr>
        </p:nvGraphicFramePr>
        <p:xfrm>
          <a:off x="474245" y="6296474"/>
          <a:ext cx="6623050" cy="1608840"/>
        </p:xfrm>
        <a:graphic>
          <a:graphicData uri="http://schemas.openxmlformats.org/drawingml/2006/table">
            <a:tbl>
              <a:tblPr rtl="1"/>
              <a:tblGrid>
                <a:gridCol w="239428">
                  <a:extLst>
                    <a:ext uri="{9D8B030D-6E8A-4147-A177-3AD203B41FA5}">
                      <a16:colId xmlns:a16="http://schemas.microsoft.com/office/drawing/2014/main" val="3562085196"/>
                    </a:ext>
                  </a:extLst>
                </a:gridCol>
                <a:gridCol w="2257292">
                  <a:extLst>
                    <a:ext uri="{9D8B030D-6E8A-4147-A177-3AD203B41FA5}">
                      <a16:colId xmlns:a16="http://schemas.microsoft.com/office/drawing/2014/main" val="20000"/>
                    </a:ext>
                  </a:extLst>
                </a:gridCol>
                <a:gridCol w="1023938">
                  <a:extLst>
                    <a:ext uri="{9D8B030D-6E8A-4147-A177-3AD203B41FA5}">
                      <a16:colId xmlns:a16="http://schemas.microsoft.com/office/drawing/2014/main" val="20001"/>
                    </a:ext>
                  </a:extLst>
                </a:gridCol>
                <a:gridCol w="3102392">
                  <a:extLst>
                    <a:ext uri="{9D8B030D-6E8A-4147-A177-3AD203B41FA5}">
                      <a16:colId xmlns:a16="http://schemas.microsoft.com/office/drawing/2014/main" val="374937463"/>
                    </a:ext>
                  </a:extLst>
                </a:gridCol>
              </a:tblGrid>
              <a:tr h="283509">
                <a:tc gridSpan="4">
                  <a:txBody>
                    <a:bodyPr/>
                    <a:lstStyle/>
                    <a:p>
                      <a:pPr algn="r" rtl="1">
                        <a:lnSpc>
                          <a:spcPct val="105000"/>
                        </a:lnSpc>
                      </a:pPr>
                      <a:r>
                        <a:rPr lang="ar-SA" sz="1000" b="1" dirty="0">
                          <a:solidFill>
                            <a:srgbClr val="000000"/>
                          </a:solidFill>
                          <a:latin typeface="Abar Mid" pitchFamily="50" charset="-78"/>
                          <a:ea typeface="Abar Mid" pitchFamily="50" charset="-78"/>
                          <a:cs typeface="Abar Mid" pitchFamily="50" charset="-78"/>
                        </a:rPr>
                        <a:t>المشاريع المتأخرة</a:t>
                      </a:r>
                    </a:p>
                  </a:txBody>
                  <a:tcPr marL="45720" anchor="ctr">
                    <a:lnL w="57150" cap="flat" cmpd="sng" algn="ctr">
                      <a:solidFill>
                        <a:srgbClr val="87452B"/>
                      </a:solid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50292" marR="50292" marT="50400" marB="504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C9E0D7"/>
                    </a:solid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tc hMerge="1">
                  <a:txBody>
                    <a:bodyPr/>
                    <a:lstStyle/>
                    <a:p>
                      <a:pPr algn="r" rtl="1">
                        <a:lnSpc>
                          <a:spcPct val="105000"/>
                        </a:lnSpc>
                      </a:pPr>
                      <a:endParaRPr lang="ar-SA" sz="1000" b="1">
                        <a:solidFill>
                          <a:srgbClr val="000000"/>
                        </a:solidFill>
                        <a:latin typeface="Abar Mid" pitchFamily="50" charset="-78"/>
                        <a:ea typeface="Abar Mid" pitchFamily="50" charset="-78"/>
                        <a:cs typeface="Abar Mid" pitchFamily="50" charset="-78"/>
                      </a:endParaRPr>
                    </a:p>
                  </a:txBody>
                  <a:tcPr marL="45720" anchor="ctr">
                    <a:lnL w="57150" cap="flat" cmpd="sng" algn="ctr">
                      <a:solidFill>
                        <a:srgbClr val="275470"/>
                      </a:solid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1772843"/>
                  </a:ext>
                </a:extLst>
              </a:tr>
              <a:tr h="283509">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en-US" sz="1000" b="1" dirty="0">
                          <a:solidFill>
                            <a:srgbClr val="FFFFFF"/>
                          </a:solidFill>
                          <a:latin typeface="Abar Mid" pitchFamily="50" charset="-78"/>
                          <a:ea typeface="Abar Mid" pitchFamily="50" charset="-78"/>
                          <a:cs typeface="Abar Mid" pitchFamily="50" charset="-78"/>
                        </a:rPr>
                        <a:t>#</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000" b="1" dirty="0">
                          <a:solidFill>
                            <a:srgbClr val="FFFFFF"/>
                          </a:solidFill>
                          <a:latin typeface="Abar Mid" pitchFamily="50" charset="-78"/>
                          <a:ea typeface="Abar Mid" pitchFamily="50" charset="-78"/>
                          <a:cs typeface="Abar Mid" pitchFamily="50" charset="-78"/>
                        </a:rPr>
                        <a:t>المشروع</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000" b="1">
                          <a:solidFill>
                            <a:srgbClr val="FFFFFF"/>
                          </a:solidFill>
                          <a:latin typeface="Abar Mid" pitchFamily="50" charset="-78"/>
                          <a:ea typeface="Abar Mid" pitchFamily="50" charset="-78"/>
                          <a:cs typeface="Abar Mid" pitchFamily="50" charset="-78"/>
                        </a:rPr>
                        <a:t>القطاع</a:t>
                      </a:r>
                      <a:endParaRPr sz="1000" b="1">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p>
                      <a:pPr algn="ctr" rtl="1">
                        <a:lnSpc>
                          <a:spcPct val="105000"/>
                        </a:lnSpc>
                      </a:pPr>
                      <a:r>
                        <a:rPr lang="ar-SA" sz="1000" b="1" dirty="0">
                          <a:solidFill>
                            <a:srgbClr val="FFFFFF"/>
                          </a:solidFill>
                          <a:latin typeface="Abar Mid" pitchFamily="50" charset="-78"/>
                          <a:ea typeface="Abar Mid" pitchFamily="50" charset="-78"/>
                          <a:cs typeface="Abar Mid" pitchFamily="50" charset="-78"/>
                        </a:rPr>
                        <a:t>ملاحظات</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1041822">
                <a:tc>
                  <a:txBody>
                    <a:bodyPr/>
                    <a:lstStyle/>
                    <a:p>
                      <a:pPr algn="ctr" rtl="1" fontAlgn="ctr">
                        <a:buNone/>
                      </a:pPr>
                      <a:r>
                        <a:rPr lang="en-US" sz="1000" b="0" i="0" u="none" strike="noStrike">
                          <a:solidFill>
                            <a:srgbClr val="000000"/>
                          </a:solidFill>
                          <a:effectLst/>
                          <a:latin typeface="Abar Mid" pitchFamily="50" charset="-78"/>
                          <a:cs typeface="Abar Mid" pitchFamily="50" charset="-78"/>
                        </a:rPr>
                        <a:t>1</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en-US" sz="1000" b="0" i="0" u="none" strike="noStrike" dirty="0" err="1">
                          <a:solidFill>
                            <a:srgbClr val="000000"/>
                          </a:solidFill>
                          <a:effectLst/>
                          <a:latin typeface="Abar Mid" pitchFamily="50" charset="-78"/>
                          <a:cs typeface="Abar Mid" pitchFamily="50" charset="-78"/>
                        </a:rPr>
                        <a:t>تطوير</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تجربة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مظلات</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مبتكرة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لضيوف</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الرحمن</a:t>
                      </a:r>
                      <a:endParaRPr lang="en-US" sz="1000" b="0" i="0" u="none" strike="noStrike" dirty="0">
                        <a:solidFill>
                          <a:srgbClr val="000000"/>
                        </a:solidFill>
                        <a:effectLst/>
                        <a:latin typeface="Abar Mid" pitchFamily="50" charset="-78"/>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en-US" sz="1000" b="0" i="0" u="none" strike="noStrike" err="1">
                          <a:solidFill>
                            <a:srgbClr val="000000"/>
                          </a:solidFill>
                          <a:effectLst/>
                          <a:latin typeface="Abar Mid" pitchFamily="50" charset="-78"/>
                          <a:cs typeface="Abar Mid" pitchFamily="50" charset="-78"/>
                        </a:rPr>
                        <a:t>وكالة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تطوير</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الأعمال</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وخدمة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المستفيدين</a:t>
                      </a:r>
                      <a:endParaRPr lang="en-US" sz="1000" b="0" i="0" u="none" strike="noStrike">
                        <a:solidFill>
                          <a:srgbClr val="000000"/>
                        </a:solidFill>
                        <a:effectLst/>
                        <a:latin typeface="Abar Mid" pitchFamily="50" charset="-78"/>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101600" indent="-76200" algn="r" defTabSz="914415" rtl="1" eaLnBrk="1" fontAlgn="ctr" latinLnBrk="0" hangingPunct="1">
                        <a:lnSpc>
                          <a:spcPct val="100000"/>
                        </a:lnSpc>
                        <a:spcBef>
                          <a:spcPts val="0"/>
                        </a:spcBef>
                        <a:spcAft>
                          <a:spcPts val="0"/>
                        </a:spcAft>
                        <a:buSzPct val="75000"/>
                        <a:buChar char="•"/>
                      </a:pPr>
                      <a:r>
                        <a:rPr lang="ar-SA" sz="1000" b="0" i="0" u="none" strike="noStrike" kern="1200" dirty="0">
                          <a:solidFill>
                            <a:srgbClr val="000000"/>
                          </a:solidFill>
                          <a:effectLst/>
                          <a:latin typeface="Abar Mid" pitchFamily="50" charset="-78"/>
                          <a:ea typeface="+mn-ea"/>
                          <a:cs typeface="Abar Mid" pitchFamily="50" charset="-78"/>
                        </a:rPr>
                        <a:t>جار حاليا التقييم الأولي من قبل لجنة التحكيم لتأهيل المشاركات المناسبة، تمهيدا  لإعلان النتائج النهائية وعرضها في مؤتمر الحج</a:t>
                      </a:r>
                      <a:endParaRPr lang="en-US" sz="1000" b="0" i="0" u="none" strike="noStrike" kern="1200" dirty="0">
                        <a:solidFill>
                          <a:srgbClr val="000000"/>
                        </a:solidFill>
                        <a:effectLst/>
                        <a:latin typeface="Abar Mid" pitchFamily="50" charset="-78"/>
                        <a:ea typeface="+mn-ea"/>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13205342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4A48B-904F-AAF1-C29E-007825A3F4DC}"/>
            </a:ext>
          </a:extLst>
        </p:cNvPr>
        <p:cNvGrpSpPr/>
        <p:nvPr/>
      </p:nvGrpSpPr>
      <p:grpSpPr>
        <a:xfrm>
          <a:off x="0" y="0"/>
          <a:ext cx="0" cy="0"/>
          <a:chOff x="0" y="0"/>
          <a:chExt cx="0" cy="0"/>
        </a:xfrm>
      </p:grpSpPr>
      <p:sp>
        <p:nvSpPr>
          <p:cNvPr id="3" name="Rounded Rectangle 93">
            <a:extLst>
              <a:ext uri="{FF2B5EF4-FFF2-40B4-BE49-F238E27FC236}">
                <a16:creationId xmlns:a16="http://schemas.microsoft.com/office/drawing/2014/main" id="{F267A199-CBC6-3BE1-F3FD-B3F3FF32F567}"/>
              </a:ext>
            </a:extLst>
          </p:cNvPr>
          <p:cNvSpPr/>
          <p:nvPr/>
        </p:nvSpPr>
        <p:spPr>
          <a:xfrm>
            <a:off x="474245" y="1780255"/>
            <a:ext cx="6623050" cy="2250001"/>
          </a:xfrm>
          <a:prstGeom prst="roundRect">
            <a:avLst>
              <a:gd name="adj" fmla="val 3573"/>
            </a:avLst>
          </a:prstGeom>
          <a:solidFill>
            <a:srgbClr val="FFFFFF"/>
          </a:solidFill>
          <a:ln w="12700" cap="flat" cmpd="sng" algn="ctr">
            <a:noFill/>
            <a:prstDash val="solid"/>
            <a:miter lim="800000"/>
          </a:ln>
          <a:effectLst/>
        </p:spPr>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900" b="0" i="0" u="none" strike="noStrike" kern="0" cap="none" spc="0" normalizeH="0" baseline="0" noProof="0">
              <a:ln>
                <a:noFill/>
              </a:ln>
              <a:solidFill>
                <a:srgbClr val="F2F2F2"/>
              </a:solidFill>
              <a:effectLst/>
              <a:uLnTx/>
              <a:uFillTx/>
              <a:latin typeface="Century Gothic" panose="020B0502020202020204" pitchFamily="34" charset="0"/>
              <a:ea typeface="+mn-ea"/>
              <a:cs typeface="+mn-cs"/>
            </a:endParaRPr>
          </a:p>
        </p:txBody>
      </p:sp>
      <p:sp>
        <p:nvSpPr>
          <p:cNvPr id="23" name="Rounded Rectangle 93">
            <a:extLst>
              <a:ext uri="{FF2B5EF4-FFF2-40B4-BE49-F238E27FC236}">
                <a16:creationId xmlns:a16="http://schemas.microsoft.com/office/drawing/2014/main" id="{23EF1679-8877-67BA-AEAD-006540971F5A}"/>
              </a:ext>
            </a:extLst>
          </p:cNvPr>
          <p:cNvSpPr/>
          <p:nvPr/>
        </p:nvSpPr>
        <p:spPr>
          <a:xfrm>
            <a:off x="474245" y="845457"/>
            <a:ext cx="6623050" cy="853456"/>
          </a:xfrm>
          <a:prstGeom prst="roundRect">
            <a:avLst>
              <a:gd name="adj" fmla="val 3573"/>
            </a:avLst>
          </a:prstGeom>
          <a:solidFill>
            <a:srgbClr val="FFFFFF"/>
          </a:solidFill>
          <a:ln w="12700" cap="flat" cmpd="sng" algn="ctr">
            <a:noFill/>
            <a:prstDash val="solid"/>
            <a:miter lim="800000"/>
          </a:ln>
          <a:effectLst/>
        </p:spPr>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900" b="0" i="0" u="none" strike="noStrike" kern="0" cap="none" spc="0" normalizeH="0" baseline="0" noProof="0">
              <a:ln>
                <a:noFill/>
              </a:ln>
              <a:solidFill>
                <a:srgbClr val="F2F2F2"/>
              </a:solidFill>
              <a:effectLst/>
              <a:uLnTx/>
              <a:uFillTx/>
              <a:latin typeface="Century Gothic" panose="020B0502020202020204" pitchFamily="34" charset="0"/>
              <a:ea typeface="+mn-ea"/>
              <a:cs typeface="+mn-cs"/>
            </a:endParaRPr>
          </a:p>
        </p:txBody>
      </p:sp>
      <p:sp>
        <p:nvSpPr>
          <p:cNvPr id="24" name="TextBox 23">
            <a:extLst>
              <a:ext uri="{FF2B5EF4-FFF2-40B4-BE49-F238E27FC236}">
                <a16:creationId xmlns:a16="http://schemas.microsoft.com/office/drawing/2014/main" id="{8AE0D803-C6E5-1514-EF86-C14C9EE2431D}"/>
              </a:ext>
            </a:extLst>
          </p:cNvPr>
          <p:cNvSpPr txBox="1"/>
          <p:nvPr/>
        </p:nvSpPr>
        <p:spPr>
          <a:xfrm>
            <a:off x="5944906" y="839840"/>
            <a:ext cx="1010703" cy="646331"/>
          </a:xfrm>
          <a:prstGeom prst="rect">
            <a:avLst/>
          </a:prstGeom>
          <a:noFill/>
        </p:spPr>
        <p:txBody>
          <a:bodyPr wrap="square" rtlCol="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a:ln>
                  <a:noFill/>
                </a:ln>
                <a:solidFill>
                  <a:srgbClr val="D9A86A"/>
                </a:solidFill>
                <a:effectLst/>
                <a:uLnTx/>
                <a:uFillTx/>
                <a:latin typeface="Abar Mid" pitchFamily="50" charset="-78"/>
                <a:ea typeface="Abar Mid" pitchFamily="50" charset="-78"/>
                <a:cs typeface="Abar Mid" pitchFamily="50" charset="-78"/>
              </a:rPr>
              <a:t>589</a:t>
            </a:r>
            <a:endParaRPr kumimoji="0" lang="ar-SA" sz="3600" b="1" i="0" u="none" strike="noStrike" kern="1200" cap="none" spc="0" normalizeH="0" baseline="0" noProof="0">
              <a:ln>
                <a:noFill/>
              </a:ln>
              <a:solidFill>
                <a:srgbClr val="D9A86A"/>
              </a:solidFill>
              <a:effectLst/>
              <a:uLnTx/>
              <a:uFillTx/>
              <a:latin typeface="Abar Mid" pitchFamily="50" charset="-78"/>
              <a:ea typeface="Abar Mid" pitchFamily="50" charset="-78"/>
              <a:cs typeface="Abar Mid" pitchFamily="50" charset="-78"/>
            </a:endParaRPr>
          </a:p>
        </p:txBody>
      </p:sp>
      <p:sp>
        <p:nvSpPr>
          <p:cNvPr id="26" name="TextBox 25">
            <a:extLst>
              <a:ext uri="{FF2B5EF4-FFF2-40B4-BE49-F238E27FC236}">
                <a16:creationId xmlns:a16="http://schemas.microsoft.com/office/drawing/2014/main" id="{D25FED4B-6291-ABBC-973F-F6805590AF21}"/>
              </a:ext>
            </a:extLst>
          </p:cNvPr>
          <p:cNvSpPr txBox="1"/>
          <p:nvPr/>
        </p:nvSpPr>
        <p:spPr>
          <a:xfrm>
            <a:off x="750819" y="962951"/>
            <a:ext cx="919654" cy="523220"/>
          </a:xfrm>
          <a:prstGeom prst="rect">
            <a:avLst/>
          </a:prstGeom>
          <a:noFill/>
        </p:spPr>
        <p:txBody>
          <a:bodyPr wrap="square" rtlCol="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a:ln>
                  <a:noFill/>
                </a:ln>
                <a:solidFill>
                  <a:srgbClr val="87452B"/>
                </a:solidFill>
                <a:effectLst/>
                <a:uLnTx/>
                <a:uFillTx/>
                <a:latin typeface="Abar Mid" pitchFamily="50" charset="-78"/>
                <a:ea typeface="Abar Mid" pitchFamily="50" charset="-78"/>
                <a:cs typeface="Abar Mid" pitchFamily="50" charset="-78"/>
              </a:rPr>
              <a:t>0</a:t>
            </a:r>
            <a:endParaRPr kumimoji="0" lang="ar-SA" sz="2800" b="1" i="0" u="none" strike="noStrike" kern="1200" cap="none" spc="0" normalizeH="0" baseline="0" noProof="0">
              <a:ln>
                <a:noFill/>
              </a:ln>
              <a:solidFill>
                <a:srgbClr val="87452B"/>
              </a:solidFill>
              <a:effectLst/>
              <a:uLnTx/>
              <a:uFillTx/>
              <a:latin typeface="Abar Mid" pitchFamily="50" charset="-78"/>
              <a:ea typeface="Abar Mid" pitchFamily="50" charset="-78"/>
              <a:cs typeface="Abar Mid" pitchFamily="50" charset="-78"/>
            </a:endParaRPr>
          </a:p>
        </p:txBody>
      </p:sp>
      <p:sp>
        <p:nvSpPr>
          <p:cNvPr id="27" name="TextBox 26">
            <a:extLst>
              <a:ext uri="{FF2B5EF4-FFF2-40B4-BE49-F238E27FC236}">
                <a16:creationId xmlns:a16="http://schemas.microsoft.com/office/drawing/2014/main" id="{B527E9D3-39D6-52D6-FF0F-7B1B87877E26}"/>
              </a:ext>
            </a:extLst>
          </p:cNvPr>
          <p:cNvSpPr txBox="1"/>
          <p:nvPr/>
        </p:nvSpPr>
        <p:spPr>
          <a:xfrm>
            <a:off x="5899888" y="1291062"/>
            <a:ext cx="1101743" cy="26161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1100" b="0" i="0" u="none" strike="noStrike" kern="1200" cap="none" spc="0" normalizeH="0" baseline="0" noProof="0">
                <a:ln>
                  <a:noFill/>
                </a:ln>
                <a:solidFill>
                  <a:srgbClr val="D9A86A"/>
                </a:solidFill>
                <a:effectLst/>
                <a:uLnTx/>
                <a:uFillTx/>
                <a:latin typeface="Abar Mid" pitchFamily="50" charset="-78"/>
                <a:ea typeface="Abar Mid" pitchFamily="50" charset="-78"/>
                <a:cs typeface="Abar Mid" pitchFamily="50" charset="-78"/>
              </a:rPr>
              <a:t>إجمالي العاملات</a:t>
            </a:r>
          </a:p>
        </p:txBody>
      </p:sp>
      <p:sp>
        <p:nvSpPr>
          <p:cNvPr id="28" name="TextBox 27">
            <a:extLst>
              <a:ext uri="{FF2B5EF4-FFF2-40B4-BE49-F238E27FC236}">
                <a16:creationId xmlns:a16="http://schemas.microsoft.com/office/drawing/2014/main" id="{A0689A70-BCDF-CC53-8C47-68CF10724378}"/>
              </a:ext>
            </a:extLst>
          </p:cNvPr>
          <p:cNvSpPr txBox="1"/>
          <p:nvPr/>
        </p:nvSpPr>
        <p:spPr>
          <a:xfrm>
            <a:off x="4140075" y="1347004"/>
            <a:ext cx="1101743" cy="26161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1100" b="0" i="0" u="none" strike="noStrike" kern="1200" cap="none" spc="0" normalizeH="0" baseline="0" noProof="0">
                <a:ln>
                  <a:noFill/>
                </a:ln>
                <a:solidFill>
                  <a:srgbClr val="174766"/>
                </a:solidFill>
                <a:effectLst/>
                <a:uLnTx/>
                <a:uFillTx/>
                <a:latin typeface="Abar Mid" pitchFamily="50" charset="-78"/>
                <a:ea typeface="Abar Mid" pitchFamily="50" charset="-78"/>
                <a:cs typeface="Abar Mid" pitchFamily="50" charset="-78"/>
              </a:rPr>
              <a:t>مكتملة</a:t>
            </a:r>
          </a:p>
        </p:txBody>
      </p:sp>
      <p:sp>
        <p:nvSpPr>
          <p:cNvPr id="29" name="TextBox 28">
            <a:extLst>
              <a:ext uri="{FF2B5EF4-FFF2-40B4-BE49-F238E27FC236}">
                <a16:creationId xmlns:a16="http://schemas.microsoft.com/office/drawing/2014/main" id="{191B9BD3-C8F6-82E9-8196-3639EB09C017}"/>
              </a:ext>
            </a:extLst>
          </p:cNvPr>
          <p:cNvSpPr txBox="1"/>
          <p:nvPr/>
        </p:nvSpPr>
        <p:spPr>
          <a:xfrm>
            <a:off x="4231119" y="962951"/>
            <a:ext cx="919654" cy="523220"/>
          </a:xfrm>
          <a:prstGeom prst="rect">
            <a:avLst/>
          </a:prstGeom>
          <a:noFill/>
        </p:spPr>
        <p:txBody>
          <a:bodyPr wrap="square" rtlCol="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2800" b="1" i="0" u="none" strike="noStrike" kern="1200" cap="none" spc="0" normalizeH="0" baseline="0" noProof="0" dirty="0">
                <a:ln>
                  <a:noFill/>
                </a:ln>
                <a:solidFill>
                  <a:srgbClr val="174766"/>
                </a:solidFill>
                <a:effectLst/>
                <a:uLnTx/>
                <a:uFillTx/>
                <a:latin typeface="Abar Mid" pitchFamily="50" charset="-78"/>
                <a:ea typeface="Abar Mid" pitchFamily="50" charset="-78"/>
                <a:cs typeface="Abar Mid" pitchFamily="50" charset="-78"/>
              </a:rPr>
              <a:t>334</a:t>
            </a:r>
          </a:p>
        </p:txBody>
      </p:sp>
      <p:sp>
        <p:nvSpPr>
          <p:cNvPr id="30" name="TextBox 29">
            <a:extLst>
              <a:ext uri="{FF2B5EF4-FFF2-40B4-BE49-F238E27FC236}">
                <a16:creationId xmlns:a16="http://schemas.microsoft.com/office/drawing/2014/main" id="{FBAD3A02-8325-F0E3-E287-4ABF654C92BE}"/>
              </a:ext>
            </a:extLst>
          </p:cNvPr>
          <p:cNvSpPr txBox="1"/>
          <p:nvPr/>
        </p:nvSpPr>
        <p:spPr>
          <a:xfrm>
            <a:off x="2439127" y="1347004"/>
            <a:ext cx="1101743" cy="26161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1100" b="0" i="0" u="none" strike="noStrike" kern="1200" cap="none" spc="0" normalizeH="0" baseline="0" noProof="0">
                <a:ln>
                  <a:noFill/>
                </a:ln>
                <a:solidFill>
                  <a:srgbClr val="0A8062"/>
                </a:solidFill>
                <a:effectLst/>
                <a:uLnTx/>
                <a:uFillTx/>
                <a:latin typeface="Abar Mid" pitchFamily="50" charset="-78"/>
                <a:ea typeface="Abar Mid" pitchFamily="50" charset="-78"/>
                <a:cs typeface="Abar Mid" pitchFamily="50" charset="-78"/>
              </a:rPr>
              <a:t>على المخطط</a:t>
            </a:r>
          </a:p>
        </p:txBody>
      </p:sp>
      <p:sp>
        <p:nvSpPr>
          <p:cNvPr id="31" name="TextBox 30">
            <a:extLst>
              <a:ext uri="{FF2B5EF4-FFF2-40B4-BE49-F238E27FC236}">
                <a16:creationId xmlns:a16="http://schemas.microsoft.com/office/drawing/2014/main" id="{53EA1435-66DA-BA84-B848-A74331BB3A43}"/>
              </a:ext>
            </a:extLst>
          </p:cNvPr>
          <p:cNvSpPr txBox="1"/>
          <p:nvPr/>
        </p:nvSpPr>
        <p:spPr>
          <a:xfrm>
            <a:off x="2530171" y="962951"/>
            <a:ext cx="919654" cy="523220"/>
          </a:xfrm>
          <a:prstGeom prst="rect">
            <a:avLst/>
          </a:prstGeom>
          <a:noFill/>
        </p:spPr>
        <p:txBody>
          <a:bodyPr wrap="square" rtlCol="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2800" b="1" i="0" u="none" strike="noStrike" kern="1200" cap="none" spc="0" normalizeH="0" baseline="0" noProof="0" dirty="0">
                <a:ln>
                  <a:noFill/>
                </a:ln>
                <a:solidFill>
                  <a:srgbClr val="0A8062"/>
                </a:solidFill>
                <a:effectLst/>
                <a:uLnTx/>
                <a:uFillTx/>
                <a:latin typeface="Abar Mid" pitchFamily="50" charset="-78"/>
                <a:ea typeface="Abar Mid" pitchFamily="50" charset="-78"/>
                <a:cs typeface="Abar Mid" pitchFamily="50" charset="-78"/>
              </a:rPr>
              <a:t>255</a:t>
            </a:r>
          </a:p>
        </p:txBody>
      </p:sp>
      <p:sp>
        <p:nvSpPr>
          <p:cNvPr id="33" name="Freeform: Shape 32">
            <a:extLst>
              <a:ext uri="{FF2B5EF4-FFF2-40B4-BE49-F238E27FC236}">
                <a16:creationId xmlns:a16="http://schemas.microsoft.com/office/drawing/2014/main" id="{56FAF509-ECE1-838B-AF7F-3C57553EBBD1}"/>
              </a:ext>
            </a:extLst>
          </p:cNvPr>
          <p:cNvSpPr/>
          <p:nvPr/>
        </p:nvSpPr>
        <p:spPr>
          <a:xfrm rot="16200000">
            <a:off x="5524776" y="1159648"/>
            <a:ext cx="331805" cy="225085"/>
          </a:xfrm>
          <a:custGeom>
            <a:avLst/>
            <a:gdLst>
              <a:gd name="csX0" fmla="*/ 1388479 w 1388479"/>
              <a:gd name="csY0" fmla="*/ 1359450 h 1359452"/>
              <a:gd name="csX1" fmla="*/ 694241 w 1388479"/>
              <a:gd name="csY1" fmla="*/ 746051 h 1359452"/>
              <a:gd name="csX2" fmla="*/ 0 w 1388479"/>
              <a:gd name="csY2" fmla="*/ 1359452 h 1359452"/>
              <a:gd name="csX3" fmla="*/ 694241 w 1388479"/>
              <a:gd name="csY3" fmla="*/ 0 h 1359452"/>
              <a:gd name="csX4" fmla="*/ 1388479 w 1388479"/>
              <a:gd name="csY4" fmla="*/ 1359450 h 1359452"/>
            </a:gdLst>
            <a:ahLst/>
            <a:cxnLst>
              <a:cxn ang="0">
                <a:pos x="csX0" y="csY0"/>
              </a:cxn>
              <a:cxn ang="0">
                <a:pos x="csX1" y="csY1"/>
              </a:cxn>
              <a:cxn ang="0">
                <a:pos x="csX2" y="csY2"/>
              </a:cxn>
              <a:cxn ang="0">
                <a:pos x="csX3" y="csY3"/>
              </a:cxn>
              <a:cxn ang="0">
                <a:pos x="csX4" y="csY4"/>
              </a:cxn>
            </a:cxnLst>
            <a:rect l="l" t="t" r="r" b="b"/>
            <a:pathLst>
              <a:path w="1388479" h="1359452">
                <a:moveTo>
                  <a:pt x="1388479" y="1359450"/>
                </a:moveTo>
                <a:lnTo>
                  <a:pt x="694241" y="746051"/>
                </a:lnTo>
                <a:lnTo>
                  <a:pt x="0" y="1359452"/>
                </a:lnTo>
                <a:lnTo>
                  <a:pt x="694241" y="0"/>
                </a:lnTo>
                <a:lnTo>
                  <a:pt x="1388479" y="1359450"/>
                </a:lnTo>
                <a:close/>
              </a:path>
            </a:pathLst>
          </a:custGeom>
          <a:solidFill>
            <a:srgbClr val="D9A86A"/>
          </a:solidFill>
          <a:ln w="6350" cap="sq"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15" rtl="0" eaLnBrk="1" fontAlgn="auto" latinLnBrk="0" hangingPunct="1">
              <a:lnSpc>
                <a:spcPct val="100000"/>
              </a:lnSpc>
              <a:spcBef>
                <a:spcPts val="300"/>
              </a:spcBef>
              <a:spcAft>
                <a:spcPts val="300"/>
              </a:spcAft>
              <a:buClrTx/>
              <a:buSzTx/>
              <a:buFontTx/>
              <a:buNone/>
              <a:tabLst/>
              <a:defRPr/>
            </a:pPr>
            <a:endParaRPr kumimoji="0" lang="en-GB" sz="1600" b="0" i="0" u="none" strike="noStrike" kern="0" cap="none" spc="0" normalizeH="0" baseline="0" noProof="0">
              <a:ln>
                <a:noFill/>
              </a:ln>
              <a:solidFill>
                <a:srgbClr val="FBF7F4"/>
              </a:solidFill>
              <a:effectLst/>
              <a:uLnTx/>
              <a:uFillTx/>
              <a:latin typeface="Sakkal Majalla"/>
              <a:ea typeface="+mn-ea"/>
              <a:cs typeface="+mn-cs"/>
            </a:endParaRPr>
          </a:p>
        </p:txBody>
      </p:sp>
      <p:sp>
        <p:nvSpPr>
          <p:cNvPr id="34" name="TextBox 33">
            <a:extLst>
              <a:ext uri="{FF2B5EF4-FFF2-40B4-BE49-F238E27FC236}">
                <a16:creationId xmlns:a16="http://schemas.microsoft.com/office/drawing/2014/main" id="{8364AA9A-0C71-3890-ACD0-F1EB64CA10C6}"/>
              </a:ext>
            </a:extLst>
          </p:cNvPr>
          <p:cNvSpPr txBox="1"/>
          <p:nvPr/>
        </p:nvSpPr>
        <p:spPr>
          <a:xfrm>
            <a:off x="659775" y="1347004"/>
            <a:ext cx="1101743" cy="26161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1100" b="0" i="0" u="none" strike="noStrike" kern="1200" cap="none" spc="0" normalizeH="0" baseline="0" noProof="0" dirty="0">
                <a:ln>
                  <a:noFill/>
                </a:ln>
                <a:solidFill>
                  <a:srgbClr val="87452B"/>
                </a:solidFill>
                <a:effectLst/>
                <a:uLnTx/>
                <a:uFillTx/>
                <a:latin typeface="Abar Mid" pitchFamily="50" charset="-78"/>
                <a:ea typeface="Abar Mid" pitchFamily="50" charset="-78"/>
                <a:cs typeface="Abar Mid" pitchFamily="50" charset="-78"/>
              </a:rPr>
              <a:t>متأخرة</a:t>
            </a:r>
          </a:p>
        </p:txBody>
      </p:sp>
      <p:cxnSp>
        <p:nvCxnSpPr>
          <p:cNvPr id="35" name="Straight Connector 34">
            <a:extLst>
              <a:ext uri="{FF2B5EF4-FFF2-40B4-BE49-F238E27FC236}">
                <a16:creationId xmlns:a16="http://schemas.microsoft.com/office/drawing/2014/main" id="{AB2A638F-1862-2E35-5A71-750F97023EFA}"/>
              </a:ext>
            </a:extLst>
          </p:cNvPr>
          <p:cNvCxnSpPr>
            <a:cxnSpLocks/>
          </p:cNvCxnSpPr>
          <p:nvPr/>
        </p:nvCxnSpPr>
        <p:spPr>
          <a:xfrm flipV="1">
            <a:off x="3900402" y="974545"/>
            <a:ext cx="0" cy="595291"/>
          </a:xfrm>
          <a:prstGeom prst="line">
            <a:avLst/>
          </a:prstGeom>
          <a:solidFill>
            <a:srgbClr val="048061">
              <a:alpha val="30000"/>
            </a:srgbClr>
          </a:solidFill>
          <a:ln w="3175">
            <a:gradFill flip="none" rotWithShape="1">
              <a:gsLst>
                <a:gs pos="1000">
                  <a:schemeClr val="tx1">
                    <a:alpha val="0"/>
                  </a:schemeClr>
                </a:gs>
                <a:gs pos="50000">
                  <a:schemeClr val="tx1"/>
                </a:gs>
                <a:gs pos="100000">
                  <a:schemeClr val="tx1">
                    <a:alpha val="0"/>
                  </a:schemeClr>
                </a:gs>
              </a:gsLst>
              <a:lin ang="5400000" scaled="1"/>
              <a:tileRect/>
            </a:gradFill>
          </a:ln>
        </p:spPr>
      </p:cxnSp>
      <p:cxnSp>
        <p:nvCxnSpPr>
          <p:cNvPr id="36" name="Straight Connector 35">
            <a:extLst>
              <a:ext uri="{FF2B5EF4-FFF2-40B4-BE49-F238E27FC236}">
                <a16:creationId xmlns:a16="http://schemas.microsoft.com/office/drawing/2014/main" id="{BA7F2E7D-BAA5-5DAA-2D5E-2B69936EF10F}"/>
              </a:ext>
            </a:extLst>
          </p:cNvPr>
          <p:cNvCxnSpPr>
            <a:cxnSpLocks/>
          </p:cNvCxnSpPr>
          <p:nvPr/>
        </p:nvCxnSpPr>
        <p:spPr>
          <a:xfrm flipV="1">
            <a:off x="2039034" y="974545"/>
            <a:ext cx="0" cy="595291"/>
          </a:xfrm>
          <a:prstGeom prst="line">
            <a:avLst/>
          </a:prstGeom>
          <a:solidFill>
            <a:srgbClr val="048061">
              <a:alpha val="30000"/>
            </a:srgbClr>
          </a:solidFill>
          <a:ln w="3175">
            <a:gradFill flip="none" rotWithShape="1">
              <a:gsLst>
                <a:gs pos="1000">
                  <a:schemeClr val="tx1">
                    <a:alpha val="0"/>
                  </a:schemeClr>
                </a:gs>
                <a:gs pos="50000">
                  <a:schemeClr val="tx1"/>
                </a:gs>
                <a:gs pos="100000">
                  <a:schemeClr val="tx1">
                    <a:alpha val="0"/>
                  </a:schemeClr>
                </a:gs>
              </a:gsLst>
              <a:lin ang="5400000" scaled="1"/>
              <a:tileRect/>
            </a:gradFill>
          </a:ln>
        </p:spPr>
      </p:cxnSp>
      <p:graphicFrame>
        <p:nvGraphicFramePr>
          <p:cNvPr id="5" name="Chart 4">
            <a:extLst>
              <a:ext uri="{FF2B5EF4-FFF2-40B4-BE49-F238E27FC236}">
                <a16:creationId xmlns:a16="http://schemas.microsoft.com/office/drawing/2014/main" id="{3A5BD26C-97CC-4489-EB25-697993FAD530}"/>
              </a:ext>
            </a:extLst>
          </p:cNvPr>
          <p:cNvGraphicFramePr/>
          <p:nvPr/>
        </p:nvGraphicFramePr>
        <p:xfrm>
          <a:off x="474250" y="1783831"/>
          <a:ext cx="6611185" cy="224642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4" name="Table 3">
            <a:extLst>
              <a:ext uri="{FF2B5EF4-FFF2-40B4-BE49-F238E27FC236}">
                <a16:creationId xmlns:a16="http://schemas.microsoft.com/office/drawing/2014/main" id="{2519BF84-6971-AC64-49A5-6B524042ED21}"/>
              </a:ext>
            </a:extLst>
          </p:cNvPr>
          <p:cNvGraphicFramePr>
            <a:graphicFrameLocks noGrp="1"/>
          </p:cNvGraphicFramePr>
          <p:nvPr/>
        </p:nvGraphicFramePr>
        <p:xfrm>
          <a:off x="474245" y="4460330"/>
          <a:ext cx="6611190" cy="2391984"/>
        </p:xfrm>
        <a:graphic>
          <a:graphicData uri="http://schemas.openxmlformats.org/drawingml/2006/table">
            <a:tbl>
              <a:tblPr/>
              <a:tblGrid>
                <a:gridCol w="1361734">
                  <a:extLst>
                    <a:ext uri="{9D8B030D-6E8A-4147-A177-3AD203B41FA5}">
                      <a16:colId xmlns:a16="http://schemas.microsoft.com/office/drawing/2014/main" val="20001"/>
                    </a:ext>
                  </a:extLst>
                </a:gridCol>
                <a:gridCol w="1282742">
                  <a:extLst>
                    <a:ext uri="{9D8B030D-6E8A-4147-A177-3AD203B41FA5}">
                      <a16:colId xmlns:a16="http://schemas.microsoft.com/office/drawing/2014/main" val="20002"/>
                    </a:ext>
                  </a:extLst>
                </a:gridCol>
                <a:gridCol w="1322238">
                  <a:extLst>
                    <a:ext uri="{9D8B030D-6E8A-4147-A177-3AD203B41FA5}">
                      <a16:colId xmlns:a16="http://schemas.microsoft.com/office/drawing/2014/main" val="20003"/>
                    </a:ext>
                  </a:extLst>
                </a:gridCol>
                <a:gridCol w="1735648">
                  <a:extLst>
                    <a:ext uri="{9D8B030D-6E8A-4147-A177-3AD203B41FA5}">
                      <a16:colId xmlns:a16="http://schemas.microsoft.com/office/drawing/2014/main" val="20004"/>
                    </a:ext>
                  </a:extLst>
                </a:gridCol>
                <a:gridCol w="908828">
                  <a:extLst>
                    <a:ext uri="{9D8B030D-6E8A-4147-A177-3AD203B41FA5}">
                      <a16:colId xmlns:a16="http://schemas.microsoft.com/office/drawing/2014/main" val="20005"/>
                    </a:ext>
                  </a:extLst>
                </a:gridCol>
              </a:tblGrid>
              <a:tr h="420624">
                <a:tc gridSpan="5">
                  <a:txBody>
                    <a:body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a:solidFill>
                            <a:srgbClr val="00080B"/>
                          </a:solidFill>
                          <a:latin typeface="Abar Mid" pitchFamily="2" charset="-78"/>
                          <a:ea typeface="Abar Mid" pitchFamily="2" charset="-78"/>
                          <a:cs typeface="Abar Mid" pitchFamily="2" charset="-78"/>
                        </a:rPr>
                        <a:t>المعاملات المتأخرة</a:t>
                      </a:r>
                      <a:endParaRPr lang="ar-JO" sz="1000">
                        <a:solidFill>
                          <a:srgbClr val="00080B"/>
                        </a:solidFill>
                        <a:latin typeface="Abar Mid" pitchFamily="2" charset="-78"/>
                        <a:ea typeface="Abar Mid" pitchFamily="2" charset="-78"/>
                        <a:cs typeface="Abar Mid" pitchFamily="2"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1DAE0"/>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174766"/>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174766"/>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174766"/>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174766"/>
                    </a:solidFill>
                  </a:tcPr>
                </a:tc>
                <a:extLst>
                  <a:ext uri="{0D108BD9-81ED-4DB2-BD59-A6C34878D82A}">
                    <a16:rowId xmlns:a16="http://schemas.microsoft.com/office/drawing/2014/main" val="1470522744"/>
                  </a:ext>
                </a:extLst>
              </a:tr>
              <a:tr h="420624">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20000"/>
                        </a:lnSpc>
                      </a:pPr>
                      <a:r>
                        <a:rPr lang="ar-SA" sz="1000" b="1" kern="1200">
                          <a:solidFill>
                            <a:schemeClr val="bg1"/>
                          </a:solidFill>
                          <a:latin typeface="Abar Mid" pitchFamily="50" charset="-78"/>
                          <a:ea typeface="Abar Mid" pitchFamily="50" charset="-78"/>
                          <a:cs typeface="Abar Mid" pitchFamily="50" charset="-78"/>
                        </a:rPr>
                        <a:t>تاريخ الإنجاز المخطط له</a:t>
                      </a: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174766"/>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20000"/>
                        </a:lnSpc>
                      </a:pPr>
                      <a:r>
                        <a:rPr lang="ar-SA" sz="1000" b="1" kern="1200">
                          <a:solidFill>
                            <a:schemeClr val="bg1"/>
                          </a:solidFill>
                          <a:latin typeface="Abar Mid" pitchFamily="50" charset="-78"/>
                          <a:ea typeface="Abar Mid" pitchFamily="50" charset="-78"/>
                          <a:cs typeface="Abar Mid" pitchFamily="50" charset="-78"/>
                        </a:rPr>
                        <a:t>الجهة الوارد منها المعاملة</a:t>
                      </a: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174766"/>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20000"/>
                        </a:lnSpc>
                      </a:pPr>
                      <a:r>
                        <a:rPr lang="ar-SA" sz="1000" b="1" kern="1200" baseline="0">
                          <a:solidFill>
                            <a:schemeClr val="bg1"/>
                          </a:solidFill>
                          <a:latin typeface="Abar Mid" pitchFamily="50" charset="-78"/>
                          <a:ea typeface="Abar Mid" pitchFamily="50" charset="-78"/>
                          <a:cs typeface="Abar Mid" pitchFamily="50" charset="-78"/>
                        </a:rPr>
                        <a:t>تاريخ انشاء المعاملة</a:t>
                      </a: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174766"/>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20000"/>
                        </a:lnSpc>
                      </a:pPr>
                      <a:r>
                        <a:rPr lang="ar-SA" sz="1000" b="1" kern="1200">
                          <a:solidFill>
                            <a:schemeClr val="bg1"/>
                          </a:solidFill>
                          <a:latin typeface="Abar Mid" pitchFamily="50" charset="-78"/>
                          <a:ea typeface="Abar Mid" pitchFamily="50" charset="-78"/>
                          <a:cs typeface="Abar Mid" pitchFamily="50" charset="-78"/>
                        </a:rPr>
                        <a:t>موضوع المعاملة</a:t>
                      </a: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174766"/>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20000"/>
                        </a:lnSpc>
                      </a:pPr>
                      <a:r>
                        <a:rPr lang="ar-SA" sz="1000" b="1" kern="1200">
                          <a:solidFill>
                            <a:schemeClr val="bg1"/>
                          </a:solidFill>
                          <a:latin typeface="Abar Mid" pitchFamily="50" charset="-78"/>
                          <a:ea typeface="Abar Mid" pitchFamily="50" charset="-78"/>
                          <a:cs typeface="Abar Mid" pitchFamily="50" charset="-78"/>
                        </a:rPr>
                        <a:t>رقم المعاملة</a:t>
                      </a: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174766"/>
                    </a:solidFill>
                  </a:tcPr>
                </a:tc>
                <a:extLst>
                  <a:ext uri="{0D108BD9-81ED-4DB2-BD59-A6C34878D82A}">
                    <a16:rowId xmlns:a16="http://schemas.microsoft.com/office/drawing/2014/main" val="10000"/>
                  </a:ext>
                </a:extLst>
              </a:tr>
              <a:tr h="75600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endParaRPr sz="1000" kern="0" baseline="0">
                        <a:latin typeface="Abar Mid" pitchFamily="2" charset="-78"/>
                        <a:ea typeface="Abar Mid" pitchFamily="2" charset="-78"/>
                        <a:cs typeface="Abar Mid" pitchFamily="2"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endParaRPr sz="1000" kern="0" baseline="0">
                        <a:latin typeface="Abar Mid" pitchFamily="2" charset="-78"/>
                        <a:ea typeface="Abar Mid" pitchFamily="2" charset="-78"/>
                        <a:cs typeface="Abar Mid" pitchFamily="2"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endParaRPr sz="1000" kern="0" baseline="0">
                        <a:latin typeface="Abar Mid" pitchFamily="2" charset="-78"/>
                        <a:ea typeface="Abar Mid" pitchFamily="2" charset="-78"/>
                        <a:cs typeface="Abar Mid" pitchFamily="2"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endParaRPr sz="1000" kern="0" baseline="0" dirty="0">
                        <a:latin typeface="Abar Mid" pitchFamily="2" charset="-78"/>
                        <a:ea typeface="Abar Mid" pitchFamily="2" charset="-78"/>
                        <a:cs typeface="Abar Mid" pitchFamily="2"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endParaRPr sz="1000" b="0" kern="0" baseline="0" dirty="0">
                        <a:solidFill>
                          <a:srgbClr val="2B2B2B"/>
                        </a:solidFill>
                        <a:latin typeface="Abar Mid" pitchFamily="2" charset="-78"/>
                        <a:ea typeface="Abar Mid" pitchFamily="2" charset="-78"/>
                        <a:cs typeface="Abar Mid" pitchFamily="2"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75600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endParaRPr sz="1000" kern="0" baseline="0">
                        <a:latin typeface="Abar Mid" pitchFamily="2" charset="-78"/>
                        <a:ea typeface="Abar Mid" pitchFamily="2" charset="-78"/>
                        <a:cs typeface="Abar Mid" pitchFamily="2"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endParaRPr sz="1000" kern="0" baseline="0">
                        <a:latin typeface="Abar Mid" pitchFamily="2" charset="-78"/>
                        <a:ea typeface="Abar Mid" pitchFamily="2" charset="-78"/>
                        <a:cs typeface="Abar Mid" pitchFamily="2"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endParaRPr sz="1000" kern="0" baseline="0">
                        <a:latin typeface="Abar Mid" pitchFamily="2" charset="-78"/>
                        <a:ea typeface="Abar Mid" pitchFamily="2" charset="-78"/>
                        <a:cs typeface="Abar Mid" pitchFamily="2"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endParaRPr sz="1000" kern="0" baseline="0">
                        <a:latin typeface="Abar Mid" pitchFamily="2" charset="-78"/>
                        <a:ea typeface="Abar Mid" pitchFamily="2" charset="-78"/>
                        <a:cs typeface="Abar Mid" pitchFamily="2"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endParaRPr sz="1000" b="0" kern="0" baseline="0" dirty="0">
                        <a:solidFill>
                          <a:srgbClr val="2B2B2B"/>
                        </a:solidFill>
                        <a:latin typeface="Abar Mid" pitchFamily="2" charset="-78"/>
                        <a:ea typeface="Abar Mid" pitchFamily="2" charset="-78"/>
                        <a:cs typeface="Abar Mid" pitchFamily="2"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38911411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D5A8F0-C1C5-E94C-B74A-1910863E4B54}"/>
            </a:ext>
          </a:extLst>
        </p:cNvPr>
        <p:cNvGrpSpPr/>
        <p:nvPr/>
      </p:nvGrpSpPr>
      <p:grpSpPr>
        <a:xfrm>
          <a:off x="0" y="0"/>
          <a:ext cx="0" cy="0"/>
          <a:chOff x="0" y="0"/>
          <a:chExt cx="0" cy="0"/>
        </a:xfrm>
      </p:grpSpPr>
      <p:sp>
        <p:nvSpPr>
          <p:cNvPr id="3" name="Axis 2 card background">
            <a:extLst>
              <a:ext uri="{FF2B5EF4-FFF2-40B4-BE49-F238E27FC236}">
                <a16:creationId xmlns:a16="http://schemas.microsoft.com/office/drawing/2014/main" id="{B1390335-FEDF-6056-BC94-ECD9E1A34F21}"/>
              </a:ext>
            </a:extLst>
          </p:cNvPr>
          <p:cNvSpPr/>
          <p:nvPr/>
        </p:nvSpPr>
        <p:spPr>
          <a:xfrm>
            <a:off x="353336" y="1043526"/>
            <a:ext cx="3374966" cy="2718427"/>
          </a:xfrm>
          <a:prstGeom prst="roundRect">
            <a:avLst>
              <a:gd name="adj" fmla="val 4500"/>
            </a:avLst>
          </a:prstGeom>
          <a:solidFill>
            <a:srgbClr val="FFFFFF"/>
          </a:solidFill>
          <a:ln w="7620">
            <a:solidFill>
              <a:srgbClr val="EFE3D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dirty="0"/>
          </a:p>
        </p:txBody>
      </p:sp>
      <p:graphicFrame>
        <p:nvGraphicFramePr>
          <p:cNvPr id="5" name="Native doughnut chart - Axis 2 - 80 percent">
            <a:extLst>
              <a:ext uri="{FF2B5EF4-FFF2-40B4-BE49-F238E27FC236}">
                <a16:creationId xmlns:a16="http://schemas.microsoft.com/office/drawing/2014/main" id="{9BAC8EE1-333D-A1E2-FB24-06025C34756D}"/>
              </a:ext>
            </a:extLst>
          </p:cNvPr>
          <p:cNvGraphicFramePr>
            <a:graphicFrameLocks noGrp="1"/>
          </p:cNvGraphicFramePr>
          <p:nvPr>
            <p:extLst>
              <p:ext uri="{D42A27DB-BD31-4B8C-83A1-F6EECF244321}">
                <p14:modId xmlns:p14="http://schemas.microsoft.com/office/powerpoint/2010/main" val="1090052176"/>
              </p:ext>
            </p:extLst>
          </p:nvPr>
        </p:nvGraphicFramePr>
        <p:xfrm>
          <a:off x="369131" y="1093196"/>
          <a:ext cx="1587731" cy="1685778"/>
        </p:xfrm>
        <a:graphic>
          <a:graphicData uri="http://schemas.openxmlformats.org/drawingml/2006/chart">
            <c:chart xmlns:c="http://schemas.openxmlformats.org/drawingml/2006/chart" xmlns:r="http://schemas.openxmlformats.org/officeDocument/2006/relationships" r:id="rId2"/>
          </a:graphicData>
        </a:graphic>
      </p:graphicFrame>
      <p:sp>
        <p:nvSpPr>
          <p:cNvPr id="9" name="Axis 2 percentage label">
            <a:extLst>
              <a:ext uri="{FF2B5EF4-FFF2-40B4-BE49-F238E27FC236}">
                <a16:creationId xmlns:a16="http://schemas.microsoft.com/office/drawing/2014/main" id="{348A93E9-DBD2-E2C3-2285-EC67CC340B56}"/>
              </a:ext>
            </a:extLst>
          </p:cNvPr>
          <p:cNvSpPr txBox="1"/>
          <p:nvPr/>
        </p:nvSpPr>
        <p:spPr>
          <a:xfrm>
            <a:off x="468883" y="1705780"/>
            <a:ext cx="1388225" cy="414825"/>
          </a:xfrm>
          <a:prstGeom prst="rect">
            <a:avLst/>
          </a:prstGeom>
          <a:noFill/>
          <a:effectLst/>
        </p:spPr>
        <p:txBody>
          <a:bodyPr wrap="square" lIns="0" tIns="0" rIns="0" bIns="0" anchor="ctr"/>
          <a:lstStyle/>
          <a:p>
            <a:pPr algn="ctr" rtl="0">
              <a:lnSpc>
                <a:spcPct val="110000"/>
              </a:lnSpc>
              <a:spcBef>
                <a:spcPts val="0"/>
              </a:spcBef>
              <a:spcAft>
                <a:spcPts val="0"/>
              </a:spcAft>
            </a:pPr>
            <a:r>
              <a:rPr lang="ar-SA" sz="2450" b="1" dirty="0">
                <a:solidFill>
                  <a:srgbClr val="074D46"/>
                </a:solidFill>
                <a:latin typeface="Arial"/>
                <a:ea typeface="Arial"/>
                <a:cs typeface="Arial"/>
              </a:rPr>
              <a:t>25</a:t>
            </a:r>
            <a:r>
              <a:rPr lang="en-US" sz="2450" b="1" dirty="0">
                <a:solidFill>
                  <a:srgbClr val="074D46"/>
                </a:solidFill>
                <a:latin typeface="Arial"/>
                <a:ea typeface="Arial"/>
                <a:cs typeface="Arial"/>
              </a:rPr>
              <a:t>%</a:t>
            </a:r>
          </a:p>
        </p:txBody>
      </p:sp>
      <p:grpSp>
        <p:nvGrpSpPr>
          <p:cNvPr id="126" name="Group 125">
            <a:extLst>
              <a:ext uri="{FF2B5EF4-FFF2-40B4-BE49-F238E27FC236}">
                <a16:creationId xmlns:a16="http://schemas.microsoft.com/office/drawing/2014/main" id="{4D83032B-FFA7-3AA8-27C5-346419662813}"/>
              </a:ext>
            </a:extLst>
          </p:cNvPr>
          <p:cNvGrpSpPr/>
          <p:nvPr/>
        </p:nvGrpSpPr>
        <p:grpSpPr>
          <a:xfrm>
            <a:off x="2341494" y="1220712"/>
            <a:ext cx="870203" cy="839946"/>
            <a:chOff x="2058693" y="1201634"/>
            <a:chExt cx="540327" cy="594360"/>
          </a:xfrm>
        </p:grpSpPr>
        <p:sp>
          <p:nvSpPr>
            <p:cNvPr id="11" name="Axis 2 icon background">
              <a:extLst>
                <a:ext uri="{FF2B5EF4-FFF2-40B4-BE49-F238E27FC236}">
                  <a16:creationId xmlns:a16="http://schemas.microsoft.com/office/drawing/2014/main" id="{46F6ECAB-0443-153B-43E7-BE9F76E707C2}"/>
                </a:ext>
              </a:extLst>
            </p:cNvPr>
            <p:cNvSpPr/>
            <p:nvPr/>
          </p:nvSpPr>
          <p:spPr>
            <a:xfrm>
              <a:off x="2058693" y="1201634"/>
              <a:ext cx="540327" cy="594360"/>
            </a:xfrm>
            <a:prstGeom prst="ellipse">
              <a:avLst/>
            </a:prstGeom>
            <a:solidFill>
              <a:srgbClr val="DFEDE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3" name="Axis 2 icon">
              <a:extLst>
                <a:ext uri="{FF2B5EF4-FFF2-40B4-BE49-F238E27FC236}">
                  <a16:creationId xmlns:a16="http://schemas.microsoft.com/office/drawing/2014/main" id="{352EE0A9-871E-6ECF-FF79-EC291FB636E8}"/>
                </a:ext>
              </a:extLst>
            </p:cNvPr>
            <p:cNvSpPr/>
            <p:nvPr/>
          </p:nvSpPr>
          <p:spPr>
            <a:xfrm>
              <a:off x="2183384" y="1329650"/>
              <a:ext cx="290945" cy="320040"/>
            </a:xfrm>
            <a:custGeom>
              <a:avLst/>
              <a:gdLst/>
              <a:ahLst/>
              <a:cxnLst/>
              <a:rect l="0" t="0" r="r" b="b"/>
              <a:pathLst>
                <a:path w="24000" h="24000" fill="none" extrusionOk="0">
                  <a:moveTo>
                    <a:pt x="6000" y="3000"/>
                  </a:moveTo>
                  <a:lnTo>
                    <a:pt x="18000" y="3000"/>
                  </a:lnTo>
                  <a:lnTo>
                    <a:pt x="18000" y="21000"/>
                  </a:lnTo>
                  <a:lnTo>
                    <a:pt x="6000" y="21000"/>
                  </a:lnTo>
                  <a:close/>
                  <a:moveTo>
                    <a:pt x="6000" y="5000"/>
                  </a:moveTo>
                  <a:lnTo>
                    <a:pt x="3000" y="5000"/>
                  </a:lnTo>
                  <a:lnTo>
                    <a:pt x="3000" y="22000"/>
                  </a:lnTo>
                  <a:lnTo>
                    <a:pt x="16000" y="22000"/>
                  </a:lnTo>
                  <a:moveTo>
                    <a:pt x="9000" y="7000"/>
                  </a:moveTo>
                  <a:lnTo>
                    <a:pt x="15000" y="7000"/>
                  </a:lnTo>
                  <a:moveTo>
                    <a:pt x="9000" y="10000"/>
                  </a:moveTo>
                  <a:lnTo>
                    <a:pt x="15000" y="10000"/>
                  </a:lnTo>
                  <a:moveTo>
                    <a:pt x="9000" y="13000"/>
                  </a:moveTo>
                  <a:lnTo>
                    <a:pt x="15000" y="13000"/>
                  </a:lnTo>
                  <a:moveTo>
                    <a:pt x="9000" y="16000"/>
                  </a:moveTo>
                  <a:lnTo>
                    <a:pt x="15000" y="16000"/>
                  </a:lnTo>
                </a:path>
              </a:pathLst>
            </a:custGeom>
            <a:solidFill>
              <a:srgbClr val="004545"/>
            </a:solidFill>
            <a:ln w="10160" cap="rnd">
              <a:solidFill>
                <a:schemeClr val="accent1"/>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grpSp>
      <p:sp>
        <p:nvSpPr>
          <p:cNvPr id="21" name="Axis 2 progress track">
            <a:extLst>
              <a:ext uri="{FF2B5EF4-FFF2-40B4-BE49-F238E27FC236}">
                <a16:creationId xmlns:a16="http://schemas.microsoft.com/office/drawing/2014/main" id="{86FA976C-B23D-408D-BE98-0CC728F50341}"/>
              </a:ext>
            </a:extLst>
          </p:cNvPr>
          <p:cNvSpPr/>
          <p:nvPr/>
        </p:nvSpPr>
        <p:spPr>
          <a:xfrm>
            <a:off x="561986" y="3604678"/>
            <a:ext cx="2975957" cy="45719"/>
          </a:xfrm>
          <a:prstGeom prst="rect">
            <a:avLst/>
          </a:prstGeom>
          <a:solidFill>
            <a:srgbClr val="E4E3E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3" name="Axis 2 progress fill">
            <a:extLst>
              <a:ext uri="{FF2B5EF4-FFF2-40B4-BE49-F238E27FC236}">
                <a16:creationId xmlns:a16="http://schemas.microsoft.com/office/drawing/2014/main" id="{DC145411-10C8-3433-960F-17B0BE6FE099}"/>
              </a:ext>
            </a:extLst>
          </p:cNvPr>
          <p:cNvSpPr/>
          <p:nvPr/>
        </p:nvSpPr>
        <p:spPr>
          <a:xfrm>
            <a:off x="532226" y="3604678"/>
            <a:ext cx="2380765" cy="45719"/>
          </a:xfrm>
          <a:prstGeom prst="rect">
            <a:avLst/>
          </a:prstGeom>
          <a:solidFill>
            <a:srgbClr val="074D46"/>
          </a:solidFill>
          <a:ln>
            <a:solidFill>
              <a:srgbClr val="00454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5" name="Axis 1 card background">
            <a:extLst>
              <a:ext uri="{FF2B5EF4-FFF2-40B4-BE49-F238E27FC236}">
                <a16:creationId xmlns:a16="http://schemas.microsoft.com/office/drawing/2014/main" id="{6EEF22BF-9B0A-EA1D-5B42-969A0E9E9A43}"/>
              </a:ext>
            </a:extLst>
          </p:cNvPr>
          <p:cNvSpPr/>
          <p:nvPr/>
        </p:nvSpPr>
        <p:spPr>
          <a:xfrm>
            <a:off x="3926311" y="1043526"/>
            <a:ext cx="3374966" cy="2718427"/>
          </a:xfrm>
          <a:prstGeom prst="roundRect">
            <a:avLst>
              <a:gd name="adj" fmla="val 4500"/>
            </a:avLst>
          </a:prstGeom>
          <a:solidFill>
            <a:srgbClr val="FFFFFF"/>
          </a:solidFill>
          <a:ln w="7620">
            <a:solidFill>
              <a:srgbClr val="EFE3D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graphicFrame>
        <p:nvGraphicFramePr>
          <p:cNvPr id="27" name="Native doughnut chart - Axis 1 - 40 percent">
            <a:extLst>
              <a:ext uri="{FF2B5EF4-FFF2-40B4-BE49-F238E27FC236}">
                <a16:creationId xmlns:a16="http://schemas.microsoft.com/office/drawing/2014/main" id="{8C048D52-55ED-D089-B24C-EC44076E4143}"/>
              </a:ext>
            </a:extLst>
          </p:cNvPr>
          <p:cNvGraphicFramePr>
            <a:graphicFrameLocks noGrp="1"/>
          </p:cNvGraphicFramePr>
          <p:nvPr>
            <p:extLst>
              <p:ext uri="{D42A27DB-BD31-4B8C-83A1-F6EECF244321}">
                <p14:modId xmlns:p14="http://schemas.microsoft.com/office/powerpoint/2010/main" val="2819193382"/>
              </p:ext>
            </p:extLst>
          </p:nvPr>
        </p:nvGraphicFramePr>
        <p:xfrm>
          <a:off x="3942106" y="1093196"/>
          <a:ext cx="1587731" cy="1685778"/>
        </p:xfrm>
        <a:graphic>
          <a:graphicData uri="http://schemas.openxmlformats.org/drawingml/2006/chart">
            <c:chart xmlns:c="http://schemas.openxmlformats.org/drawingml/2006/chart" xmlns:r="http://schemas.openxmlformats.org/officeDocument/2006/relationships" r:id="rId3"/>
          </a:graphicData>
        </a:graphic>
      </p:graphicFrame>
      <p:sp>
        <p:nvSpPr>
          <p:cNvPr id="31" name="Axis 1 percentage label">
            <a:extLst>
              <a:ext uri="{FF2B5EF4-FFF2-40B4-BE49-F238E27FC236}">
                <a16:creationId xmlns:a16="http://schemas.microsoft.com/office/drawing/2014/main" id="{A5DAD3C7-F1F1-6064-5440-BF9FDBF2249F}"/>
              </a:ext>
            </a:extLst>
          </p:cNvPr>
          <p:cNvSpPr txBox="1"/>
          <p:nvPr/>
        </p:nvSpPr>
        <p:spPr>
          <a:xfrm>
            <a:off x="4041859" y="1705780"/>
            <a:ext cx="1388225" cy="414825"/>
          </a:xfrm>
          <a:prstGeom prst="rect">
            <a:avLst/>
          </a:prstGeom>
          <a:noFill/>
          <a:effectLst/>
        </p:spPr>
        <p:txBody>
          <a:bodyPr wrap="square" lIns="0" tIns="0" rIns="0" bIns="0" anchor="ctr"/>
          <a:lstStyle/>
          <a:p>
            <a:pPr algn="ctr" rtl="0">
              <a:lnSpc>
                <a:spcPct val="110000"/>
              </a:lnSpc>
              <a:spcBef>
                <a:spcPts val="0"/>
              </a:spcBef>
              <a:spcAft>
                <a:spcPts val="0"/>
              </a:spcAft>
            </a:pPr>
            <a:r>
              <a:rPr lang="ar-SA" sz="2450" b="1" dirty="0">
                <a:solidFill>
                  <a:srgbClr val="C89A56"/>
                </a:solidFill>
                <a:latin typeface="Arial"/>
                <a:ea typeface="Arial"/>
                <a:cs typeface="Arial"/>
              </a:rPr>
              <a:t>50</a:t>
            </a:r>
            <a:r>
              <a:rPr lang="en-US" sz="2450" b="1" dirty="0">
                <a:solidFill>
                  <a:srgbClr val="C89A56"/>
                </a:solidFill>
                <a:latin typeface="Arial"/>
                <a:ea typeface="Arial"/>
                <a:cs typeface="Arial"/>
              </a:rPr>
              <a:t>%</a:t>
            </a:r>
          </a:p>
        </p:txBody>
      </p:sp>
      <p:grpSp>
        <p:nvGrpSpPr>
          <p:cNvPr id="123" name="Group 122">
            <a:extLst>
              <a:ext uri="{FF2B5EF4-FFF2-40B4-BE49-F238E27FC236}">
                <a16:creationId xmlns:a16="http://schemas.microsoft.com/office/drawing/2014/main" id="{E6AC0DE7-1A6D-C610-E91D-C80736816A05}"/>
              </a:ext>
            </a:extLst>
          </p:cNvPr>
          <p:cNvGrpSpPr/>
          <p:nvPr/>
        </p:nvGrpSpPr>
        <p:grpSpPr>
          <a:xfrm>
            <a:off x="5914469" y="1220712"/>
            <a:ext cx="870203" cy="839946"/>
            <a:chOff x="5631668" y="1201634"/>
            <a:chExt cx="540327" cy="594360"/>
          </a:xfrm>
        </p:grpSpPr>
        <p:sp>
          <p:nvSpPr>
            <p:cNvPr id="33" name="Axis 1 icon background">
              <a:extLst>
                <a:ext uri="{FF2B5EF4-FFF2-40B4-BE49-F238E27FC236}">
                  <a16:creationId xmlns:a16="http://schemas.microsoft.com/office/drawing/2014/main" id="{42F9A22A-9B18-2D1F-D028-551082AA342E}"/>
                </a:ext>
              </a:extLst>
            </p:cNvPr>
            <p:cNvSpPr/>
            <p:nvPr/>
          </p:nvSpPr>
          <p:spPr>
            <a:xfrm>
              <a:off x="5631668" y="1201634"/>
              <a:ext cx="540327" cy="594360"/>
            </a:xfrm>
            <a:prstGeom prst="ellipse">
              <a:avLst/>
            </a:prstGeom>
            <a:solidFill>
              <a:srgbClr val="F5F0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5" name="Axis 1 icon">
              <a:extLst>
                <a:ext uri="{FF2B5EF4-FFF2-40B4-BE49-F238E27FC236}">
                  <a16:creationId xmlns:a16="http://schemas.microsoft.com/office/drawing/2014/main" id="{90D56BDD-3C11-7385-40F2-0950C79B85A1}"/>
                </a:ext>
              </a:extLst>
            </p:cNvPr>
            <p:cNvSpPr/>
            <p:nvPr/>
          </p:nvSpPr>
          <p:spPr>
            <a:xfrm>
              <a:off x="5756359" y="1329650"/>
              <a:ext cx="290945" cy="320040"/>
            </a:xfrm>
            <a:prstGeom prst="gear6">
              <a:avLst/>
            </a:prstGeom>
            <a:noFill/>
            <a:ln w="10160">
              <a:solidFill>
                <a:srgbClr val="AD7D3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7" name="Circle">
              <a:extLst>
                <a:ext uri="{FF2B5EF4-FFF2-40B4-BE49-F238E27FC236}">
                  <a16:creationId xmlns:a16="http://schemas.microsoft.com/office/drawing/2014/main" id="{5C88B6BF-2E66-9C91-DF67-CAF26E112B6A}"/>
                </a:ext>
              </a:extLst>
            </p:cNvPr>
            <p:cNvSpPr/>
            <p:nvPr/>
          </p:nvSpPr>
          <p:spPr>
            <a:xfrm>
              <a:off x="5855279" y="1438463"/>
              <a:ext cx="93102" cy="102412"/>
            </a:xfrm>
            <a:prstGeom prst="ellipse">
              <a:avLst/>
            </a:prstGeom>
            <a:noFill/>
            <a:ln w="10160">
              <a:solidFill>
                <a:srgbClr val="AD7D3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grpSp>
      <p:sp>
        <p:nvSpPr>
          <p:cNvPr id="39" name="Axis 1 title">
            <a:extLst>
              <a:ext uri="{FF2B5EF4-FFF2-40B4-BE49-F238E27FC236}">
                <a16:creationId xmlns:a16="http://schemas.microsoft.com/office/drawing/2014/main" id="{3E318CEF-FCC1-1F06-1D8E-A9C37AEBD7FC}"/>
              </a:ext>
            </a:extLst>
          </p:cNvPr>
          <p:cNvSpPr txBox="1"/>
          <p:nvPr/>
        </p:nvSpPr>
        <p:spPr>
          <a:xfrm>
            <a:off x="5368871" y="2510256"/>
            <a:ext cx="1504604" cy="282434"/>
          </a:xfrm>
          <a:prstGeom prst="rect">
            <a:avLst/>
          </a:prstGeom>
          <a:noFill/>
          <a:effectLst/>
        </p:spPr>
        <p:txBody>
          <a:bodyPr wrap="square" lIns="0" tIns="0" rIns="0" bIns="0" anchor="ctr"/>
          <a:lstStyle/>
          <a:p>
            <a:pPr algn="r" rtl="1">
              <a:lnSpc>
                <a:spcPct val="110000"/>
              </a:lnSpc>
              <a:spcBef>
                <a:spcPts val="0"/>
              </a:spcBef>
              <a:spcAft>
                <a:spcPts val="0"/>
              </a:spcAft>
            </a:pPr>
            <a:r>
              <a:rPr lang="ar-SA" sz="2400" b="1" dirty="0">
                <a:solidFill>
                  <a:srgbClr val="172D31"/>
                </a:solidFill>
                <a:latin typeface="Abar Mid" pitchFamily="50" charset="-78"/>
                <a:ea typeface="Abar Mid" pitchFamily="50" charset="-78"/>
                <a:cs typeface="Abar Mid" pitchFamily="50" charset="-78"/>
              </a:rPr>
              <a:t>تجربة المستخدم</a:t>
            </a:r>
          </a:p>
        </p:txBody>
      </p:sp>
      <p:sp>
        <p:nvSpPr>
          <p:cNvPr id="45" name="Axis 1 progress track">
            <a:extLst>
              <a:ext uri="{FF2B5EF4-FFF2-40B4-BE49-F238E27FC236}">
                <a16:creationId xmlns:a16="http://schemas.microsoft.com/office/drawing/2014/main" id="{5638647B-2548-8026-9723-15AA027C3DB2}"/>
              </a:ext>
            </a:extLst>
          </p:cNvPr>
          <p:cNvSpPr/>
          <p:nvPr/>
        </p:nvSpPr>
        <p:spPr>
          <a:xfrm>
            <a:off x="4134961" y="3604678"/>
            <a:ext cx="2975957" cy="45719"/>
          </a:xfrm>
          <a:prstGeom prst="rect">
            <a:avLst/>
          </a:prstGeom>
          <a:solidFill>
            <a:srgbClr val="E4E3E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7" name="Axis 1 progress fill">
            <a:extLst>
              <a:ext uri="{FF2B5EF4-FFF2-40B4-BE49-F238E27FC236}">
                <a16:creationId xmlns:a16="http://schemas.microsoft.com/office/drawing/2014/main" id="{3ACFD9DD-3129-BBAB-BB36-913C70B3E25B}"/>
              </a:ext>
            </a:extLst>
          </p:cNvPr>
          <p:cNvSpPr/>
          <p:nvPr/>
        </p:nvSpPr>
        <p:spPr>
          <a:xfrm>
            <a:off x="4045682" y="3604678"/>
            <a:ext cx="2380765" cy="45719"/>
          </a:xfrm>
          <a:prstGeom prst="rect">
            <a:avLst/>
          </a:prstGeom>
          <a:solidFill>
            <a:srgbClr val="C89A56"/>
          </a:solidFill>
          <a:ln>
            <a:solidFill>
              <a:srgbClr val="D9A86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9" name="Axis 4 card background">
            <a:extLst>
              <a:ext uri="{FF2B5EF4-FFF2-40B4-BE49-F238E27FC236}">
                <a16:creationId xmlns:a16="http://schemas.microsoft.com/office/drawing/2014/main" id="{1E064446-06E3-6C84-94D7-8A658D4E7C6A}"/>
              </a:ext>
            </a:extLst>
          </p:cNvPr>
          <p:cNvSpPr/>
          <p:nvPr/>
        </p:nvSpPr>
        <p:spPr>
          <a:xfrm>
            <a:off x="353336" y="3997038"/>
            <a:ext cx="3374966" cy="2718427"/>
          </a:xfrm>
          <a:prstGeom prst="roundRect">
            <a:avLst>
              <a:gd name="adj" fmla="val 4500"/>
            </a:avLst>
          </a:prstGeom>
          <a:solidFill>
            <a:srgbClr val="FFFFFF"/>
          </a:solidFill>
          <a:ln w="7620">
            <a:solidFill>
              <a:srgbClr val="EFE3D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graphicFrame>
        <p:nvGraphicFramePr>
          <p:cNvPr id="51" name="Native doughnut chart - Axis 4 - 60 percent">
            <a:extLst>
              <a:ext uri="{FF2B5EF4-FFF2-40B4-BE49-F238E27FC236}">
                <a16:creationId xmlns:a16="http://schemas.microsoft.com/office/drawing/2014/main" id="{5ADC4D71-F3BD-CB53-A163-D61CBBBAA2A8}"/>
              </a:ext>
            </a:extLst>
          </p:cNvPr>
          <p:cNvGraphicFramePr>
            <a:graphicFrameLocks noGrp="1"/>
          </p:cNvGraphicFramePr>
          <p:nvPr>
            <p:extLst>
              <p:ext uri="{D42A27DB-BD31-4B8C-83A1-F6EECF244321}">
                <p14:modId xmlns:p14="http://schemas.microsoft.com/office/powerpoint/2010/main" val="2431622139"/>
              </p:ext>
            </p:extLst>
          </p:nvPr>
        </p:nvGraphicFramePr>
        <p:xfrm>
          <a:off x="369131" y="4046708"/>
          <a:ext cx="1587731" cy="1685778"/>
        </p:xfrm>
        <a:graphic>
          <a:graphicData uri="http://schemas.openxmlformats.org/drawingml/2006/chart">
            <c:chart xmlns:c="http://schemas.openxmlformats.org/drawingml/2006/chart" xmlns:r="http://schemas.openxmlformats.org/officeDocument/2006/relationships" r:id="rId4"/>
          </a:graphicData>
        </a:graphic>
      </p:graphicFrame>
      <p:sp>
        <p:nvSpPr>
          <p:cNvPr id="55" name="Axis 4 percentage label">
            <a:extLst>
              <a:ext uri="{FF2B5EF4-FFF2-40B4-BE49-F238E27FC236}">
                <a16:creationId xmlns:a16="http://schemas.microsoft.com/office/drawing/2014/main" id="{913B1D46-65C4-5BA7-FD7D-0ABA99136552}"/>
              </a:ext>
            </a:extLst>
          </p:cNvPr>
          <p:cNvSpPr txBox="1"/>
          <p:nvPr/>
        </p:nvSpPr>
        <p:spPr>
          <a:xfrm>
            <a:off x="468883" y="4659291"/>
            <a:ext cx="1388225" cy="414825"/>
          </a:xfrm>
          <a:prstGeom prst="rect">
            <a:avLst/>
          </a:prstGeom>
          <a:noFill/>
          <a:effectLst/>
        </p:spPr>
        <p:txBody>
          <a:bodyPr wrap="square" lIns="0" tIns="0" rIns="0" bIns="0" anchor="ctr"/>
          <a:lstStyle/>
          <a:p>
            <a:pPr algn="ctr" rtl="0">
              <a:lnSpc>
                <a:spcPct val="110000"/>
              </a:lnSpc>
              <a:spcBef>
                <a:spcPts val="0"/>
              </a:spcBef>
              <a:spcAft>
                <a:spcPts val="0"/>
              </a:spcAft>
            </a:pPr>
            <a:r>
              <a:rPr lang="ar-SA" sz="2450" b="1" dirty="0">
                <a:solidFill>
                  <a:srgbClr val="66A5CE"/>
                </a:solidFill>
                <a:latin typeface="Arial"/>
                <a:ea typeface="Arial"/>
                <a:cs typeface="Arial"/>
              </a:rPr>
              <a:t>10</a:t>
            </a:r>
            <a:r>
              <a:rPr lang="en-US" sz="2450" b="1" dirty="0">
                <a:solidFill>
                  <a:srgbClr val="66A5CE"/>
                </a:solidFill>
                <a:latin typeface="Arial"/>
                <a:ea typeface="Arial"/>
                <a:cs typeface="Arial"/>
              </a:rPr>
              <a:t>%</a:t>
            </a:r>
          </a:p>
        </p:txBody>
      </p:sp>
      <p:grpSp>
        <p:nvGrpSpPr>
          <p:cNvPr id="124" name="Group 123">
            <a:extLst>
              <a:ext uri="{FF2B5EF4-FFF2-40B4-BE49-F238E27FC236}">
                <a16:creationId xmlns:a16="http://schemas.microsoft.com/office/drawing/2014/main" id="{8B2F6F15-779E-ED6E-CD55-2DD89D71326E}"/>
              </a:ext>
            </a:extLst>
          </p:cNvPr>
          <p:cNvGrpSpPr/>
          <p:nvPr/>
        </p:nvGrpSpPr>
        <p:grpSpPr>
          <a:xfrm>
            <a:off x="2341494" y="4174224"/>
            <a:ext cx="870203" cy="839946"/>
            <a:chOff x="5631668" y="4155146"/>
            <a:chExt cx="540327" cy="594360"/>
          </a:xfrm>
        </p:grpSpPr>
        <p:sp>
          <p:nvSpPr>
            <p:cNvPr id="79" name="Axis 3 icon background">
              <a:extLst>
                <a:ext uri="{FF2B5EF4-FFF2-40B4-BE49-F238E27FC236}">
                  <a16:creationId xmlns:a16="http://schemas.microsoft.com/office/drawing/2014/main" id="{DE066D82-6C01-F76A-1602-436A1293A360}"/>
                </a:ext>
              </a:extLst>
            </p:cNvPr>
            <p:cNvSpPr/>
            <p:nvPr/>
          </p:nvSpPr>
          <p:spPr>
            <a:xfrm>
              <a:off x="5631668" y="4155146"/>
              <a:ext cx="540327" cy="594360"/>
            </a:xfrm>
            <a:prstGeom prst="ellipse">
              <a:avLst/>
            </a:prstGeom>
            <a:solidFill>
              <a:srgbClr val="E6EFF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1" name="Axis 3 icon">
              <a:extLst>
                <a:ext uri="{FF2B5EF4-FFF2-40B4-BE49-F238E27FC236}">
                  <a16:creationId xmlns:a16="http://schemas.microsoft.com/office/drawing/2014/main" id="{368704EC-8BCD-0AC7-5406-A411B7011711}"/>
                </a:ext>
              </a:extLst>
            </p:cNvPr>
            <p:cNvSpPr/>
            <p:nvPr/>
          </p:nvSpPr>
          <p:spPr>
            <a:xfrm>
              <a:off x="5756359" y="4283162"/>
              <a:ext cx="290945" cy="320040"/>
            </a:xfrm>
            <a:custGeom>
              <a:avLst/>
              <a:gdLst/>
              <a:ahLst/>
              <a:cxnLst/>
              <a:rect l="0" t="0" r="r" b="b"/>
              <a:pathLst>
                <a:path w="24000" h="24000" fill="none" extrusionOk="0">
                  <a:moveTo>
                    <a:pt x="2000" y="8000"/>
                  </a:moveTo>
                  <a:cubicBezTo>
                    <a:pt x="7500" y="2500"/>
                    <a:pt x="16500" y="2500"/>
                    <a:pt x="22000" y="8000"/>
                  </a:cubicBezTo>
                  <a:moveTo>
                    <a:pt x="5400" y="11300"/>
                  </a:moveTo>
                  <a:cubicBezTo>
                    <a:pt x="9000" y="7700"/>
                    <a:pt x="15000" y="7700"/>
                    <a:pt x="18600" y="11300"/>
                  </a:cubicBezTo>
                  <a:moveTo>
                    <a:pt x="8700" y="14600"/>
                  </a:moveTo>
                  <a:cubicBezTo>
                    <a:pt x="10500" y="12800"/>
                    <a:pt x="13500" y="12800"/>
                    <a:pt x="15300" y="14600"/>
                  </a:cubicBezTo>
                </a:path>
                <a:path w="24000" h="24000" fill="none" extrusionOk="0">
                  <a:moveTo>
                    <a:pt x="13000" y="18000"/>
                  </a:moveTo>
                  <a:cubicBezTo>
                    <a:pt x="13000" y="18552"/>
                    <a:pt x="12552" y="19000"/>
                    <a:pt x="12000" y="19000"/>
                  </a:cubicBezTo>
                  <a:cubicBezTo>
                    <a:pt x="11448" y="19000"/>
                    <a:pt x="11000" y="18552"/>
                    <a:pt x="11000" y="18000"/>
                  </a:cubicBezTo>
                  <a:cubicBezTo>
                    <a:pt x="11000" y="17448"/>
                    <a:pt x="11448" y="17000"/>
                    <a:pt x="12000" y="17000"/>
                  </a:cubicBezTo>
                  <a:cubicBezTo>
                    <a:pt x="12552" y="17000"/>
                    <a:pt x="13000" y="17448"/>
                    <a:pt x="13000" y="18000"/>
                  </a:cubicBezTo>
                  <a:close/>
                </a:path>
              </a:pathLst>
            </a:custGeom>
            <a:solidFill>
              <a:srgbClr val="66A5CE"/>
            </a:solidFill>
            <a:ln w="10160" cap="rnd">
              <a:solidFill>
                <a:srgbClr val="66A5CE"/>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grpSp>
      <p:sp>
        <p:nvSpPr>
          <p:cNvPr id="67" name="Axis 4 progress track">
            <a:extLst>
              <a:ext uri="{FF2B5EF4-FFF2-40B4-BE49-F238E27FC236}">
                <a16:creationId xmlns:a16="http://schemas.microsoft.com/office/drawing/2014/main" id="{E49F8266-1BAB-06A2-305F-DCF3F900F398}"/>
              </a:ext>
            </a:extLst>
          </p:cNvPr>
          <p:cNvSpPr/>
          <p:nvPr/>
        </p:nvSpPr>
        <p:spPr>
          <a:xfrm>
            <a:off x="561986" y="6558190"/>
            <a:ext cx="2975957" cy="45719"/>
          </a:xfrm>
          <a:prstGeom prst="rect">
            <a:avLst/>
          </a:prstGeom>
          <a:solidFill>
            <a:srgbClr val="E4E3E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9" name="Axis 4 progress fill">
            <a:extLst>
              <a:ext uri="{FF2B5EF4-FFF2-40B4-BE49-F238E27FC236}">
                <a16:creationId xmlns:a16="http://schemas.microsoft.com/office/drawing/2014/main" id="{C1A89673-FC34-CF4F-B112-A8ED3F859F27}"/>
              </a:ext>
            </a:extLst>
          </p:cNvPr>
          <p:cNvSpPr/>
          <p:nvPr/>
        </p:nvSpPr>
        <p:spPr>
          <a:xfrm>
            <a:off x="502466" y="6558190"/>
            <a:ext cx="2380765" cy="45719"/>
          </a:xfrm>
          <a:prstGeom prst="rect">
            <a:avLst/>
          </a:prstGeom>
          <a:solidFill>
            <a:srgbClr val="66A5CE"/>
          </a:solidFill>
          <a:ln>
            <a:solidFill>
              <a:srgbClr val="66A5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dirty="0"/>
          </a:p>
        </p:txBody>
      </p:sp>
      <p:sp>
        <p:nvSpPr>
          <p:cNvPr id="71" name="Axis 3 card background">
            <a:extLst>
              <a:ext uri="{FF2B5EF4-FFF2-40B4-BE49-F238E27FC236}">
                <a16:creationId xmlns:a16="http://schemas.microsoft.com/office/drawing/2014/main" id="{C36CC6EE-7A2D-DB33-AE4E-CE82ACF69869}"/>
              </a:ext>
            </a:extLst>
          </p:cNvPr>
          <p:cNvSpPr/>
          <p:nvPr/>
        </p:nvSpPr>
        <p:spPr>
          <a:xfrm>
            <a:off x="3926311" y="3997038"/>
            <a:ext cx="3374966" cy="2718427"/>
          </a:xfrm>
          <a:prstGeom prst="roundRect">
            <a:avLst>
              <a:gd name="adj" fmla="val 4500"/>
            </a:avLst>
          </a:prstGeom>
          <a:solidFill>
            <a:srgbClr val="FFFFFF"/>
          </a:solidFill>
          <a:ln w="7620">
            <a:solidFill>
              <a:srgbClr val="EFE3D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graphicFrame>
        <p:nvGraphicFramePr>
          <p:cNvPr id="73" name="Native doughnut chart - Axis 3 - 75 percent">
            <a:extLst>
              <a:ext uri="{FF2B5EF4-FFF2-40B4-BE49-F238E27FC236}">
                <a16:creationId xmlns:a16="http://schemas.microsoft.com/office/drawing/2014/main" id="{CCDF5BCB-6AF7-EFCD-0947-B8B8A8EE7C65}"/>
              </a:ext>
            </a:extLst>
          </p:cNvPr>
          <p:cNvGraphicFramePr>
            <a:graphicFrameLocks noGrp="1"/>
          </p:cNvGraphicFramePr>
          <p:nvPr>
            <p:extLst>
              <p:ext uri="{D42A27DB-BD31-4B8C-83A1-F6EECF244321}">
                <p14:modId xmlns:p14="http://schemas.microsoft.com/office/powerpoint/2010/main" val="1476997082"/>
              </p:ext>
            </p:extLst>
          </p:nvPr>
        </p:nvGraphicFramePr>
        <p:xfrm>
          <a:off x="3942106" y="4046708"/>
          <a:ext cx="1587731" cy="1685778"/>
        </p:xfrm>
        <a:graphic>
          <a:graphicData uri="http://schemas.openxmlformats.org/drawingml/2006/chart">
            <c:chart xmlns:c="http://schemas.openxmlformats.org/drawingml/2006/chart" xmlns:r="http://schemas.openxmlformats.org/officeDocument/2006/relationships" r:id="rId5"/>
          </a:graphicData>
        </a:graphic>
      </p:graphicFrame>
      <p:sp>
        <p:nvSpPr>
          <p:cNvPr id="77" name="Axis 3 percentage label">
            <a:extLst>
              <a:ext uri="{FF2B5EF4-FFF2-40B4-BE49-F238E27FC236}">
                <a16:creationId xmlns:a16="http://schemas.microsoft.com/office/drawing/2014/main" id="{FF3BBA8E-545D-74AE-CF78-E4D8AC786DE5}"/>
              </a:ext>
            </a:extLst>
          </p:cNvPr>
          <p:cNvSpPr txBox="1"/>
          <p:nvPr/>
        </p:nvSpPr>
        <p:spPr>
          <a:xfrm>
            <a:off x="4041859" y="4659291"/>
            <a:ext cx="1388225" cy="414825"/>
          </a:xfrm>
          <a:prstGeom prst="rect">
            <a:avLst/>
          </a:prstGeom>
          <a:noFill/>
          <a:effectLst/>
        </p:spPr>
        <p:txBody>
          <a:bodyPr wrap="square" lIns="0" tIns="0" rIns="0" bIns="0" anchor="ctr"/>
          <a:lstStyle/>
          <a:p>
            <a:pPr algn="ctr" rtl="0">
              <a:lnSpc>
                <a:spcPct val="110000"/>
              </a:lnSpc>
              <a:spcBef>
                <a:spcPts val="0"/>
              </a:spcBef>
              <a:spcAft>
                <a:spcPts val="0"/>
              </a:spcAft>
            </a:pPr>
            <a:r>
              <a:rPr lang="ar-SA" sz="2450" b="1" dirty="0">
                <a:solidFill>
                  <a:srgbClr val="96552F"/>
                </a:solidFill>
                <a:latin typeface="Arial"/>
                <a:ea typeface="Arial"/>
                <a:cs typeface="Arial"/>
              </a:rPr>
              <a:t>15</a:t>
            </a:r>
            <a:r>
              <a:rPr lang="en-US" sz="2450" b="1" dirty="0">
                <a:solidFill>
                  <a:srgbClr val="96552F"/>
                </a:solidFill>
                <a:latin typeface="Arial"/>
                <a:ea typeface="Arial"/>
                <a:cs typeface="Arial"/>
              </a:rPr>
              <a:t>%</a:t>
            </a:r>
          </a:p>
        </p:txBody>
      </p:sp>
      <p:grpSp>
        <p:nvGrpSpPr>
          <p:cNvPr id="125" name="Group 124">
            <a:extLst>
              <a:ext uri="{FF2B5EF4-FFF2-40B4-BE49-F238E27FC236}">
                <a16:creationId xmlns:a16="http://schemas.microsoft.com/office/drawing/2014/main" id="{7A06E093-8B53-885A-34CA-5E409041BF74}"/>
              </a:ext>
            </a:extLst>
          </p:cNvPr>
          <p:cNvGrpSpPr/>
          <p:nvPr/>
        </p:nvGrpSpPr>
        <p:grpSpPr>
          <a:xfrm>
            <a:off x="5914469" y="4174224"/>
            <a:ext cx="870203" cy="839946"/>
            <a:chOff x="2058693" y="4155146"/>
            <a:chExt cx="540327" cy="594360"/>
          </a:xfrm>
        </p:grpSpPr>
        <p:sp>
          <p:nvSpPr>
            <p:cNvPr id="57" name="Axis 4 icon background">
              <a:extLst>
                <a:ext uri="{FF2B5EF4-FFF2-40B4-BE49-F238E27FC236}">
                  <a16:creationId xmlns:a16="http://schemas.microsoft.com/office/drawing/2014/main" id="{C7346229-AD99-4FA8-CD68-83011175FC88}"/>
                </a:ext>
              </a:extLst>
            </p:cNvPr>
            <p:cNvSpPr/>
            <p:nvPr/>
          </p:nvSpPr>
          <p:spPr>
            <a:xfrm>
              <a:off x="2058693" y="4155146"/>
              <a:ext cx="540327" cy="594360"/>
            </a:xfrm>
            <a:prstGeom prst="ellipse">
              <a:avLst/>
            </a:prstGeom>
            <a:solidFill>
              <a:srgbClr val="F3EE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9" name="Axis 4 icon">
              <a:extLst>
                <a:ext uri="{FF2B5EF4-FFF2-40B4-BE49-F238E27FC236}">
                  <a16:creationId xmlns:a16="http://schemas.microsoft.com/office/drawing/2014/main" id="{3C6EA22C-A4EC-6989-F8BC-4E8F0EC0AEB3}"/>
                </a:ext>
              </a:extLst>
            </p:cNvPr>
            <p:cNvSpPr/>
            <p:nvPr/>
          </p:nvSpPr>
          <p:spPr>
            <a:xfrm>
              <a:off x="2183384" y="4283162"/>
              <a:ext cx="290945" cy="320040"/>
            </a:xfrm>
            <a:custGeom>
              <a:avLst/>
              <a:gdLst/>
              <a:ahLst/>
              <a:cxnLst/>
              <a:rect l="0" t="0" r="r" b="b"/>
              <a:pathLst>
                <a:path w="24000" h="24000" fill="none" extrusionOk="0">
                  <a:moveTo>
                    <a:pt x="14600" y="5000"/>
                  </a:moveTo>
                  <a:cubicBezTo>
                    <a:pt x="14600" y="6436"/>
                    <a:pt x="13436" y="7600"/>
                    <a:pt x="12000" y="7600"/>
                  </a:cubicBezTo>
                  <a:cubicBezTo>
                    <a:pt x="10564" y="7600"/>
                    <a:pt x="9400" y="6436"/>
                    <a:pt x="9400" y="5000"/>
                  </a:cubicBezTo>
                  <a:cubicBezTo>
                    <a:pt x="9400" y="3564"/>
                    <a:pt x="10564" y="2400"/>
                    <a:pt x="12000" y="2400"/>
                  </a:cubicBezTo>
                  <a:cubicBezTo>
                    <a:pt x="13436" y="2400"/>
                    <a:pt x="14600" y="3564"/>
                    <a:pt x="14600" y="5000"/>
                  </a:cubicBezTo>
                  <a:close/>
                </a:path>
                <a:path w="24000" h="24000" fill="none" extrusionOk="0">
                  <a:moveTo>
                    <a:pt x="6800" y="8000"/>
                  </a:moveTo>
                  <a:cubicBezTo>
                    <a:pt x="6800" y="9160"/>
                    <a:pt x="5860" y="10100"/>
                    <a:pt x="4700" y="10100"/>
                  </a:cubicBezTo>
                  <a:cubicBezTo>
                    <a:pt x="3540" y="10100"/>
                    <a:pt x="2600" y="9160"/>
                    <a:pt x="2600" y="8000"/>
                  </a:cubicBezTo>
                  <a:cubicBezTo>
                    <a:pt x="2600" y="6840"/>
                    <a:pt x="3540" y="5900"/>
                    <a:pt x="4700" y="5900"/>
                  </a:cubicBezTo>
                  <a:cubicBezTo>
                    <a:pt x="5860" y="5900"/>
                    <a:pt x="6800" y="6840"/>
                    <a:pt x="6800" y="8000"/>
                  </a:cubicBezTo>
                  <a:close/>
                </a:path>
                <a:path w="24000" h="24000" fill="none" extrusionOk="0">
                  <a:moveTo>
                    <a:pt x="21400" y="8000"/>
                  </a:moveTo>
                  <a:cubicBezTo>
                    <a:pt x="21400" y="9160"/>
                    <a:pt x="20460" y="10100"/>
                    <a:pt x="19300" y="10100"/>
                  </a:cubicBezTo>
                  <a:cubicBezTo>
                    <a:pt x="18140" y="10100"/>
                    <a:pt x="17200" y="9160"/>
                    <a:pt x="17200" y="8000"/>
                  </a:cubicBezTo>
                  <a:cubicBezTo>
                    <a:pt x="17200" y="6840"/>
                    <a:pt x="18140" y="5900"/>
                    <a:pt x="19300" y="5900"/>
                  </a:cubicBezTo>
                  <a:cubicBezTo>
                    <a:pt x="20460" y="5900"/>
                    <a:pt x="21400" y="6840"/>
                    <a:pt x="21400" y="8000"/>
                  </a:cubicBezTo>
                  <a:close/>
                </a:path>
                <a:path w="24000" h="24000" fill="none" extrusionOk="0">
                  <a:moveTo>
                    <a:pt x="7700" y="21000"/>
                  </a:moveTo>
                  <a:lnTo>
                    <a:pt x="7700" y="13000"/>
                  </a:lnTo>
                  <a:cubicBezTo>
                    <a:pt x="7700" y="9200"/>
                    <a:pt x="16300" y="9200"/>
                    <a:pt x="16300" y="13000"/>
                  </a:cubicBezTo>
                  <a:lnTo>
                    <a:pt x="16300" y="21000"/>
                  </a:lnTo>
                  <a:moveTo>
                    <a:pt x="10000" y="21000"/>
                  </a:moveTo>
                  <a:lnTo>
                    <a:pt x="10000" y="15000"/>
                  </a:lnTo>
                  <a:moveTo>
                    <a:pt x="14000" y="21000"/>
                  </a:moveTo>
                  <a:lnTo>
                    <a:pt x="14000" y="15000"/>
                  </a:lnTo>
                  <a:moveTo>
                    <a:pt x="5500" y="21000"/>
                  </a:moveTo>
                  <a:lnTo>
                    <a:pt x="2300" y="21000"/>
                  </a:lnTo>
                  <a:lnTo>
                    <a:pt x="2300" y="14000"/>
                  </a:lnTo>
                  <a:cubicBezTo>
                    <a:pt x="2300" y="11400"/>
                    <a:pt x="4500" y="11300"/>
                    <a:pt x="6500" y="12000"/>
                  </a:cubicBezTo>
                  <a:moveTo>
                    <a:pt x="18500" y="21000"/>
                  </a:moveTo>
                  <a:lnTo>
                    <a:pt x="21700" y="21000"/>
                  </a:lnTo>
                  <a:lnTo>
                    <a:pt x="21700" y="14000"/>
                  </a:lnTo>
                  <a:cubicBezTo>
                    <a:pt x="21700" y="11400"/>
                    <a:pt x="19500" y="11300"/>
                    <a:pt x="17500" y="12000"/>
                  </a:cubicBezTo>
                </a:path>
              </a:pathLst>
            </a:custGeom>
            <a:noFill/>
            <a:ln w="10160" cap="rnd">
              <a:solidFill>
                <a:srgbClr val="96552F"/>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grpSp>
      <p:sp>
        <p:nvSpPr>
          <p:cNvPr id="89" name="Axis 3 progress track">
            <a:extLst>
              <a:ext uri="{FF2B5EF4-FFF2-40B4-BE49-F238E27FC236}">
                <a16:creationId xmlns:a16="http://schemas.microsoft.com/office/drawing/2014/main" id="{AB95FCC8-371B-FC85-63F6-49EB88F0B9B7}"/>
              </a:ext>
            </a:extLst>
          </p:cNvPr>
          <p:cNvSpPr/>
          <p:nvPr/>
        </p:nvSpPr>
        <p:spPr>
          <a:xfrm>
            <a:off x="4134961" y="6558190"/>
            <a:ext cx="2975957" cy="45719"/>
          </a:xfrm>
          <a:prstGeom prst="rect">
            <a:avLst/>
          </a:prstGeom>
          <a:solidFill>
            <a:srgbClr val="E4E3E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91" name="Axis 3 progress fill">
            <a:extLst>
              <a:ext uri="{FF2B5EF4-FFF2-40B4-BE49-F238E27FC236}">
                <a16:creationId xmlns:a16="http://schemas.microsoft.com/office/drawing/2014/main" id="{58E618C3-D6B7-D4B9-E755-58C1B60AE0F7}"/>
              </a:ext>
            </a:extLst>
          </p:cNvPr>
          <p:cNvSpPr/>
          <p:nvPr/>
        </p:nvSpPr>
        <p:spPr>
          <a:xfrm>
            <a:off x="4097762" y="6558190"/>
            <a:ext cx="2380765" cy="45719"/>
          </a:xfrm>
          <a:prstGeom prst="rect">
            <a:avLst/>
          </a:prstGeom>
          <a:solidFill>
            <a:srgbClr val="96552F"/>
          </a:solidFill>
          <a:ln>
            <a:solidFill>
              <a:srgbClr val="96552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graphicFrame>
        <p:nvGraphicFramePr>
          <p:cNvPr id="93" name="Chart 92">
            <a:extLst>
              <a:ext uri="{FF2B5EF4-FFF2-40B4-BE49-F238E27FC236}">
                <a16:creationId xmlns:a16="http://schemas.microsoft.com/office/drawing/2014/main" id="{CFF678BD-DAB1-6191-0210-AD8B8A2C703B}"/>
              </a:ext>
            </a:extLst>
          </p:cNvPr>
          <p:cNvGraphicFramePr/>
          <p:nvPr>
            <p:extLst>
              <p:ext uri="{D42A27DB-BD31-4B8C-83A1-F6EECF244321}">
                <p14:modId xmlns:p14="http://schemas.microsoft.com/office/powerpoint/2010/main" val="4135066319"/>
              </p:ext>
            </p:extLst>
          </p:nvPr>
        </p:nvGraphicFramePr>
        <p:xfrm>
          <a:off x="215899" y="7205186"/>
          <a:ext cx="7133807" cy="2230845"/>
        </p:xfrm>
        <a:graphic>
          <a:graphicData uri="http://schemas.openxmlformats.org/drawingml/2006/chart">
            <c:chart xmlns:c="http://schemas.openxmlformats.org/drawingml/2006/chart" xmlns:r="http://schemas.openxmlformats.org/officeDocument/2006/relationships" r:id="rId6"/>
          </a:graphicData>
        </a:graphic>
      </p:graphicFrame>
      <p:sp>
        <p:nvSpPr>
          <p:cNvPr id="96" name="TextBox 95">
            <a:extLst>
              <a:ext uri="{FF2B5EF4-FFF2-40B4-BE49-F238E27FC236}">
                <a16:creationId xmlns:a16="http://schemas.microsoft.com/office/drawing/2014/main" id="{07FCBFD7-ECDA-ADF6-E9FD-BB02DAEDF2D5}"/>
              </a:ext>
            </a:extLst>
          </p:cNvPr>
          <p:cNvSpPr txBox="1"/>
          <p:nvPr/>
        </p:nvSpPr>
        <p:spPr>
          <a:xfrm>
            <a:off x="3654303" y="6852626"/>
            <a:ext cx="3219172" cy="276999"/>
          </a:xfrm>
          <a:prstGeom prst="rect">
            <a:avLst/>
          </a:prstGeom>
          <a:noFill/>
        </p:spPr>
        <p:txBody>
          <a:bodyPr wrap="square" rtlCol="0">
            <a:spAutoFit/>
          </a:bodyPr>
          <a:lstStyle/>
          <a:p>
            <a:pPr algn="r"/>
            <a:r>
              <a:rPr lang="ar-SA" sz="1200" dirty="0">
                <a:latin typeface="Abar Mid" pitchFamily="50" charset="-78"/>
                <a:ea typeface="Abar Mid" pitchFamily="50" charset="-78"/>
                <a:cs typeface="Abar Mid" pitchFamily="50" charset="-78"/>
              </a:rPr>
              <a:t>نسبة الإنجاز حسب القطاع</a:t>
            </a:r>
          </a:p>
        </p:txBody>
      </p:sp>
      <p:cxnSp>
        <p:nvCxnSpPr>
          <p:cNvPr id="97" name="Straight Connector 96">
            <a:extLst>
              <a:ext uri="{FF2B5EF4-FFF2-40B4-BE49-F238E27FC236}">
                <a16:creationId xmlns:a16="http://schemas.microsoft.com/office/drawing/2014/main" id="{D5C92427-342F-6A8A-560D-F0D695DE6892}"/>
              </a:ext>
            </a:extLst>
          </p:cNvPr>
          <p:cNvCxnSpPr>
            <a:cxnSpLocks/>
          </p:cNvCxnSpPr>
          <p:nvPr/>
        </p:nvCxnSpPr>
        <p:spPr>
          <a:xfrm flipH="1">
            <a:off x="215899" y="6968327"/>
            <a:ext cx="5020165" cy="0"/>
          </a:xfrm>
          <a:prstGeom prst="line">
            <a:avLst/>
          </a:prstGeom>
          <a:ln>
            <a:solidFill>
              <a:srgbClr val="E2BC8E"/>
            </a:solidFill>
          </a:ln>
        </p:spPr>
        <p:style>
          <a:lnRef idx="2">
            <a:schemeClr val="accent1"/>
          </a:lnRef>
          <a:fillRef idx="0">
            <a:schemeClr val="accent1"/>
          </a:fillRef>
          <a:effectRef idx="1">
            <a:schemeClr val="accent1"/>
          </a:effectRef>
          <a:fontRef idx="minor">
            <a:schemeClr val="tx1"/>
          </a:fontRef>
        </p:style>
      </p:cxnSp>
      <p:grpSp>
        <p:nvGrpSpPr>
          <p:cNvPr id="98" name="Merger2" descr="{&quot;Key&quot;:&quot;POWER_USER_SHAPE_ICON&quot;,&quot;Value&quot;:&quot;POWER_USER_SHAPE_ICON_STYLE_1&quot;}">
            <a:extLst>
              <a:ext uri="{FF2B5EF4-FFF2-40B4-BE49-F238E27FC236}">
                <a16:creationId xmlns:a16="http://schemas.microsoft.com/office/drawing/2014/main" id="{F91D8688-BE95-CCBE-5149-1031B39A6145}"/>
              </a:ext>
            </a:extLst>
          </p:cNvPr>
          <p:cNvGrpSpPr>
            <a:grpSpLocks noChangeAspect="1"/>
          </p:cNvGrpSpPr>
          <p:nvPr/>
        </p:nvGrpSpPr>
        <p:grpSpPr>
          <a:xfrm>
            <a:off x="6918957" y="6863678"/>
            <a:ext cx="419674" cy="198992"/>
            <a:chOff x="1955989" y="972255"/>
            <a:chExt cx="1529906" cy="751553"/>
          </a:xfrm>
          <a:solidFill>
            <a:srgbClr val="D9A86A"/>
          </a:solidFill>
        </p:grpSpPr>
        <p:sp>
          <p:nvSpPr>
            <p:cNvPr id="100" name="Free-form: Shape 10">
              <a:extLst>
                <a:ext uri="{FF2B5EF4-FFF2-40B4-BE49-F238E27FC236}">
                  <a16:creationId xmlns:a16="http://schemas.microsoft.com/office/drawing/2014/main" id="{9A4B6DD6-7C0D-3851-97E4-C3D7D70D4D31}"/>
                </a:ext>
              </a:extLst>
            </p:cNvPr>
            <p:cNvSpPr>
              <a:spLocks noChangeAspect="1"/>
            </p:cNvSpPr>
            <p:nvPr/>
          </p:nvSpPr>
          <p:spPr>
            <a:xfrm>
              <a:off x="1955989" y="972255"/>
              <a:ext cx="1529906" cy="751553"/>
            </a:xfrm>
            <a:custGeom>
              <a:avLst/>
              <a:gdLst>
                <a:gd name="csX0" fmla="*/ 775773 w 1529906"/>
                <a:gd name="csY0" fmla="*/ 721683 h 751553"/>
                <a:gd name="csX1" fmla="*/ 823390 w 1529906"/>
                <a:gd name="csY1" fmla="*/ 721683 h 751553"/>
                <a:gd name="csX2" fmla="*/ 825600 w 1529906"/>
                <a:gd name="csY2" fmla="*/ 719473 h 751553"/>
                <a:gd name="csX3" fmla="*/ 825600 w 1529906"/>
                <a:gd name="csY3" fmla="*/ 207936 h 751553"/>
                <a:gd name="csX4" fmla="*/ 837321 w 1529906"/>
                <a:gd name="csY4" fmla="*/ 189050 h 751553"/>
                <a:gd name="csX5" fmla="*/ 1192008 w 1529906"/>
                <a:gd name="csY5" fmla="*/ 4138 h 751553"/>
                <a:gd name="csX6" fmla="*/ 1224556 w 1529906"/>
                <a:gd name="csY6" fmla="*/ 10501 h 751553"/>
                <a:gd name="csX7" fmla="*/ 1334124 w 1529906"/>
                <a:gd name="csY7" fmla="*/ 120805 h 751553"/>
                <a:gd name="csX8" fmla="*/ 1389845 w 1529906"/>
                <a:gd name="csY8" fmla="*/ 173646 h 751553"/>
                <a:gd name="csX9" fmla="*/ 1396877 w 1529906"/>
                <a:gd name="csY9" fmla="*/ 189318 h 751553"/>
                <a:gd name="csX10" fmla="*/ 1396877 w 1529906"/>
                <a:gd name="csY10" fmla="*/ 717330 h 751553"/>
                <a:gd name="csX11" fmla="*/ 1401364 w 1529906"/>
                <a:gd name="csY11" fmla="*/ 721750 h 751553"/>
                <a:gd name="csX12" fmla="*/ 1516356 w 1529906"/>
                <a:gd name="csY12" fmla="*/ 721550 h 751553"/>
                <a:gd name="csX13" fmla="*/ 1529906 w 1529906"/>
                <a:gd name="csY13" fmla="*/ 734981 h 751553"/>
                <a:gd name="csX14" fmla="*/ 1529818 w 1529906"/>
                <a:gd name="csY14" fmla="*/ 736618 h 751553"/>
                <a:gd name="csX15" fmla="*/ 1529818 w 1529906"/>
                <a:gd name="csY15" fmla="*/ 737020 h 751553"/>
                <a:gd name="csX16" fmla="*/ 1513544 w 1529906"/>
                <a:gd name="csY16" fmla="*/ 751553 h 751553"/>
                <a:gd name="csX17" fmla="*/ 15968 w 1529906"/>
                <a:gd name="csY17" fmla="*/ 751218 h 751553"/>
                <a:gd name="csX18" fmla="*/ 162 w 1529906"/>
                <a:gd name="csY18" fmla="*/ 737489 h 751553"/>
                <a:gd name="csX19" fmla="*/ 162 w 1529906"/>
                <a:gd name="csY19" fmla="*/ 737355 h 751553"/>
                <a:gd name="csX20" fmla="*/ 10651 w 1529906"/>
                <a:gd name="csY20" fmla="*/ 722849 h 751553"/>
                <a:gd name="csX21" fmla="*/ 12686 w 1529906"/>
                <a:gd name="csY21" fmla="*/ 722688 h 751553"/>
                <a:gd name="csX22" fmla="*/ 132902 w 1529906"/>
                <a:gd name="csY22" fmla="*/ 722554 h 751553"/>
                <a:gd name="csX23" fmla="*/ 137188 w 1529906"/>
                <a:gd name="csY23" fmla="*/ 718335 h 751553"/>
                <a:gd name="csX24" fmla="*/ 137188 w 1529906"/>
                <a:gd name="csY24" fmla="*/ 83166 h 751553"/>
                <a:gd name="csX25" fmla="*/ 146029 w 1529906"/>
                <a:gd name="csY25" fmla="*/ 74326 h 751553"/>
                <a:gd name="csX26" fmla="*/ 538221 w 1529906"/>
                <a:gd name="csY26" fmla="*/ 74326 h 751553"/>
                <a:gd name="csX27" fmla="*/ 548334 w 1529906"/>
                <a:gd name="csY27" fmla="*/ 84439 h 751553"/>
                <a:gd name="csX28" fmla="*/ 548334 w 1529906"/>
                <a:gd name="csY28" fmla="*/ 224010 h 751553"/>
                <a:gd name="csX29" fmla="*/ 554562 w 1529906"/>
                <a:gd name="csY29" fmla="*/ 234859 h 751553"/>
                <a:gd name="csX30" fmla="*/ 763115 w 1529906"/>
                <a:gd name="csY30" fmla="*/ 355209 h 751553"/>
                <a:gd name="csX31" fmla="*/ 773563 w 1529906"/>
                <a:gd name="csY31" fmla="*/ 373292 h 751553"/>
                <a:gd name="csX32" fmla="*/ 773563 w 1529906"/>
                <a:gd name="csY32" fmla="*/ 719406 h 751553"/>
                <a:gd name="csX33" fmla="*/ 775773 w 1529906"/>
                <a:gd name="csY33" fmla="*/ 721683 h 751553"/>
                <a:gd name="csX34" fmla="*/ 1187119 w 1529906"/>
                <a:gd name="csY34" fmla="*/ 721683 h 751553"/>
                <a:gd name="csX35" fmla="*/ 1192008 w 1529906"/>
                <a:gd name="csY35" fmla="*/ 716794 h 751553"/>
                <a:gd name="csX36" fmla="*/ 1192008 w 1529906"/>
                <a:gd name="csY36" fmla="*/ 49412 h 751553"/>
                <a:gd name="csX37" fmla="*/ 1187146 w 1529906"/>
                <a:gd name="csY37" fmla="*/ 44496 h 751553"/>
                <a:gd name="csX38" fmla="*/ 1184842 w 1529906"/>
                <a:gd name="csY38" fmla="*/ 45059 h 751553"/>
                <a:gd name="csX39" fmla="*/ 859756 w 1529906"/>
                <a:gd name="csY39" fmla="*/ 214031 h 751553"/>
                <a:gd name="csX40" fmla="*/ 857144 w 1529906"/>
                <a:gd name="csY40" fmla="*/ 218317 h 751553"/>
                <a:gd name="csX41" fmla="*/ 857145 w 1529906"/>
                <a:gd name="csY41" fmla="*/ 716794 h 751553"/>
                <a:gd name="csX42" fmla="*/ 862034 w 1529906"/>
                <a:gd name="csY42" fmla="*/ 721683 h 751553"/>
                <a:gd name="csX43" fmla="*/ 1187119 w 1529906"/>
                <a:gd name="csY43" fmla="*/ 721683 h 751553"/>
                <a:gd name="csX44" fmla="*/ 1361382 w 1529906"/>
                <a:gd name="csY44" fmla="*/ 721817 h 751553"/>
                <a:gd name="csX45" fmla="*/ 1363927 w 1529906"/>
                <a:gd name="csY45" fmla="*/ 719272 h 751553"/>
                <a:gd name="csX46" fmla="*/ 1363927 w 1529906"/>
                <a:gd name="csY46" fmla="*/ 197622 h 751553"/>
                <a:gd name="csX47" fmla="*/ 1363190 w 1529906"/>
                <a:gd name="csY47" fmla="*/ 195814 h 751553"/>
                <a:gd name="csX48" fmla="*/ 1227302 w 1529906"/>
                <a:gd name="csY48" fmla="*/ 59927 h 751553"/>
                <a:gd name="csX49" fmla="*/ 1223703 w 1529906"/>
                <a:gd name="csY49" fmla="*/ 59909 h 751553"/>
                <a:gd name="csX50" fmla="*/ 1222949 w 1529906"/>
                <a:gd name="csY50" fmla="*/ 61735 h 751553"/>
                <a:gd name="csX51" fmla="*/ 1222949 w 1529906"/>
                <a:gd name="csY51" fmla="*/ 719273 h 751553"/>
                <a:gd name="csX52" fmla="*/ 1225494 w 1529906"/>
                <a:gd name="csY52" fmla="*/ 721818 h 751553"/>
                <a:gd name="csX53" fmla="*/ 1361382 w 1529906"/>
                <a:gd name="csY53" fmla="*/ 721817 h 751553"/>
                <a:gd name="csX54" fmla="*/ 517727 w 1529906"/>
                <a:gd name="csY54" fmla="*/ 106875 h 751553"/>
                <a:gd name="csX55" fmla="*/ 514512 w 1529906"/>
                <a:gd name="csY55" fmla="*/ 103660 h 751553"/>
                <a:gd name="csX56" fmla="*/ 170675 w 1529906"/>
                <a:gd name="csY56" fmla="*/ 103660 h 751553"/>
                <a:gd name="csX57" fmla="*/ 167460 w 1529906"/>
                <a:gd name="csY57" fmla="*/ 106874 h 751553"/>
                <a:gd name="csX58" fmla="*/ 167460 w 1529906"/>
                <a:gd name="csY58" fmla="*/ 718469 h 751553"/>
                <a:gd name="csX59" fmla="*/ 170675 w 1529906"/>
                <a:gd name="csY59" fmla="*/ 721683 h 751553"/>
                <a:gd name="csX60" fmla="*/ 514512 w 1529906"/>
                <a:gd name="csY60" fmla="*/ 721683 h 751553"/>
                <a:gd name="csX61" fmla="*/ 517727 w 1529906"/>
                <a:gd name="csY61" fmla="*/ 718469 h 751553"/>
                <a:gd name="csX62" fmla="*/ 517727 w 1529906"/>
                <a:gd name="csY62" fmla="*/ 106875 h 751553"/>
                <a:gd name="csX63" fmla="*/ 739674 w 1529906"/>
                <a:gd name="csY63" fmla="*/ 721884 h 751553"/>
                <a:gd name="csX64" fmla="*/ 743559 w 1529906"/>
                <a:gd name="csY64" fmla="*/ 718000 h 751553"/>
                <a:gd name="csX65" fmla="*/ 743559 w 1529906"/>
                <a:gd name="csY65" fmla="*/ 381864 h 751553"/>
                <a:gd name="csX66" fmla="*/ 741550 w 1529906"/>
                <a:gd name="csY66" fmla="*/ 378449 h 751553"/>
                <a:gd name="csX67" fmla="*/ 554562 w 1529906"/>
                <a:gd name="csY67" fmla="*/ 274641 h 751553"/>
                <a:gd name="csX68" fmla="*/ 549285 w 1529906"/>
                <a:gd name="csY68" fmla="*/ 276167 h 751553"/>
                <a:gd name="csX69" fmla="*/ 548802 w 1529906"/>
                <a:gd name="csY69" fmla="*/ 278057 h 751553"/>
                <a:gd name="csX70" fmla="*/ 548802 w 1529906"/>
                <a:gd name="csY70" fmla="*/ 718000 h 751553"/>
                <a:gd name="csX71" fmla="*/ 552687 w 1529906"/>
                <a:gd name="csY71" fmla="*/ 721884 h 751553"/>
                <a:gd name="csX72" fmla="*/ 739674 w 1529906"/>
                <a:gd name="csY72" fmla="*/ 721884 h 7515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Lst>
              <a:rect l="l" t="t" r="r" b="b"/>
              <a:pathLst>
                <a:path w="1529906" h="751553">
                  <a:moveTo>
                    <a:pt x="775773" y="721683"/>
                  </a:moveTo>
                  <a:lnTo>
                    <a:pt x="823390" y="721683"/>
                  </a:lnTo>
                  <a:cubicBezTo>
                    <a:pt x="824611" y="721683"/>
                    <a:pt x="825600" y="720694"/>
                    <a:pt x="825600" y="719473"/>
                  </a:cubicBezTo>
                  <a:lnTo>
                    <a:pt x="825600" y="207936"/>
                  </a:lnTo>
                  <a:cubicBezTo>
                    <a:pt x="825605" y="199926"/>
                    <a:pt x="830145" y="192610"/>
                    <a:pt x="837321" y="189050"/>
                  </a:cubicBezTo>
                  <a:cubicBezTo>
                    <a:pt x="947334" y="134400"/>
                    <a:pt x="1065563" y="72763"/>
                    <a:pt x="1192008" y="4138"/>
                  </a:cubicBezTo>
                  <a:cubicBezTo>
                    <a:pt x="1205670" y="-3229"/>
                    <a:pt x="1213439" y="-550"/>
                    <a:pt x="1224556" y="10501"/>
                  </a:cubicBezTo>
                  <a:cubicBezTo>
                    <a:pt x="1285502" y="71044"/>
                    <a:pt x="1322024" y="107812"/>
                    <a:pt x="1334124" y="120805"/>
                  </a:cubicBezTo>
                  <a:cubicBezTo>
                    <a:pt x="1347742" y="135449"/>
                    <a:pt x="1366315" y="153063"/>
                    <a:pt x="1389845" y="173646"/>
                  </a:cubicBezTo>
                  <a:cubicBezTo>
                    <a:pt x="1394314" y="177602"/>
                    <a:pt x="1396874" y="183307"/>
                    <a:pt x="1396877" y="189318"/>
                  </a:cubicBezTo>
                  <a:lnTo>
                    <a:pt x="1396877" y="717330"/>
                  </a:lnTo>
                  <a:cubicBezTo>
                    <a:pt x="1396877" y="719771"/>
                    <a:pt x="1398886" y="721750"/>
                    <a:pt x="1401364" y="721750"/>
                  </a:cubicBezTo>
                  <a:lnTo>
                    <a:pt x="1516356" y="721550"/>
                  </a:lnTo>
                  <a:cubicBezTo>
                    <a:pt x="1523791" y="721496"/>
                    <a:pt x="1529857" y="727510"/>
                    <a:pt x="1529906" y="734981"/>
                  </a:cubicBezTo>
                  <a:cubicBezTo>
                    <a:pt x="1529910" y="735528"/>
                    <a:pt x="1529880" y="736075"/>
                    <a:pt x="1529818" y="736618"/>
                  </a:cubicBezTo>
                  <a:lnTo>
                    <a:pt x="1529818" y="737020"/>
                  </a:lnTo>
                  <a:cubicBezTo>
                    <a:pt x="1528866" y="745292"/>
                    <a:pt x="1521870" y="751540"/>
                    <a:pt x="1513544" y="751553"/>
                  </a:cubicBezTo>
                  <a:lnTo>
                    <a:pt x="15968" y="751218"/>
                  </a:lnTo>
                  <a:cubicBezTo>
                    <a:pt x="8011" y="751228"/>
                    <a:pt x="1266" y="745369"/>
                    <a:pt x="162" y="737489"/>
                  </a:cubicBezTo>
                  <a:lnTo>
                    <a:pt x="162" y="737355"/>
                  </a:lnTo>
                  <a:cubicBezTo>
                    <a:pt x="-947" y="730453"/>
                    <a:pt x="3748" y="723958"/>
                    <a:pt x="10651" y="722849"/>
                  </a:cubicBezTo>
                  <a:cubicBezTo>
                    <a:pt x="11324" y="722740"/>
                    <a:pt x="12005" y="722687"/>
                    <a:pt x="12686" y="722688"/>
                  </a:cubicBezTo>
                  <a:lnTo>
                    <a:pt x="132902" y="722554"/>
                  </a:lnTo>
                  <a:cubicBezTo>
                    <a:pt x="135269" y="722554"/>
                    <a:pt x="137188" y="720665"/>
                    <a:pt x="137188" y="718335"/>
                  </a:cubicBezTo>
                  <a:lnTo>
                    <a:pt x="137188" y="83166"/>
                  </a:lnTo>
                  <a:cubicBezTo>
                    <a:pt x="137188" y="78284"/>
                    <a:pt x="141146" y="74326"/>
                    <a:pt x="146029" y="74326"/>
                  </a:cubicBezTo>
                  <a:lnTo>
                    <a:pt x="538221" y="74326"/>
                  </a:lnTo>
                  <a:cubicBezTo>
                    <a:pt x="543806" y="74326"/>
                    <a:pt x="548334" y="78854"/>
                    <a:pt x="548334" y="84439"/>
                  </a:cubicBezTo>
                  <a:lnTo>
                    <a:pt x="548334" y="224010"/>
                  </a:lnTo>
                  <a:cubicBezTo>
                    <a:pt x="548338" y="228487"/>
                    <a:pt x="550710" y="232618"/>
                    <a:pt x="554562" y="234859"/>
                  </a:cubicBezTo>
                  <a:lnTo>
                    <a:pt x="763115" y="355209"/>
                  </a:lnTo>
                  <a:cubicBezTo>
                    <a:pt x="769576" y="358939"/>
                    <a:pt x="773558" y="365831"/>
                    <a:pt x="773563" y="373292"/>
                  </a:cubicBezTo>
                  <a:lnTo>
                    <a:pt x="773563" y="719406"/>
                  </a:lnTo>
                  <a:cubicBezTo>
                    <a:pt x="773563" y="720664"/>
                    <a:pt x="774552" y="721683"/>
                    <a:pt x="775773" y="721683"/>
                  </a:cubicBezTo>
                  <a:close/>
                  <a:moveTo>
                    <a:pt x="1187119" y="721683"/>
                  </a:moveTo>
                  <a:cubicBezTo>
                    <a:pt x="1189819" y="721683"/>
                    <a:pt x="1192008" y="719495"/>
                    <a:pt x="1192008" y="716794"/>
                  </a:cubicBezTo>
                  <a:lnTo>
                    <a:pt x="1192008" y="49412"/>
                  </a:lnTo>
                  <a:cubicBezTo>
                    <a:pt x="1192023" y="46712"/>
                    <a:pt x="1189846" y="44511"/>
                    <a:pt x="1187146" y="44496"/>
                  </a:cubicBezTo>
                  <a:cubicBezTo>
                    <a:pt x="1186343" y="44492"/>
                    <a:pt x="1185552" y="44685"/>
                    <a:pt x="1184842" y="45059"/>
                  </a:cubicBezTo>
                  <a:lnTo>
                    <a:pt x="859756" y="214031"/>
                  </a:lnTo>
                  <a:cubicBezTo>
                    <a:pt x="858163" y="214869"/>
                    <a:pt x="857159" y="216516"/>
                    <a:pt x="857144" y="218317"/>
                  </a:cubicBezTo>
                  <a:lnTo>
                    <a:pt x="857145" y="716794"/>
                  </a:lnTo>
                  <a:cubicBezTo>
                    <a:pt x="857145" y="719495"/>
                    <a:pt x="859334" y="721683"/>
                    <a:pt x="862034" y="721683"/>
                  </a:cubicBezTo>
                  <a:lnTo>
                    <a:pt x="1187119" y="721683"/>
                  </a:lnTo>
                  <a:close/>
                  <a:moveTo>
                    <a:pt x="1361382" y="721817"/>
                  </a:moveTo>
                  <a:cubicBezTo>
                    <a:pt x="1362787" y="721817"/>
                    <a:pt x="1363927" y="720678"/>
                    <a:pt x="1363927" y="719272"/>
                  </a:cubicBezTo>
                  <a:lnTo>
                    <a:pt x="1363927" y="197622"/>
                  </a:lnTo>
                  <a:cubicBezTo>
                    <a:pt x="1363931" y="196946"/>
                    <a:pt x="1363666" y="196295"/>
                    <a:pt x="1363190" y="195814"/>
                  </a:cubicBezTo>
                  <a:lnTo>
                    <a:pt x="1227302" y="59927"/>
                  </a:lnTo>
                  <a:cubicBezTo>
                    <a:pt x="1226313" y="58928"/>
                    <a:pt x="1224702" y="58920"/>
                    <a:pt x="1223703" y="59909"/>
                  </a:cubicBezTo>
                  <a:cubicBezTo>
                    <a:pt x="1223216" y="60391"/>
                    <a:pt x="1222945" y="61050"/>
                    <a:pt x="1222949" y="61735"/>
                  </a:cubicBezTo>
                  <a:lnTo>
                    <a:pt x="1222949" y="719273"/>
                  </a:lnTo>
                  <a:cubicBezTo>
                    <a:pt x="1222949" y="720678"/>
                    <a:pt x="1224089" y="721818"/>
                    <a:pt x="1225494" y="721818"/>
                  </a:cubicBezTo>
                  <a:lnTo>
                    <a:pt x="1361382" y="721817"/>
                  </a:lnTo>
                  <a:close/>
                  <a:moveTo>
                    <a:pt x="517727" y="106875"/>
                  </a:moveTo>
                  <a:cubicBezTo>
                    <a:pt x="517727" y="105099"/>
                    <a:pt x="516288" y="103660"/>
                    <a:pt x="514512" y="103660"/>
                  </a:cubicBezTo>
                  <a:lnTo>
                    <a:pt x="170675" y="103660"/>
                  </a:lnTo>
                  <a:cubicBezTo>
                    <a:pt x="168899" y="103660"/>
                    <a:pt x="167460" y="105099"/>
                    <a:pt x="167460" y="106874"/>
                  </a:cubicBezTo>
                  <a:lnTo>
                    <a:pt x="167460" y="718469"/>
                  </a:lnTo>
                  <a:cubicBezTo>
                    <a:pt x="167460" y="720244"/>
                    <a:pt x="168899" y="721683"/>
                    <a:pt x="170675" y="721683"/>
                  </a:cubicBezTo>
                  <a:lnTo>
                    <a:pt x="514512" y="721683"/>
                  </a:lnTo>
                  <a:cubicBezTo>
                    <a:pt x="516288" y="721683"/>
                    <a:pt x="517727" y="720244"/>
                    <a:pt x="517727" y="718469"/>
                  </a:cubicBezTo>
                  <a:lnTo>
                    <a:pt x="517727" y="106875"/>
                  </a:lnTo>
                  <a:close/>
                  <a:moveTo>
                    <a:pt x="739674" y="721884"/>
                  </a:moveTo>
                  <a:cubicBezTo>
                    <a:pt x="741820" y="721884"/>
                    <a:pt x="743559" y="720145"/>
                    <a:pt x="743559" y="718000"/>
                  </a:cubicBezTo>
                  <a:lnTo>
                    <a:pt x="743559" y="381864"/>
                  </a:lnTo>
                  <a:cubicBezTo>
                    <a:pt x="743564" y="380444"/>
                    <a:pt x="742793" y="379134"/>
                    <a:pt x="741550" y="378449"/>
                  </a:cubicBezTo>
                  <a:lnTo>
                    <a:pt x="554562" y="274641"/>
                  </a:lnTo>
                  <a:cubicBezTo>
                    <a:pt x="552683" y="273605"/>
                    <a:pt x="550321" y="274289"/>
                    <a:pt x="549285" y="276167"/>
                  </a:cubicBezTo>
                  <a:cubicBezTo>
                    <a:pt x="548966" y="276746"/>
                    <a:pt x="548800" y="277396"/>
                    <a:pt x="548802" y="278057"/>
                  </a:cubicBezTo>
                  <a:lnTo>
                    <a:pt x="548802" y="718000"/>
                  </a:lnTo>
                  <a:cubicBezTo>
                    <a:pt x="548802" y="720145"/>
                    <a:pt x="550542" y="721884"/>
                    <a:pt x="552687" y="721884"/>
                  </a:cubicBezTo>
                  <a:lnTo>
                    <a:pt x="739674" y="721884"/>
                  </a:lnTo>
                  <a:close/>
                </a:path>
              </a:pathLst>
            </a:custGeom>
            <a:grpFill/>
            <a:ln w="6697" cap="flat">
              <a:noFill/>
              <a:prstDash val="solid"/>
              <a:miter/>
            </a:ln>
          </p:spPr>
          <p:txBody>
            <a:bodyPr/>
            <a:lstStyle/>
            <a:p>
              <a:endParaRPr lang="en-US"/>
            </a:p>
          </p:txBody>
        </p:sp>
        <p:sp>
          <p:nvSpPr>
            <p:cNvPr id="101" name="Free-form: Shape 306">
              <a:extLst>
                <a:ext uri="{FF2B5EF4-FFF2-40B4-BE49-F238E27FC236}">
                  <a16:creationId xmlns:a16="http://schemas.microsoft.com/office/drawing/2014/main" id="{144C8B8B-5514-E76A-4769-594BED30F15C}"/>
                </a:ext>
              </a:extLst>
            </p:cNvPr>
            <p:cNvSpPr>
              <a:spLocks noChangeAspect="1"/>
            </p:cNvSpPr>
            <p:nvPr/>
          </p:nvSpPr>
          <p:spPr>
            <a:xfrm>
              <a:off x="3227489" y="1180468"/>
              <a:ext cx="47892" cy="43460"/>
            </a:xfrm>
            <a:custGeom>
              <a:avLst/>
              <a:gdLst>
                <a:gd name="csX0" fmla="*/ 40791 w 47892"/>
                <a:gd name="csY0" fmla="*/ 43457 h 43460"/>
                <a:gd name="csX1" fmla="*/ 11056 w 47892"/>
                <a:gd name="csY1" fmla="*/ 42654 h 43460"/>
                <a:gd name="csX2" fmla="*/ 5 w 47892"/>
                <a:gd name="csY2" fmla="*/ 31008 h 43460"/>
                <a:gd name="csX3" fmla="*/ 5 w 47892"/>
                <a:gd name="csY3" fmla="*/ 31000 h 43460"/>
                <a:gd name="csX4" fmla="*/ 608 w 47892"/>
                <a:gd name="csY4" fmla="*/ 8364 h 43460"/>
                <a:gd name="csX5" fmla="*/ 9337 w 47892"/>
                <a:gd name="csY5" fmla="*/ 3 h 43460"/>
                <a:gd name="csX6" fmla="*/ 11457 w 47892"/>
                <a:gd name="csY6" fmla="*/ 327 h 43460"/>
                <a:gd name="csX7" fmla="*/ 40791 w 47892"/>
                <a:gd name="csY7" fmla="*/ 8698 h 43460"/>
                <a:gd name="csX8" fmla="*/ 47890 w 47892"/>
                <a:gd name="csY8" fmla="*/ 18209 h 43460"/>
                <a:gd name="csX9" fmla="*/ 47355 w 47892"/>
                <a:gd name="csY9" fmla="*/ 37296 h 43460"/>
                <a:gd name="csX10" fmla="*/ 40798 w 47892"/>
                <a:gd name="csY10" fmla="*/ 43457 h 43460"/>
                <a:gd name="csX11" fmla="*/ 40791 w 47892"/>
                <a:gd name="csY11" fmla="*/ 43457 h 434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7892" h="43460">
                  <a:moveTo>
                    <a:pt x="40791" y="43457"/>
                  </a:moveTo>
                  <a:lnTo>
                    <a:pt x="11056" y="42654"/>
                  </a:lnTo>
                  <a:cubicBezTo>
                    <a:pt x="4770" y="42470"/>
                    <a:pt x="-177" y="37257"/>
                    <a:pt x="5" y="31008"/>
                  </a:cubicBezTo>
                  <a:cubicBezTo>
                    <a:pt x="5" y="31006"/>
                    <a:pt x="5" y="31003"/>
                    <a:pt x="5" y="31000"/>
                  </a:cubicBezTo>
                  <a:lnTo>
                    <a:pt x="608" y="8364"/>
                  </a:lnTo>
                  <a:cubicBezTo>
                    <a:pt x="732" y="3631"/>
                    <a:pt x="4641" y="-112"/>
                    <a:pt x="9337" y="3"/>
                  </a:cubicBezTo>
                  <a:cubicBezTo>
                    <a:pt x="10055" y="20"/>
                    <a:pt x="10767" y="129"/>
                    <a:pt x="11457" y="327"/>
                  </a:cubicBezTo>
                  <a:lnTo>
                    <a:pt x="40791" y="8698"/>
                  </a:lnTo>
                  <a:cubicBezTo>
                    <a:pt x="45055" y="9839"/>
                    <a:pt x="47987" y="13766"/>
                    <a:pt x="47890" y="18209"/>
                  </a:cubicBezTo>
                  <a:lnTo>
                    <a:pt x="47355" y="37296"/>
                  </a:lnTo>
                  <a:cubicBezTo>
                    <a:pt x="47246" y="40808"/>
                    <a:pt x="44310" y="43567"/>
                    <a:pt x="40798" y="43457"/>
                  </a:cubicBezTo>
                  <a:cubicBezTo>
                    <a:pt x="40796" y="43457"/>
                    <a:pt x="40793" y="43457"/>
                    <a:pt x="40791" y="43457"/>
                  </a:cubicBezTo>
                  <a:close/>
                </a:path>
              </a:pathLst>
            </a:custGeom>
            <a:grpFill/>
            <a:ln w="6697" cap="flat">
              <a:noFill/>
              <a:prstDash val="solid"/>
              <a:miter/>
            </a:ln>
          </p:spPr>
          <p:txBody>
            <a:bodyPr/>
            <a:lstStyle/>
            <a:p>
              <a:endParaRPr lang="en-US"/>
            </a:p>
          </p:txBody>
        </p:sp>
        <p:sp>
          <p:nvSpPr>
            <p:cNvPr id="102" name="Rectangle 101">
              <a:extLst>
                <a:ext uri="{FF2B5EF4-FFF2-40B4-BE49-F238E27FC236}">
                  <a16:creationId xmlns:a16="http://schemas.microsoft.com/office/drawing/2014/main" id="{EF3FE0D4-F813-E2C9-E7B1-A55033A08BEF}"/>
                </a:ext>
              </a:extLst>
            </p:cNvPr>
            <p:cNvSpPr>
              <a:spLocks noChangeAspect="1"/>
            </p:cNvSpPr>
            <p:nvPr/>
          </p:nvSpPr>
          <p:spPr>
            <a:xfrm rot="21594000">
              <a:off x="2213193" y="1196935"/>
              <a:ext cx="43934" cy="43934"/>
            </a:xfrm>
            <a:prstGeom prst="rect">
              <a:avLst/>
            </a:prstGeom>
            <a:grpFill/>
            <a:ln w="6697" cap="flat">
              <a:noFill/>
              <a:prstDash val="solid"/>
              <a:miter/>
            </a:ln>
          </p:spPr>
          <p:txBody>
            <a:bodyPr/>
            <a:lstStyle/>
            <a:p>
              <a:endParaRPr lang="en-US"/>
            </a:p>
          </p:txBody>
        </p:sp>
        <p:sp>
          <p:nvSpPr>
            <p:cNvPr id="103" name="Rectangle 102">
              <a:extLst>
                <a:ext uri="{FF2B5EF4-FFF2-40B4-BE49-F238E27FC236}">
                  <a16:creationId xmlns:a16="http://schemas.microsoft.com/office/drawing/2014/main" id="{F5E488C4-EC47-0921-8DE5-45FBF35F2BA3}"/>
                </a:ext>
              </a:extLst>
            </p:cNvPr>
            <p:cNvSpPr>
              <a:spLocks noChangeAspect="1"/>
            </p:cNvSpPr>
            <p:nvPr/>
          </p:nvSpPr>
          <p:spPr>
            <a:xfrm rot="21564000">
              <a:off x="2340843" y="1196399"/>
              <a:ext cx="44737" cy="44871"/>
            </a:xfrm>
            <a:prstGeom prst="rect">
              <a:avLst/>
            </a:prstGeom>
            <a:grpFill/>
            <a:ln w="6697" cap="flat">
              <a:noFill/>
              <a:prstDash val="solid"/>
              <a:miter/>
            </a:ln>
          </p:spPr>
          <p:txBody>
            <a:bodyPr/>
            <a:lstStyle/>
            <a:p>
              <a:endParaRPr lang="en-US"/>
            </a:p>
          </p:txBody>
        </p:sp>
        <p:sp>
          <p:nvSpPr>
            <p:cNvPr id="104" name="Free-form: Shape 313">
              <a:extLst>
                <a:ext uri="{FF2B5EF4-FFF2-40B4-BE49-F238E27FC236}">
                  <a16:creationId xmlns:a16="http://schemas.microsoft.com/office/drawing/2014/main" id="{592B4629-F2E0-C631-3B54-E0CC83C79961}"/>
                </a:ext>
              </a:extLst>
            </p:cNvPr>
            <p:cNvSpPr>
              <a:spLocks noChangeAspect="1"/>
            </p:cNvSpPr>
            <p:nvPr/>
          </p:nvSpPr>
          <p:spPr>
            <a:xfrm>
              <a:off x="3019343" y="1201291"/>
              <a:ext cx="47416" cy="50093"/>
            </a:xfrm>
            <a:custGeom>
              <a:avLst/>
              <a:gdLst>
                <a:gd name="csX0" fmla="*/ 8238 w 47416"/>
                <a:gd name="csY0" fmla="*/ 49892 h 50093"/>
                <a:gd name="csX1" fmla="*/ 198 w 47416"/>
                <a:gd name="csY1" fmla="*/ 45136 h 50093"/>
                <a:gd name="csX2" fmla="*/ 0 w 47416"/>
                <a:gd name="csY2" fmla="*/ 43529 h 50093"/>
                <a:gd name="csX3" fmla="*/ 0 w 47416"/>
                <a:gd name="csY3" fmla="*/ 19017 h 50093"/>
                <a:gd name="csX4" fmla="*/ 7970 w 47416"/>
                <a:gd name="csY4" fmla="*/ 8770 h 50093"/>
                <a:gd name="csX5" fmla="*/ 41858 w 47416"/>
                <a:gd name="csY5" fmla="*/ 131 h 50093"/>
                <a:gd name="csX6" fmla="*/ 47287 w 47416"/>
                <a:gd name="csY6" fmla="*/ 3417 h 50093"/>
                <a:gd name="csX7" fmla="*/ 47417 w 47416"/>
                <a:gd name="csY7" fmla="*/ 4484 h 50093"/>
                <a:gd name="csX8" fmla="*/ 47417 w 47416"/>
                <a:gd name="csY8" fmla="*/ 34622 h 50093"/>
                <a:gd name="csX9" fmla="*/ 42193 w 47416"/>
                <a:gd name="csY9" fmla="*/ 41319 h 50093"/>
                <a:gd name="csX10" fmla="*/ 8238 w 47416"/>
                <a:gd name="csY10" fmla="*/ 49892 h 5009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7416" h="50093">
                  <a:moveTo>
                    <a:pt x="8238" y="49892"/>
                  </a:moveTo>
                  <a:cubicBezTo>
                    <a:pt x="4686" y="50780"/>
                    <a:pt x="1087" y="48651"/>
                    <a:pt x="198" y="45136"/>
                  </a:cubicBezTo>
                  <a:cubicBezTo>
                    <a:pt x="65" y="44611"/>
                    <a:pt x="-1" y="44071"/>
                    <a:pt x="0" y="43529"/>
                  </a:cubicBezTo>
                  <a:lnTo>
                    <a:pt x="0" y="19017"/>
                  </a:lnTo>
                  <a:cubicBezTo>
                    <a:pt x="3" y="14163"/>
                    <a:pt x="3289" y="9938"/>
                    <a:pt x="7970" y="8770"/>
                  </a:cubicBezTo>
                  <a:lnTo>
                    <a:pt x="41858" y="131"/>
                  </a:lnTo>
                  <a:cubicBezTo>
                    <a:pt x="44264" y="-461"/>
                    <a:pt x="46695" y="1010"/>
                    <a:pt x="47287" y="3417"/>
                  </a:cubicBezTo>
                  <a:cubicBezTo>
                    <a:pt x="47373" y="3766"/>
                    <a:pt x="47416" y="4124"/>
                    <a:pt x="47417" y="4484"/>
                  </a:cubicBezTo>
                  <a:lnTo>
                    <a:pt x="47417" y="34622"/>
                  </a:lnTo>
                  <a:cubicBezTo>
                    <a:pt x="47419" y="37770"/>
                    <a:pt x="45270" y="40525"/>
                    <a:pt x="42193" y="41319"/>
                  </a:cubicBezTo>
                  <a:lnTo>
                    <a:pt x="8238" y="49892"/>
                  </a:lnTo>
                  <a:close/>
                </a:path>
              </a:pathLst>
            </a:custGeom>
            <a:grpFill/>
            <a:ln w="6697" cap="flat">
              <a:noFill/>
              <a:prstDash val="solid"/>
              <a:miter/>
            </a:ln>
          </p:spPr>
          <p:txBody>
            <a:bodyPr/>
            <a:lstStyle/>
            <a:p>
              <a:endParaRPr lang="en-US"/>
            </a:p>
          </p:txBody>
        </p:sp>
        <p:sp>
          <p:nvSpPr>
            <p:cNvPr id="105" name="Free-form: Shape 315">
              <a:extLst>
                <a:ext uri="{FF2B5EF4-FFF2-40B4-BE49-F238E27FC236}">
                  <a16:creationId xmlns:a16="http://schemas.microsoft.com/office/drawing/2014/main" id="{19E576E5-FCEC-DFA2-D178-685DA2BBF1D9}"/>
                </a:ext>
              </a:extLst>
            </p:cNvPr>
            <p:cNvSpPr>
              <a:spLocks noChangeAspect="1"/>
            </p:cNvSpPr>
            <p:nvPr/>
          </p:nvSpPr>
          <p:spPr>
            <a:xfrm>
              <a:off x="2892729" y="1223932"/>
              <a:ext cx="54990" cy="52894"/>
            </a:xfrm>
            <a:custGeom>
              <a:avLst/>
              <a:gdLst>
                <a:gd name="csX0" fmla="*/ 33991 w 54990"/>
                <a:gd name="csY0" fmla="*/ 44061 h 52894"/>
                <a:gd name="csX1" fmla="*/ 8140 w 54990"/>
                <a:gd name="csY1" fmla="*/ 52767 h 52894"/>
                <a:gd name="csX2" fmla="*/ 1753 w 54990"/>
                <a:gd name="csY2" fmla="*/ 48690 h 52894"/>
                <a:gd name="csX3" fmla="*/ 1643 w 54990"/>
                <a:gd name="csY3" fmla="*/ 47945 h 52894"/>
                <a:gd name="csX4" fmla="*/ 36 w 54990"/>
                <a:gd name="csY4" fmla="*/ 25777 h 52894"/>
                <a:gd name="csX5" fmla="*/ 9345 w 54990"/>
                <a:gd name="csY5" fmla="*/ 13053 h 52894"/>
                <a:gd name="csX6" fmla="*/ 20998 w 54990"/>
                <a:gd name="csY6" fmla="*/ 8833 h 52894"/>
                <a:gd name="csX7" fmla="*/ 46850 w 54990"/>
                <a:gd name="csY7" fmla="*/ 127 h 52894"/>
                <a:gd name="csX8" fmla="*/ 53236 w 54990"/>
                <a:gd name="csY8" fmla="*/ 4205 h 52894"/>
                <a:gd name="csX9" fmla="*/ 53346 w 54990"/>
                <a:gd name="csY9" fmla="*/ 4949 h 52894"/>
                <a:gd name="csX10" fmla="*/ 54953 w 54990"/>
                <a:gd name="csY10" fmla="*/ 27117 h 52894"/>
                <a:gd name="csX11" fmla="*/ 45711 w 54990"/>
                <a:gd name="csY11" fmla="*/ 39842 h 52894"/>
                <a:gd name="csX12" fmla="*/ 33991 w 54990"/>
                <a:gd name="csY12" fmla="*/ 44061 h 528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54990" h="52894">
                  <a:moveTo>
                    <a:pt x="33991" y="44061"/>
                  </a:moveTo>
                  <a:cubicBezTo>
                    <a:pt x="22740" y="48570"/>
                    <a:pt x="14122" y="51473"/>
                    <a:pt x="8140" y="52767"/>
                  </a:cubicBezTo>
                  <a:cubicBezTo>
                    <a:pt x="5250" y="53405"/>
                    <a:pt x="2391" y="51579"/>
                    <a:pt x="1753" y="48690"/>
                  </a:cubicBezTo>
                  <a:cubicBezTo>
                    <a:pt x="1699" y="48445"/>
                    <a:pt x="1662" y="48196"/>
                    <a:pt x="1643" y="47945"/>
                  </a:cubicBezTo>
                  <a:lnTo>
                    <a:pt x="36" y="25777"/>
                  </a:lnTo>
                  <a:cubicBezTo>
                    <a:pt x="-420" y="19822"/>
                    <a:pt x="3531" y="14421"/>
                    <a:pt x="9345" y="13053"/>
                  </a:cubicBezTo>
                  <a:cubicBezTo>
                    <a:pt x="11131" y="12651"/>
                    <a:pt x="15015" y="11244"/>
                    <a:pt x="20998" y="8833"/>
                  </a:cubicBezTo>
                  <a:cubicBezTo>
                    <a:pt x="32294" y="4324"/>
                    <a:pt x="40911" y="1422"/>
                    <a:pt x="46850" y="127"/>
                  </a:cubicBezTo>
                  <a:cubicBezTo>
                    <a:pt x="49739" y="-511"/>
                    <a:pt x="52598" y="1315"/>
                    <a:pt x="53236" y="4205"/>
                  </a:cubicBezTo>
                  <a:cubicBezTo>
                    <a:pt x="53290" y="4450"/>
                    <a:pt x="53327" y="4699"/>
                    <a:pt x="53346" y="4949"/>
                  </a:cubicBezTo>
                  <a:lnTo>
                    <a:pt x="54953" y="27117"/>
                  </a:lnTo>
                  <a:cubicBezTo>
                    <a:pt x="55416" y="33053"/>
                    <a:pt x="51499" y="38445"/>
                    <a:pt x="45711" y="39842"/>
                  </a:cubicBezTo>
                  <a:cubicBezTo>
                    <a:pt x="43880" y="40288"/>
                    <a:pt x="39974" y="41695"/>
                    <a:pt x="33991" y="44061"/>
                  </a:cubicBezTo>
                  <a:close/>
                </a:path>
              </a:pathLst>
            </a:custGeom>
            <a:grpFill/>
            <a:ln w="6697" cap="flat">
              <a:noFill/>
              <a:prstDash val="solid"/>
              <a:miter/>
            </a:ln>
          </p:spPr>
          <p:txBody>
            <a:bodyPr/>
            <a:lstStyle/>
            <a:p>
              <a:endParaRPr lang="en-US"/>
            </a:p>
          </p:txBody>
        </p:sp>
        <p:sp>
          <p:nvSpPr>
            <p:cNvPr id="106" name="Rectangle 105">
              <a:extLst>
                <a:ext uri="{FF2B5EF4-FFF2-40B4-BE49-F238E27FC236}">
                  <a16:creationId xmlns:a16="http://schemas.microsoft.com/office/drawing/2014/main" id="{DE5972E9-E8B7-5BC2-455B-67233D74D815}"/>
                </a:ext>
              </a:extLst>
            </p:cNvPr>
            <p:cNvSpPr>
              <a:spLocks noChangeAspect="1"/>
            </p:cNvSpPr>
            <p:nvPr/>
          </p:nvSpPr>
          <p:spPr>
            <a:xfrm rot="150000">
              <a:off x="3228632" y="1287683"/>
              <a:ext cx="46612" cy="37370"/>
            </a:xfrm>
            <a:prstGeom prst="rect">
              <a:avLst/>
            </a:prstGeom>
            <a:grpFill/>
            <a:ln w="6697" cap="flat">
              <a:noFill/>
              <a:prstDash val="solid"/>
              <a:miter/>
            </a:ln>
          </p:spPr>
          <p:txBody>
            <a:bodyPr/>
            <a:lstStyle/>
            <a:p>
              <a:endParaRPr lang="en-US"/>
            </a:p>
          </p:txBody>
        </p:sp>
        <p:sp>
          <p:nvSpPr>
            <p:cNvPr id="107" name="Rectangle 106">
              <a:extLst>
                <a:ext uri="{FF2B5EF4-FFF2-40B4-BE49-F238E27FC236}">
                  <a16:creationId xmlns:a16="http://schemas.microsoft.com/office/drawing/2014/main" id="{17616BA8-38F1-561F-89AA-EDC27FF1F59E}"/>
                </a:ext>
              </a:extLst>
            </p:cNvPr>
            <p:cNvSpPr>
              <a:spLocks noChangeAspect="1"/>
            </p:cNvSpPr>
            <p:nvPr/>
          </p:nvSpPr>
          <p:spPr>
            <a:xfrm rot="12000">
              <a:off x="2340977" y="1316950"/>
              <a:ext cx="44201" cy="47148"/>
            </a:xfrm>
            <a:prstGeom prst="rect">
              <a:avLst/>
            </a:prstGeom>
            <a:grpFill/>
            <a:ln w="6697" cap="flat">
              <a:noFill/>
              <a:prstDash val="solid"/>
              <a:miter/>
            </a:ln>
          </p:spPr>
          <p:txBody>
            <a:bodyPr/>
            <a:lstStyle/>
            <a:p>
              <a:endParaRPr lang="en-US"/>
            </a:p>
          </p:txBody>
        </p:sp>
        <p:sp>
          <p:nvSpPr>
            <p:cNvPr id="108" name="Rectangle 107">
              <a:extLst>
                <a:ext uri="{FF2B5EF4-FFF2-40B4-BE49-F238E27FC236}">
                  <a16:creationId xmlns:a16="http://schemas.microsoft.com/office/drawing/2014/main" id="{E9758B04-9A00-33AE-1EAD-848BFE69B1DA}"/>
                </a:ext>
              </a:extLst>
            </p:cNvPr>
            <p:cNvSpPr>
              <a:spLocks noChangeAspect="1"/>
            </p:cNvSpPr>
            <p:nvPr/>
          </p:nvSpPr>
          <p:spPr>
            <a:xfrm rot="21570000">
              <a:off x="2212389" y="1318423"/>
              <a:ext cx="44737" cy="44737"/>
            </a:xfrm>
            <a:prstGeom prst="rect">
              <a:avLst/>
            </a:prstGeom>
            <a:grpFill/>
            <a:ln w="6697" cap="flat">
              <a:noFill/>
              <a:prstDash val="solid"/>
              <a:miter/>
            </a:ln>
          </p:spPr>
          <p:txBody>
            <a:bodyPr/>
            <a:lstStyle/>
            <a:p>
              <a:endParaRPr lang="en-US"/>
            </a:p>
          </p:txBody>
        </p:sp>
        <p:sp>
          <p:nvSpPr>
            <p:cNvPr id="109" name="Free-form: Shape 322">
              <a:extLst>
                <a:ext uri="{FF2B5EF4-FFF2-40B4-BE49-F238E27FC236}">
                  <a16:creationId xmlns:a16="http://schemas.microsoft.com/office/drawing/2014/main" id="{4896AA0E-057E-55B0-EC3F-4D0591B701AD}"/>
                </a:ext>
              </a:extLst>
            </p:cNvPr>
            <p:cNvSpPr>
              <a:spLocks noChangeAspect="1"/>
            </p:cNvSpPr>
            <p:nvPr/>
          </p:nvSpPr>
          <p:spPr>
            <a:xfrm>
              <a:off x="3020079" y="1319468"/>
              <a:ext cx="46814" cy="54126"/>
            </a:xfrm>
            <a:custGeom>
              <a:avLst/>
              <a:gdLst>
                <a:gd name="csX0" fmla="*/ 40385 w 46814"/>
                <a:gd name="csY0" fmla="*/ 161 h 54126"/>
                <a:gd name="csX1" fmla="*/ 46655 w 46814"/>
                <a:gd name="csY1" fmla="*/ 3885 h 54126"/>
                <a:gd name="csX2" fmla="*/ 46814 w 46814"/>
                <a:gd name="csY2" fmla="*/ 5117 h 54126"/>
                <a:gd name="csX3" fmla="*/ 46814 w 46814"/>
                <a:gd name="csY3" fmla="*/ 38536 h 54126"/>
                <a:gd name="csX4" fmla="*/ 41590 w 46814"/>
                <a:gd name="csY4" fmla="*/ 45233 h 54126"/>
                <a:gd name="csX5" fmla="*/ 7434 w 46814"/>
                <a:gd name="csY5" fmla="*/ 53940 h 54126"/>
                <a:gd name="csX6" fmla="*/ 185 w 46814"/>
                <a:gd name="csY6" fmla="*/ 49638 h 54126"/>
                <a:gd name="csX7" fmla="*/ 0 w 46814"/>
                <a:gd name="csY7" fmla="*/ 48180 h 54126"/>
                <a:gd name="csX8" fmla="*/ 0 w 46814"/>
                <a:gd name="csY8" fmla="*/ 15364 h 54126"/>
                <a:gd name="csX9" fmla="*/ 4889 w 46814"/>
                <a:gd name="csY9" fmla="*/ 9135 h 54126"/>
                <a:gd name="csX10" fmla="*/ 40385 w 46814"/>
                <a:gd name="csY10" fmla="*/ 161 h 541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6814" h="54126">
                  <a:moveTo>
                    <a:pt x="40385" y="161"/>
                  </a:moveTo>
                  <a:cubicBezTo>
                    <a:pt x="43145" y="-542"/>
                    <a:pt x="45952" y="1126"/>
                    <a:pt x="46655" y="3885"/>
                  </a:cubicBezTo>
                  <a:cubicBezTo>
                    <a:pt x="46757" y="4288"/>
                    <a:pt x="46811" y="4701"/>
                    <a:pt x="46814" y="5117"/>
                  </a:cubicBezTo>
                  <a:lnTo>
                    <a:pt x="46814" y="38536"/>
                  </a:lnTo>
                  <a:cubicBezTo>
                    <a:pt x="46817" y="41722"/>
                    <a:pt x="44657" y="44490"/>
                    <a:pt x="41590" y="45233"/>
                  </a:cubicBezTo>
                  <a:lnTo>
                    <a:pt x="7434" y="53940"/>
                  </a:lnTo>
                  <a:cubicBezTo>
                    <a:pt x="4244" y="54754"/>
                    <a:pt x="999" y="52828"/>
                    <a:pt x="185" y="49638"/>
                  </a:cubicBezTo>
                  <a:cubicBezTo>
                    <a:pt x="63" y="49161"/>
                    <a:pt x="1" y="48672"/>
                    <a:pt x="0" y="48180"/>
                  </a:cubicBezTo>
                  <a:lnTo>
                    <a:pt x="0" y="15364"/>
                  </a:lnTo>
                  <a:cubicBezTo>
                    <a:pt x="7" y="12411"/>
                    <a:pt x="2023" y="9842"/>
                    <a:pt x="4889" y="9135"/>
                  </a:cubicBezTo>
                  <a:lnTo>
                    <a:pt x="40385" y="161"/>
                  </a:lnTo>
                  <a:close/>
                </a:path>
              </a:pathLst>
            </a:custGeom>
            <a:grpFill/>
            <a:ln w="6697" cap="flat">
              <a:noFill/>
              <a:prstDash val="solid"/>
              <a:miter/>
            </a:ln>
          </p:spPr>
          <p:txBody>
            <a:bodyPr/>
            <a:lstStyle/>
            <a:p>
              <a:endParaRPr lang="en-US"/>
            </a:p>
          </p:txBody>
        </p:sp>
        <p:sp>
          <p:nvSpPr>
            <p:cNvPr id="110" name="Free-form: Shape 323">
              <a:extLst>
                <a:ext uri="{FF2B5EF4-FFF2-40B4-BE49-F238E27FC236}">
                  <a16:creationId xmlns:a16="http://schemas.microsoft.com/office/drawing/2014/main" id="{43E50671-406E-EE53-6BAE-08A5F45589E2}"/>
                </a:ext>
              </a:extLst>
            </p:cNvPr>
            <p:cNvSpPr>
              <a:spLocks noChangeAspect="1"/>
            </p:cNvSpPr>
            <p:nvPr/>
          </p:nvSpPr>
          <p:spPr>
            <a:xfrm>
              <a:off x="2895300" y="1338640"/>
              <a:ext cx="52324" cy="50648"/>
            </a:xfrm>
            <a:custGeom>
              <a:avLst/>
              <a:gdLst>
                <a:gd name="csX0" fmla="*/ 22244 w 52324"/>
                <a:gd name="csY0" fmla="*/ 5165 h 50648"/>
                <a:gd name="csX1" fmla="*/ 44948 w 52324"/>
                <a:gd name="csY1" fmla="*/ 76 h 50648"/>
                <a:gd name="csX2" fmla="*/ 51042 w 52324"/>
                <a:gd name="csY2" fmla="*/ 4345 h 50648"/>
                <a:gd name="csX3" fmla="*/ 51110 w 52324"/>
                <a:gd name="csY3" fmla="*/ 4965 h 50648"/>
                <a:gd name="csX4" fmla="*/ 52315 w 52324"/>
                <a:gd name="csY4" fmla="*/ 34031 h 50648"/>
                <a:gd name="csX5" fmla="*/ 47493 w 52324"/>
                <a:gd name="csY5" fmla="*/ 40661 h 50648"/>
                <a:gd name="csX6" fmla="*/ 30147 w 52324"/>
                <a:gd name="csY6" fmla="*/ 45550 h 50648"/>
                <a:gd name="csX7" fmla="*/ 7376 w 52324"/>
                <a:gd name="csY7" fmla="*/ 50573 h 50648"/>
                <a:gd name="csX8" fmla="*/ 1285 w 52324"/>
                <a:gd name="csY8" fmla="*/ 46300 h 50648"/>
                <a:gd name="csX9" fmla="*/ 1215 w 52324"/>
                <a:gd name="csY9" fmla="*/ 45617 h 50648"/>
                <a:gd name="csX10" fmla="*/ 9 w 52324"/>
                <a:gd name="csY10" fmla="*/ 16551 h 50648"/>
                <a:gd name="csX11" fmla="*/ 4831 w 52324"/>
                <a:gd name="csY11" fmla="*/ 9921 h 50648"/>
                <a:gd name="csX12" fmla="*/ 22244 w 52324"/>
                <a:gd name="csY12" fmla="*/ 5165 h 5064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52324" h="50648">
                  <a:moveTo>
                    <a:pt x="22244" y="5165"/>
                  </a:moveTo>
                  <a:cubicBezTo>
                    <a:pt x="35103" y="2040"/>
                    <a:pt x="42671" y="343"/>
                    <a:pt x="44948" y="76"/>
                  </a:cubicBezTo>
                  <a:cubicBezTo>
                    <a:pt x="47829" y="-411"/>
                    <a:pt x="50558" y="1501"/>
                    <a:pt x="51042" y="4345"/>
                  </a:cubicBezTo>
                  <a:cubicBezTo>
                    <a:pt x="51077" y="4550"/>
                    <a:pt x="51100" y="4757"/>
                    <a:pt x="51110" y="4965"/>
                  </a:cubicBezTo>
                  <a:lnTo>
                    <a:pt x="52315" y="34031"/>
                  </a:lnTo>
                  <a:cubicBezTo>
                    <a:pt x="52480" y="37084"/>
                    <a:pt x="50472" y="39845"/>
                    <a:pt x="47493" y="40661"/>
                  </a:cubicBezTo>
                  <a:cubicBezTo>
                    <a:pt x="45082" y="41688"/>
                    <a:pt x="39300" y="43318"/>
                    <a:pt x="30147" y="45550"/>
                  </a:cubicBezTo>
                  <a:cubicBezTo>
                    <a:pt x="17244" y="48586"/>
                    <a:pt x="9654" y="50260"/>
                    <a:pt x="7376" y="50573"/>
                  </a:cubicBezTo>
                  <a:cubicBezTo>
                    <a:pt x="4495" y="51058"/>
                    <a:pt x="1768" y="49145"/>
                    <a:pt x="1285" y="46300"/>
                  </a:cubicBezTo>
                  <a:cubicBezTo>
                    <a:pt x="1246" y="46074"/>
                    <a:pt x="1223" y="45846"/>
                    <a:pt x="1215" y="45617"/>
                  </a:cubicBezTo>
                  <a:lnTo>
                    <a:pt x="9" y="16551"/>
                  </a:lnTo>
                  <a:cubicBezTo>
                    <a:pt x="-155" y="13498"/>
                    <a:pt x="1853" y="10737"/>
                    <a:pt x="4831" y="9921"/>
                  </a:cubicBezTo>
                  <a:cubicBezTo>
                    <a:pt x="7243" y="8938"/>
                    <a:pt x="13047" y="7353"/>
                    <a:pt x="22244" y="5165"/>
                  </a:cubicBezTo>
                  <a:close/>
                </a:path>
              </a:pathLst>
            </a:custGeom>
            <a:grpFill/>
            <a:ln w="6697" cap="flat">
              <a:noFill/>
              <a:prstDash val="solid"/>
              <a:miter/>
            </a:ln>
          </p:spPr>
          <p:txBody>
            <a:bodyPr/>
            <a:lstStyle/>
            <a:p>
              <a:endParaRPr lang="en-US"/>
            </a:p>
          </p:txBody>
        </p:sp>
        <p:sp>
          <p:nvSpPr>
            <p:cNvPr id="111" name="Free-form: Shape 324">
              <a:extLst>
                <a:ext uri="{FF2B5EF4-FFF2-40B4-BE49-F238E27FC236}">
                  <a16:creationId xmlns:a16="http://schemas.microsoft.com/office/drawing/2014/main" id="{89D3EE24-6F6F-2BD9-2685-334FCD0EABAC}"/>
                </a:ext>
              </a:extLst>
            </p:cNvPr>
            <p:cNvSpPr>
              <a:spLocks noChangeAspect="1"/>
            </p:cNvSpPr>
            <p:nvPr/>
          </p:nvSpPr>
          <p:spPr>
            <a:xfrm>
              <a:off x="2577658" y="1368547"/>
              <a:ext cx="47582" cy="55722"/>
            </a:xfrm>
            <a:custGeom>
              <a:avLst/>
              <a:gdLst>
                <a:gd name="csX0" fmla="*/ 44805 w 47582"/>
                <a:gd name="csY0" fmla="*/ 11089 h 55722"/>
                <a:gd name="csX1" fmla="*/ 45876 w 47582"/>
                <a:gd name="csY1" fmla="*/ 12562 h 55722"/>
                <a:gd name="csX2" fmla="*/ 46680 w 47582"/>
                <a:gd name="csY2" fmla="*/ 52076 h 55722"/>
                <a:gd name="csX3" fmla="*/ 42307 w 47582"/>
                <a:gd name="csY3" fmla="*/ 55705 h 55722"/>
                <a:gd name="csX4" fmla="*/ 42193 w 47582"/>
                <a:gd name="csY4" fmla="*/ 55693 h 55722"/>
                <a:gd name="csX5" fmla="*/ 2411 w 47582"/>
                <a:gd name="csY5" fmla="*/ 47321 h 55722"/>
                <a:gd name="csX6" fmla="*/ 1406 w 47582"/>
                <a:gd name="csY6" fmla="*/ 46919 h 55722"/>
                <a:gd name="csX7" fmla="*/ 737 w 47582"/>
                <a:gd name="csY7" fmla="*/ 46183 h 55722"/>
                <a:gd name="csX8" fmla="*/ 134 w 47582"/>
                <a:gd name="csY8" fmla="*/ 45312 h 55722"/>
                <a:gd name="csX9" fmla="*/ 0 w 47582"/>
                <a:gd name="csY9" fmla="*/ 44240 h 55722"/>
                <a:gd name="csX10" fmla="*/ 804 w 47582"/>
                <a:gd name="csY10" fmla="*/ 3655 h 55722"/>
                <a:gd name="csX11" fmla="*/ 5169 w 47582"/>
                <a:gd name="csY11" fmla="*/ 17 h 55722"/>
                <a:gd name="csX12" fmla="*/ 5358 w 47582"/>
                <a:gd name="csY12" fmla="*/ 38 h 55722"/>
                <a:gd name="csX13" fmla="*/ 43666 w 47582"/>
                <a:gd name="csY13" fmla="*/ 9749 h 55722"/>
                <a:gd name="csX14" fmla="*/ 44805 w 47582"/>
                <a:gd name="csY14" fmla="*/ 11089 h 557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7582" h="55722">
                  <a:moveTo>
                    <a:pt x="44805" y="11089"/>
                  </a:moveTo>
                  <a:cubicBezTo>
                    <a:pt x="45519" y="11982"/>
                    <a:pt x="45876" y="12473"/>
                    <a:pt x="45876" y="12562"/>
                  </a:cubicBezTo>
                  <a:cubicBezTo>
                    <a:pt x="47841" y="24528"/>
                    <a:pt x="48109" y="37699"/>
                    <a:pt x="46680" y="52076"/>
                  </a:cubicBezTo>
                  <a:cubicBezTo>
                    <a:pt x="46474" y="54286"/>
                    <a:pt x="44516" y="55910"/>
                    <a:pt x="42307" y="55705"/>
                  </a:cubicBezTo>
                  <a:cubicBezTo>
                    <a:pt x="42269" y="55701"/>
                    <a:pt x="42231" y="55697"/>
                    <a:pt x="42193" y="55693"/>
                  </a:cubicBezTo>
                  <a:cubicBezTo>
                    <a:pt x="39871" y="55425"/>
                    <a:pt x="26610" y="52634"/>
                    <a:pt x="2411" y="47321"/>
                  </a:cubicBezTo>
                  <a:cubicBezTo>
                    <a:pt x="1920" y="47187"/>
                    <a:pt x="1585" y="47053"/>
                    <a:pt x="1406" y="46919"/>
                  </a:cubicBezTo>
                  <a:cubicBezTo>
                    <a:pt x="1139" y="46651"/>
                    <a:pt x="915" y="46406"/>
                    <a:pt x="737" y="46183"/>
                  </a:cubicBezTo>
                  <a:cubicBezTo>
                    <a:pt x="558" y="45959"/>
                    <a:pt x="357" y="45669"/>
                    <a:pt x="134" y="45312"/>
                  </a:cubicBezTo>
                  <a:cubicBezTo>
                    <a:pt x="45" y="45133"/>
                    <a:pt x="0" y="44776"/>
                    <a:pt x="0" y="44240"/>
                  </a:cubicBezTo>
                  <a:cubicBezTo>
                    <a:pt x="268" y="19505"/>
                    <a:pt x="536" y="5977"/>
                    <a:pt x="804" y="3655"/>
                  </a:cubicBezTo>
                  <a:cubicBezTo>
                    <a:pt x="1005" y="1445"/>
                    <a:pt x="2959" y="-184"/>
                    <a:pt x="5169" y="17"/>
                  </a:cubicBezTo>
                  <a:cubicBezTo>
                    <a:pt x="5232" y="22"/>
                    <a:pt x="5295" y="30"/>
                    <a:pt x="5358" y="38"/>
                  </a:cubicBezTo>
                  <a:cubicBezTo>
                    <a:pt x="19690" y="1914"/>
                    <a:pt x="32459" y="5151"/>
                    <a:pt x="43666" y="9749"/>
                  </a:cubicBezTo>
                  <a:cubicBezTo>
                    <a:pt x="43755" y="9794"/>
                    <a:pt x="44135" y="10241"/>
                    <a:pt x="44805" y="11089"/>
                  </a:cubicBezTo>
                  <a:close/>
                </a:path>
              </a:pathLst>
            </a:custGeom>
            <a:grpFill/>
            <a:ln w="6697" cap="flat">
              <a:noFill/>
              <a:prstDash val="solid"/>
              <a:miter/>
            </a:ln>
          </p:spPr>
          <p:txBody>
            <a:bodyPr/>
            <a:lstStyle/>
            <a:p>
              <a:endParaRPr lang="en-US"/>
            </a:p>
          </p:txBody>
        </p:sp>
        <p:sp>
          <p:nvSpPr>
            <p:cNvPr id="112" name="Rectangle 111">
              <a:extLst>
                <a:ext uri="{FF2B5EF4-FFF2-40B4-BE49-F238E27FC236}">
                  <a16:creationId xmlns:a16="http://schemas.microsoft.com/office/drawing/2014/main" id="{AF57A1F2-E70C-AABB-472E-637C4C0E131A}"/>
                </a:ext>
              </a:extLst>
            </p:cNvPr>
            <p:cNvSpPr>
              <a:spLocks noChangeAspect="1"/>
            </p:cNvSpPr>
            <p:nvPr/>
          </p:nvSpPr>
          <p:spPr>
            <a:xfrm rot="72000">
              <a:off x="3228766" y="1388878"/>
              <a:ext cx="45273" cy="40719"/>
            </a:xfrm>
            <a:prstGeom prst="rect">
              <a:avLst/>
            </a:prstGeom>
            <a:grpFill/>
            <a:ln w="6697" cap="flat">
              <a:noFill/>
              <a:prstDash val="solid"/>
              <a:miter/>
            </a:ln>
          </p:spPr>
          <p:txBody>
            <a:bodyPr/>
            <a:lstStyle/>
            <a:p>
              <a:endParaRPr lang="en-US"/>
            </a:p>
          </p:txBody>
        </p:sp>
        <p:sp>
          <p:nvSpPr>
            <p:cNvPr id="113" name="Rectangle 112">
              <a:extLst>
                <a:ext uri="{FF2B5EF4-FFF2-40B4-BE49-F238E27FC236}">
                  <a16:creationId xmlns:a16="http://schemas.microsoft.com/office/drawing/2014/main" id="{06332EB5-7974-EB8E-1621-AF3AB46F1EB0}"/>
                </a:ext>
              </a:extLst>
            </p:cNvPr>
            <p:cNvSpPr>
              <a:spLocks noChangeAspect="1"/>
            </p:cNvSpPr>
            <p:nvPr/>
          </p:nvSpPr>
          <p:spPr>
            <a:xfrm rot="21534000">
              <a:off x="2213595" y="1438639"/>
              <a:ext cx="44201" cy="46479"/>
            </a:xfrm>
            <a:prstGeom prst="rect">
              <a:avLst/>
            </a:prstGeom>
            <a:grpFill/>
            <a:ln w="6697" cap="flat">
              <a:noFill/>
              <a:prstDash val="solid"/>
              <a:miter/>
            </a:ln>
          </p:spPr>
          <p:txBody>
            <a:bodyPr/>
            <a:lstStyle/>
            <a:p>
              <a:endParaRPr lang="en-US"/>
            </a:p>
          </p:txBody>
        </p:sp>
        <p:sp>
          <p:nvSpPr>
            <p:cNvPr id="114" name="Rectangle 113">
              <a:extLst>
                <a:ext uri="{FF2B5EF4-FFF2-40B4-BE49-F238E27FC236}">
                  <a16:creationId xmlns:a16="http://schemas.microsoft.com/office/drawing/2014/main" id="{35D9B1D1-8792-2C1C-BB88-1DCE4D5C7912}"/>
                </a:ext>
              </a:extLst>
            </p:cNvPr>
            <p:cNvSpPr>
              <a:spLocks noChangeAspect="1"/>
            </p:cNvSpPr>
            <p:nvPr/>
          </p:nvSpPr>
          <p:spPr>
            <a:xfrm rot="21594000">
              <a:off x="2340307" y="1437768"/>
              <a:ext cx="45273" cy="48756"/>
            </a:xfrm>
            <a:prstGeom prst="rect">
              <a:avLst/>
            </a:prstGeom>
            <a:grpFill/>
            <a:ln w="6697" cap="flat">
              <a:noFill/>
              <a:prstDash val="solid"/>
              <a:miter/>
            </a:ln>
          </p:spPr>
          <p:txBody>
            <a:bodyPr/>
            <a:lstStyle/>
            <a:p>
              <a:endParaRPr lang="en-US"/>
            </a:p>
          </p:txBody>
        </p:sp>
        <p:sp>
          <p:nvSpPr>
            <p:cNvPr id="115" name="Free-form: Shape 331">
              <a:extLst>
                <a:ext uri="{FF2B5EF4-FFF2-40B4-BE49-F238E27FC236}">
                  <a16:creationId xmlns:a16="http://schemas.microsoft.com/office/drawing/2014/main" id="{0CAE7DC2-63B6-7DF9-6E49-36BD402B8E18}"/>
                </a:ext>
              </a:extLst>
            </p:cNvPr>
            <p:cNvSpPr>
              <a:spLocks noChangeAspect="1"/>
            </p:cNvSpPr>
            <p:nvPr/>
          </p:nvSpPr>
          <p:spPr>
            <a:xfrm>
              <a:off x="3020146" y="1444126"/>
              <a:ext cx="46211" cy="50975"/>
            </a:xfrm>
            <a:custGeom>
              <a:avLst/>
              <a:gdLst>
                <a:gd name="csX0" fmla="*/ 20025 w 46211"/>
                <a:gd name="csY0" fmla="*/ 3554 h 50975"/>
                <a:gd name="csX1" fmla="*/ 41256 w 46211"/>
                <a:gd name="csY1" fmla="*/ 5 h 50975"/>
                <a:gd name="csX2" fmla="*/ 46145 w 46211"/>
                <a:gd name="csY2" fmla="*/ 5764 h 50975"/>
                <a:gd name="csX3" fmla="*/ 46212 w 46211"/>
                <a:gd name="csY3" fmla="*/ 37978 h 50975"/>
                <a:gd name="csX4" fmla="*/ 40720 w 46211"/>
                <a:gd name="csY4" fmla="*/ 44475 h 50975"/>
                <a:gd name="csX5" fmla="*/ 26254 w 46211"/>
                <a:gd name="csY5" fmla="*/ 47421 h 50975"/>
                <a:gd name="csX6" fmla="*/ 4957 w 46211"/>
                <a:gd name="csY6" fmla="*/ 50971 h 50975"/>
                <a:gd name="csX7" fmla="*/ 67 w 46211"/>
                <a:gd name="csY7" fmla="*/ 45211 h 50975"/>
                <a:gd name="csX8" fmla="*/ 1 w 46211"/>
                <a:gd name="csY8" fmla="*/ 12997 h 50975"/>
                <a:gd name="csX9" fmla="*/ 5492 w 46211"/>
                <a:gd name="csY9" fmla="*/ 6434 h 50975"/>
                <a:gd name="csX10" fmla="*/ 20025 w 46211"/>
                <a:gd name="csY10" fmla="*/ 3554 h 509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6211" h="50975">
                  <a:moveTo>
                    <a:pt x="20025" y="3554"/>
                  </a:moveTo>
                  <a:cubicBezTo>
                    <a:pt x="33732" y="1099"/>
                    <a:pt x="40809" y="-85"/>
                    <a:pt x="41256" y="5"/>
                  </a:cubicBezTo>
                  <a:cubicBezTo>
                    <a:pt x="44078" y="465"/>
                    <a:pt x="46149" y="2905"/>
                    <a:pt x="46145" y="5764"/>
                  </a:cubicBezTo>
                  <a:lnTo>
                    <a:pt x="46212" y="37978"/>
                  </a:lnTo>
                  <a:cubicBezTo>
                    <a:pt x="46222" y="41197"/>
                    <a:pt x="43896" y="43949"/>
                    <a:pt x="40720" y="44475"/>
                  </a:cubicBezTo>
                  <a:cubicBezTo>
                    <a:pt x="38889" y="45010"/>
                    <a:pt x="34067" y="45993"/>
                    <a:pt x="26254" y="47421"/>
                  </a:cubicBezTo>
                  <a:cubicBezTo>
                    <a:pt x="12547" y="49877"/>
                    <a:pt x="5448" y="51060"/>
                    <a:pt x="4957" y="50971"/>
                  </a:cubicBezTo>
                  <a:cubicBezTo>
                    <a:pt x="2134" y="50511"/>
                    <a:pt x="63" y="48071"/>
                    <a:pt x="67" y="45211"/>
                  </a:cubicBezTo>
                  <a:lnTo>
                    <a:pt x="1" y="12997"/>
                  </a:lnTo>
                  <a:cubicBezTo>
                    <a:pt x="-43" y="9753"/>
                    <a:pt x="2291" y="6964"/>
                    <a:pt x="5492" y="6434"/>
                  </a:cubicBezTo>
                  <a:cubicBezTo>
                    <a:pt x="7368" y="5898"/>
                    <a:pt x="12212" y="4938"/>
                    <a:pt x="20025" y="3554"/>
                  </a:cubicBezTo>
                  <a:close/>
                </a:path>
              </a:pathLst>
            </a:custGeom>
            <a:grpFill/>
            <a:ln w="6697" cap="flat">
              <a:noFill/>
              <a:prstDash val="solid"/>
              <a:miter/>
            </a:ln>
          </p:spPr>
          <p:txBody>
            <a:bodyPr/>
            <a:lstStyle/>
            <a:p>
              <a:endParaRPr lang="en-US"/>
            </a:p>
          </p:txBody>
        </p:sp>
        <p:sp>
          <p:nvSpPr>
            <p:cNvPr id="116" name="Free-form: Shape 11">
              <a:extLst>
                <a:ext uri="{FF2B5EF4-FFF2-40B4-BE49-F238E27FC236}">
                  <a16:creationId xmlns:a16="http://schemas.microsoft.com/office/drawing/2014/main" id="{D89C336C-8167-DE33-E780-7D9769AA20A4}"/>
                </a:ext>
              </a:extLst>
            </p:cNvPr>
            <p:cNvSpPr>
              <a:spLocks noChangeAspect="1"/>
            </p:cNvSpPr>
            <p:nvPr/>
          </p:nvSpPr>
          <p:spPr>
            <a:xfrm>
              <a:off x="2896512" y="1455729"/>
              <a:ext cx="50434" cy="48263"/>
            </a:xfrm>
            <a:custGeom>
              <a:avLst/>
              <a:gdLst>
                <a:gd name="csX0" fmla="*/ 21836 w 50434"/>
                <a:gd name="csY0" fmla="*/ 4475 h 48263"/>
                <a:gd name="csX1" fmla="*/ 44003 w 50434"/>
                <a:gd name="csY1" fmla="*/ 55 h 48263"/>
                <a:gd name="csX2" fmla="*/ 49846 w 50434"/>
                <a:gd name="csY2" fmla="*/ 4350 h 48263"/>
                <a:gd name="csX3" fmla="*/ 49897 w 50434"/>
                <a:gd name="csY3" fmla="*/ 4944 h 48263"/>
                <a:gd name="csX4" fmla="*/ 50433 w 50434"/>
                <a:gd name="csY4" fmla="*/ 33273 h 48263"/>
                <a:gd name="csX5" fmla="*/ 45544 w 50434"/>
                <a:gd name="csY5" fmla="*/ 39569 h 48263"/>
                <a:gd name="csX6" fmla="*/ 28600 w 50434"/>
                <a:gd name="csY6" fmla="*/ 43922 h 48263"/>
                <a:gd name="csX7" fmla="*/ 6365 w 50434"/>
                <a:gd name="csY7" fmla="*/ 48208 h 48263"/>
                <a:gd name="csX8" fmla="*/ 523 w 50434"/>
                <a:gd name="csY8" fmla="*/ 43913 h 48263"/>
                <a:gd name="csX9" fmla="*/ 471 w 50434"/>
                <a:gd name="csY9" fmla="*/ 43319 h 48263"/>
                <a:gd name="csX10" fmla="*/ 2 w 50434"/>
                <a:gd name="csY10" fmla="*/ 14990 h 48263"/>
                <a:gd name="csX11" fmla="*/ 4824 w 50434"/>
                <a:gd name="csY11" fmla="*/ 8694 h 48263"/>
                <a:gd name="csX12" fmla="*/ 21836 w 50434"/>
                <a:gd name="csY12" fmla="*/ 4475 h 482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50434" h="48263">
                  <a:moveTo>
                    <a:pt x="21836" y="4475"/>
                  </a:moveTo>
                  <a:cubicBezTo>
                    <a:pt x="34426" y="1752"/>
                    <a:pt x="41816" y="278"/>
                    <a:pt x="44003" y="55"/>
                  </a:cubicBezTo>
                  <a:cubicBezTo>
                    <a:pt x="46822" y="-354"/>
                    <a:pt x="49437" y="1569"/>
                    <a:pt x="49846" y="4350"/>
                  </a:cubicBezTo>
                  <a:cubicBezTo>
                    <a:pt x="49874" y="4547"/>
                    <a:pt x="49892" y="4745"/>
                    <a:pt x="49897" y="4944"/>
                  </a:cubicBezTo>
                  <a:lnTo>
                    <a:pt x="50433" y="33273"/>
                  </a:lnTo>
                  <a:cubicBezTo>
                    <a:pt x="50507" y="36247"/>
                    <a:pt x="48468" y="38873"/>
                    <a:pt x="45544" y="39569"/>
                  </a:cubicBezTo>
                  <a:cubicBezTo>
                    <a:pt x="43177" y="40506"/>
                    <a:pt x="37529" y="41957"/>
                    <a:pt x="28600" y="43922"/>
                  </a:cubicBezTo>
                  <a:cubicBezTo>
                    <a:pt x="15964" y="46556"/>
                    <a:pt x="8553" y="47985"/>
                    <a:pt x="6365" y="48208"/>
                  </a:cubicBezTo>
                  <a:cubicBezTo>
                    <a:pt x="3546" y="48617"/>
                    <a:pt x="931" y="46694"/>
                    <a:pt x="523" y="43913"/>
                  </a:cubicBezTo>
                  <a:cubicBezTo>
                    <a:pt x="494" y="43716"/>
                    <a:pt x="477" y="43518"/>
                    <a:pt x="471" y="43319"/>
                  </a:cubicBezTo>
                  <a:lnTo>
                    <a:pt x="2" y="14990"/>
                  </a:lnTo>
                  <a:cubicBezTo>
                    <a:pt x="-79" y="12035"/>
                    <a:pt x="1927" y="9417"/>
                    <a:pt x="4824" y="8694"/>
                  </a:cubicBezTo>
                  <a:cubicBezTo>
                    <a:pt x="7191" y="7757"/>
                    <a:pt x="12861" y="6350"/>
                    <a:pt x="21836" y="4475"/>
                  </a:cubicBezTo>
                  <a:close/>
                </a:path>
              </a:pathLst>
            </a:custGeom>
            <a:grpFill/>
            <a:ln w="6697" cap="flat">
              <a:noFill/>
              <a:prstDash val="solid"/>
              <a:miter/>
            </a:ln>
          </p:spPr>
          <p:txBody>
            <a:bodyPr/>
            <a:lstStyle/>
            <a:p>
              <a:endParaRPr lang="en-US"/>
            </a:p>
          </p:txBody>
        </p:sp>
        <p:sp>
          <p:nvSpPr>
            <p:cNvPr id="117" name="Rectangle 116">
              <a:extLst>
                <a:ext uri="{FF2B5EF4-FFF2-40B4-BE49-F238E27FC236}">
                  <a16:creationId xmlns:a16="http://schemas.microsoft.com/office/drawing/2014/main" id="{0C9C8122-EEF8-702C-1478-DBC72E33AA23}"/>
                </a:ext>
              </a:extLst>
            </p:cNvPr>
            <p:cNvSpPr>
              <a:spLocks noChangeAspect="1"/>
            </p:cNvSpPr>
            <p:nvPr/>
          </p:nvSpPr>
          <p:spPr>
            <a:xfrm rot="12000">
              <a:off x="3230173" y="1493289"/>
              <a:ext cx="42326" cy="42058"/>
            </a:xfrm>
            <a:prstGeom prst="rect">
              <a:avLst/>
            </a:prstGeom>
            <a:grpFill/>
            <a:ln w="6697" cap="flat">
              <a:noFill/>
              <a:prstDash val="solid"/>
              <a:miter/>
            </a:ln>
          </p:spPr>
          <p:txBody>
            <a:bodyPr/>
            <a:lstStyle/>
            <a:p>
              <a:endParaRPr lang="en-US"/>
            </a:p>
          </p:txBody>
        </p:sp>
        <p:sp>
          <p:nvSpPr>
            <p:cNvPr id="118" name="Rectangle 117">
              <a:extLst>
                <a:ext uri="{FF2B5EF4-FFF2-40B4-BE49-F238E27FC236}">
                  <a16:creationId xmlns:a16="http://schemas.microsoft.com/office/drawing/2014/main" id="{0D46E60B-8400-811A-A628-FDB0B8E2A20E}"/>
                </a:ext>
              </a:extLst>
            </p:cNvPr>
            <p:cNvSpPr>
              <a:spLocks noChangeAspect="1"/>
            </p:cNvSpPr>
            <p:nvPr/>
          </p:nvSpPr>
          <p:spPr>
            <a:xfrm rot="21594000">
              <a:off x="2577189" y="1495700"/>
              <a:ext cx="48756" cy="49291"/>
            </a:xfrm>
            <a:prstGeom prst="rect">
              <a:avLst/>
            </a:prstGeom>
            <a:grpFill/>
            <a:ln w="6697" cap="flat">
              <a:noFill/>
              <a:prstDash val="solid"/>
              <a:miter/>
            </a:ln>
          </p:spPr>
          <p:txBody>
            <a:bodyPr/>
            <a:lstStyle/>
            <a:p>
              <a:endParaRPr lang="en-US"/>
            </a:p>
          </p:txBody>
        </p:sp>
        <p:sp>
          <p:nvSpPr>
            <p:cNvPr id="119" name="Rectangle 118">
              <a:extLst>
                <a:ext uri="{FF2B5EF4-FFF2-40B4-BE49-F238E27FC236}">
                  <a16:creationId xmlns:a16="http://schemas.microsoft.com/office/drawing/2014/main" id="{6D200D5C-6027-47F0-1D8C-B562942FAF00}"/>
                </a:ext>
              </a:extLst>
            </p:cNvPr>
            <p:cNvSpPr>
              <a:spLocks noChangeAspect="1"/>
            </p:cNvSpPr>
            <p:nvPr/>
          </p:nvSpPr>
          <p:spPr>
            <a:xfrm rot="21594000">
              <a:off x="2212456" y="1561333"/>
              <a:ext cx="46612" cy="46612"/>
            </a:xfrm>
            <a:prstGeom prst="rect">
              <a:avLst/>
            </a:prstGeom>
            <a:grpFill/>
            <a:ln w="6697" cap="flat">
              <a:noFill/>
              <a:prstDash val="solid"/>
              <a:miter/>
            </a:ln>
          </p:spPr>
          <p:txBody>
            <a:bodyPr/>
            <a:lstStyle/>
            <a:p>
              <a:endParaRPr lang="en-US"/>
            </a:p>
          </p:txBody>
        </p:sp>
        <p:sp>
          <p:nvSpPr>
            <p:cNvPr id="120" name="Rectangle 119">
              <a:extLst>
                <a:ext uri="{FF2B5EF4-FFF2-40B4-BE49-F238E27FC236}">
                  <a16:creationId xmlns:a16="http://schemas.microsoft.com/office/drawing/2014/main" id="{3BCC30D5-AAD8-E24E-5B82-F19ABADE77AF}"/>
                </a:ext>
              </a:extLst>
            </p:cNvPr>
            <p:cNvSpPr>
              <a:spLocks noChangeAspect="1"/>
            </p:cNvSpPr>
            <p:nvPr/>
          </p:nvSpPr>
          <p:spPr>
            <a:xfrm rot="21564000">
              <a:off x="2339369" y="1560596"/>
              <a:ext cx="47282" cy="47282"/>
            </a:xfrm>
            <a:prstGeom prst="rect">
              <a:avLst/>
            </a:prstGeom>
            <a:grpFill/>
            <a:ln w="6697" cap="flat">
              <a:noFill/>
              <a:prstDash val="solid"/>
              <a:miter/>
            </a:ln>
          </p:spPr>
          <p:txBody>
            <a:bodyPr/>
            <a:lstStyle/>
            <a:p>
              <a:endParaRPr lang="en-US"/>
            </a:p>
          </p:txBody>
        </p:sp>
        <p:sp>
          <p:nvSpPr>
            <p:cNvPr id="121" name="Free-form: Shape 536">
              <a:extLst>
                <a:ext uri="{FF2B5EF4-FFF2-40B4-BE49-F238E27FC236}">
                  <a16:creationId xmlns:a16="http://schemas.microsoft.com/office/drawing/2014/main" id="{490BA911-F380-0E48-183E-07A123AFDC56}"/>
                </a:ext>
              </a:extLst>
            </p:cNvPr>
            <p:cNvSpPr>
              <a:spLocks noChangeAspect="1"/>
            </p:cNvSpPr>
            <p:nvPr/>
          </p:nvSpPr>
          <p:spPr>
            <a:xfrm>
              <a:off x="3019610" y="1560485"/>
              <a:ext cx="47349" cy="48398"/>
            </a:xfrm>
            <a:custGeom>
              <a:avLst/>
              <a:gdLst>
                <a:gd name="csX0" fmla="*/ 40251 w 47349"/>
                <a:gd name="csY0" fmla="*/ 178 h 48398"/>
                <a:gd name="csX1" fmla="*/ 47173 w 47349"/>
                <a:gd name="csY1" fmla="*/ 4288 h 48398"/>
                <a:gd name="csX2" fmla="*/ 47350 w 47349"/>
                <a:gd name="csY2" fmla="*/ 5670 h 48398"/>
                <a:gd name="csX3" fmla="*/ 47350 w 47349"/>
                <a:gd name="csY3" fmla="*/ 41902 h 48398"/>
                <a:gd name="csX4" fmla="*/ 40853 w 47349"/>
                <a:gd name="csY4" fmla="*/ 48398 h 48398"/>
                <a:gd name="csX5" fmla="*/ 8104 w 47349"/>
                <a:gd name="csY5" fmla="*/ 48398 h 48398"/>
                <a:gd name="csX6" fmla="*/ 0 w 47349"/>
                <a:gd name="csY6" fmla="*/ 40294 h 48398"/>
                <a:gd name="csX7" fmla="*/ 0 w 47349"/>
                <a:gd name="csY7" fmla="*/ 17055 h 48398"/>
                <a:gd name="csX8" fmla="*/ 6496 w 47349"/>
                <a:gd name="csY8" fmla="*/ 8750 h 48398"/>
                <a:gd name="csX9" fmla="*/ 40251 w 47349"/>
                <a:gd name="csY9" fmla="*/ 178 h 483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7349" h="48398">
                  <a:moveTo>
                    <a:pt x="40251" y="178"/>
                  </a:moveTo>
                  <a:cubicBezTo>
                    <a:pt x="43297" y="-599"/>
                    <a:pt x="46396" y="1241"/>
                    <a:pt x="47173" y="4288"/>
                  </a:cubicBezTo>
                  <a:cubicBezTo>
                    <a:pt x="47289" y="4739"/>
                    <a:pt x="47348" y="5203"/>
                    <a:pt x="47350" y="5670"/>
                  </a:cubicBezTo>
                  <a:lnTo>
                    <a:pt x="47350" y="41902"/>
                  </a:lnTo>
                  <a:cubicBezTo>
                    <a:pt x="47350" y="45490"/>
                    <a:pt x="44441" y="48398"/>
                    <a:pt x="40853" y="48398"/>
                  </a:cubicBezTo>
                  <a:lnTo>
                    <a:pt x="8104" y="48398"/>
                  </a:lnTo>
                  <a:cubicBezTo>
                    <a:pt x="3628" y="48398"/>
                    <a:pt x="0" y="44770"/>
                    <a:pt x="0" y="40294"/>
                  </a:cubicBezTo>
                  <a:lnTo>
                    <a:pt x="0" y="17055"/>
                  </a:lnTo>
                  <a:cubicBezTo>
                    <a:pt x="6" y="13125"/>
                    <a:pt x="2683" y="9702"/>
                    <a:pt x="6496" y="8750"/>
                  </a:cubicBezTo>
                  <a:lnTo>
                    <a:pt x="40251" y="178"/>
                  </a:lnTo>
                  <a:close/>
                </a:path>
              </a:pathLst>
            </a:custGeom>
            <a:grpFill/>
            <a:ln w="6697" cap="flat">
              <a:noFill/>
              <a:prstDash val="solid"/>
              <a:miter/>
            </a:ln>
          </p:spPr>
          <p:txBody>
            <a:bodyPr/>
            <a:lstStyle/>
            <a:p>
              <a:endParaRPr lang="en-US"/>
            </a:p>
          </p:txBody>
        </p:sp>
        <p:sp>
          <p:nvSpPr>
            <p:cNvPr id="122" name="Free-form: Shape 537">
              <a:extLst>
                <a:ext uri="{FF2B5EF4-FFF2-40B4-BE49-F238E27FC236}">
                  <a16:creationId xmlns:a16="http://schemas.microsoft.com/office/drawing/2014/main" id="{76F53755-ECA8-4853-40F6-D39D0D4F042F}"/>
                </a:ext>
              </a:extLst>
            </p:cNvPr>
            <p:cNvSpPr>
              <a:spLocks noChangeAspect="1"/>
            </p:cNvSpPr>
            <p:nvPr/>
          </p:nvSpPr>
          <p:spPr>
            <a:xfrm>
              <a:off x="2897385" y="1570096"/>
              <a:ext cx="49693" cy="44547"/>
            </a:xfrm>
            <a:custGeom>
              <a:avLst/>
              <a:gdLst>
                <a:gd name="csX0" fmla="*/ 6630 w 49693"/>
                <a:gd name="csY0" fmla="*/ 44547 h 44547"/>
                <a:gd name="csX1" fmla="*/ 0 w 49693"/>
                <a:gd name="csY1" fmla="*/ 37917 h 44547"/>
                <a:gd name="csX2" fmla="*/ 0 w 49693"/>
                <a:gd name="csY2" fmla="*/ 17959 h 44547"/>
                <a:gd name="csX3" fmla="*/ 7635 w 49693"/>
                <a:gd name="csY3" fmla="*/ 8181 h 44547"/>
                <a:gd name="csX4" fmla="*/ 38576 w 49693"/>
                <a:gd name="csY4" fmla="*/ 278 h 44547"/>
                <a:gd name="csX5" fmla="*/ 49416 w 49693"/>
                <a:gd name="csY5" fmla="*/ 6766 h 44547"/>
                <a:gd name="csX6" fmla="*/ 49694 w 49693"/>
                <a:gd name="csY6" fmla="*/ 8985 h 44547"/>
                <a:gd name="csX7" fmla="*/ 49694 w 49693"/>
                <a:gd name="csY7" fmla="*/ 32693 h 44547"/>
                <a:gd name="csX8" fmla="*/ 37773 w 49693"/>
                <a:gd name="csY8" fmla="*/ 44547 h 44547"/>
                <a:gd name="csX9" fmla="*/ 6630 w 49693"/>
                <a:gd name="csY9" fmla="*/ 44547 h 445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9693" h="44547">
                  <a:moveTo>
                    <a:pt x="6630" y="44547"/>
                  </a:moveTo>
                  <a:cubicBezTo>
                    <a:pt x="2969" y="44547"/>
                    <a:pt x="0" y="41579"/>
                    <a:pt x="0" y="37917"/>
                  </a:cubicBezTo>
                  <a:lnTo>
                    <a:pt x="0" y="17959"/>
                  </a:lnTo>
                  <a:cubicBezTo>
                    <a:pt x="12" y="13319"/>
                    <a:pt x="3160" y="9288"/>
                    <a:pt x="7635" y="8181"/>
                  </a:cubicBezTo>
                  <a:lnTo>
                    <a:pt x="38576" y="278"/>
                  </a:lnTo>
                  <a:cubicBezTo>
                    <a:pt x="43343" y="-942"/>
                    <a:pt x="48195" y="1963"/>
                    <a:pt x="49416" y="6766"/>
                  </a:cubicBezTo>
                  <a:cubicBezTo>
                    <a:pt x="49600" y="7491"/>
                    <a:pt x="49693" y="8237"/>
                    <a:pt x="49694" y="8985"/>
                  </a:cubicBezTo>
                  <a:lnTo>
                    <a:pt x="49694" y="32693"/>
                  </a:lnTo>
                  <a:cubicBezTo>
                    <a:pt x="49694" y="39240"/>
                    <a:pt x="44357" y="44547"/>
                    <a:pt x="37773" y="44547"/>
                  </a:cubicBezTo>
                  <a:lnTo>
                    <a:pt x="6630" y="44547"/>
                  </a:lnTo>
                  <a:close/>
                </a:path>
              </a:pathLst>
            </a:custGeom>
            <a:grpFill/>
            <a:ln w="6697" cap="flat">
              <a:noFill/>
              <a:prstDash val="solid"/>
              <a:miter/>
            </a:ln>
          </p:spPr>
          <p:txBody>
            <a:bodyPr/>
            <a:lstStyle/>
            <a:p>
              <a:endParaRPr lang="en-US"/>
            </a:p>
          </p:txBody>
        </p:sp>
      </p:grpSp>
      <p:graphicFrame>
        <p:nvGraphicFramePr>
          <p:cNvPr id="99" name="Table 98">
            <a:extLst>
              <a:ext uri="{FF2B5EF4-FFF2-40B4-BE49-F238E27FC236}">
                <a16:creationId xmlns:a16="http://schemas.microsoft.com/office/drawing/2014/main" id="{6FEA0175-EE25-8783-E1F7-A3B7EEDFDC70}"/>
              </a:ext>
            </a:extLst>
          </p:cNvPr>
          <p:cNvGraphicFramePr>
            <a:graphicFrameLocks/>
          </p:cNvGraphicFramePr>
          <p:nvPr>
            <p:extLst>
              <p:ext uri="{D42A27DB-BD31-4B8C-83A1-F6EECF244321}">
                <p14:modId xmlns:p14="http://schemas.microsoft.com/office/powerpoint/2010/main" val="395363899"/>
              </p:ext>
            </p:extLst>
          </p:nvPr>
        </p:nvGraphicFramePr>
        <p:xfrm>
          <a:off x="215899" y="9436031"/>
          <a:ext cx="7133807" cy="2961806"/>
        </p:xfrm>
        <a:graphic>
          <a:graphicData uri="http://schemas.openxmlformats.org/drawingml/2006/table">
            <a:tbl>
              <a:tblPr rtl="1"/>
              <a:tblGrid>
                <a:gridCol w="305054">
                  <a:extLst>
                    <a:ext uri="{9D8B030D-6E8A-4147-A177-3AD203B41FA5}">
                      <a16:colId xmlns:a16="http://schemas.microsoft.com/office/drawing/2014/main" val="3562085196"/>
                    </a:ext>
                  </a:extLst>
                </a:gridCol>
                <a:gridCol w="1461537">
                  <a:extLst>
                    <a:ext uri="{9D8B030D-6E8A-4147-A177-3AD203B41FA5}">
                      <a16:colId xmlns:a16="http://schemas.microsoft.com/office/drawing/2014/main" val="20000"/>
                    </a:ext>
                  </a:extLst>
                </a:gridCol>
                <a:gridCol w="5367216">
                  <a:extLst>
                    <a:ext uri="{9D8B030D-6E8A-4147-A177-3AD203B41FA5}">
                      <a16:colId xmlns:a16="http://schemas.microsoft.com/office/drawing/2014/main" val="374937463"/>
                    </a:ext>
                  </a:extLst>
                </a:gridCol>
              </a:tblGrid>
              <a:tr h="266437">
                <a:tc gridSpan="3">
                  <a:txBody>
                    <a:bodyPr/>
                    <a:lstStyle/>
                    <a:p>
                      <a:pPr algn="r" rtl="1">
                        <a:lnSpc>
                          <a:spcPct val="105000"/>
                        </a:lnSpc>
                      </a:pPr>
                      <a:r>
                        <a:rPr lang="ar-SA" sz="1000" b="1" dirty="0">
                          <a:solidFill>
                            <a:srgbClr val="000000"/>
                          </a:solidFill>
                          <a:latin typeface="Abar Mid" pitchFamily="50" charset="-78"/>
                          <a:ea typeface="Abar Mid" pitchFamily="50" charset="-78"/>
                          <a:cs typeface="Abar Mid" pitchFamily="50" charset="-78"/>
                        </a:rPr>
                        <a:t>التحديات</a:t>
                      </a:r>
                    </a:p>
                  </a:txBody>
                  <a:tcPr marL="45720" anchor="ctr">
                    <a:lnL w="57150" cap="flat" cmpd="sng" algn="ctr">
                      <a:solidFill>
                        <a:srgbClr val="D9A86A"/>
                      </a:solid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r" rtl="1">
                        <a:lnSpc>
                          <a:spcPct val="105000"/>
                        </a:lnSpc>
                      </a:pPr>
                      <a:endParaRPr lang="ar-SA" sz="1000" b="1" dirty="0">
                        <a:solidFill>
                          <a:srgbClr val="000000"/>
                        </a:solidFill>
                        <a:latin typeface="Abar Mid" pitchFamily="50" charset="-78"/>
                        <a:ea typeface="Abar Mid" pitchFamily="50" charset="-78"/>
                        <a:cs typeface="Abar Mid" pitchFamily="50" charset="-78"/>
                      </a:endParaRPr>
                    </a:p>
                  </a:txBody>
                  <a:tcPr marL="45720" anchor="ctr">
                    <a:lnL w="57150" cap="flat" cmpd="sng" algn="ctr">
                      <a:no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r" rtl="1">
                        <a:lnSpc>
                          <a:spcPct val="105000"/>
                        </a:lnSpc>
                      </a:pPr>
                      <a:endParaRPr lang="ar-SA" sz="1000" b="1" dirty="0">
                        <a:solidFill>
                          <a:srgbClr val="000000"/>
                        </a:solidFill>
                        <a:latin typeface="Abar Mid" pitchFamily="50" charset="-78"/>
                        <a:ea typeface="Abar Mid" pitchFamily="50" charset="-78"/>
                        <a:cs typeface="Abar Mid" pitchFamily="50" charset="-78"/>
                      </a:endParaRPr>
                    </a:p>
                  </a:txBody>
                  <a:tcPr marL="45720" anchor="ctr">
                    <a:lnL w="57150" cap="flat" cmpd="sng" algn="ctr">
                      <a:no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1772843"/>
                  </a:ext>
                </a:extLst>
              </a:tr>
              <a:tr h="266437">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en-US" sz="1000" b="1">
                          <a:solidFill>
                            <a:srgbClr val="FFFFFF"/>
                          </a:solidFill>
                          <a:latin typeface="Abar Mid" pitchFamily="50" charset="-78"/>
                          <a:ea typeface="Abar Mid" pitchFamily="50" charset="-78"/>
                          <a:cs typeface="Abar Mid" pitchFamily="50" charset="-78"/>
                        </a:rPr>
                        <a:t>#</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000" b="1" dirty="0">
                          <a:solidFill>
                            <a:srgbClr val="FFFFFF"/>
                          </a:solidFill>
                          <a:latin typeface="Abar Mid" pitchFamily="50" charset="-78"/>
                          <a:ea typeface="Abar Mid" pitchFamily="50" charset="-78"/>
                          <a:cs typeface="Abar Mid" pitchFamily="50" charset="-78"/>
                        </a:rPr>
                        <a:t>المنظور</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p>
                      <a:pPr algn="ctr" rtl="1">
                        <a:lnSpc>
                          <a:spcPct val="105000"/>
                        </a:lnSpc>
                      </a:pPr>
                      <a:r>
                        <a:rPr lang="ar-SA" sz="1000" b="1" dirty="0">
                          <a:solidFill>
                            <a:srgbClr val="FFFFFF"/>
                          </a:solidFill>
                          <a:latin typeface="Abar Mid" pitchFamily="50" charset="-78"/>
                          <a:ea typeface="Abar Mid" pitchFamily="50" charset="-78"/>
                          <a:cs typeface="Abar Mid" pitchFamily="50" charset="-78"/>
                        </a:rPr>
                        <a:t>التحدي</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607233">
                <a:tc>
                  <a:txBody>
                    <a:bodyPr/>
                    <a:lstStyle/>
                    <a:p>
                      <a:pPr algn="ctr" rtl="1" fontAlgn="ctr">
                        <a:buNone/>
                      </a:pPr>
                      <a:r>
                        <a:rPr lang="en-US" sz="1000" b="0" i="0" u="none" strike="noStrike">
                          <a:solidFill>
                            <a:srgbClr val="000000"/>
                          </a:solidFill>
                          <a:effectLst/>
                          <a:latin typeface="Abar Mid" pitchFamily="50" charset="-78"/>
                          <a:cs typeface="Abar Mid" pitchFamily="50" charset="-78"/>
                        </a:rPr>
                        <a:t>1</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a:lnSpc>
                          <a:spcPct val="110000"/>
                        </a:lnSpc>
                        <a:spcBef>
                          <a:spcPts val="0"/>
                        </a:spcBef>
                        <a:spcAft>
                          <a:spcPts val="0"/>
                        </a:spcAft>
                      </a:pPr>
                      <a:r>
                        <a:rPr lang="ar-SA" sz="1000" b="1" dirty="0">
                          <a:solidFill>
                            <a:srgbClr val="172D31"/>
                          </a:solidFill>
                          <a:latin typeface="Abar Mid" pitchFamily="50" charset="-78"/>
                          <a:ea typeface="Abar Mid" pitchFamily="50" charset="-78"/>
                          <a:cs typeface="Abar Mid" pitchFamily="50" charset="-78"/>
                        </a:rPr>
                        <a:t>تجربة المستخدم</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ar-SA" sz="1000" b="0" i="0" u="none" strike="noStrike" kern="1200" dirty="0">
                          <a:solidFill>
                            <a:srgbClr val="000000"/>
                          </a:solidFill>
                          <a:effectLst/>
                          <a:latin typeface="Abar Mid" pitchFamily="50" charset="-78"/>
                          <a:ea typeface="+mn-ea"/>
                          <a:cs typeface="Abar Mid" pitchFamily="50" charset="-78"/>
                        </a:rPr>
                        <a:t>جار حاليا التقييم الأولي من قبل لجنة التحكيم لتأهيل المشاركات المناسبة، تمهيدا  لإعلان النتائج النهائية وعرضها في مؤتمر الحج</a:t>
                      </a:r>
                      <a:endParaRPr lang="en-US" sz="1000" b="0" i="0" u="none" strike="noStrike" kern="1200" dirty="0">
                        <a:solidFill>
                          <a:srgbClr val="000000"/>
                        </a:solidFill>
                        <a:effectLst/>
                        <a:latin typeface="Abar Mid" pitchFamily="50" charset="-78"/>
                        <a:ea typeface="+mn-ea"/>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607233">
                <a:tc>
                  <a:txBody>
                    <a:bodyPr/>
                    <a:lstStyle/>
                    <a:p>
                      <a:pPr algn="ctr" rtl="1" fontAlgn="ctr">
                        <a:buNone/>
                      </a:pPr>
                      <a:r>
                        <a:rPr lang="en-US" sz="1000" b="0" i="0" u="none" strike="noStrike" dirty="0">
                          <a:solidFill>
                            <a:srgbClr val="000000"/>
                          </a:solidFill>
                          <a:effectLst/>
                          <a:latin typeface="Abar Mid" pitchFamily="50" charset="-78"/>
                          <a:cs typeface="Abar Mid" pitchFamily="50" charset="-78"/>
                        </a:rPr>
                        <a:t>2</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a:lnSpc>
                          <a:spcPct val="110000"/>
                        </a:lnSpc>
                        <a:spcBef>
                          <a:spcPts val="0"/>
                        </a:spcBef>
                        <a:spcAft>
                          <a:spcPts val="0"/>
                        </a:spcAft>
                      </a:pPr>
                      <a:r>
                        <a:rPr lang="ar-SA" sz="1000" b="1" dirty="0">
                          <a:solidFill>
                            <a:srgbClr val="172D31"/>
                          </a:solidFill>
                          <a:latin typeface="Abar Mid" pitchFamily="50" charset="-78"/>
                          <a:ea typeface="Abar Mid" pitchFamily="50" charset="-78"/>
                          <a:cs typeface="Abar Mid" pitchFamily="50" charset="-78"/>
                        </a:rPr>
                        <a:t>رضا المستفيد</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ar-SA" sz="1000" b="0" i="0" u="none" strike="noStrike" kern="1200" dirty="0">
                          <a:solidFill>
                            <a:srgbClr val="000000"/>
                          </a:solidFill>
                          <a:effectLst/>
                          <a:latin typeface="Abar Mid" pitchFamily="50" charset="-78"/>
                          <a:ea typeface="+mn-ea"/>
                          <a:cs typeface="Abar Mid" pitchFamily="50" charset="-78"/>
                        </a:rPr>
                        <a:t>جار حاليا التقييم الأولي من قبل لجنة التحكيم لتأهيل المشاركات المناسبة، تمهيدا  لإعلان النتائج النهائية وعرضها في مؤتمر الحج</a:t>
                      </a:r>
                      <a:endParaRPr lang="en-US" sz="1000" b="0" i="0" u="none" strike="noStrike" kern="1200" dirty="0">
                        <a:solidFill>
                          <a:srgbClr val="000000"/>
                        </a:solidFill>
                        <a:effectLst/>
                        <a:latin typeface="Abar Mid" pitchFamily="50" charset="-78"/>
                        <a:ea typeface="+mn-ea"/>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777937494"/>
                  </a:ext>
                </a:extLst>
              </a:tr>
              <a:tr h="607233">
                <a:tc>
                  <a:txBody>
                    <a:bodyPr/>
                    <a:lstStyle/>
                    <a:p>
                      <a:pPr algn="ctr" rtl="1" fontAlgn="ctr">
                        <a:buNone/>
                      </a:pPr>
                      <a:r>
                        <a:rPr lang="en-US" sz="1000" b="0" i="0" u="none" strike="noStrike" dirty="0">
                          <a:solidFill>
                            <a:srgbClr val="000000"/>
                          </a:solidFill>
                          <a:effectLst/>
                          <a:latin typeface="Abar Mid" pitchFamily="50" charset="-78"/>
                          <a:cs typeface="Abar Mid" pitchFamily="50" charset="-78"/>
                        </a:rPr>
                        <a:t>3</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a:lnSpc>
                          <a:spcPct val="110000"/>
                        </a:lnSpc>
                        <a:spcBef>
                          <a:spcPts val="0"/>
                        </a:spcBef>
                        <a:spcAft>
                          <a:spcPts val="0"/>
                        </a:spcAft>
                      </a:pPr>
                      <a:r>
                        <a:rPr lang="ar-SA" sz="1000" b="1" dirty="0">
                          <a:solidFill>
                            <a:srgbClr val="172D31"/>
                          </a:solidFill>
                          <a:latin typeface="Abar Mid" pitchFamily="50" charset="-78"/>
                          <a:ea typeface="Abar Mid" pitchFamily="50" charset="-78"/>
                          <a:cs typeface="Abar Mid" pitchFamily="50" charset="-78"/>
                        </a:rPr>
                        <a:t>التعامل مع الشكاوى</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ar-SA" sz="1000" b="0" i="0" u="none" strike="noStrike" kern="1200" dirty="0">
                          <a:solidFill>
                            <a:srgbClr val="000000"/>
                          </a:solidFill>
                          <a:effectLst/>
                          <a:latin typeface="Abar Mid" pitchFamily="50" charset="-78"/>
                          <a:ea typeface="+mn-ea"/>
                          <a:cs typeface="Abar Mid" pitchFamily="50" charset="-78"/>
                        </a:rPr>
                        <a:t>جار حاليا التقييم الأولي من قبل لجنة التحكيم لتأهيل المشاركات المناسبة، تمهيدا  لإعلان النتائج النهائية وعرضها في مؤتمر الحج</a:t>
                      </a:r>
                      <a:endParaRPr lang="en-US" sz="1000" b="0" i="0" u="none" strike="noStrike" kern="1200" dirty="0">
                        <a:solidFill>
                          <a:srgbClr val="000000"/>
                        </a:solidFill>
                        <a:effectLst/>
                        <a:latin typeface="Abar Mid" pitchFamily="50" charset="-78"/>
                        <a:ea typeface="+mn-ea"/>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678353301"/>
                  </a:ext>
                </a:extLst>
              </a:tr>
              <a:tr h="607233">
                <a:tc>
                  <a:txBody>
                    <a:bodyPr/>
                    <a:lstStyle/>
                    <a:p>
                      <a:pPr algn="ctr" rtl="1" fontAlgn="ctr">
                        <a:buNone/>
                      </a:pPr>
                      <a:r>
                        <a:rPr lang="en-US" sz="1000" b="0" i="0" u="none" strike="noStrike" dirty="0">
                          <a:solidFill>
                            <a:srgbClr val="000000"/>
                          </a:solidFill>
                          <a:effectLst/>
                          <a:latin typeface="Abar Mid" pitchFamily="50" charset="-78"/>
                          <a:cs typeface="Abar Mid" pitchFamily="50" charset="-78"/>
                        </a:rPr>
                        <a:t>4</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a:lnSpc>
                          <a:spcPct val="110000"/>
                        </a:lnSpc>
                        <a:spcBef>
                          <a:spcPts val="0"/>
                        </a:spcBef>
                        <a:spcAft>
                          <a:spcPts val="0"/>
                        </a:spcAft>
                      </a:pPr>
                      <a:r>
                        <a:rPr lang="ar-SA" sz="1000" b="1" dirty="0">
                          <a:solidFill>
                            <a:srgbClr val="172D31"/>
                          </a:solidFill>
                          <a:latin typeface="Abar Mid" pitchFamily="50" charset="-78"/>
                          <a:ea typeface="Abar Mid" pitchFamily="50" charset="-78"/>
                          <a:cs typeface="Abar Mid" pitchFamily="50" charset="-78"/>
                        </a:rPr>
                        <a:t>التقنيات والأدوات</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ar-SA" sz="1000" b="0" i="0" u="none" strike="noStrike" kern="1200" dirty="0">
                          <a:solidFill>
                            <a:srgbClr val="000000"/>
                          </a:solidFill>
                          <a:effectLst/>
                          <a:latin typeface="Abar Mid" pitchFamily="50" charset="-78"/>
                          <a:ea typeface="+mn-ea"/>
                          <a:cs typeface="Abar Mid" pitchFamily="50" charset="-78"/>
                        </a:rPr>
                        <a:t>جار حاليا التقييم الأولي من قبل لجنة التحكيم لتأهيل المشاركات المناسبة، تمهيدا  لإعلان النتائج النهائية وعرضها في مؤتمر الحج</a:t>
                      </a:r>
                      <a:endParaRPr lang="en-US" sz="1000" b="0" i="0" u="none" strike="noStrike" kern="1200" dirty="0">
                        <a:solidFill>
                          <a:srgbClr val="000000"/>
                        </a:solidFill>
                        <a:effectLst/>
                        <a:latin typeface="Abar Mid" pitchFamily="50" charset="-78"/>
                        <a:ea typeface="+mn-ea"/>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78901197"/>
                  </a:ext>
                </a:extLst>
              </a:tr>
            </a:tbl>
          </a:graphicData>
        </a:graphic>
      </p:graphicFrame>
      <p:sp>
        <p:nvSpPr>
          <p:cNvPr id="2" name="Axis 1 title">
            <a:extLst>
              <a:ext uri="{FF2B5EF4-FFF2-40B4-BE49-F238E27FC236}">
                <a16:creationId xmlns:a16="http://schemas.microsoft.com/office/drawing/2014/main" id="{63BC0C05-872B-47E6-FD17-A07450091850}"/>
              </a:ext>
            </a:extLst>
          </p:cNvPr>
          <p:cNvSpPr txBox="1"/>
          <p:nvPr/>
        </p:nvSpPr>
        <p:spPr>
          <a:xfrm>
            <a:off x="1749430" y="2510256"/>
            <a:ext cx="1504604" cy="282434"/>
          </a:xfrm>
          <a:prstGeom prst="rect">
            <a:avLst/>
          </a:prstGeom>
          <a:noFill/>
          <a:effectLst/>
        </p:spPr>
        <p:txBody>
          <a:bodyPr wrap="square" lIns="0" tIns="0" rIns="0" bIns="0" anchor="ctr"/>
          <a:lstStyle/>
          <a:p>
            <a:pPr algn="r" rtl="1">
              <a:lnSpc>
                <a:spcPct val="110000"/>
              </a:lnSpc>
              <a:spcBef>
                <a:spcPts val="0"/>
              </a:spcBef>
              <a:spcAft>
                <a:spcPts val="0"/>
              </a:spcAft>
            </a:pPr>
            <a:r>
              <a:rPr lang="ar-SA" sz="2400" b="1" dirty="0">
                <a:solidFill>
                  <a:srgbClr val="172D31"/>
                </a:solidFill>
                <a:latin typeface="Abar Mid" pitchFamily="50" charset="-78"/>
                <a:ea typeface="Abar Mid" pitchFamily="50" charset="-78"/>
                <a:cs typeface="Abar Mid" pitchFamily="50" charset="-78"/>
              </a:rPr>
              <a:t>رضا المستفيد</a:t>
            </a:r>
          </a:p>
        </p:txBody>
      </p:sp>
      <p:sp>
        <p:nvSpPr>
          <p:cNvPr id="6" name="Axis 1 title">
            <a:extLst>
              <a:ext uri="{FF2B5EF4-FFF2-40B4-BE49-F238E27FC236}">
                <a16:creationId xmlns:a16="http://schemas.microsoft.com/office/drawing/2014/main" id="{3BA5BDBB-8695-4C7D-CB1D-0C4E71996FE2}"/>
              </a:ext>
            </a:extLst>
          </p:cNvPr>
          <p:cNvSpPr txBox="1"/>
          <p:nvPr/>
        </p:nvSpPr>
        <p:spPr>
          <a:xfrm>
            <a:off x="5368871" y="5638800"/>
            <a:ext cx="1504604" cy="282434"/>
          </a:xfrm>
          <a:prstGeom prst="rect">
            <a:avLst/>
          </a:prstGeom>
          <a:noFill/>
          <a:effectLst/>
        </p:spPr>
        <p:txBody>
          <a:bodyPr wrap="square" lIns="0" tIns="0" rIns="0" bIns="0" anchor="ctr"/>
          <a:lstStyle/>
          <a:p>
            <a:pPr algn="r" rtl="1">
              <a:lnSpc>
                <a:spcPct val="110000"/>
              </a:lnSpc>
              <a:spcBef>
                <a:spcPts val="0"/>
              </a:spcBef>
              <a:spcAft>
                <a:spcPts val="0"/>
              </a:spcAft>
            </a:pPr>
            <a:r>
              <a:rPr lang="ar-SA" sz="2400" b="1" dirty="0">
                <a:solidFill>
                  <a:srgbClr val="172D31"/>
                </a:solidFill>
                <a:latin typeface="Abar Mid" pitchFamily="50" charset="-78"/>
                <a:ea typeface="Abar Mid" pitchFamily="50" charset="-78"/>
                <a:cs typeface="Abar Mid" pitchFamily="50" charset="-78"/>
              </a:rPr>
              <a:t>التعامل مع الشكاوى</a:t>
            </a:r>
          </a:p>
        </p:txBody>
      </p:sp>
      <p:sp>
        <p:nvSpPr>
          <p:cNvPr id="8" name="Axis 1 title">
            <a:extLst>
              <a:ext uri="{FF2B5EF4-FFF2-40B4-BE49-F238E27FC236}">
                <a16:creationId xmlns:a16="http://schemas.microsoft.com/office/drawing/2014/main" id="{0CDA777E-D48A-35E3-F35D-C493F700579C}"/>
              </a:ext>
            </a:extLst>
          </p:cNvPr>
          <p:cNvSpPr txBox="1"/>
          <p:nvPr/>
        </p:nvSpPr>
        <p:spPr>
          <a:xfrm>
            <a:off x="1749430" y="5638800"/>
            <a:ext cx="1504604" cy="282434"/>
          </a:xfrm>
          <a:prstGeom prst="rect">
            <a:avLst/>
          </a:prstGeom>
          <a:noFill/>
          <a:effectLst/>
        </p:spPr>
        <p:txBody>
          <a:bodyPr wrap="square" lIns="0" tIns="0" rIns="0" bIns="0" anchor="ctr"/>
          <a:lstStyle/>
          <a:p>
            <a:pPr algn="r" rtl="1">
              <a:lnSpc>
                <a:spcPct val="110000"/>
              </a:lnSpc>
              <a:spcBef>
                <a:spcPts val="0"/>
              </a:spcBef>
              <a:spcAft>
                <a:spcPts val="0"/>
              </a:spcAft>
            </a:pPr>
            <a:r>
              <a:rPr lang="ar-SA" sz="2400" b="1" dirty="0">
                <a:solidFill>
                  <a:srgbClr val="172D31"/>
                </a:solidFill>
                <a:latin typeface="Abar Mid" pitchFamily="50" charset="-78"/>
                <a:ea typeface="Abar Mid" pitchFamily="50" charset="-78"/>
                <a:cs typeface="Abar Mid" pitchFamily="50" charset="-78"/>
              </a:rPr>
              <a:t>التقنيات والأدوات</a:t>
            </a:r>
          </a:p>
        </p:txBody>
      </p:sp>
    </p:spTree>
    <p:extLst>
      <p:ext uri="{BB962C8B-B14F-4D97-AF65-F5344CB8AC3E}">
        <p14:creationId xmlns:p14="http://schemas.microsoft.com/office/powerpoint/2010/main" val="210058541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3DAAA3-B057-B4F7-3373-CD2EA1FC8712}"/>
            </a:ext>
          </a:extLst>
        </p:cNvPr>
        <p:cNvGrpSpPr/>
        <p:nvPr/>
      </p:nvGrpSpPr>
      <p:grpSpPr>
        <a:xfrm>
          <a:off x="0" y="0"/>
          <a:ext cx="0" cy="0"/>
          <a:chOff x="0" y="0"/>
          <a:chExt cx="0" cy="0"/>
        </a:xfrm>
      </p:grpSpPr>
      <p:sp>
        <p:nvSpPr>
          <p:cNvPr id="4" name="Button">
            <a:hlinkClick r:id="rId6" action="ppaction://hlinksldjump"/>
            <a:extLst>
              <a:ext uri="{FF2B5EF4-FFF2-40B4-BE49-F238E27FC236}">
                <a16:creationId xmlns:a16="http://schemas.microsoft.com/office/drawing/2014/main" id="{110DA5B9-E25D-5800-7B25-B3F6F4619E86}"/>
              </a:ext>
            </a:extLst>
          </p:cNvPr>
          <p:cNvSpPr>
            <a:spLocks noChangeAspect="1"/>
          </p:cNvSpPr>
          <p:nvPr>
            <p:custDataLst>
              <p:tags r:id="rId1"/>
            </p:custDataLst>
          </p:nvPr>
        </p:nvSpPr>
        <p:spPr>
          <a:xfrm>
            <a:off x="1292720" y="3291163"/>
            <a:ext cx="4974234" cy="1202705"/>
          </a:xfrm>
          <a:prstGeom prst="roundRect">
            <a:avLst/>
          </a:prstGeom>
          <a:solidFill>
            <a:srgbClr val="D9A86A"/>
          </a:solidFill>
          <a:ln w="28575" cap="flat" cmpd="sng" algn="ctr">
            <a:solidFill>
              <a:srgbClr val="000000"/>
            </a:solidFill>
            <a:prstDash val="solid"/>
            <a:miter lim="800000"/>
          </a:ln>
          <a:effectLst>
            <a:outerShdw blurRad="50800" dist="38100" dir="5400000" algn="t" rotWithShape="0">
              <a:prstClr val="black">
                <a:alpha val="40000"/>
              </a:prstClr>
            </a:outerShdw>
          </a:effectLst>
        </p:spPr>
        <p:txBody>
          <a:bodyPr lIns="0" tIns="0" rIns="0" bIns="0" rtlCol="0" anchor="ctr"/>
          <a:lstStyle/>
          <a:p>
            <a:pPr algn="ctr"/>
            <a:r>
              <a:rPr lang="ar-SA" sz="2800" b="1">
                <a:solidFill>
                  <a:schemeClr val="bg1"/>
                </a:solidFill>
                <a:latin typeface="Abar Mid" pitchFamily="50" charset="-78"/>
                <a:ea typeface="Abar Mid" pitchFamily="50" charset="-78"/>
                <a:cs typeface="Abar Mid" pitchFamily="50" charset="-78"/>
              </a:rPr>
              <a:t>تفاصيل المهام</a:t>
            </a:r>
          </a:p>
        </p:txBody>
      </p:sp>
      <p:sp>
        <p:nvSpPr>
          <p:cNvPr id="34" name="Button">
            <a:hlinkClick r:id="rId7" action="ppaction://hlinksldjump"/>
            <a:extLst>
              <a:ext uri="{FF2B5EF4-FFF2-40B4-BE49-F238E27FC236}">
                <a16:creationId xmlns:a16="http://schemas.microsoft.com/office/drawing/2014/main" id="{52BC4D38-F772-B28E-3672-B5D7FC8ADA37}"/>
              </a:ext>
            </a:extLst>
          </p:cNvPr>
          <p:cNvSpPr>
            <a:spLocks noChangeAspect="1"/>
          </p:cNvSpPr>
          <p:nvPr>
            <p:custDataLst>
              <p:tags r:id="rId2"/>
            </p:custDataLst>
          </p:nvPr>
        </p:nvSpPr>
        <p:spPr>
          <a:xfrm>
            <a:off x="1292720" y="5963966"/>
            <a:ext cx="4974234" cy="1202705"/>
          </a:xfrm>
          <a:prstGeom prst="roundRect">
            <a:avLst/>
          </a:prstGeom>
          <a:solidFill>
            <a:srgbClr val="D9A86A"/>
          </a:solidFill>
          <a:ln w="28575" cap="flat" cmpd="sng" algn="ctr">
            <a:solidFill>
              <a:srgbClr val="000000"/>
            </a:solidFill>
            <a:prstDash val="solid"/>
            <a:miter lim="800000"/>
          </a:ln>
          <a:effectLst>
            <a:outerShdw blurRad="50800" dist="38100" dir="5400000" algn="t" rotWithShape="0">
              <a:prstClr val="black">
                <a:alpha val="40000"/>
              </a:prstClr>
            </a:outerShdw>
          </a:effectLst>
        </p:spPr>
        <p:txBody>
          <a:bodyPr lIns="0" tIns="0" rIns="0" bIns="0" rtlCol="0" anchor="ctr"/>
          <a:lstStyle/>
          <a:p>
            <a:pPr algn="ctr"/>
            <a:r>
              <a:rPr lang="ar-SA" sz="2800" b="1" dirty="0">
                <a:solidFill>
                  <a:schemeClr val="bg1"/>
                </a:solidFill>
                <a:latin typeface="Abar Mid" pitchFamily="50" charset="-78"/>
                <a:ea typeface="Abar Mid" pitchFamily="50" charset="-78"/>
                <a:cs typeface="Abar Mid" pitchFamily="50" charset="-78"/>
              </a:rPr>
              <a:t>تفاصيل مشاريع سهيل</a:t>
            </a:r>
          </a:p>
        </p:txBody>
      </p:sp>
      <p:sp>
        <p:nvSpPr>
          <p:cNvPr id="2" name="Button">
            <a:hlinkClick r:id="rId8" action="ppaction://hlinksldjump"/>
            <a:extLst>
              <a:ext uri="{FF2B5EF4-FFF2-40B4-BE49-F238E27FC236}">
                <a16:creationId xmlns:a16="http://schemas.microsoft.com/office/drawing/2014/main" id="{A8A73B11-3952-F761-4F69-108B3CC84D69}"/>
              </a:ext>
            </a:extLst>
          </p:cNvPr>
          <p:cNvSpPr>
            <a:spLocks noChangeAspect="1"/>
          </p:cNvSpPr>
          <p:nvPr>
            <p:custDataLst>
              <p:tags r:id="rId3"/>
            </p:custDataLst>
          </p:nvPr>
        </p:nvSpPr>
        <p:spPr>
          <a:xfrm>
            <a:off x="1292720" y="8636769"/>
            <a:ext cx="4974234" cy="1202705"/>
          </a:xfrm>
          <a:prstGeom prst="roundRect">
            <a:avLst/>
          </a:prstGeom>
          <a:solidFill>
            <a:srgbClr val="D9A86A"/>
          </a:solidFill>
          <a:ln w="28575" cap="flat" cmpd="sng" algn="ctr">
            <a:solidFill>
              <a:srgbClr val="000000"/>
            </a:solidFill>
            <a:prstDash val="solid"/>
            <a:miter lim="800000"/>
          </a:ln>
          <a:effectLst>
            <a:outerShdw blurRad="50800" dist="38100" dir="5400000" algn="t" rotWithShape="0">
              <a:prstClr val="black">
                <a:alpha val="40000"/>
              </a:prstClr>
            </a:outerShdw>
          </a:effectLst>
        </p:spPr>
        <p:txBody>
          <a:bodyPr lIns="0" tIns="0" rIns="0" bIns="0" rtlCol="0" anchor="ctr"/>
          <a:lstStyle/>
          <a:p>
            <a:pPr algn="ctr"/>
            <a:r>
              <a:rPr lang="ar-SA" sz="2800" b="1" dirty="0">
                <a:solidFill>
                  <a:schemeClr val="bg1"/>
                </a:solidFill>
                <a:latin typeface="Abar Mid" pitchFamily="50" charset="-78"/>
                <a:ea typeface="Abar Mid" pitchFamily="50" charset="-78"/>
                <a:cs typeface="Abar Mid" pitchFamily="50" charset="-78"/>
              </a:rPr>
              <a:t>تفاصيل مؤشر نضج التجربة الرقمية</a:t>
            </a:r>
          </a:p>
        </p:txBody>
      </p:sp>
    </p:spTree>
    <p:extLst>
      <p:ext uri="{BB962C8B-B14F-4D97-AF65-F5344CB8AC3E}">
        <p14:creationId xmlns:p14="http://schemas.microsoft.com/office/powerpoint/2010/main" val="30306185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95955A-538C-CF7A-0FE0-F37CB1E2C34F}"/>
            </a:ext>
          </a:extLst>
        </p:cNvPr>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8544E6CE-8FBC-4631-628A-C6A764A8CAA5}"/>
              </a:ext>
            </a:extLst>
          </p:cNvPr>
          <p:cNvGraphicFramePr>
            <a:graphicFrameLocks/>
          </p:cNvGraphicFramePr>
          <p:nvPr>
            <p:custDataLst>
              <p:tags r:id="rId1"/>
            </p:custDataLst>
          </p:nvPr>
        </p:nvGraphicFramePr>
        <p:xfrm>
          <a:off x="1588" y="1376363"/>
          <a:ext cx="1588" cy="1588"/>
        </p:xfrm>
        <a:graphic>
          <a:graphicData uri="http://schemas.openxmlformats.org/presentationml/2006/ole">
            <mc:AlternateContent xmlns:mc="http://schemas.openxmlformats.org/markup-compatibility/2006">
              <mc:Choice xmlns:v="urn:schemas-microsoft-com:vml" Requires="v">
                <p:oleObj name="think-cell Slide" r:id="rId5" imgW="592" imgH="591" progId="TCLayout.ActiveDocument.1">
                  <p:embed/>
                </p:oleObj>
              </mc:Choice>
              <mc:Fallback>
                <p:oleObj name="think-cell Slide" r:id="rId5" imgW="592" imgH="591" progId="TCLayout.ActiveDocument.1">
                  <p:embed/>
                  <p:pic>
                    <p:nvPicPr>
                      <p:cNvPr id="2" name="think-cell data - do not delete" hidden="1">
                        <a:extLst>
                          <a:ext uri="{FF2B5EF4-FFF2-40B4-BE49-F238E27FC236}">
                            <a16:creationId xmlns:a16="http://schemas.microsoft.com/office/drawing/2014/main" id="{8544E6CE-8FBC-4631-628A-C6A764A8CAA5}"/>
                          </a:ext>
                        </a:extLst>
                      </p:cNvPr>
                      <p:cNvPicPr/>
                      <p:nvPr/>
                    </p:nvPicPr>
                    <p:blipFill>
                      <a:blip r:embed="rId6"/>
                      <a:stretch>
                        <a:fillRect/>
                      </a:stretch>
                    </p:blipFill>
                    <p:spPr>
                      <a:xfrm>
                        <a:off x="1588" y="1376363"/>
                        <a:ext cx="1588" cy="1588"/>
                      </a:xfrm>
                      <a:prstGeom prst="rect">
                        <a:avLst/>
                      </a:prstGeom>
                    </p:spPr>
                  </p:pic>
                </p:oleObj>
              </mc:Fallback>
            </mc:AlternateContent>
          </a:graphicData>
        </a:graphic>
      </p:graphicFrame>
      <p:grpSp>
        <p:nvGrpSpPr>
          <p:cNvPr id="11" name="Group 10">
            <a:extLst>
              <a:ext uri="{FF2B5EF4-FFF2-40B4-BE49-F238E27FC236}">
                <a16:creationId xmlns:a16="http://schemas.microsoft.com/office/drawing/2014/main" id="{33CD44B0-A17F-BAF5-615D-3ACB686F5CDF}"/>
              </a:ext>
            </a:extLst>
          </p:cNvPr>
          <p:cNvGrpSpPr/>
          <p:nvPr/>
        </p:nvGrpSpPr>
        <p:grpSpPr>
          <a:xfrm>
            <a:off x="917571" y="676842"/>
            <a:ext cx="5724532" cy="517476"/>
            <a:chOff x="1079493" y="4415868"/>
            <a:chExt cx="5724532" cy="1042296"/>
          </a:xfrm>
        </p:grpSpPr>
        <p:sp>
          <p:nvSpPr>
            <p:cNvPr id="12" name="btfpRowHeaderBoxText438126">
              <a:extLst>
                <a:ext uri="{FF2B5EF4-FFF2-40B4-BE49-F238E27FC236}">
                  <a16:creationId xmlns:a16="http://schemas.microsoft.com/office/drawing/2014/main" id="{2F4EDD17-841D-CAB7-5620-C4C29EFBDF1C}"/>
                </a:ext>
              </a:extLst>
            </p:cNvPr>
            <p:cNvSpPr txBox="1"/>
            <p:nvPr>
              <p:custDataLst>
                <p:tags r:id="rId2"/>
              </p:custDataLst>
            </p:nvPr>
          </p:nvSpPr>
          <p:spPr>
            <a:xfrm flipH="1">
              <a:off x="1079493"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400" b="1" dirty="0">
                  <a:solidFill>
                    <a:schemeClr val="tx1"/>
                  </a:solidFill>
                  <a:latin typeface="Abar Mid" pitchFamily="2" charset="-78"/>
                  <a:ea typeface="Abar Mid" pitchFamily="2" charset="-78"/>
                  <a:cs typeface="Abar Mid" pitchFamily="2" charset="-78"/>
                </a:rPr>
                <a:t>تفاصيل المهام</a:t>
              </a:r>
            </a:p>
          </p:txBody>
        </p:sp>
        <p:cxnSp>
          <p:nvCxnSpPr>
            <p:cNvPr id="13" name="Straight Connector 12">
              <a:extLst>
                <a:ext uri="{FF2B5EF4-FFF2-40B4-BE49-F238E27FC236}">
                  <a16:creationId xmlns:a16="http://schemas.microsoft.com/office/drawing/2014/main" id="{4ECF19F5-BEE5-4E01-2A2A-A4A7ED1A903A}"/>
                </a:ext>
              </a:extLst>
            </p:cNvPr>
            <p:cNvCxnSpPr>
              <a:cxnSpLocks/>
            </p:cNvCxnSpPr>
            <p:nvPr/>
          </p:nvCxnSpPr>
          <p:spPr>
            <a:xfrm>
              <a:off x="3300100" y="5458164"/>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graphicFrame>
        <p:nvGraphicFramePr>
          <p:cNvPr id="30" name="Table 5">
            <a:extLst>
              <a:ext uri="{FF2B5EF4-FFF2-40B4-BE49-F238E27FC236}">
                <a16:creationId xmlns:a16="http://schemas.microsoft.com/office/drawing/2014/main" id="{24C18B9B-64F6-22FD-45B3-540606A7AC0A}"/>
              </a:ext>
            </a:extLst>
          </p:cNvPr>
          <p:cNvGraphicFramePr>
            <a:graphicFrameLocks noGrp="1"/>
          </p:cNvGraphicFramePr>
          <p:nvPr>
            <p:extLst>
              <p:ext uri="{D42A27DB-BD31-4B8C-83A1-F6EECF244321}">
                <p14:modId xmlns:p14="http://schemas.microsoft.com/office/powerpoint/2010/main" val="1499673785"/>
              </p:ext>
            </p:extLst>
          </p:nvPr>
        </p:nvGraphicFramePr>
        <p:xfrm>
          <a:off x="605699" y="1393029"/>
          <a:ext cx="6463458" cy="10745327"/>
        </p:xfrm>
        <a:graphic>
          <a:graphicData uri="http://schemas.openxmlformats.org/drawingml/2006/table">
            <a:tbl>
              <a:tblPr rtl="1"/>
              <a:tblGrid>
                <a:gridCol w="355937">
                  <a:extLst>
                    <a:ext uri="{9D8B030D-6E8A-4147-A177-3AD203B41FA5}">
                      <a16:colId xmlns:a16="http://schemas.microsoft.com/office/drawing/2014/main" val="20000"/>
                    </a:ext>
                  </a:extLst>
                </a:gridCol>
                <a:gridCol w="1564310">
                  <a:extLst>
                    <a:ext uri="{9D8B030D-6E8A-4147-A177-3AD203B41FA5}">
                      <a16:colId xmlns:a16="http://schemas.microsoft.com/office/drawing/2014/main" val="20001"/>
                    </a:ext>
                  </a:extLst>
                </a:gridCol>
                <a:gridCol w="1049350">
                  <a:extLst>
                    <a:ext uri="{9D8B030D-6E8A-4147-A177-3AD203B41FA5}">
                      <a16:colId xmlns:a16="http://schemas.microsoft.com/office/drawing/2014/main" val="20002"/>
                    </a:ext>
                  </a:extLst>
                </a:gridCol>
                <a:gridCol w="891540">
                  <a:extLst>
                    <a:ext uri="{9D8B030D-6E8A-4147-A177-3AD203B41FA5}">
                      <a16:colId xmlns:a16="http://schemas.microsoft.com/office/drawing/2014/main" val="20003"/>
                    </a:ext>
                  </a:extLst>
                </a:gridCol>
                <a:gridCol w="682081">
                  <a:extLst>
                    <a:ext uri="{9D8B030D-6E8A-4147-A177-3AD203B41FA5}">
                      <a16:colId xmlns:a16="http://schemas.microsoft.com/office/drawing/2014/main" val="20004"/>
                    </a:ext>
                  </a:extLst>
                </a:gridCol>
                <a:gridCol w="1920240">
                  <a:extLst>
                    <a:ext uri="{9D8B030D-6E8A-4147-A177-3AD203B41FA5}">
                      <a16:colId xmlns:a16="http://schemas.microsoft.com/office/drawing/2014/main" val="20005"/>
                    </a:ext>
                  </a:extLst>
                </a:gridCol>
              </a:tblGrid>
              <a:tr h="346092">
                <a:tc gridSpan="6">
                  <a:txBody>
                    <a:body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JO" sz="1000" dirty="0">
                          <a:solidFill>
                            <a:srgbClr val="00080B"/>
                          </a:solidFill>
                          <a:latin typeface="Abar Mid" pitchFamily="50" charset="-78"/>
                          <a:ea typeface="Abar Mid" pitchFamily="50" charset="-78"/>
                          <a:cs typeface="Abar Mid" pitchFamily="50" charset="-78"/>
                        </a:rPr>
                        <a:t>تفاصيل مهام اجتماع القيادات</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428547">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en-US" sz="1000" b="1" kern="1200">
                          <a:solidFill>
                            <a:schemeClr val="bg1"/>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20000"/>
                        </a:lnSpc>
                      </a:pPr>
                      <a:r>
                        <a:rPr lang="ar-SA" sz="1000" b="1" kern="1200">
                          <a:solidFill>
                            <a:schemeClr val="bg1"/>
                          </a:solidFill>
                          <a:latin typeface="Abar Mid" pitchFamily="50" charset="-78"/>
                          <a:ea typeface="Abar Mid" pitchFamily="50" charset="-78"/>
                          <a:cs typeface="Abar Mid" pitchFamily="50" charset="-78"/>
                        </a:rPr>
                        <a:t>المهمة</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b="1" kern="1200">
                          <a:solidFill>
                            <a:schemeClr val="bg1"/>
                          </a:solidFill>
                          <a:latin typeface="Abar Mid" pitchFamily="50" charset="-78"/>
                          <a:ea typeface="Abar Mid" pitchFamily="50" charset="-78"/>
                          <a:cs typeface="Abar Mid" pitchFamily="50" charset="-78"/>
                        </a:rPr>
                        <a:t>القطاع</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b="1" kern="1200" baseline="0">
                          <a:solidFill>
                            <a:schemeClr val="bg1"/>
                          </a:solidFill>
                          <a:latin typeface="Abar Mid" pitchFamily="50" charset="-78"/>
                          <a:ea typeface="Abar Mid" pitchFamily="50" charset="-78"/>
                          <a:cs typeface="Abar Mid" pitchFamily="50" charset="-78"/>
                        </a:rPr>
                        <a:t>تاريخ الإنجاز المخطط</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b="1" kern="1200">
                          <a:solidFill>
                            <a:schemeClr val="bg1"/>
                          </a:solidFill>
                          <a:latin typeface="Abar Mid" pitchFamily="50" charset="-78"/>
                          <a:ea typeface="Abar Mid" pitchFamily="50" charset="-78"/>
                          <a:cs typeface="Abar Mid" pitchFamily="50" charset="-78"/>
                        </a:rPr>
                        <a:t>الحالة</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b="1" kern="1200" dirty="0">
                          <a:solidFill>
                            <a:schemeClr val="bg1"/>
                          </a:solidFill>
                          <a:latin typeface="Abar Mid" pitchFamily="50" charset="-78"/>
                          <a:ea typeface="Abar Mid" pitchFamily="50" charset="-78"/>
                          <a:cs typeface="Abar Mid" pitchFamily="50" charset="-78"/>
                        </a:rPr>
                        <a:t>ملاحظات</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2610508">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1</a:t>
                      </a: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err="1">
                          <a:solidFill>
                            <a:srgbClr val="000000"/>
                          </a:solidFill>
                          <a:effectLst/>
                          <a:latin typeface="Abar Mid" pitchFamily="50" charset="-78"/>
                          <a:cs typeface="Abar Mid" pitchFamily="50" charset="-78"/>
                        </a:rPr>
                        <a:t>إعداد خطة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لمعالجة عدد من</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الموضوعات ذات</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الأولوية، بما يشمل لجنة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الحج</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العليا، الدبلوماسيين، وعمرة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السعوديين لضمان</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وض</a:t>
                      </a:r>
                      <a:r>
                        <a:rPr lang="en-US" sz="1000" b="0" i="0" u="none" strike="noStrike">
                          <a:solidFill>
                            <a:srgbClr val="000000"/>
                          </a:solidFill>
                          <a:effectLst/>
                          <a:latin typeface="Abar Mid" pitchFamily="50" charset="-78"/>
                          <a:cs typeface="Abar Mid" pitchFamily="50" charset="-78"/>
                        </a:rPr>
                        <a:t>وح </a:t>
                      </a:r>
                      <a:r>
                        <a:rPr lang="en-US" sz="1000" b="0" i="0" u="none" strike="noStrike" err="1">
                          <a:solidFill>
                            <a:srgbClr val="000000"/>
                          </a:solidFill>
                          <a:effectLst/>
                          <a:latin typeface="Abar Mid" pitchFamily="50" charset="-78"/>
                          <a:cs typeface="Abar Mid" pitchFamily="50" charset="-78"/>
                        </a:rPr>
                        <a:t>المعالجة</a:t>
                      </a:r>
                      <a:endParaRPr lang="en-US" sz="1000" b="0" i="0" u="none" strike="noStrike">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dirty="0" err="1">
                          <a:solidFill>
                            <a:srgbClr val="000000"/>
                          </a:solidFill>
                          <a:effectLst/>
                          <a:latin typeface="Abar Mid" pitchFamily="50" charset="-78"/>
                          <a:cs typeface="Abar Mid" pitchFamily="50" charset="-78"/>
                        </a:rPr>
                        <a:t>وكالة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التعاون</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الدولي</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والشراكات</a:t>
                      </a:r>
                      <a:endParaRPr lang="en-US" sz="1000" b="0" i="0" u="none" strike="noStrike" dirty="0">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23-09-2026</a:t>
                      </a: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kumimoji="0" lang="ar-SA"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مكتملة</a:t>
                      </a:r>
                      <a:endParaRPr lang="en-US" sz="1000" b="0" i="0" u="none" strike="noStrike" dirty="0">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DCE6F2"/>
                    </a:solidFill>
                  </a:tcPr>
                </a:tc>
                <a:tc>
                  <a:txBody>
                    <a:bodyPr/>
                    <a:lstStyle/>
                    <a:p>
                      <a:pPr algn="r" rtl="0" fontAlgn="ctr">
                        <a:buNone/>
                      </a:pPr>
                      <a:r>
                        <a:rPr lang="en-US" sz="1000" b="0" i="0" u="none" strike="noStrike" dirty="0" err="1">
                          <a:solidFill>
                            <a:srgbClr val="000000"/>
                          </a:solidFill>
                          <a:effectLst/>
                          <a:latin typeface="Abar Mid" pitchFamily="50" charset="-78"/>
                          <a:cs typeface="Abar Mid" pitchFamily="50" charset="-78"/>
                        </a:rPr>
                        <a:t>تم</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الانتهاء</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من</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إعداد</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خطة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حج</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الدبلوماسيين</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وتم</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التنسيق</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مع</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برنامج</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خدمة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ضيوف</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الرحمن</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لاستكمال</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الأعمال</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الخاصة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بعمرة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السعوديين</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أما</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لجنة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الحج</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العليا</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فهي</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قائمة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وتعقد</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اجتماعاتها</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بشكل</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دوري</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لمتابعة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الموضوعات</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والأعمال</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المرتبطة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بها</a:t>
                      </a:r>
                      <a:endParaRPr lang="en-US" sz="1000" b="0" i="0" u="none" strike="noStrike" dirty="0">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733565">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2</a:t>
                      </a: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err="1">
                          <a:solidFill>
                            <a:srgbClr val="000000"/>
                          </a:solidFill>
                          <a:effectLst/>
                          <a:latin typeface="Abar Mid" pitchFamily="50" charset="-78"/>
                          <a:cs typeface="Abar Mid" pitchFamily="50" charset="-78"/>
                        </a:rPr>
                        <a:t>متابعة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تنفيذ</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المبادرات</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المرتبطة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برفع</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مؤشر</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نضج</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التجربة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الرقمية، وقياس مستوى </a:t>
                      </a:r>
                      <a:r>
                        <a:rPr lang="en-US" sz="1000" b="0" i="0" u="none" strike="noStrike">
                          <a:solidFill>
                            <a:srgbClr val="000000"/>
                          </a:solidFill>
                          <a:effectLst/>
                          <a:latin typeface="Abar Mid" pitchFamily="50" charset="-78"/>
                          <a:cs typeface="Abar Mid" pitchFamily="50" charset="-78"/>
                        </a:rPr>
                        <a:t>الإنجاز</a:t>
                      </a: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err="1">
                          <a:solidFill>
                            <a:srgbClr val="000000"/>
                          </a:solidFill>
                          <a:effectLst/>
                          <a:latin typeface="Abar Mid" pitchFamily="50" charset="-78"/>
                          <a:cs typeface="Abar Mid" pitchFamily="50" charset="-78"/>
                        </a:rPr>
                        <a:t>مركز</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التخطيط</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الاستراتيجي</a:t>
                      </a:r>
                      <a:endParaRPr lang="en-US" sz="1000" b="0" i="0" u="none" strike="noStrike">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11-11-2026</a:t>
                      </a: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err="1">
                          <a:solidFill>
                            <a:srgbClr val="000000"/>
                          </a:solidFill>
                          <a:effectLst/>
                          <a:latin typeface="Abar Mid" pitchFamily="50" charset="-78"/>
                          <a:cs typeface="Abar Mid" pitchFamily="50" charset="-78"/>
                        </a:rPr>
                        <a:t>على</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المخطط</a:t>
                      </a:r>
                      <a:endParaRPr lang="en-US" sz="1000" b="0" i="0" u="none" strike="noStrike">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0" fontAlgn="ctr">
                        <a:buNone/>
                      </a:pPr>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921599824"/>
                  </a:ext>
                </a:extLst>
              </a:tr>
              <a:tr h="1696166">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3</a:t>
                      </a: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err="1">
                          <a:solidFill>
                            <a:srgbClr val="000000"/>
                          </a:solidFill>
                          <a:effectLst/>
                          <a:latin typeface="Abar Mid" pitchFamily="50" charset="-78"/>
                          <a:cs typeface="Abar Mid" pitchFamily="50" charset="-78"/>
                        </a:rPr>
                        <a:t>إعداد</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خارطة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طريق مرحلية بالتنسيق مع مركز منصة نسك لدمج</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وتوحيد</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منصات</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نسك</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تشمل نسك ال</a:t>
                      </a:r>
                      <a:r>
                        <a:rPr lang="en-US" sz="1000" b="0" i="0" u="none" strike="noStrike">
                          <a:solidFill>
                            <a:srgbClr val="000000"/>
                          </a:solidFill>
                          <a:effectLst/>
                          <a:latin typeface="Abar Mid" pitchFamily="50" charset="-78"/>
                          <a:cs typeface="Abar Mid" pitchFamily="50" charset="-78"/>
                        </a:rPr>
                        <a:t>حج </a:t>
                      </a:r>
                      <a:r>
                        <a:rPr lang="en-US" sz="1000" b="0" i="0" u="none" strike="noStrike" err="1">
                          <a:solidFill>
                            <a:srgbClr val="000000"/>
                          </a:solidFill>
                          <a:effectLst/>
                          <a:latin typeface="Abar Mid" pitchFamily="50" charset="-78"/>
                          <a:cs typeface="Abar Mid" pitchFamily="50" charset="-78"/>
                        </a:rPr>
                        <a:t>المباشر ونسك العمرة المباشرة ونسك مسار، وتحديد الجدول الزمني والمتطلبات</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التقنية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لكل مرحلة، وصولا</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إلى</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منصة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موحدة للدخول إلى</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الخدمات</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وتعزيز</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نضج</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التجربة</a:t>
                      </a:r>
                      <a:r>
                        <a:rPr lang="en-US" sz="1000" b="0" i="0" u="none" strike="noStrike">
                          <a:solidFill>
                            <a:srgbClr val="000000"/>
                          </a:solidFill>
                          <a:effectLst/>
                          <a:latin typeface="Abar Mid" pitchFamily="50" charset="-78"/>
                          <a:cs typeface="Abar Mid" pitchFamily="50" charset="-78"/>
                        </a:rPr>
                        <a:t> الرقمية</a:t>
                      </a: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err="1">
                          <a:solidFill>
                            <a:srgbClr val="000000"/>
                          </a:solidFill>
                          <a:effectLst/>
                          <a:latin typeface="Abar Mid" pitchFamily="50" charset="-78"/>
                          <a:cs typeface="Abar Mid" pitchFamily="50" charset="-78"/>
                        </a:rPr>
                        <a:t>وكالة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التحول</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الرقمي</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وتقنية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المعلومات</a:t>
                      </a:r>
                      <a:endParaRPr lang="en-US" sz="1000" b="0" i="0" u="none" strike="noStrike">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02-12-2026</a:t>
                      </a: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err="1">
                          <a:solidFill>
                            <a:srgbClr val="000000"/>
                          </a:solidFill>
                          <a:effectLst/>
                          <a:latin typeface="Abar Mid" pitchFamily="50" charset="-78"/>
                          <a:cs typeface="Abar Mid" pitchFamily="50" charset="-78"/>
                        </a:rPr>
                        <a:t>على</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المخطط</a:t>
                      </a:r>
                      <a:endParaRPr lang="en-US" sz="1000" b="0" i="0" u="none" strike="noStrike">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0" fontAlgn="ctr">
                        <a:buNone/>
                      </a:pPr>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603239176"/>
                  </a:ext>
                </a:extLst>
              </a:tr>
              <a:tr h="1173684">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4</a:t>
                      </a: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err="1">
                          <a:solidFill>
                            <a:srgbClr val="000000"/>
                          </a:solidFill>
                          <a:effectLst/>
                          <a:latin typeface="Abar Mid" pitchFamily="50" charset="-78"/>
                          <a:cs typeface="Abar Mid" pitchFamily="50" charset="-78"/>
                        </a:rPr>
                        <a:t>تنفيذ خطة دمج وتوحيد منصات نسك، واستكمال المتطلبات التقنية اللازمة لدمج منصة نسك العمرة، ومنصة نسك الحج، بما يضمن توحيد التجربة الرقمية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ورفع</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مؤشر</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نضج التجربة</a:t>
                      </a:r>
                      <a:r>
                        <a:rPr lang="en-US" sz="1000" b="0" i="0" u="none" strike="noStrike">
                          <a:solidFill>
                            <a:srgbClr val="000000"/>
                          </a:solidFill>
                          <a:effectLst/>
                          <a:latin typeface="Abar Mid" pitchFamily="50" charset="-78"/>
                          <a:cs typeface="Abar Mid" pitchFamily="50" charset="-78"/>
                        </a:rPr>
                        <a:t> الرقمية</a:t>
                      </a: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err="1">
                          <a:solidFill>
                            <a:srgbClr val="000000"/>
                          </a:solidFill>
                          <a:effectLst/>
                          <a:latin typeface="Abar Mid" pitchFamily="50" charset="-78"/>
                          <a:cs typeface="Abar Mid" pitchFamily="50" charset="-78"/>
                        </a:rPr>
                        <a:t>وكالة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التحول</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الرقمي</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وتقنية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المعلومات</a:t>
                      </a:r>
                      <a:endParaRPr lang="en-US" sz="1000" b="0" i="0" u="none" strike="noStrike">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13-01-2027</a:t>
                      </a: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err="1">
                          <a:solidFill>
                            <a:srgbClr val="000000"/>
                          </a:solidFill>
                          <a:effectLst/>
                          <a:latin typeface="Abar Mid" pitchFamily="50" charset="-78"/>
                          <a:cs typeface="Abar Mid" pitchFamily="50" charset="-78"/>
                        </a:rPr>
                        <a:t>على</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المخطط</a:t>
                      </a:r>
                      <a:endParaRPr lang="en-US" sz="1000" b="0" i="0" u="none" strike="noStrike">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0" fontAlgn="ctr">
                        <a:buNone/>
                      </a:pPr>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878020975"/>
                  </a:ext>
                </a:extLst>
              </a:tr>
              <a:tr h="1173684">
                <a:tc>
                  <a:txBody>
                    <a:bodyPr/>
                    <a:lstStyle/>
                    <a:p>
                      <a:pPr algn="ctr" rtl="0" fontAlgn="ctr">
                        <a:buNone/>
                      </a:pPr>
                      <a:r>
                        <a:rPr lang="ar-SA" sz="1000" b="0" i="0" u="none" strike="noStrike">
                          <a:solidFill>
                            <a:srgbClr val="000000"/>
                          </a:solidFill>
                          <a:effectLst/>
                          <a:latin typeface="Abar Mid" pitchFamily="50" charset="-78"/>
                          <a:cs typeface="Abar Mid" pitchFamily="50" charset="-78"/>
                        </a:rPr>
                        <a:t>5</a:t>
                      </a:r>
                      <a:endParaRPr lang="en-US" sz="1000" b="0" i="0" u="none" strike="noStrike">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a:solidFill>
                            <a:srgbClr val="000000"/>
                          </a:solidFill>
                          <a:effectLst/>
                          <a:latin typeface="Abar Mid" pitchFamily="50" charset="-78"/>
                          <a:cs typeface="Abar Mid" pitchFamily="50" charset="-78"/>
                        </a:rPr>
                        <a:t>إعداد دراسة لتطوير آلية التحقق من حالات عدم الاستطاعة للحجاج، على أن تتضمن تقييم الحالات والتحقق من مبرراتها، وتطوير آلية تحقق واضحة وموحدة</a:t>
                      </a: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err="1">
                          <a:solidFill>
                            <a:srgbClr val="000000"/>
                          </a:solidFill>
                          <a:effectLst/>
                          <a:latin typeface="Abar Mid" pitchFamily="50" charset="-78"/>
                          <a:cs typeface="Abar Mid" pitchFamily="50" charset="-78"/>
                        </a:rPr>
                        <a:t>وكالة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تطوير</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الأعمال</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وخدمة المستفيدين</a:t>
                      </a:r>
                      <a:endParaRPr lang="en-US" sz="1000" b="0" i="0" u="none" strike="noStrike">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07-10-2026</a:t>
                      </a: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err="1">
                          <a:solidFill>
                            <a:srgbClr val="000000"/>
                          </a:solidFill>
                          <a:effectLst/>
                          <a:latin typeface="Abar Mid" pitchFamily="50" charset="-78"/>
                          <a:cs typeface="Abar Mid" pitchFamily="50" charset="-78"/>
                        </a:rPr>
                        <a:t>على</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المخطط</a:t>
                      </a:r>
                      <a:endParaRPr lang="en-US" sz="1000" b="0" i="0" u="none" strike="noStrike">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0" fontAlgn="ctr">
                        <a:buNone/>
                      </a:pPr>
                      <a:endParaRPr dirty="0"/>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786860242"/>
                  </a:ext>
                </a:extLst>
              </a:tr>
              <a:tr h="1173684">
                <a:tc>
                  <a:txBody>
                    <a:bodyPr/>
                    <a:lstStyle/>
                    <a:p>
                      <a:pPr algn="ctr" rtl="0" fontAlgn="ctr">
                        <a:buNone/>
                      </a:pPr>
                      <a:r>
                        <a:rPr lang="ar-SA" sz="1000" b="0" i="0" u="none" strike="noStrike">
                          <a:solidFill>
                            <a:srgbClr val="000000"/>
                          </a:solidFill>
                          <a:effectLst/>
                          <a:latin typeface="Abar Mid" pitchFamily="50" charset="-78"/>
                          <a:cs typeface="Abar Mid" pitchFamily="50" charset="-78"/>
                        </a:rPr>
                        <a:t>6</a:t>
                      </a:r>
                      <a:endParaRPr lang="en-US" sz="1000" b="0" i="0" u="none" strike="noStrike">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err="1">
                          <a:solidFill>
                            <a:srgbClr val="000000"/>
                          </a:solidFill>
                          <a:effectLst/>
                          <a:latin typeface="Abar Mid" pitchFamily="50" charset="-78"/>
                          <a:cs typeface="Abar Mid" pitchFamily="50" charset="-78"/>
                        </a:rPr>
                        <a:t>إضافة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ممثل</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من مركز منصة نسك الرقمية إلى فريق</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لجنة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الموقع</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الإلكتروني</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والخروج</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بخطة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عمل</a:t>
                      </a:r>
                      <a:endParaRPr lang="en-US" sz="1000" b="0" i="0" u="none" strike="noStrike">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err="1">
                          <a:solidFill>
                            <a:srgbClr val="000000"/>
                          </a:solidFill>
                          <a:effectLst/>
                          <a:latin typeface="Abar Mid" pitchFamily="50" charset="-78"/>
                          <a:cs typeface="Abar Mid" pitchFamily="50" charset="-78"/>
                        </a:rPr>
                        <a:t>وكال</a:t>
                      </a:r>
                      <a:r>
                        <a:rPr lang="en-US" sz="1000" b="0" i="0" u="none" strike="noStrike">
                          <a:solidFill>
                            <a:srgbClr val="000000"/>
                          </a:solidFill>
                          <a:effectLst/>
                          <a:latin typeface="Abar Mid" pitchFamily="50" charset="-78"/>
                          <a:cs typeface="Abar Mid" pitchFamily="50" charset="-78"/>
                        </a:rPr>
                        <a:t>ة </a:t>
                      </a:r>
                      <a:r>
                        <a:rPr lang="en-US" sz="1000" b="0" i="0" u="none" strike="noStrike" err="1">
                          <a:solidFill>
                            <a:srgbClr val="000000"/>
                          </a:solidFill>
                          <a:effectLst/>
                          <a:latin typeface="Abar Mid" pitchFamily="50" charset="-78"/>
                          <a:cs typeface="Abar Mid" pitchFamily="50" charset="-78"/>
                        </a:rPr>
                        <a:t>التوعية وتنمية المهارات</a:t>
                      </a:r>
                      <a:endParaRPr lang="en-US" sz="1000" b="0" i="0" u="none" strike="noStrike">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27-09-2026</a:t>
                      </a: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err="1">
                          <a:solidFill>
                            <a:srgbClr val="000000"/>
                          </a:solidFill>
                          <a:effectLst/>
                          <a:latin typeface="Abar Mid" pitchFamily="50" charset="-78"/>
                          <a:cs typeface="Abar Mid" pitchFamily="50" charset="-78"/>
                        </a:rPr>
                        <a:t>على</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المخطط</a:t>
                      </a:r>
                      <a:endParaRPr lang="en-US" sz="1000" b="0" i="0" u="none" strike="noStrike">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0" fontAlgn="ctr">
                        <a:buNone/>
                      </a:pPr>
                      <a:endParaRPr dirty="0"/>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987666872"/>
                  </a:ext>
                </a:extLst>
              </a:tr>
              <a:tr h="1173684">
                <a:tc>
                  <a:txBody>
                    <a:bodyPr/>
                    <a:lstStyle/>
                    <a:p>
                      <a:pPr marL="0" algn="ctr" defTabSz="914415" rtl="0" eaLnBrk="1" fontAlgn="ctr" latinLnBrk="0" hangingPunct="1">
                        <a:buNone/>
                      </a:pPr>
                      <a:r>
                        <a:rPr lang="ar-SA" sz="1000" b="0" i="0" u="none" strike="noStrike" kern="1200">
                          <a:solidFill>
                            <a:srgbClr val="000000"/>
                          </a:solidFill>
                          <a:effectLst/>
                          <a:latin typeface="Abar Mid" pitchFamily="50" charset="-78"/>
                          <a:ea typeface="+mn-ea"/>
                          <a:cs typeface="Abar Mid" pitchFamily="50" charset="-78"/>
                        </a:rPr>
                        <a:t>7</a:t>
                      </a:r>
                      <a:endParaRPr lang="en-US" sz="1000" b="0" i="0" u="none" strike="noStrike" kern="1200">
                        <a:solidFill>
                          <a:srgbClr val="000000"/>
                        </a:solidFill>
                        <a:effectLst/>
                        <a:latin typeface="Abar Mid" pitchFamily="50" charset="-78"/>
                        <a:ea typeface="+mn-ea"/>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15" rtl="1" eaLnBrk="1" fontAlgn="ctr" latinLnBrk="0" hangingPunct="1">
                        <a:buNone/>
                      </a:pPr>
                      <a:r>
                        <a:rPr lang="en-US" sz="1000" b="0" i="0" u="none" strike="noStrike" kern="1200">
                          <a:solidFill>
                            <a:srgbClr val="000000"/>
                          </a:solidFill>
                          <a:effectLst/>
                          <a:latin typeface="Abar Mid" pitchFamily="50" charset="-78"/>
                          <a:ea typeface="+mn-ea"/>
                          <a:cs typeface="Abar Mid" pitchFamily="50" charset="-78"/>
                        </a:rPr>
                        <a:t>تنظيم ورشة عمل لتطوير آلية</a:t>
                      </a:r>
                      <a:r>
                        <a:rPr lang="ar-SA" sz="1000" b="0" i="0" u="none" strike="noStrike" kern="1200">
                          <a:solidFill>
                            <a:srgbClr val="000000"/>
                          </a:solidFill>
                          <a:effectLst/>
                          <a:latin typeface="Abar Mid" pitchFamily="50" charset="-78"/>
                          <a:ea typeface="+mn-ea"/>
                          <a:cs typeface="Abar Mid" pitchFamily="50" charset="-78"/>
                        </a:rPr>
                        <a:t> </a:t>
                      </a:r>
                      <a:r>
                        <a:rPr lang="en-US" sz="1000" b="0" i="0" u="none" strike="noStrike" kern="1200">
                          <a:solidFill>
                            <a:srgbClr val="000000"/>
                          </a:solidFill>
                          <a:effectLst/>
                          <a:latin typeface="Abar Mid" pitchFamily="50" charset="-78"/>
                          <a:ea typeface="+mn-ea"/>
                          <a:cs typeface="Abar Mid" pitchFamily="50" charset="-78"/>
                        </a:rPr>
                        <a:t>عد المعتمرين، تبدأ باستعراض وشرح الآلية الحالية التي تم</a:t>
                      </a:r>
                      <a:r>
                        <a:rPr lang="ar-SA" sz="1000" b="0" i="0" u="none" strike="noStrike" kern="1200">
                          <a:solidFill>
                            <a:srgbClr val="000000"/>
                          </a:solidFill>
                          <a:effectLst/>
                          <a:latin typeface="Abar Mid" pitchFamily="50" charset="-78"/>
                          <a:ea typeface="+mn-ea"/>
                          <a:cs typeface="Abar Mid" pitchFamily="50" charset="-78"/>
                        </a:rPr>
                        <a:t> </a:t>
                      </a:r>
                      <a:r>
                        <a:rPr lang="en-US" sz="1000" b="0" i="0" u="none" strike="noStrike" kern="1200">
                          <a:solidFill>
                            <a:srgbClr val="000000"/>
                          </a:solidFill>
                          <a:effectLst/>
                          <a:latin typeface="Abar Mid" pitchFamily="50" charset="-78"/>
                          <a:ea typeface="+mn-ea"/>
                          <a:cs typeface="Abar Mid" pitchFamily="50" charset="-78"/>
                        </a:rPr>
                        <a:t>تطويرها سابقا ومنهجية الاحتساب والتحقق، ثم مناقشة الأفكار والفرص التطويرية لتحسين دقة العد، بمشاركة الجهات الداخلية والخارجية ذات العلاقة والقطاع الخاص</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0" eaLnBrk="1" fontAlgn="ctr" latinLnBrk="0" hangingPunct="1">
                        <a:buNone/>
                      </a:pPr>
                      <a:r>
                        <a:rPr lang="en-US" sz="1000" b="0" i="0" u="none" strike="noStrike" kern="1200">
                          <a:solidFill>
                            <a:srgbClr val="000000"/>
                          </a:solidFill>
                          <a:effectLst/>
                          <a:latin typeface="Abar Mid" pitchFamily="50" charset="-78"/>
                          <a:ea typeface="+mn-ea"/>
                          <a:cs typeface="Abar Mid" pitchFamily="50" charset="-78"/>
                        </a:rPr>
                        <a:t>برنامج خدمة ضيوف الرحمن</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0" eaLnBrk="1" fontAlgn="ctr" latinLnBrk="0" hangingPunct="1">
                        <a:buNone/>
                      </a:pPr>
                      <a:r>
                        <a:rPr lang="en-US" sz="1000" b="0" i="0" u="none" strike="noStrike" kern="1200">
                          <a:solidFill>
                            <a:srgbClr val="000000"/>
                          </a:solidFill>
                          <a:effectLst/>
                          <a:latin typeface="Abar Mid" pitchFamily="50" charset="-78"/>
                          <a:ea typeface="+mn-ea"/>
                          <a:cs typeface="Abar Mid" pitchFamily="50" charset="-78"/>
                        </a:rPr>
                        <a:t>01-10-2026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a:solidFill>
                            <a:srgbClr val="000000"/>
                          </a:solidFill>
                          <a:effectLst/>
                          <a:latin typeface="Abar Mid" pitchFamily="50" charset="-78"/>
                          <a:ea typeface="+mn-ea"/>
                          <a:cs typeface="Abar Mid" pitchFamily="50" charset="-78"/>
                        </a:rPr>
                        <a:t>على </a:t>
                      </a:r>
                      <a:r>
                        <a:rPr lang="ar-SA" sz="1000" b="0" i="0" u="none" strike="noStrike" kern="1200">
                          <a:solidFill>
                            <a:srgbClr val="000000"/>
                          </a:solidFill>
                          <a:effectLst/>
                          <a:latin typeface="Abar Mid" pitchFamily="50" charset="-78"/>
                          <a:ea typeface="+mn-ea"/>
                          <a:cs typeface="Abar Mid" pitchFamily="50" charset="-78"/>
                        </a:rPr>
                        <a:t>  </a:t>
                      </a:r>
                      <a:r>
                        <a:rPr lang="en-US" sz="1000" b="0" i="0" u="none" strike="noStrike" kern="1200">
                          <a:solidFill>
                            <a:srgbClr val="000000"/>
                          </a:solidFill>
                          <a:effectLst/>
                          <a:latin typeface="Abar Mid" pitchFamily="50" charset="-78"/>
                          <a:ea typeface="+mn-ea"/>
                          <a:cs typeface="Abar Mid" pitchFamily="50" charset="-78"/>
                        </a:rPr>
                        <a:t>المخطط</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marL="0" algn="r" defTabSz="914415" rtl="1" eaLnBrk="1" fontAlgn="ctr" latinLnBrk="0" hangingPunct="1">
                        <a:buNone/>
                      </a:pPr>
                      <a:r>
                        <a:rPr lang="en-US" sz="1000" b="0" i="0" u="none" strike="noStrike" kern="1200" dirty="0" err="1">
                          <a:solidFill>
                            <a:srgbClr val="000000"/>
                          </a:solidFill>
                          <a:effectLst/>
                          <a:latin typeface="Abar Mid" pitchFamily="50" charset="-78"/>
                          <a:ea typeface="+mn-ea"/>
                          <a:cs typeface="Abar Mid" pitchFamily="50" charset="-78"/>
                        </a:rPr>
                        <a:t>تم</a:t>
                      </a:r>
                      <a:r>
                        <a:rPr lang="en-US" sz="1000" b="0" i="0" u="none" strike="noStrike" kern="1200" dirty="0">
                          <a:solidFill>
                            <a:srgbClr val="000000"/>
                          </a:solidFill>
                          <a:effectLst/>
                          <a:latin typeface="Abar Mid" pitchFamily="50" charset="-78"/>
                          <a:ea typeface="+mn-ea"/>
                          <a:cs typeface="Abar Mid" pitchFamily="50" charset="-78"/>
                        </a:rPr>
                        <a:t> </a:t>
                      </a:r>
                      <a:r>
                        <a:rPr lang="en-US" sz="1000" b="0" i="0" u="none" strike="noStrike" kern="1200" dirty="0" err="1">
                          <a:solidFill>
                            <a:srgbClr val="000000"/>
                          </a:solidFill>
                          <a:effectLst/>
                          <a:latin typeface="Abar Mid" pitchFamily="50" charset="-78"/>
                          <a:ea typeface="+mn-ea"/>
                          <a:cs typeface="Abar Mid" pitchFamily="50" charset="-78"/>
                        </a:rPr>
                        <a:t>التنسيق</a:t>
                      </a:r>
                      <a:r>
                        <a:rPr lang="en-US" sz="1000" b="0" i="0" u="none" strike="noStrike" kern="1200" dirty="0">
                          <a:solidFill>
                            <a:srgbClr val="000000"/>
                          </a:solidFill>
                          <a:effectLst/>
                          <a:latin typeface="Abar Mid" pitchFamily="50" charset="-78"/>
                          <a:ea typeface="+mn-ea"/>
                          <a:cs typeface="Abar Mid" pitchFamily="50" charset="-78"/>
                        </a:rPr>
                        <a:t> </a:t>
                      </a:r>
                      <a:r>
                        <a:rPr lang="en-US" sz="1000" b="0" i="0" u="none" strike="noStrike" kern="1200" dirty="0" err="1">
                          <a:solidFill>
                            <a:srgbClr val="000000"/>
                          </a:solidFill>
                          <a:effectLst/>
                          <a:latin typeface="Abar Mid" pitchFamily="50" charset="-78"/>
                          <a:ea typeface="+mn-ea"/>
                          <a:cs typeface="Abar Mid" pitchFamily="50" charset="-78"/>
                        </a:rPr>
                        <a:t>للورشة</a:t>
                      </a:r>
                      <a:r>
                        <a:rPr lang="en-US" sz="1000" b="0" i="0" u="none" strike="noStrike" kern="1200" dirty="0">
                          <a:solidFill>
                            <a:srgbClr val="000000"/>
                          </a:solidFill>
                          <a:effectLst/>
                          <a:latin typeface="Abar Mid" pitchFamily="50" charset="-78"/>
                          <a:ea typeface="+mn-ea"/>
                          <a:cs typeface="Abar Mid" pitchFamily="50" charset="-78"/>
                        </a:rPr>
                        <a:t> </a:t>
                      </a:r>
                      <a:r>
                        <a:rPr lang="en-US" sz="1000" b="0" i="0" u="none" strike="noStrike" kern="1200" dirty="0" err="1">
                          <a:solidFill>
                            <a:srgbClr val="000000"/>
                          </a:solidFill>
                          <a:effectLst/>
                          <a:latin typeface="Abar Mid" pitchFamily="50" charset="-78"/>
                          <a:ea typeface="+mn-ea"/>
                          <a:cs typeface="Abar Mid" pitchFamily="50" charset="-78"/>
                        </a:rPr>
                        <a:t>والمقرر</a:t>
                      </a:r>
                      <a:r>
                        <a:rPr lang="en-US" sz="1000" b="0" i="0" u="none" strike="noStrike" kern="1200" dirty="0">
                          <a:solidFill>
                            <a:srgbClr val="000000"/>
                          </a:solidFill>
                          <a:effectLst/>
                          <a:latin typeface="Abar Mid" pitchFamily="50" charset="-78"/>
                          <a:ea typeface="+mn-ea"/>
                          <a:cs typeface="Abar Mid" pitchFamily="50" charset="-78"/>
                        </a:rPr>
                        <a:t> </a:t>
                      </a:r>
                      <a:r>
                        <a:rPr lang="en-US" sz="1000" b="0" i="0" u="none" strike="noStrike" kern="1200" dirty="0" err="1">
                          <a:solidFill>
                            <a:srgbClr val="000000"/>
                          </a:solidFill>
                          <a:effectLst/>
                          <a:latin typeface="Abar Mid" pitchFamily="50" charset="-78"/>
                          <a:ea typeface="+mn-ea"/>
                          <a:cs typeface="Abar Mid" pitchFamily="50" charset="-78"/>
                        </a:rPr>
                        <a:t>عقدها</a:t>
                      </a:r>
                      <a:r>
                        <a:rPr lang="en-US" sz="1000" b="0" i="0" u="none" strike="noStrike" kern="1200" dirty="0">
                          <a:solidFill>
                            <a:srgbClr val="000000"/>
                          </a:solidFill>
                          <a:effectLst/>
                          <a:latin typeface="Abar Mid" pitchFamily="50" charset="-78"/>
                          <a:ea typeface="+mn-ea"/>
                          <a:cs typeface="Abar Mid" pitchFamily="50" charset="-78"/>
                        </a:rPr>
                        <a:t> </a:t>
                      </a:r>
                      <a:r>
                        <a:rPr lang="en-US" sz="1000" b="0" i="0" u="none" strike="noStrike" kern="1200" dirty="0" err="1">
                          <a:solidFill>
                            <a:srgbClr val="000000"/>
                          </a:solidFill>
                          <a:effectLst/>
                          <a:latin typeface="Abar Mid" pitchFamily="50" charset="-78"/>
                          <a:ea typeface="+mn-ea"/>
                          <a:cs typeface="Abar Mid" pitchFamily="50" charset="-78"/>
                        </a:rPr>
                        <a:t>يوم</a:t>
                      </a:r>
                      <a:r>
                        <a:rPr lang="en-US" sz="1000" b="0" i="0" u="none" strike="noStrike" kern="1200" dirty="0">
                          <a:solidFill>
                            <a:srgbClr val="000000"/>
                          </a:solidFill>
                          <a:effectLst/>
                          <a:latin typeface="Abar Mid" pitchFamily="50" charset="-78"/>
                          <a:ea typeface="+mn-ea"/>
                          <a:cs typeface="Abar Mid" pitchFamily="50" charset="-78"/>
                        </a:rPr>
                        <a:t> </a:t>
                      </a:r>
                      <a:r>
                        <a:rPr lang="en-US" sz="1000" b="0" i="0" u="none" strike="noStrike" kern="1200" dirty="0" err="1">
                          <a:solidFill>
                            <a:srgbClr val="000000"/>
                          </a:solidFill>
                          <a:effectLst/>
                          <a:latin typeface="Abar Mid" pitchFamily="50" charset="-78"/>
                          <a:ea typeface="+mn-ea"/>
                          <a:cs typeface="Abar Mid" pitchFamily="50" charset="-78"/>
                        </a:rPr>
                        <a:t>الأحد</a:t>
                      </a:r>
                      <a:r>
                        <a:rPr lang="en-US" sz="1000" b="0" i="0" u="none" strike="noStrike" kern="1200" dirty="0">
                          <a:solidFill>
                            <a:srgbClr val="000000"/>
                          </a:solidFill>
                          <a:effectLst/>
                          <a:latin typeface="Abar Mid" pitchFamily="50" charset="-78"/>
                          <a:ea typeface="+mn-ea"/>
                          <a:cs typeface="Abar Mid" pitchFamily="50" charset="-78"/>
                        </a:rPr>
                        <a:t> 20 </a:t>
                      </a:r>
                      <a:r>
                        <a:rPr lang="ar-SA" sz="1000" b="0" i="0" u="none" strike="noStrike" kern="1200" dirty="0">
                          <a:solidFill>
                            <a:srgbClr val="000000"/>
                          </a:solidFill>
                          <a:effectLst/>
                          <a:latin typeface="Abar Mid" pitchFamily="50" charset="-78"/>
                          <a:ea typeface="+mn-ea"/>
                          <a:cs typeface="Abar Mid" pitchFamily="50" charset="-78"/>
                        </a:rPr>
                        <a:t> </a:t>
                      </a:r>
                      <a:r>
                        <a:rPr lang="en-US" sz="1000" b="0" i="0" u="none" strike="noStrike" kern="1200" dirty="0" err="1">
                          <a:solidFill>
                            <a:srgbClr val="000000"/>
                          </a:solidFill>
                          <a:effectLst/>
                          <a:latin typeface="Abar Mid" pitchFamily="50" charset="-78"/>
                          <a:ea typeface="+mn-ea"/>
                          <a:cs typeface="Abar Mid" pitchFamily="50" charset="-78"/>
                        </a:rPr>
                        <a:t>سبتمبر</a:t>
                      </a:r>
                      <a:r>
                        <a:rPr lang="en-US" sz="1000" b="0" i="0" u="none" strike="noStrike" kern="1200" dirty="0">
                          <a:solidFill>
                            <a:srgbClr val="000000"/>
                          </a:solidFill>
                          <a:effectLst/>
                          <a:latin typeface="Abar Mid" pitchFamily="50" charset="-78"/>
                          <a:ea typeface="+mn-ea"/>
                          <a:cs typeface="Abar Mid" pitchFamily="50" charset="-78"/>
                        </a:rPr>
                        <a:t> </a:t>
                      </a:r>
                      <a:r>
                        <a:rPr lang="en-US" sz="1000" b="0" i="0" u="none" strike="noStrike" kern="1200" dirty="0" err="1">
                          <a:solidFill>
                            <a:srgbClr val="000000"/>
                          </a:solidFill>
                          <a:effectLst/>
                          <a:latin typeface="Abar Mid" pitchFamily="50" charset="-78"/>
                          <a:ea typeface="+mn-ea"/>
                          <a:cs typeface="Abar Mid" pitchFamily="50" charset="-78"/>
                        </a:rPr>
                        <a:t>وجاري</a:t>
                      </a:r>
                      <a:r>
                        <a:rPr lang="en-US" sz="1000" b="0" i="0" u="none" strike="noStrike" kern="1200" dirty="0">
                          <a:solidFill>
                            <a:srgbClr val="000000"/>
                          </a:solidFill>
                          <a:effectLst/>
                          <a:latin typeface="Abar Mid" pitchFamily="50" charset="-78"/>
                          <a:ea typeface="+mn-ea"/>
                          <a:cs typeface="Abar Mid" pitchFamily="50" charset="-78"/>
                        </a:rPr>
                        <a:t> </a:t>
                      </a:r>
                      <a:r>
                        <a:rPr lang="en-US" sz="1000" b="0" i="0" u="none" strike="noStrike" kern="1200" dirty="0" err="1">
                          <a:solidFill>
                            <a:srgbClr val="000000"/>
                          </a:solidFill>
                          <a:effectLst/>
                          <a:latin typeface="Abar Mid" pitchFamily="50" charset="-78"/>
                          <a:ea typeface="+mn-ea"/>
                          <a:cs typeface="Abar Mid" pitchFamily="50" charset="-78"/>
                        </a:rPr>
                        <a:t>مواءمة</a:t>
                      </a:r>
                      <a:r>
                        <a:rPr lang="en-US" sz="1000" b="0" i="0" u="none" strike="noStrike" kern="1200" dirty="0">
                          <a:solidFill>
                            <a:srgbClr val="000000"/>
                          </a:solidFill>
                          <a:effectLst/>
                          <a:latin typeface="Abar Mid" pitchFamily="50" charset="-78"/>
                          <a:ea typeface="+mn-ea"/>
                          <a:cs typeface="Abar Mid" pitchFamily="50" charset="-78"/>
                        </a:rPr>
                        <a:t> </a:t>
                      </a:r>
                      <a:r>
                        <a:rPr lang="en-US" sz="1000" b="0" i="0" u="none" strike="noStrike" kern="1200" dirty="0" err="1">
                          <a:solidFill>
                            <a:srgbClr val="000000"/>
                          </a:solidFill>
                          <a:effectLst/>
                          <a:latin typeface="Abar Mid" pitchFamily="50" charset="-78"/>
                          <a:ea typeface="+mn-ea"/>
                          <a:cs typeface="Abar Mid" pitchFamily="50" charset="-78"/>
                        </a:rPr>
                        <a:t>قائمة</a:t>
                      </a:r>
                      <a:r>
                        <a:rPr lang="en-US" sz="1000" b="0" i="0" u="none" strike="noStrike" kern="1200" dirty="0">
                          <a:solidFill>
                            <a:srgbClr val="000000"/>
                          </a:solidFill>
                          <a:effectLst/>
                          <a:latin typeface="Abar Mid" pitchFamily="50" charset="-78"/>
                          <a:ea typeface="+mn-ea"/>
                          <a:cs typeface="Abar Mid" pitchFamily="50" charset="-78"/>
                        </a:rPr>
                        <a:t> </a:t>
                      </a:r>
                      <a:r>
                        <a:rPr lang="en-US" sz="1000" b="0" i="0" u="none" strike="noStrike" kern="1200" dirty="0" err="1">
                          <a:solidFill>
                            <a:srgbClr val="000000"/>
                          </a:solidFill>
                          <a:effectLst/>
                          <a:latin typeface="Abar Mid" pitchFamily="50" charset="-78"/>
                          <a:ea typeface="+mn-ea"/>
                          <a:cs typeface="Abar Mid" pitchFamily="50" charset="-78"/>
                        </a:rPr>
                        <a:t>المدعوين</a:t>
                      </a:r>
                      <a:r>
                        <a:rPr lang="en-US" sz="1000" b="0" i="0" u="none" strike="noStrike" kern="1200" dirty="0">
                          <a:solidFill>
                            <a:srgbClr val="000000"/>
                          </a:solidFill>
                          <a:effectLst/>
                          <a:latin typeface="Abar Mid" pitchFamily="50" charset="-78"/>
                          <a:ea typeface="+mn-ea"/>
                          <a:cs typeface="Abar Mid" pitchFamily="50" charset="-78"/>
                        </a:rPr>
                        <a:t> </a:t>
                      </a:r>
                      <a:r>
                        <a:rPr lang="en-US" sz="1000" b="0" i="0" u="none" strike="noStrike" kern="1200" dirty="0" err="1">
                          <a:solidFill>
                            <a:srgbClr val="000000"/>
                          </a:solidFill>
                          <a:effectLst/>
                          <a:latin typeface="Abar Mid" pitchFamily="50" charset="-78"/>
                          <a:ea typeface="+mn-ea"/>
                          <a:cs typeface="Abar Mid" pitchFamily="50" charset="-78"/>
                        </a:rPr>
                        <a:t>تمهيدا</a:t>
                      </a:r>
                      <a:r>
                        <a:rPr lang="en-US" sz="1000" b="0" i="0" u="none" strike="noStrike" kern="1200" dirty="0">
                          <a:solidFill>
                            <a:srgbClr val="000000"/>
                          </a:solidFill>
                          <a:effectLst/>
                          <a:latin typeface="Abar Mid" pitchFamily="50" charset="-78"/>
                          <a:ea typeface="+mn-ea"/>
                          <a:cs typeface="Abar Mid" pitchFamily="50" charset="-78"/>
                        </a:rPr>
                        <a:t> </a:t>
                      </a:r>
                      <a:r>
                        <a:rPr lang="en-US" sz="1000" b="0" i="0" u="none" strike="noStrike" kern="1200" dirty="0" err="1">
                          <a:solidFill>
                            <a:srgbClr val="000000"/>
                          </a:solidFill>
                          <a:effectLst/>
                          <a:latin typeface="Abar Mid" pitchFamily="50" charset="-78"/>
                          <a:ea typeface="+mn-ea"/>
                          <a:cs typeface="Abar Mid" pitchFamily="50" charset="-78"/>
                        </a:rPr>
                        <a:t>لإرسال</a:t>
                      </a:r>
                      <a:r>
                        <a:rPr lang="en-US" sz="1000" b="0" i="0" u="none" strike="noStrike" kern="1200" dirty="0">
                          <a:solidFill>
                            <a:srgbClr val="000000"/>
                          </a:solidFill>
                          <a:effectLst/>
                          <a:latin typeface="Abar Mid" pitchFamily="50" charset="-78"/>
                          <a:ea typeface="+mn-ea"/>
                          <a:cs typeface="Abar Mid" pitchFamily="50" charset="-78"/>
                        </a:rPr>
                        <a:t> </a:t>
                      </a:r>
                      <a:r>
                        <a:rPr lang="en-US" sz="1000" b="0" i="0" u="none" strike="noStrike" kern="1200" dirty="0" err="1">
                          <a:solidFill>
                            <a:srgbClr val="000000"/>
                          </a:solidFill>
                          <a:effectLst/>
                          <a:latin typeface="Abar Mid" pitchFamily="50" charset="-78"/>
                          <a:ea typeface="+mn-ea"/>
                          <a:cs typeface="Abar Mid" pitchFamily="50" charset="-78"/>
                        </a:rPr>
                        <a:t>الدعوات</a:t>
                      </a:r>
                      <a:endParaRPr lang="en-US" sz="1000" b="0" i="0" u="none" strike="noStrike" kern="1200" dirty="0">
                        <a:solidFill>
                          <a:srgbClr val="000000"/>
                        </a:solidFill>
                        <a:effectLst/>
                        <a:latin typeface="Abar Mid" pitchFamily="50" charset="-78"/>
                        <a:ea typeface="+mn-ea"/>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17789366"/>
                  </a:ext>
                </a:extLst>
              </a:tr>
            </a:tbl>
          </a:graphicData>
        </a:graphic>
      </p:graphicFrame>
    </p:spTree>
    <p:extLst>
      <p:ext uri="{BB962C8B-B14F-4D97-AF65-F5344CB8AC3E}">
        <p14:creationId xmlns:p14="http://schemas.microsoft.com/office/powerpoint/2010/main" val="35658596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95955A-538C-CF7A-0FE0-F37CB1E2C34F}"/>
            </a:ext>
          </a:extLst>
        </p:cNvPr>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8544E6CE-8FBC-4631-628A-C6A764A8CAA5}"/>
              </a:ext>
            </a:extLst>
          </p:cNvPr>
          <p:cNvGraphicFramePr>
            <a:graphicFrameLocks/>
          </p:cNvGraphicFramePr>
          <p:nvPr>
            <p:custDataLst>
              <p:tags r:id="rId1"/>
            </p:custDataLst>
          </p:nvPr>
        </p:nvGraphicFramePr>
        <p:xfrm>
          <a:off x="1588" y="1376363"/>
          <a:ext cx="1588" cy="1588"/>
        </p:xfrm>
        <a:graphic>
          <a:graphicData uri="http://schemas.openxmlformats.org/presentationml/2006/ole">
            <mc:AlternateContent xmlns:mc="http://schemas.openxmlformats.org/markup-compatibility/2006">
              <mc:Choice xmlns:v="urn:schemas-microsoft-com:vml" Requires="v">
                <p:oleObj name="think-cell Slide" r:id="rId5" imgW="592" imgH="591" progId="TCLayout.ActiveDocument.1">
                  <p:embed/>
                </p:oleObj>
              </mc:Choice>
              <mc:Fallback>
                <p:oleObj name="think-cell Slide" r:id="rId5" imgW="592" imgH="591" progId="TCLayout.ActiveDocument.1">
                  <p:embed/>
                  <p:pic>
                    <p:nvPicPr>
                      <p:cNvPr id="2" name="think-cell data - do not delete" hidden="1">
                        <a:extLst>
                          <a:ext uri="{FF2B5EF4-FFF2-40B4-BE49-F238E27FC236}">
                            <a16:creationId xmlns:a16="http://schemas.microsoft.com/office/drawing/2014/main" id="{8544E6CE-8FBC-4631-628A-C6A764A8CAA5}"/>
                          </a:ext>
                        </a:extLst>
                      </p:cNvPr>
                      <p:cNvPicPr/>
                      <p:nvPr/>
                    </p:nvPicPr>
                    <p:blipFill>
                      <a:blip r:embed="rId6"/>
                      <a:stretch>
                        <a:fillRect/>
                      </a:stretch>
                    </p:blipFill>
                    <p:spPr>
                      <a:xfrm>
                        <a:off x="1588" y="1376363"/>
                        <a:ext cx="1588" cy="1588"/>
                      </a:xfrm>
                      <a:prstGeom prst="rect">
                        <a:avLst/>
                      </a:prstGeom>
                    </p:spPr>
                  </p:pic>
                </p:oleObj>
              </mc:Fallback>
            </mc:AlternateContent>
          </a:graphicData>
        </a:graphic>
      </p:graphicFrame>
      <p:grpSp>
        <p:nvGrpSpPr>
          <p:cNvPr id="11" name="Group 10">
            <a:extLst>
              <a:ext uri="{FF2B5EF4-FFF2-40B4-BE49-F238E27FC236}">
                <a16:creationId xmlns:a16="http://schemas.microsoft.com/office/drawing/2014/main" id="{33CD44B0-A17F-BAF5-615D-3ACB686F5CDF}"/>
              </a:ext>
            </a:extLst>
          </p:cNvPr>
          <p:cNvGrpSpPr/>
          <p:nvPr/>
        </p:nvGrpSpPr>
        <p:grpSpPr>
          <a:xfrm>
            <a:off x="917571" y="676842"/>
            <a:ext cx="5724532" cy="517476"/>
            <a:chOff x="1079493" y="4415868"/>
            <a:chExt cx="5724532" cy="1042296"/>
          </a:xfrm>
        </p:grpSpPr>
        <p:sp>
          <p:nvSpPr>
            <p:cNvPr id="12" name="btfpRowHeaderBoxText438126">
              <a:extLst>
                <a:ext uri="{FF2B5EF4-FFF2-40B4-BE49-F238E27FC236}">
                  <a16:creationId xmlns:a16="http://schemas.microsoft.com/office/drawing/2014/main" id="{2F4EDD17-841D-CAB7-5620-C4C29EFBDF1C}"/>
                </a:ext>
              </a:extLst>
            </p:cNvPr>
            <p:cNvSpPr txBox="1"/>
            <p:nvPr>
              <p:custDataLst>
                <p:tags r:id="rId2"/>
              </p:custDataLst>
            </p:nvPr>
          </p:nvSpPr>
          <p:spPr>
            <a:xfrm flipH="1">
              <a:off x="1079493"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400" b="1">
                  <a:solidFill>
                    <a:schemeClr val="tx1"/>
                  </a:solidFill>
                  <a:latin typeface="Abar Mid" pitchFamily="2" charset="-78"/>
                  <a:ea typeface="Abar Mid" pitchFamily="2" charset="-78"/>
                  <a:cs typeface="Abar Mid" pitchFamily="2" charset="-78"/>
                </a:rPr>
                <a:t>تفاصيل المهام</a:t>
              </a:r>
            </a:p>
          </p:txBody>
        </p:sp>
        <p:cxnSp>
          <p:nvCxnSpPr>
            <p:cNvPr id="13" name="Straight Connector 12">
              <a:extLst>
                <a:ext uri="{FF2B5EF4-FFF2-40B4-BE49-F238E27FC236}">
                  <a16:creationId xmlns:a16="http://schemas.microsoft.com/office/drawing/2014/main" id="{4ECF19F5-BEE5-4E01-2A2A-A4A7ED1A903A}"/>
                </a:ext>
              </a:extLst>
            </p:cNvPr>
            <p:cNvCxnSpPr>
              <a:cxnSpLocks/>
            </p:cNvCxnSpPr>
            <p:nvPr/>
          </p:nvCxnSpPr>
          <p:spPr>
            <a:xfrm>
              <a:off x="3300100" y="5458164"/>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graphicFrame>
        <p:nvGraphicFramePr>
          <p:cNvPr id="30" name="Table 5">
            <a:extLst>
              <a:ext uri="{FF2B5EF4-FFF2-40B4-BE49-F238E27FC236}">
                <a16:creationId xmlns:a16="http://schemas.microsoft.com/office/drawing/2014/main" id="{24C18B9B-64F6-22FD-45B3-540606A7AC0A}"/>
              </a:ext>
            </a:extLst>
          </p:cNvPr>
          <p:cNvGraphicFramePr>
            <a:graphicFrameLocks noGrp="1"/>
          </p:cNvGraphicFramePr>
          <p:nvPr>
            <p:extLst>
              <p:ext uri="{D42A27DB-BD31-4B8C-83A1-F6EECF244321}">
                <p14:modId xmlns:p14="http://schemas.microsoft.com/office/powerpoint/2010/main" val="1225961035"/>
              </p:ext>
            </p:extLst>
          </p:nvPr>
        </p:nvGraphicFramePr>
        <p:xfrm>
          <a:off x="605699" y="1393029"/>
          <a:ext cx="6463458" cy="6391967"/>
        </p:xfrm>
        <a:graphic>
          <a:graphicData uri="http://schemas.openxmlformats.org/drawingml/2006/table">
            <a:tbl>
              <a:tblPr rtl="1"/>
              <a:tblGrid>
                <a:gridCol w="355937">
                  <a:extLst>
                    <a:ext uri="{9D8B030D-6E8A-4147-A177-3AD203B41FA5}">
                      <a16:colId xmlns:a16="http://schemas.microsoft.com/office/drawing/2014/main" val="20000"/>
                    </a:ext>
                  </a:extLst>
                </a:gridCol>
                <a:gridCol w="1564310">
                  <a:extLst>
                    <a:ext uri="{9D8B030D-6E8A-4147-A177-3AD203B41FA5}">
                      <a16:colId xmlns:a16="http://schemas.microsoft.com/office/drawing/2014/main" val="20001"/>
                    </a:ext>
                  </a:extLst>
                </a:gridCol>
                <a:gridCol w="1049350">
                  <a:extLst>
                    <a:ext uri="{9D8B030D-6E8A-4147-A177-3AD203B41FA5}">
                      <a16:colId xmlns:a16="http://schemas.microsoft.com/office/drawing/2014/main" val="20002"/>
                    </a:ext>
                  </a:extLst>
                </a:gridCol>
                <a:gridCol w="891540">
                  <a:extLst>
                    <a:ext uri="{9D8B030D-6E8A-4147-A177-3AD203B41FA5}">
                      <a16:colId xmlns:a16="http://schemas.microsoft.com/office/drawing/2014/main" val="20003"/>
                    </a:ext>
                  </a:extLst>
                </a:gridCol>
                <a:gridCol w="682081">
                  <a:extLst>
                    <a:ext uri="{9D8B030D-6E8A-4147-A177-3AD203B41FA5}">
                      <a16:colId xmlns:a16="http://schemas.microsoft.com/office/drawing/2014/main" val="20004"/>
                    </a:ext>
                  </a:extLst>
                </a:gridCol>
                <a:gridCol w="1920240">
                  <a:extLst>
                    <a:ext uri="{9D8B030D-6E8A-4147-A177-3AD203B41FA5}">
                      <a16:colId xmlns:a16="http://schemas.microsoft.com/office/drawing/2014/main" val="20005"/>
                    </a:ext>
                  </a:extLst>
                </a:gridCol>
              </a:tblGrid>
              <a:tr h="330518">
                <a:tc gridSpan="6">
                  <a:txBody>
                    <a:body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JO" sz="1000" dirty="0">
                          <a:solidFill>
                            <a:srgbClr val="00080B"/>
                          </a:solidFill>
                          <a:latin typeface="Abar Mid" pitchFamily="50" charset="-78"/>
                          <a:ea typeface="Abar Mid" pitchFamily="50" charset="-78"/>
                          <a:cs typeface="Abar Mid" pitchFamily="50" charset="-78"/>
                        </a:rPr>
                        <a:t>تفاصيل مهام اجتماع القيادات</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41423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en-US" sz="1000" b="1" kern="1200">
                          <a:solidFill>
                            <a:schemeClr val="bg1"/>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20000"/>
                        </a:lnSpc>
                      </a:pPr>
                      <a:r>
                        <a:rPr lang="ar-SA" sz="1000" b="1" kern="1200">
                          <a:solidFill>
                            <a:schemeClr val="bg1"/>
                          </a:solidFill>
                          <a:latin typeface="Abar Mid" pitchFamily="50" charset="-78"/>
                          <a:ea typeface="Abar Mid" pitchFamily="50" charset="-78"/>
                          <a:cs typeface="Abar Mid" pitchFamily="50" charset="-78"/>
                        </a:rPr>
                        <a:t>المهمة</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b="1" kern="1200">
                          <a:solidFill>
                            <a:schemeClr val="bg1"/>
                          </a:solidFill>
                          <a:latin typeface="Abar Mid" pitchFamily="50" charset="-78"/>
                          <a:ea typeface="Abar Mid" pitchFamily="50" charset="-78"/>
                          <a:cs typeface="Abar Mid" pitchFamily="50" charset="-78"/>
                        </a:rPr>
                        <a:t>القطاع</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b="1" kern="1200" baseline="0">
                          <a:solidFill>
                            <a:schemeClr val="bg1"/>
                          </a:solidFill>
                          <a:latin typeface="Abar Mid" pitchFamily="50" charset="-78"/>
                          <a:ea typeface="Abar Mid" pitchFamily="50" charset="-78"/>
                          <a:cs typeface="Abar Mid" pitchFamily="50" charset="-78"/>
                        </a:rPr>
                        <a:t>تاريخ الإنجاز المخطط</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b="1" kern="1200" dirty="0">
                          <a:solidFill>
                            <a:schemeClr val="bg1"/>
                          </a:solidFill>
                          <a:latin typeface="Abar Mid" pitchFamily="50" charset="-78"/>
                          <a:ea typeface="Abar Mid" pitchFamily="50" charset="-78"/>
                          <a:cs typeface="Abar Mid" pitchFamily="50" charset="-78"/>
                        </a:rPr>
                        <a:t>الحالة</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b="1" kern="1200" dirty="0">
                          <a:solidFill>
                            <a:schemeClr val="bg1"/>
                          </a:solidFill>
                          <a:latin typeface="Abar Mid" pitchFamily="50" charset="-78"/>
                          <a:ea typeface="Abar Mid" pitchFamily="50" charset="-78"/>
                          <a:cs typeface="Abar Mid" pitchFamily="50" charset="-78"/>
                        </a:rPr>
                        <a:t>ملاحظات</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2368294">
                <a:tc>
                  <a:txBody>
                    <a:bodyPr/>
                    <a:lstStyle/>
                    <a:p>
                      <a:pPr algn="ctr" rtl="0" fontAlgn="ctr">
                        <a:buNone/>
                      </a:pPr>
                      <a:r>
                        <a:rPr lang="ar-SA" sz="1000" b="0" i="0" u="none" strike="noStrike">
                          <a:solidFill>
                            <a:srgbClr val="000000"/>
                          </a:solidFill>
                          <a:effectLst/>
                          <a:latin typeface="Abar Mid" pitchFamily="50" charset="-78"/>
                          <a:cs typeface="Abar Mid" pitchFamily="50" charset="-78"/>
                        </a:rPr>
                        <a:t>8</a:t>
                      </a:r>
                      <a:endParaRPr lang="en-US" sz="1000" b="0" i="0" u="none" strike="noStrike">
                        <a:solidFill>
                          <a:srgbClr val="000000"/>
                        </a:solidFill>
                        <a:effectLst/>
                        <a:latin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dirty="0" err="1">
                          <a:solidFill>
                            <a:srgbClr val="000000"/>
                          </a:solidFill>
                          <a:effectLst/>
                          <a:latin typeface="Abar Mid" pitchFamily="50" charset="-78"/>
                          <a:cs typeface="Abar Mid" pitchFamily="50" charset="-78"/>
                        </a:rPr>
                        <a:t>إعداد</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مؤشر</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معتمد</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لقياس</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العائد</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والأثر</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المتحقق</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من</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الاستثمار</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في</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برامج</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ومبادرات</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الإبداع</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والابتكار</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وريادة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الأعمال</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وقياس</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انعكاسه</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على</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تجربة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ضيوف</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الرحمن</a:t>
                      </a:r>
                      <a:endParaRPr lang="en-US" sz="1000" b="0" i="0" u="none" strike="noStrike" dirty="0">
                        <a:solidFill>
                          <a:srgbClr val="000000"/>
                        </a:solidFill>
                        <a:effectLst/>
                        <a:latin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err="1">
                          <a:solidFill>
                            <a:srgbClr val="000000"/>
                          </a:solidFill>
                          <a:effectLst/>
                          <a:latin typeface="Abar Mid" pitchFamily="50" charset="-78"/>
                          <a:cs typeface="Abar Mid" pitchFamily="50" charset="-78"/>
                        </a:rPr>
                        <a:t>وكالة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تطوير</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الأعمال</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وخدمة المستفيدين</a:t>
                      </a:r>
                      <a:endParaRPr lang="en-US" sz="1000" b="0" i="0" u="none" strike="noStrike">
                        <a:solidFill>
                          <a:srgbClr val="000000"/>
                        </a:solidFill>
                        <a:effectLst/>
                        <a:latin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25-10-2026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err="1">
                          <a:solidFill>
                            <a:srgbClr val="000000"/>
                          </a:solidFill>
                          <a:effectLst/>
                          <a:latin typeface="Abar Mid" pitchFamily="50" charset="-78"/>
                          <a:cs typeface="Abar Mid" pitchFamily="50" charset="-78"/>
                        </a:rPr>
                        <a:t>على</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المخطط</a:t>
                      </a:r>
                      <a:endParaRPr lang="en-US" sz="1000" b="0" i="0" u="none" strike="noStrike">
                        <a:solidFill>
                          <a:srgbClr val="000000"/>
                        </a:solidFill>
                        <a:effectLst/>
                        <a:latin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0" fontAlgn="ctr">
                        <a:buNone/>
                      </a:pPr>
                      <a:r>
                        <a:rPr lang="en-US" sz="1000" b="0" i="0" u="none" strike="noStrike" dirty="0" err="1">
                          <a:solidFill>
                            <a:srgbClr val="000000"/>
                          </a:solidFill>
                          <a:effectLst/>
                          <a:latin typeface="Abar Mid" pitchFamily="50" charset="-78"/>
                          <a:cs typeface="Abar Mid" pitchFamily="50" charset="-78"/>
                        </a:rPr>
                        <a:t>تم</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الاجتماع</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مع</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برنامج</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خدمة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ضيوف</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الرحمن</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وهيئة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البحث</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والتطوير</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والابتكار</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لمناقشة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مؤشرات</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قياس</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أثر</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مبادرات</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الإبداع</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والابتكار</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وريادة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الأعمال</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وتبين</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أن</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تحديد</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المدخلات</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وآلية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قياس</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الأثر</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الاقتصادي</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والاجتماعي</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يتطلب</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دراسة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إضافية</a:t>
                      </a:r>
                      <a:endParaRPr lang="en-US" sz="1000" b="0" i="0" u="none" strike="noStrike" dirty="0">
                        <a:solidFill>
                          <a:srgbClr val="000000"/>
                        </a:solidFill>
                        <a:effectLst/>
                        <a:latin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614506415"/>
                  </a:ext>
                </a:extLst>
              </a:tr>
              <a:tr h="1245611">
                <a:tc>
                  <a:txBody>
                    <a:bodyPr/>
                    <a:lstStyle/>
                    <a:p>
                      <a:pPr algn="ctr" rtl="0" fontAlgn="ctr">
                        <a:buNone/>
                      </a:pPr>
                      <a:r>
                        <a:rPr lang="ar-SA" sz="1000" b="0" i="0" u="none" strike="noStrike">
                          <a:solidFill>
                            <a:srgbClr val="000000"/>
                          </a:solidFill>
                          <a:effectLst/>
                          <a:latin typeface="Abar Mid" pitchFamily="50" charset="-78"/>
                          <a:cs typeface="Abar Mid" pitchFamily="50" charset="-78"/>
                        </a:rPr>
                        <a:t>9</a:t>
                      </a:r>
                      <a:endParaRPr lang="en-US" sz="1000" b="0" i="0" u="none" strike="noStrike">
                        <a:solidFill>
                          <a:srgbClr val="000000"/>
                        </a:solidFill>
                        <a:effectLst/>
                        <a:latin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err="1">
                          <a:solidFill>
                            <a:srgbClr val="000000"/>
                          </a:solidFill>
                          <a:effectLst/>
                          <a:latin typeface="Abar Mid" pitchFamily="50" charset="-78"/>
                          <a:cs typeface="Abar Mid" pitchFamily="50" charset="-78"/>
                        </a:rPr>
                        <a:t>إعداد</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تحليل</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معمق</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للشريحة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الخاصة بالزيارات</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والمخالفات في مواقع التشغيل في عر</a:t>
                      </a:r>
                      <a:r>
                        <a:rPr lang="en-US" sz="1000" b="0" i="0" u="none" strike="noStrike">
                          <a:solidFill>
                            <a:srgbClr val="000000"/>
                          </a:solidFill>
                          <a:effectLst/>
                          <a:latin typeface="Abar Mid" pitchFamily="50" charset="-78"/>
                          <a:cs typeface="Abar Mid" pitchFamily="50" charset="-78"/>
                        </a:rPr>
                        <a:t>ض مقارنة </a:t>
                      </a:r>
                      <a:r>
                        <a:rPr lang="en-US" sz="1000" b="0" i="0" u="none" strike="noStrike" err="1">
                          <a:solidFill>
                            <a:srgbClr val="000000"/>
                          </a:solidFill>
                          <a:effectLst/>
                          <a:latin typeface="Abar Mid" pitchFamily="50" charset="-78"/>
                          <a:cs typeface="Abar Mid" pitchFamily="50" charset="-78"/>
                        </a:rPr>
                        <a:t>المخالفات بين موسم 47 وموسم 48، للتحقق</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من</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دقة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الأرقام وواقعيتها</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والخروج بقراءة أدق تعكس</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الوضع</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الفعلي</a:t>
                      </a:r>
                      <a:endParaRPr lang="en-US" sz="1000" b="0" i="0" u="none" strike="noStrike">
                        <a:solidFill>
                          <a:srgbClr val="000000"/>
                        </a:solidFill>
                        <a:effectLst/>
                        <a:latin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err="1">
                          <a:solidFill>
                            <a:srgbClr val="000000"/>
                          </a:solidFill>
                          <a:effectLst/>
                          <a:latin typeface="Abar Mid" pitchFamily="50" charset="-78"/>
                          <a:cs typeface="Abar Mid" pitchFamily="50" charset="-78"/>
                        </a:rPr>
                        <a:t>مركز امتثال</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الأعمال</a:t>
                      </a:r>
                      <a:endParaRPr lang="en-US" sz="1000" b="0" i="0" u="none" strike="noStrike">
                        <a:solidFill>
                          <a:srgbClr val="000000"/>
                        </a:solidFill>
                        <a:effectLst/>
                        <a:latin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30-09-2026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err="1">
                          <a:solidFill>
                            <a:srgbClr val="000000"/>
                          </a:solidFill>
                          <a:effectLst/>
                          <a:latin typeface="Abar Mid" pitchFamily="50" charset="-78"/>
                          <a:cs typeface="Abar Mid" pitchFamily="50" charset="-78"/>
                        </a:rPr>
                        <a:t>على</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المخطط</a:t>
                      </a:r>
                      <a:endParaRPr lang="en-US" sz="1000" b="0" i="0" u="none" strike="noStrike">
                        <a:solidFill>
                          <a:srgbClr val="000000"/>
                        </a:solidFill>
                        <a:effectLst/>
                        <a:latin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0" fontAlgn="ctr">
                        <a:buNone/>
                      </a:pPr>
                      <a:endParaRPr dirty="0"/>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4035926492"/>
                  </a:ext>
                </a:extLst>
              </a:tr>
              <a:tr h="1877843">
                <a:tc>
                  <a:txBody>
                    <a:bodyPr/>
                    <a:lstStyle/>
                    <a:p>
                      <a:pPr algn="ctr" rtl="0" fontAlgn="ctr">
                        <a:buNone/>
                      </a:pPr>
                      <a:r>
                        <a:rPr lang="ar-SA" sz="1000" b="0" i="0" u="none" strike="noStrike">
                          <a:solidFill>
                            <a:srgbClr val="000000"/>
                          </a:solidFill>
                          <a:effectLst/>
                          <a:latin typeface="Abar Mid" pitchFamily="50" charset="-78"/>
                          <a:cs typeface="Abar Mid" pitchFamily="50" charset="-78"/>
                        </a:rPr>
                        <a:t>10</a:t>
                      </a:r>
                      <a:endParaRPr lang="en-US" sz="1000" b="0" i="0" u="none" strike="noStrike">
                        <a:solidFill>
                          <a:srgbClr val="000000"/>
                        </a:solidFill>
                        <a:effectLst/>
                        <a:latin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err="1">
                          <a:solidFill>
                            <a:srgbClr val="000000"/>
                          </a:solidFill>
                          <a:effectLst/>
                          <a:latin typeface="Abar Mid" pitchFamily="50" charset="-78"/>
                          <a:cs typeface="Abar Mid" pitchFamily="50" charset="-78"/>
                        </a:rPr>
                        <a:t>إجراء</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دراسة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شاملة لثقافة الترحيب الحالية في مكة المكرمة وقياس مستوى نضجها، والاستفادة من تجربة الخطوط السعودية وSGS ودراسة نماذج من بعض الدول التي نجحت في التغيير، والخروج بخطة عمل متكاملة تسهم في تطوير</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ثقافة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الترحيب والارتقاء بتجربة ضيوف الرحمن بما يسهم في جعل مكة المكرمة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من</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أفضل</a:t>
                      </a:r>
                      <a:r>
                        <a:rPr lang="ar-SA"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مدن</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العالم في هذا</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المجال</a:t>
                      </a:r>
                      <a:endParaRPr lang="en-US" sz="1000" b="0" i="0" u="none" strike="noStrike">
                        <a:solidFill>
                          <a:srgbClr val="000000"/>
                        </a:solidFill>
                        <a:effectLst/>
                        <a:latin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err="1">
                          <a:solidFill>
                            <a:srgbClr val="000000"/>
                          </a:solidFill>
                          <a:effectLst/>
                          <a:latin typeface="Abar Mid" pitchFamily="50" charset="-78"/>
                          <a:cs typeface="Abar Mid" pitchFamily="50" charset="-78"/>
                        </a:rPr>
                        <a:t>وكالة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التوعية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وتنمية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المهارات</a:t>
                      </a:r>
                      <a:endParaRPr lang="en-US" sz="1000" b="0" i="0" u="none" strike="noStrike">
                        <a:solidFill>
                          <a:srgbClr val="000000"/>
                        </a:solidFill>
                        <a:effectLst/>
                        <a:latin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21-10-2026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err="1">
                          <a:solidFill>
                            <a:srgbClr val="000000"/>
                          </a:solidFill>
                          <a:effectLst/>
                          <a:latin typeface="Abar Mid" pitchFamily="50" charset="-78"/>
                          <a:cs typeface="Abar Mid" pitchFamily="50" charset="-78"/>
                        </a:rPr>
                        <a:t>على</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المخطط</a:t>
                      </a:r>
                      <a:endParaRPr lang="en-US" sz="1000" b="0" i="0" u="none" strike="noStrike">
                        <a:solidFill>
                          <a:srgbClr val="000000"/>
                        </a:solidFill>
                        <a:effectLst/>
                        <a:latin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0" fontAlgn="ctr">
                        <a:buNone/>
                      </a:pPr>
                      <a:endParaRPr dirty="0"/>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2980009034"/>
                  </a:ext>
                </a:extLst>
              </a:tr>
            </a:tbl>
          </a:graphicData>
        </a:graphic>
      </p:graphicFrame>
      <p:graphicFrame>
        <p:nvGraphicFramePr>
          <p:cNvPr id="3" name="Table 5">
            <a:extLst>
              <a:ext uri="{FF2B5EF4-FFF2-40B4-BE49-F238E27FC236}">
                <a16:creationId xmlns:a16="http://schemas.microsoft.com/office/drawing/2014/main" id="{8382319D-4674-617E-33AB-0E790D75F602}"/>
              </a:ext>
            </a:extLst>
          </p:cNvPr>
          <p:cNvGraphicFramePr>
            <a:graphicFrameLocks noGrp="1"/>
          </p:cNvGraphicFramePr>
          <p:nvPr>
            <p:extLst>
              <p:ext uri="{D42A27DB-BD31-4B8C-83A1-F6EECF244321}">
                <p14:modId xmlns:p14="http://schemas.microsoft.com/office/powerpoint/2010/main" val="4151802969"/>
              </p:ext>
            </p:extLst>
          </p:nvPr>
        </p:nvGraphicFramePr>
        <p:xfrm>
          <a:off x="605699" y="8220074"/>
          <a:ext cx="6463458" cy="2080379"/>
        </p:xfrm>
        <a:graphic>
          <a:graphicData uri="http://schemas.openxmlformats.org/drawingml/2006/table">
            <a:tbl>
              <a:tblPr rtl="1"/>
              <a:tblGrid>
                <a:gridCol w="355937">
                  <a:extLst>
                    <a:ext uri="{9D8B030D-6E8A-4147-A177-3AD203B41FA5}">
                      <a16:colId xmlns:a16="http://schemas.microsoft.com/office/drawing/2014/main" val="20000"/>
                    </a:ext>
                  </a:extLst>
                </a:gridCol>
                <a:gridCol w="1564310">
                  <a:extLst>
                    <a:ext uri="{9D8B030D-6E8A-4147-A177-3AD203B41FA5}">
                      <a16:colId xmlns:a16="http://schemas.microsoft.com/office/drawing/2014/main" val="20001"/>
                    </a:ext>
                  </a:extLst>
                </a:gridCol>
                <a:gridCol w="1049350">
                  <a:extLst>
                    <a:ext uri="{9D8B030D-6E8A-4147-A177-3AD203B41FA5}">
                      <a16:colId xmlns:a16="http://schemas.microsoft.com/office/drawing/2014/main" val="20002"/>
                    </a:ext>
                  </a:extLst>
                </a:gridCol>
                <a:gridCol w="891540">
                  <a:extLst>
                    <a:ext uri="{9D8B030D-6E8A-4147-A177-3AD203B41FA5}">
                      <a16:colId xmlns:a16="http://schemas.microsoft.com/office/drawing/2014/main" val="20003"/>
                    </a:ext>
                  </a:extLst>
                </a:gridCol>
                <a:gridCol w="682081">
                  <a:extLst>
                    <a:ext uri="{9D8B030D-6E8A-4147-A177-3AD203B41FA5}">
                      <a16:colId xmlns:a16="http://schemas.microsoft.com/office/drawing/2014/main" val="20004"/>
                    </a:ext>
                  </a:extLst>
                </a:gridCol>
                <a:gridCol w="1920240">
                  <a:extLst>
                    <a:ext uri="{9D8B030D-6E8A-4147-A177-3AD203B41FA5}">
                      <a16:colId xmlns:a16="http://schemas.microsoft.com/office/drawing/2014/main" val="20005"/>
                    </a:ext>
                  </a:extLst>
                </a:gridCol>
              </a:tblGrid>
              <a:tr h="228556">
                <a:tc gridSpan="6">
                  <a:txBody>
                    <a:body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a:solidFill>
                            <a:srgbClr val="00080B"/>
                          </a:solidFill>
                          <a:latin typeface="Abar Mid" pitchFamily="50" charset="-78"/>
                          <a:ea typeface="Abar Mid" pitchFamily="50" charset="-78"/>
                          <a:cs typeface="Abar Mid" pitchFamily="50" charset="-78"/>
                        </a:rPr>
                        <a:t>تفاصيل </a:t>
                      </a:r>
                      <a:r>
                        <a:rPr lang="ar-JO" sz="1000">
                          <a:solidFill>
                            <a:srgbClr val="00080B"/>
                          </a:solidFill>
                          <a:latin typeface="Abar Mid" pitchFamily="50" charset="-78"/>
                          <a:ea typeface="Abar Mid" pitchFamily="50" charset="-78"/>
                          <a:cs typeface="Abar Mid" pitchFamily="50" charset="-78"/>
                        </a:rPr>
                        <a:t>مهام</a:t>
                      </a:r>
                      <a:r>
                        <a:rPr lang="ar-SA" sz="1000">
                          <a:solidFill>
                            <a:srgbClr val="00080B"/>
                          </a:solidFill>
                          <a:latin typeface="Abar Mid" pitchFamily="50" charset="-78"/>
                          <a:ea typeface="Abar Mid" pitchFamily="50" charset="-78"/>
                          <a:cs typeface="Abar Mid" pitchFamily="50" charset="-78"/>
                        </a:rPr>
                        <a:t> </a:t>
                      </a:r>
                      <a:r>
                        <a:rPr lang="ar-JO" sz="1000">
                          <a:solidFill>
                            <a:srgbClr val="00080B"/>
                          </a:solidFill>
                          <a:latin typeface="Abar Mid" pitchFamily="50" charset="-78"/>
                          <a:ea typeface="Abar Mid" pitchFamily="50" charset="-78"/>
                          <a:cs typeface="Abar Mid" pitchFamily="50" charset="-78"/>
                        </a:rPr>
                        <a:t>اجتماع التجربة الرقمية</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380926">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en-US" sz="1000" b="1" kern="1200">
                          <a:solidFill>
                            <a:schemeClr val="bg1"/>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20000"/>
                        </a:lnSpc>
                      </a:pPr>
                      <a:r>
                        <a:rPr lang="ar-SA" sz="1000" b="1" kern="1200">
                          <a:solidFill>
                            <a:schemeClr val="bg1"/>
                          </a:solidFill>
                          <a:latin typeface="Abar Mid" pitchFamily="50" charset="-78"/>
                          <a:ea typeface="Abar Mid" pitchFamily="50" charset="-78"/>
                          <a:cs typeface="Abar Mid" pitchFamily="50" charset="-78"/>
                        </a:rPr>
                        <a:t>المهمة</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b="1" kern="1200">
                          <a:solidFill>
                            <a:schemeClr val="bg1"/>
                          </a:solidFill>
                          <a:latin typeface="Abar Mid" pitchFamily="50" charset="-78"/>
                          <a:ea typeface="Abar Mid" pitchFamily="50" charset="-78"/>
                          <a:cs typeface="Abar Mid" pitchFamily="50" charset="-78"/>
                        </a:rPr>
                        <a:t>القطاع</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b="1" kern="1200" baseline="0">
                          <a:solidFill>
                            <a:schemeClr val="bg1"/>
                          </a:solidFill>
                          <a:latin typeface="Abar Mid" pitchFamily="50" charset="-78"/>
                          <a:ea typeface="Abar Mid" pitchFamily="50" charset="-78"/>
                          <a:cs typeface="Abar Mid" pitchFamily="50" charset="-78"/>
                        </a:rPr>
                        <a:t>تاريخ الإنجاز المخطط</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b="1" kern="1200">
                          <a:solidFill>
                            <a:schemeClr val="bg1"/>
                          </a:solidFill>
                          <a:latin typeface="Abar Mid" pitchFamily="50" charset="-78"/>
                          <a:ea typeface="Abar Mid" pitchFamily="50" charset="-78"/>
                          <a:cs typeface="Abar Mid" pitchFamily="50" charset="-78"/>
                        </a:rPr>
                        <a:t>الحالة</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b="1" kern="1200" dirty="0">
                          <a:solidFill>
                            <a:schemeClr val="bg1"/>
                          </a:solidFill>
                          <a:latin typeface="Abar Mid" pitchFamily="50" charset="-78"/>
                          <a:ea typeface="Abar Mid" pitchFamily="50" charset="-78"/>
                          <a:cs typeface="Abar Mid" pitchFamily="50" charset="-78"/>
                        </a:rPr>
                        <a:t>ملاحظات</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1348859">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1</a:t>
                      </a:r>
                    </a:p>
                  </a:txBody>
                  <a:tcPr marL="7620" marR="762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a:solidFill>
                            <a:srgbClr val="000000"/>
                          </a:solidFill>
                          <a:effectLst/>
                          <a:latin typeface="Abar Mid" pitchFamily="50" charset="-78"/>
                          <a:cs typeface="Abar Mid" pitchFamily="50" charset="-78"/>
                        </a:rPr>
                        <a:t>إتاحة شراء باقات العمرة واختيار وتغيير شركة العمرة عبر تطبيق نسك</a:t>
                      </a:r>
                    </a:p>
                  </a:txBody>
                  <a:tcPr marL="7620" marR="762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a:solidFill>
                            <a:srgbClr val="000000"/>
                          </a:solidFill>
                          <a:effectLst/>
                          <a:latin typeface="Abar Mid" pitchFamily="50" charset="-78"/>
                          <a:cs typeface="Abar Mid" pitchFamily="50" charset="-78"/>
                        </a:rPr>
                        <a:t>مركز منصة نسك الرقمية</a:t>
                      </a:r>
                    </a:p>
                  </a:txBody>
                  <a:tcPr marL="7620" marR="762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30-09-2026</a:t>
                      </a:r>
                    </a:p>
                  </a:txBody>
                  <a:tcPr marL="7620" marR="762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cs typeface="Abar Mid" pitchFamily="50" charset="-78"/>
                        </a:rPr>
                        <a:t>على المخطط</a:t>
                      </a:r>
                    </a:p>
                  </a:txBody>
                  <a:tcPr marL="7620" marR="762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0" fontAlgn="ctr">
                        <a:buNone/>
                      </a:pPr>
                      <a:r>
                        <a:rPr lang="en-US" sz="1000" b="0" i="0" u="none" strike="noStrike" dirty="0">
                          <a:solidFill>
                            <a:srgbClr val="000000"/>
                          </a:solidFill>
                          <a:effectLst/>
                          <a:latin typeface="Abar Mid" pitchFamily="50" charset="-78"/>
                          <a:cs typeface="Abar Mid" pitchFamily="50" charset="-78"/>
                        </a:rPr>
                        <a:t> </a:t>
                      </a:r>
                    </a:p>
                  </a:txBody>
                  <a:tcPr marL="7620" marR="762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614506415"/>
                  </a:ext>
                </a:extLst>
              </a:tr>
            </a:tbl>
          </a:graphicData>
        </a:graphic>
      </p:graphicFrame>
      <p:graphicFrame>
        <p:nvGraphicFramePr>
          <p:cNvPr id="4" name="Table 5">
            <a:extLst>
              <a:ext uri="{FF2B5EF4-FFF2-40B4-BE49-F238E27FC236}">
                <a16:creationId xmlns:a16="http://schemas.microsoft.com/office/drawing/2014/main" id="{236F631E-D50A-7F0D-EE08-691BB58CB619}"/>
              </a:ext>
            </a:extLst>
          </p:cNvPr>
          <p:cNvGraphicFramePr>
            <a:graphicFrameLocks noGrp="1"/>
          </p:cNvGraphicFramePr>
          <p:nvPr>
            <p:extLst>
              <p:ext uri="{D42A27DB-BD31-4B8C-83A1-F6EECF244321}">
                <p14:modId xmlns:p14="http://schemas.microsoft.com/office/powerpoint/2010/main" val="1106322481"/>
              </p:ext>
            </p:extLst>
          </p:nvPr>
        </p:nvGraphicFramePr>
        <p:xfrm>
          <a:off x="605699" y="10426660"/>
          <a:ext cx="6463458" cy="2080378"/>
        </p:xfrm>
        <a:graphic>
          <a:graphicData uri="http://schemas.openxmlformats.org/drawingml/2006/table">
            <a:tbl>
              <a:tblPr rtl="1"/>
              <a:tblGrid>
                <a:gridCol w="355937">
                  <a:extLst>
                    <a:ext uri="{9D8B030D-6E8A-4147-A177-3AD203B41FA5}">
                      <a16:colId xmlns:a16="http://schemas.microsoft.com/office/drawing/2014/main" val="20000"/>
                    </a:ext>
                  </a:extLst>
                </a:gridCol>
                <a:gridCol w="1564310">
                  <a:extLst>
                    <a:ext uri="{9D8B030D-6E8A-4147-A177-3AD203B41FA5}">
                      <a16:colId xmlns:a16="http://schemas.microsoft.com/office/drawing/2014/main" val="20001"/>
                    </a:ext>
                  </a:extLst>
                </a:gridCol>
                <a:gridCol w="1049350">
                  <a:extLst>
                    <a:ext uri="{9D8B030D-6E8A-4147-A177-3AD203B41FA5}">
                      <a16:colId xmlns:a16="http://schemas.microsoft.com/office/drawing/2014/main" val="20002"/>
                    </a:ext>
                  </a:extLst>
                </a:gridCol>
                <a:gridCol w="891540">
                  <a:extLst>
                    <a:ext uri="{9D8B030D-6E8A-4147-A177-3AD203B41FA5}">
                      <a16:colId xmlns:a16="http://schemas.microsoft.com/office/drawing/2014/main" val="20003"/>
                    </a:ext>
                  </a:extLst>
                </a:gridCol>
                <a:gridCol w="682081">
                  <a:extLst>
                    <a:ext uri="{9D8B030D-6E8A-4147-A177-3AD203B41FA5}">
                      <a16:colId xmlns:a16="http://schemas.microsoft.com/office/drawing/2014/main" val="20004"/>
                    </a:ext>
                  </a:extLst>
                </a:gridCol>
                <a:gridCol w="1920240">
                  <a:extLst>
                    <a:ext uri="{9D8B030D-6E8A-4147-A177-3AD203B41FA5}">
                      <a16:colId xmlns:a16="http://schemas.microsoft.com/office/drawing/2014/main" val="20005"/>
                    </a:ext>
                  </a:extLst>
                </a:gridCol>
              </a:tblGrid>
              <a:tr h="291415">
                <a:tc gridSpan="6">
                  <a:txBody>
                    <a:body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a:solidFill>
                            <a:srgbClr val="00080B"/>
                          </a:solidFill>
                          <a:latin typeface="Abar Mid" pitchFamily="50" charset="-78"/>
                          <a:ea typeface="Abar Mid" pitchFamily="50" charset="-78"/>
                          <a:cs typeface="Abar Mid" pitchFamily="50" charset="-78"/>
                        </a:rPr>
                        <a:t>تفاصيل </a:t>
                      </a:r>
                      <a:r>
                        <a:rPr lang="ar-JO" sz="1000">
                          <a:solidFill>
                            <a:srgbClr val="00080B"/>
                          </a:solidFill>
                          <a:latin typeface="Abar Mid" pitchFamily="50" charset="-78"/>
                          <a:ea typeface="Abar Mid" pitchFamily="50" charset="-78"/>
                          <a:cs typeface="Abar Mid" pitchFamily="50" charset="-78"/>
                        </a:rPr>
                        <a:t>مهام لجنة المتابعة</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485691">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en-US" sz="1000" b="1" kern="1200">
                          <a:solidFill>
                            <a:schemeClr val="bg1"/>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20000"/>
                        </a:lnSpc>
                      </a:pPr>
                      <a:r>
                        <a:rPr lang="ar-SA" sz="1000" b="1" kern="1200">
                          <a:solidFill>
                            <a:schemeClr val="bg1"/>
                          </a:solidFill>
                          <a:latin typeface="Abar Mid" pitchFamily="50" charset="-78"/>
                          <a:ea typeface="Abar Mid" pitchFamily="50" charset="-78"/>
                          <a:cs typeface="Abar Mid" pitchFamily="50" charset="-78"/>
                        </a:rPr>
                        <a:t>المهمة</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b="1" kern="1200">
                          <a:solidFill>
                            <a:schemeClr val="bg1"/>
                          </a:solidFill>
                          <a:latin typeface="Abar Mid" pitchFamily="50" charset="-78"/>
                          <a:ea typeface="Abar Mid" pitchFamily="50" charset="-78"/>
                          <a:cs typeface="Abar Mid" pitchFamily="50" charset="-78"/>
                        </a:rPr>
                        <a:t>القطاع</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b="1" kern="1200" baseline="0">
                          <a:solidFill>
                            <a:schemeClr val="bg1"/>
                          </a:solidFill>
                          <a:latin typeface="Abar Mid" pitchFamily="50" charset="-78"/>
                          <a:ea typeface="Abar Mid" pitchFamily="50" charset="-78"/>
                          <a:cs typeface="Abar Mid" pitchFamily="50" charset="-78"/>
                        </a:rPr>
                        <a:t>تاريخ الإنجاز المخطط</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b="1" kern="1200">
                          <a:solidFill>
                            <a:schemeClr val="bg1"/>
                          </a:solidFill>
                          <a:latin typeface="Abar Mid" pitchFamily="50" charset="-78"/>
                          <a:ea typeface="Abar Mid" pitchFamily="50" charset="-78"/>
                          <a:cs typeface="Abar Mid" pitchFamily="50" charset="-78"/>
                        </a:rPr>
                        <a:t>الحالة</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b="1" kern="1200" dirty="0">
                          <a:solidFill>
                            <a:schemeClr val="bg1"/>
                          </a:solidFill>
                          <a:latin typeface="Abar Mid" pitchFamily="50" charset="-78"/>
                          <a:ea typeface="Abar Mid" pitchFamily="50" charset="-78"/>
                          <a:cs typeface="Abar Mid" pitchFamily="50" charset="-78"/>
                        </a:rPr>
                        <a:t>ملاحظات</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1303272">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1</a:t>
                      </a:r>
                    </a:p>
                  </a:txBody>
                  <a:tcPr marL="7620" marR="762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a:solidFill>
                            <a:srgbClr val="000000"/>
                          </a:solidFill>
                          <a:effectLst/>
                          <a:latin typeface="Abar Mid" pitchFamily="50" charset="-78"/>
                          <a:cs typeface="Abar Mid" pitchFamily="50" charset="-78"/>
                        </a:rPr>
                        <a:t>دراسة مقترح المنظومة الذكية المعتمدة على الساعة المعصمية بالتنسيق مع سدايا، ومشاركة ملخص تنفيذي</a:t>
                      </a:r>
                    </a:p>
                  </a:txBody>
                  <a:tcPr marL="7620" marR="762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a:solidFill>
                            <a:srgbClr val="000000"/>
                          </a:solidFill>
                          <a:effectLst/>
                          <a:latin typeface="Abar Mid" pitchFamily="50" charset="-78"/>
                          <a:cs typeface="Abar Mid" pitchFamily="50" charset="-78"/>
                        </a:rPr>
                        <a:t>وكالة التحول الرقمي وتقنية المعلومات</a:t>
                      </a:r>
                    </a:p>
                  </a:txBody>
                  <a:tcPr marL="7620" marR="762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30-09-2026</a:t>
                      </a:r>
                    </a:p>
                  </a:txBody>
                  <a:tcPr marL="7620" marR="762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cs typeface="Abar Mid" pitchFamily="50" charset="-78"/>
                        </a:rPr>
                        <a:t>مكتملة</a:t>
                      </a:r>
                    </a:p>
                  </a:txBody>
                  <a:tcPr marL="7620" marR="762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DCE6F2"/>
                    </a:solidFill>
                  </a:tcPr>
                </a:tc>
                <a:tc>
                  <a:txBody>
                    <a:bodyPr/>
                    <a:lstStyle/>
                    <a:p>
                      <a:pPr algn="r" rtl="1" fontAlgn="ctr">
                        <a:buNone/>
                      </a:pPr>
                      <a:r>
                        <a:rPr lang="en-US" sz="1000" b="0" i="0" u="none" strike="noStrike" dirty="0" err="1">
                          <a:solidFill>
                            <a:srgbClr val="000000"/>
                          </a:solidFill>
                          <a:effectLst/>
                          <a:latin typeface="Abar Mid" pitchFamily="50" charset="-78"/>
                          <a:cs typeface="Abar Mid" pitchFamily="50" charset="-78"/>
                        </a:rPr>
                        <a:t>تم</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الانتهاء</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من</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دراسة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المبادرة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بالتعاون</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مع</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سدايا</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وتضمين</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أبرز</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الملاحظات</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والتوصيات</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ومشاركتها</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مع</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أمانة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لجنة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المتابعة</a:t>
                      </a:r>
                      <a:endParaRPr lang="en-US" sz="1000" b="0" i="0" u="none" strike="noStrike" dirty="0">
                        <a:solidFill>
                          <a:srgbClr val="000000"/>
                        </a:solidFill>
                        <a:effectLst/>
                        <a:latin typeface="Abar Mid" pitchFamily="50" charset="-78"/>
                        <a:cs typeface="Abar Mid" pitchFamily="50" charset="-78"/>
                      </a:endParaRPr>
                    </a:p>
                  </a:txBody>
                  <a:tcPr marL="7620" marR="762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614506415"/>
                  </a:ext>
                </a:extLst>
              </a:tr>
            </a:tbl>
          </a:graphicData>
        </a:graphic>
      </p:graphicFrame>
    </p:spTree>
    <p:extLst>
      <p:ext uri="{BB962C8B-B14F-4D97-AF65-F5344CB8AC3E}">
        <p14:creationId xmlns:p14="http://schemas.microsoft.com/office/powerpoint/2010/main" val="35658596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E165A6BD-5942-8165-6984-3DC1AA7956F5}"/>
              </a:ext>
            </a:extLst>
          </p:cNvPr>
          <p:cNvGrpSpPr/>
          <p:nvPr/>
        </p:nvGrpSpPr>
        <p:grpSpPr>
          <a:xfrm>
            <a:off x="917571" y="676842"/>
            <a:ext cx="5724532" cy="517476"/>
            <a:chOff x="1079493" y="4415868"/>
            <a:chExt cx="5724532" cy="1042296"/>
          </a:xfrm>
        </p:grpSpPr>
        <p:sp>
          <p:nvSpPr>
            <p:cNvPr id="3" name="btfpRowHeaderBoxText438126">
              <a:extLst>
                <a:ext uri="{FF2B5EF4-FFF2-40B4-BE49-F238E27FC236}">
                  <a16:creationId xmlns:a16="http://schemas.microsoft.com/office/drawing/2014/main" id="{5DCBC5D8-7B65-0E32-13EB-B9BDC214E316}"/>
                </a:ext>
              </a:extLst>
            </p:cNvPr>
            <p:cNvSpPr txBox="1"/>
            <p:nvPr>
              <p:custDataLst>
                <p:tags r:id="rId1"/>
              </p:custDataLst>
            </p:nvPr>
          </p:nvSpPr>
          <p:spPr>
            <a:xfrm flipH="1">
              <a:off x="1079493"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400" b="1" dirty="0">
                  <a:solidFill>
                    <a:schemeClr val="tx1"/>
                  </a:solidFill>
                  <a:latin typeface="Abar Mid" pitchFamily="2" charset="-78"/>
                  <a:ea typeface="Abar Mid" pitchFamily="2" charset="-78"/>
                  <a:cs typeface="Abar Mid" pitchFamily="2" charset="-78"/>
                </a:rPr>
                <a:t>تفاصيل مشاريع سهيل</a:t>
              </a:r>
            </a:p>
          </p:txBody>
        </p:sp>
        <p:cxnSp>
          <p:nvCxnSpPr>
            <p:cNvPr id="4" name="Straight Connector 3">
              <a:extLst>
                <a:ext uri="{FF2B5EF4-FFF2-40B4-BE49-F238E27FC236}">
                  <a16:creationId xmlns:a16="http://schemas.microsoft.com/office/drawing/2014/main" id="{03885B4B-C558-35BA-B9A9-C49800549963}"/>
                </a:ext>
              </a:extLst>
            </p:cNvPr>
            <p:cNvCxnSpPr>
              <a:cxnSpLocks/>
            </p:cNvCxnSpPr>
            <p:nvPr/>
          </p:nvCxnSpPr>
          <p:spPr>
            <a:xfrm>
              <a:off x="3300100" y="5458164"/>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graphicFrame>
        <p:nvGraphicFramePr>
          <p:cNvPr id="30" name="Table 6">
            <a:extLst>
              <a:ext uri="{FF2B5EF4-FFF2-40B4-BE49-F238E27FC236}">
                <a16:creationId xmlns:a16="http://schemas.microsoft.com/office/drawing/2014/main" id="{D7281D2F-F619-25D8-133B-D92BC8DF9E70}"/>
              </a:ext>
            </a:extLst>
          </p:cNvPr>
          <p:cNvGraphicFramePr>
            <a:graphicFrameLocks noGrp="1"/>
          </p:cNvGraphicFramePr>
          <p:nvPr>
            <p:extLst>
              <p:ext uri="{D42A27DB-BD31-4B8C-83A1-F6EECF244321}">
                <p14:modId xmlns:p14="http://schemas.microsoft.com/office/powerpoint/2010/main" val="2829134029"/>
              </p:ext>
            </p:extLst>
          </p:nvPr>
        </p:nvGraphicFramePr>
        <p:xfrm>
          <a:off x="621268" y="1358359"/>
          <a:ext cx="6566916" cy="10615460"/>
        </p:xfrm>
        <a:graphic>
          <a:graphicData uri="http://schemas.openxmlformats.org/drawingml/2006/table">
            <a:tbl>
              <a:tblPr rtl="1"/>
              <a:tblGrid>
                <a:gridCol w="384048">
                  <a:extLst>
                    <a:ext uri="{9D8B030D-6E8A-4147-A177-3AD203B41FA5}">
                      <a16:colId xmlns:a16="http://schemas.microsoft.com/office/drawing/2014/main" val="20000"/>
                    </a:ext>
                  </a:extLst>
                </a:gridCol>
                <a:gridCol w="1071372">
                  <a:extLst>
                    <a:ext uri="{9D8B030D-6E8A-4147-A177-3AD203B41FA5}">
                      <a16:colId xmlns:a16="http://schemas.microsoft.com/office/drawing/2014/main" val="20001"/>
                    </a:ext>
                  </a:extLst>
                </a:gridCol>
                <a:gridCol w="795528">
                  <a:extLst>
                    <a:ext uri="{9D8B030D-6E8A-4147-A177-3AD203B41FA5}">
                      <a16:colId xmlns:a16="http://schemas.microsoft.com/office/drawing/2014/main" val="20002"/>
                    </a:ext>
                  </a:extLst>
                </a:gridCol>
                <a:gridCol w="795528">
                  <a:extLst>
                    <a:ext uri="{9D8B030D-6E8A-4147-A177-3AD203B41FA5}">
                      <a16:colId xmlns:a16="http://schemas.microsoft.com/office/drawing/2014/main" val="20003"/>
                    </a:ext>
                  </a:extLst>
                </a:gridCol>
                <a:gridCol w="685800">
                  <a:extLst>
                    <a:ext uri="{9D8B030D-6E8A-4147-A177-3AD203B41FA5}">
                      <a16:colId xmlns:a16="http://schemas.microsoft.com/office/drawing/2014/main" val="20005"/>
                    </a:ext>
                  </a:extLst>
                </a:gridCol>
                <a:gridCol w="2834640">
                  <a:extLst>
                    <a:ext uri="{9D8B030D-6E8A-4147-A177-3AD203B41FA5}">
                      <a16:colId xmlns:a16="http://schemas.microsoft.com/office/drawing/2014/main" val="20006"/>
                    </a:ext>
                  </a:extLst>
                </a:gridCol>
              </a:tblGrid>
              <a:tr h="315190">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000">
                          <a:solidFill>
                            <a:srgbClr val="00080B"/>
                          </a:solidFill>
                          <a:latin typeface="Abar Mid" pitchFamily="2" charset="-78"/>
                          <a:ea typeface="Abar Mid" pitchFamily="2" charset="-78"/>
                          <a:cs typeface="Abar Mid" pitchFamily="2" charset="-78"/>
                        </a:rPr>
                        <a:t>وكالة شؤون الحج</a:t>
                      </a:r>
                      <a:endParaRPr lang="ar-JO" sz="1000">
                        <a:solidFill>
                          <a:srgbClr val="00080B"/>
                        </a:solidFill>
                        <a:latin typeface="Abar Mid" pitchFamily="2" charset="-78"/>
                        <a:ea typeface="Abar Mid" pitchFamily="2" charset="-78"/>
                        <a:cs typeface="Abar Mid" pitchFamily="2"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47394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000" b="1" kern="1200">
                          <a:solidFill>
                            <a:schemeClr val="bg1"/>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اسم المشروع</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baseline="0">
                          <a:solidFill>
                            <a:schemeClr val="bg1"/>
                          </a:solidFill>
                          <a:latin typeface="Abar Mid" pitchFamily="50" charset="-78"/>
                          <a:ea typeface="Abar Mid" pitchFamily="50" charset="-78"/>
                          <a:cs typeface="Abar Mid" pitchFamily="50" charset="-78"/>
                        </a:rPr>
                        <a:t>تاريخ البداية</a:t>
                      </a:r>
                      <a:endParaRPr sz="1000" b="1" kern="1200" baseline="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تاريخ النهاية</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الحالة</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ما تم حتى تاريخه</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1585190">
                <a:tc>
                  <a:txBody>
                    <a:bodyPr/>
                    <a:lstStyle/>
                    <a:p>
                      <a:pPr marL="0" algn="ctr" defTabSz="914400" rtl="0" eaLnBrk="1" latinLnBrk="0" hangingPunct="1">
                        <a:lnSpc>
                          <a:spcPct val="105000"/>
                        </a:lnSpc>
                      </a:pPr>
                      <a:r>
                        <a:rPr lang="ar-SA" sz="1000" kern="0" baseline="0">
                          <a:solidFill>
                            <a:schemeClr val="tx1"/>
                          </a:solidFill>
                          <a:latin typeface="Abar Mid" pitchFamily="50" charset="-78"/>
                          <a:ea typeface="Abar Mid" pitchFamily="50" charset="-78"/>
                          <a:cs typeface="Abar Mid" pitchFamily="50" charset="-78"/>
                        </a:rPr>
                        <a:t>1</a:t>
                      </a:r>
                      <a:endParaRPr sz="1000" kern="0" baseline="0">
                        <a:solidFill>
                          <a:schemeClr val="tx1"/>
                        </a:solidFill>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err="1">
                          <a:solidFill>
                            <a:srgbClr val="000000"/>
                          </a:solidFill>
                          <a:effectLst/>
                          <a:latin typeface="Abar Mid" pitchFamily="50" charset="-78"/>
                          <a:ea typeface="Abar Mid" pitchFamily="50" charset="-78"/>
                          <a:cs typeface="Abar Mid" pitchFamily="50" charset="-78"/>
                        </a:rPr>
                        <a:t>مشروع رحلة</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الحاج</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المتكاملة</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لموسم</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حج 1448هـ</a:t>
                      </a:r>
                      <a:endParaRPr lang="en-US" sz="1000" b="0" i="0" u="none" strike="noStrike">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30-08-2026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19-11-2027</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على</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المخطط</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en-US" sz="1000" b="1" i="0" u="none" strike="noStrike" dirty="0" err="1">
                          <a:solidFill>
                            <a:srgbClr val="000000"/>
                          </a:solidFill>
                          <a:effectLst/>
                          <a:latin typeface="Abar Mid" pitchFamily="50" charset="-78"/>
                          <a:ea typeface="Abar Mid" pitchFamily="50" charset="-78"/>
                          <a:cs typeface="Abar Mid" pitchFamily="50" charset="-78"/>
                        </a:rPr>
                        <a:t>تاريخ</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err="1">
                          <a:solidFill>
                            <a:srgbClr val="000000"/>
                          </a:solidFill>
                          <a:effectLst/>
                          <a:latin typeface="Abar Mid" pitchFamily="50" charset="-78"/>
                          <a:ea typeface="Abar Mid" pitchFamily="50" charset="-78"/>
                          <a:cs typeface="Abar Mid" pitchFamily="50" charset="-78"/>
                        </a:rPr>
                        <a:t>التحديث</a:t>
                      </a:r>
                      <a:r>
                        <a:rPr lang="en-US" sz="1000" b="1" i="0" u="none" strike="noStrike" dirty="0">
                          <a:solidFill>
                            <a:srgbClr val="000000"/>
                          </a:solidFill>
                          <a:effectLst/>
                          <a:latin typeface="Abar Mid" pitchFamily="50" charset="-78"/>
                          <a:ea typeface="Abar Mid" pitchFamily="50" charset="-78"/>
                          <a:cs typeface="Abar Mid" pitchFamily="50" charset="-78"/>
                        </a:rPr>
                        <a:t> 16</a:t>
                      </a:r>
                      <a:r>
                        <a:rPr lang="ar-SA"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err="1">
                          <a:solidFill>
                            <a:srgbClr val="000000"/>
                          </a:solidFill>
                          <a:effectLst/>
                          <a:latin typeface="Abar Mid" pitchFamily="50" charset="-78"/>
                          <a:ea typeface="Abar Mid" pitchFamily="50" charset="-78"/>
                          <a:cs typeface="Abar Mid" pitchFamily="50" charset="-78"/>
                        </a:rPr>
                        <a:t>سبتمبر</a:t>
                      </a:r>
                      <a:r>
                        <a:rPr lang="en-US" sz="1000" b="1" i="0" u="none" strike="noStrike" dirty="0">
                          <a:solidFill>
                            <a:srgbClr val="000000"/>
                          </a:solidFill>
                          <a:effectLst/>
                          <a:latin typeface="Abar Mid" pitchFamily="50" charset="-78"/>
                          <a:ea typeface="Abar Mid" pitchFamily="50" charset="-78"/>
                          <a:cs typeface="Abar Mid" pitchFamily="50" charset="-78"/>
                        </a:rPr>
                        <a:t> 2026</a:t>
                      </a:r>
                    </a:p>
                    <a:p>
                      <a:pPr algn="r" rtl="1" fontAlgn="ctr">
                        <a:buNone/>
                      </a:pPr>
                      <a:r>
                        <a:rPr lang="en-US" sz="1000" b="0" i="0" u="none" strike="noStrike" dirty="0" err="1">
                          <a:solidFill>
                            <a:srgbClr val="000000"/>
                          </a:solidFill>
                          <a:effectLst/>
                          <a:latin typeface="Abar Mid" pitchFamily="50" charset="-78"/>
                          <a:ea typeface="Abar Mid" pitchFamily="50" charset="-78"/>
                          <a:cs typeface="Abar Mid" pitchFamily="50" charset="-78"/>
                        </a:rPr>
                        <a:t>تم الانتهاء من دراسة الوضع الراهن لرحلة الحاج شاملا الفجوات وتوصيات التطوير وجا</a:t>
                      </a:r>
                      <a:r>
                        <a:rPr lang="ar-SA" sz="1000" b="0" i="0" u="none" strike="noStrike" dirty="0">
                          <a:solidFill>
                            <a:srgbClr val="000000"/>
                          </a:solidFill>
                          <a:effectLst/>
                          <a:latin typeface="Abar Mid" pitchFamily="50" charset="-78"/>
                          <a:ea typeface="Abar Mid" pitchFamily="50" charset="-78"/>
                          <a:cs typeface="Abar Mid" pitchFamily="50" charset="-78"/>
                        </a:rPr>
                        <a:t>ر </a:t>
                      </a:r>
                      <a:r>
                        <a:rPr lang="en-US" sz="1000" b="0" i="0" u="none" strike="noStrike" dirty="0" err="1">
                          <a:solidFill>
                            <a:srgbClr val="000000"/>
                          </a:solidFill>
                          <a:effectLst/>
                          <a:latin typeface="Abar Mid" pitchFamily="50" charset="-78"/>
                          <a:ea typeface="Abar Mid" pitchFamily="50" charset="-78"/>
                          <a:cs typeface="Abar Mid" pitchFamily="50" charset="-78"/>
                        </a:rPr>
                        <a:t>العمل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على</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دليل بيان</a:t>
                      </a:r>
                      <a:r>
                        <a:rPr lang="en-US" sz="1000" b="0" i="0" u="none" strike="noStrike" dirty="0">
                          <a:solidFill>
                            <a:srgbClr val="000000"/>
                          </a:solidFill>
                          <a:effectLst/>
                          <a:latin typeface="Abar Mid" pitchFamily="50" charset="-78"/>
                          <a:ea typeface="Abar Mid" pitchFamily="50" charset="-78"/>
                          <a:cs typeface="Abar Mid" pitchFamily="50" charset="-78"/>
                        </a:rPr>
                        <a:t>ات </a:t>
                      </a:r>
                      <a:r>
                        <a:rPr lang="en-US" sz="1000" b="0" i="0" u="none" strike="noStrike" dirty="0" err="1">
                          <a:solidFill>
                            <a:srgbClr val="000000"/>
                          </a:solidFill>
                          <a:effectLst/>
                          <a:latin typeface="Abar Mid" pitchFamily="50" charset="-78"/>
                          <a:ea typeface="Abar Mid" pitchFamily="50" charset="-78"/>
                          <a:cs typeface="Abar Mid" pitchFamily="50" charset="-78"/>
                        </a:rPr>
                        <a:t>رح</a:t>
                      </a:r>
                      <a:r>
                        <a:rPr lang="en-US" sz="1000" b="0" i="0" u="none" strike="noStrike" dirty="0">
                          <a:solidFill>
                            <a:srgbClr val="000000"/>
                          </a:solidFill>
                          <a:effectLst/>
                          <a:latin typeface="Abar Mid" pitchFamily="50" charset="-78"/>
                          <a:ea typeface="Abar Mid" pitchFamily="50" charset="-78"/>
                          <a:cs typeface="Abar Mid" pitchFamily="50" charset="-78"/>
                        </a:rPr>
                        <a:t>لة </a:t>
                      </a:r>
                      <a:r>
                        <a:rPr lang="en-US" sz="1000" b="0" i="0" u="none" strike="noStrike" dirty="0" err="1">
                          <a:solidFill>
                            <a:srgbClr val="000000"/>
                          </a:solidFill>
                          <a:effectLst/>
                          <a:latin typeface="Abar Mid" pitchFamily="50" charset="-78"/>
                          <a:ea typeface="Abar Mid" pitchFamily="50" charset="-78"/>
                          <a:cs typeface="Abar Mid" pitchFamily="50" charset="-78"/>
                        </a:rPr>
                        <a:t>الحاج</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المتكاملة شاملا مصادر البيان</a:t>
                      </a:r>
                      <a:r>
                        <a:rPr lang="en-US" sz="1000" b="0" i="0" u="none" strike="noStrike" dirty="0">
                          <a:solidFill>
                            <a:srgbClr val="000000"/>
                          </a:solidFill>
                          <a:effectLst/>
                          <a:latin typeface="Abar Mid" pitchFamily="50" charset="-78"/>
                          <a:ea typeface="Abar Mid" pitchFamily="50" charset="-78"/>
                          <a:cs typeface="Abar Mid" pitchFamily="50" charset="-78"/>
                        </a:rPr>
                        <a:t>ات </a:t>
                      </a:r>
                      <a:r>
                        <a:rPr lang="en-US" sz="1000" b="0" i="0" u="none" strike="noStrike" dirty="0" err="1">
                          <a:solidFill>
                            <a:srgbClr val="000000"/>
                          </a:solidFill>
                          <a:effectLst/>
                          <a:latin typeface="Abar Mid" pitchFamily="50" charset="-78"/>
                          <a:ea typeface="Abar Mid" pitchFamily="50" charset="-78"/>
                          <a:cs typeface="Abar Mid" pitchFamily="50" charset="-78"/>
                        </a:rPr>
                        <a:t>والجهات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المالكة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ومسؤوليات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التحديث والتحقق</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وقواعد جودة البيانات والاكتمال والدقة على أن يتم الانتهاء</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الدليل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بتاريخ</a:t>
                      </a:r>
                      <a:r>
                        <a:rPr lang="en-US" sz="1000" b="0" i="0" u="none" strike="noStrike" dirty="0">
                          <a:solidFill>
                            <a:srgbClr val="000000"/>
                          </a:solidFill>
                          <a:effectLst/>
                          <a:latin typeface="Abar Mid" pitchFamily="50" charset="-78"/>
                          <a:ea typeface="Abar Mid" pitchFamily="50" charset="-78"/>
                          <a:cs typeface="Abar Mid" pitchFamily="50" charset="-78"/>
                        </a:rPr>
                        <a:t> 27 </a:t>
                      </a:r>
                      <a:r>
                        <a:rPr lang="en-US" sz="1000" b="0" i="0" u="none" strike="noStrike" dirty="0" err="1">
                          <a:solidFill>
                            <a:srgbClr val="000000"/>
                          </a:solidFill>
                          <a:effectLst/>
                          <a:latin typeface="Abar Mid" pitchFamily="50" charset="-78"/>
                          <a:ea typeface="Abar Mid" pitchFamily="50" charset="-78"/>
                          <a:cs typeface="Abar Mid" pitchFamily="50" charset="-78"/>
                        </a:rPr>
                        <a:t>سبتمبر</a:t>
                      </a:r>
                      <a:r>
                        <a:rPr lang="en-US" sz="1000" b="0" i="0" u="none" strike="noStrike" dirty="0">
                          <a:solidFill>
                            <a:srgbClr val="000000"/>
                          </a:solidFill>
                          <a:effectLst/>
                          <a:latin typeface="Abar Mid" pitchFamily="50" charset="-78"/>
                          <a:ea typeface="Abar Mid" pitchFamily="50" charset="-78"/>
                          <a:cs typeface="Abar Mid" pitchFamily="50" charset="-78"/>
                        </a:rPr>
                        <a:t> 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989322579"/>
                  </a:ext>
                </a:extLst>
              </a:tr>
              <a:tr h="1743940">
                <a:tc>
                  <a:txBody>
                    <a:bodyPr/>
                    <a:lstStyle/>
                    <a:p>
                      <a:pPr marL="0" algn="ctr" defTabSz="914400" rtl="0" eaLnBrk="1" latinLnBrk="0" hangingPunct="1">
                        <a:lnSpc>
                          <a:spcPct val="105000"/>
                        </a:lnSpc>
                      </a:pPr>
                      <a:r>
                        <a:rPr lang="ar-SA" sz="1000" kern="0" baseline="0">
                          <a:solidFill>
                            <a:schemeClr val="tx1"/>
                          </a:solidFill>
                          <a:latin typeface="Abar Mid" pitchFamily="50" charset="-78"/>
                          <a:ea typeface="Abar Mid" pitchFamily="50" charset="-78"/>
                          <a:cs typeface="Abar Mid" pitchFamily="50" charset="-78"/>
                        </a:rPr>
                        <a:t>2</a:t>
                      </a:r>
                      <a:endParaRPr sz="1000" kern="0" baseline="0">
                        <a:solidFill>
                          <a:schemeClr val="tx1"/>
                        </a:solidFill>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دراسة إمكانية تسكين الحجاج بمكة المكرمة خلال أيام التشريق</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15-09-2026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30-11-2026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على</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المخطط</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en-US" sz="1000" b="1" i="0" u="none" strike="noStrike" dirty="0" err="1">
                          <a:solidFill>
                            <a:srgbClr val="000000"/>
                          </a:solidFill>
                          <a:effectLst/>
                          <a:latin typeface="Abar Mid" pitchFamily="50" charset="-78"/>
                          <a:ea typeface="Abar Mid" pitchFamily="50" charset="-78"/>
                          <a:cs typeface="Abar Mid" pitchFamily="50" charset="-78"/>
                        </a:rPr>
                        <a:t>تاريخ</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err="1">
                          <a:solidFill>
                            <a:srgbClr val="000000"/>
                          </a:solidFill>
                          <a:effectLst/>
                          <a:latin typeface="Abar Mid" pitchFamily="50" charset="-78"/>
                          <a:ea typeface="Abar Mid" pitchFamily="50" charset="-78"/>
                          <a:cs typeface="Abar Mid" pitchFamily="50" charset="-78"/>
                        </a:rPr>
                        <a:t>التحديث</a:t>
                      </a:r>
                      <a:r>
                        <a:rPr lang="en-US" sz="1000" b="1" i="0" u="none" strike="noStrike" dirty="0">
                          <a:solidFill>
                            <a:srgbClr val="000000"/>
                          </a:solidFill>
                          <a:effectLst/>
                          <a:latin typeface="Abar Mid" pitchFamily="50" charset="-78"/>
                          <a:ea typeface="Abar Mid" pitchFamily="50" charset="-78"/>
                          <a:cs typeface="Abar Mid" pitchFamily="50" charset="-78"/>
                        </a:rPr>
                        <a:t> 23</a:t>
                      </a:r>
                      <a:r>
                        <a:rPr lang="ar-SA"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a:solidFill>
                            <a:srgbClr val="000000"/>
                          </a:solidFill>
                          <a:effectLst/>
                          <a:latin typeface="Abar Mid" pitchFamily="50" charset="-78"/>
                          <a:ea typeface="Abar Mid" pitchFamily="50" charset="-78"/>
                          <a:cs typeface="Abar Mid" pitchFamily="50" charset="-78"/>
                        </a:rPr>
                        <a:t>أغ</a:t>
                      </a:r>
                      <a:r>
                        <a:rPr lang="en-US" sz="1000" b="1" i="0" u="none" strike="noStrike" dirty="0" err="1">
                          <a:solidFill>
                            <a:srgbClr val="000000"/>
                          </a:solidFill>
                          <a:effectLst/>
                          <a:latin typeface="Abar Mid" pitchFamily="50" charset="-78"/>
                          <a:ea typeface="Abar Mid" pitchFamily="50" charset="-78"/>
                          <a:cs typeface="Abar Mid" pitchFamily="50" charset="-78"/>
                        </a:rPr>
                        <a:t>سطس</a:t>
                      </a:r>
                      <a:r>
                        <a:rPr lang="en-US" sz="1000" b="1" i="0" u="none" strike="noStrike" dirty="0">
                          <a:solidFill>
                            <a:srgbClr val="000000"/>
                          </a:solidFill>
                          <a:effectLst/>
                          <a:latin typeface="Abar Mid" pitchFamily="50" charset="-78"/>
                          <a:ea typeface="Abar Mid" pitchFamily="50" charset="-78"/>
                          <a:cs typeface="Abar Mid" pitchFamily="50" charset="-78"/>
                        </a:rPr>
                        <a:t> 2026</a:t>
                      </a:r>
                    </a:p>
                    <a:p>
                      <a:pPr marR="101600" indent="-76200" algn="r" rtl="1" fontAlgn="ctr">
                        <a:lnSpc>
                          <a:spcPct val="100000"/>
                        </a:lnSpc>
                        <a:spcBef>
                          <a:spcPts val="0"/>
                        </a:spcBef>
                        <a:spcAft>
                          <a:spcPts val="0"/>
                        </a:spcAft>
                        <a:buSzPct val="75000"/>
                        <a:buChar char="•"/>
                      </a:pPr>
                      <a:r>
                        <a:rPr lang="en-US" sz="1000" b="0" i="0" u="none" strike="noStrike" dirty="0" err="1">
                          <a:solidFill>
                            <a:srgbClr val="000000"/>
                          </a:solidFill>
                          <a:effectLst/>
                          <a:latin typeface="Abar Mid" pitchFamily="50" charset="-78"/>
                          <a:ea typeface="Abar Mid" pitchFamily="50" charset="-78"/>
                          <a:cs typeface="Abar Mid" pitchFamily="50" charset="-78"/>
                        </a:rPr>
                        <a:t>جار</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العمل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على</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استبيان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يوضح</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عدد</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الحجاج الراغبين بالسكن في مكة خلال أيام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التشريق</a:t>
                      </a:r>
                      <a:r>
                        <a:rPr lang="en-US" sz="1000" b="0" i="0" u="none" strike="noStrike" dirty="0">
                          <a:solidFill>
                            <a:srgbClr val="000000"/>
                          </a:solidFill>
                          <a:effectLst/>
                          <a:latin typeface="Abar Mid" pitchFamily="50" charset="-78"/>
                          <a:ea typeface="Abar Mid" pitchFamily="50" charset="-78"/>
                          <a:cs typeface="Abar Mid" pitchFamily="50" charset="-78"/>
                        </a:rPr>
                        <a:t> و</a:t>
                      </a:r>
                      <a:r>
                        <a:rPr lang="en-US" sz="1000" b="0" i="0" u="none" strike="noStrike" dirty="0" err="1">
                          <a:solidFill>
                            <a:srgbClr val="000000"/>
                          </a:solidFill>
                          <a:effectLst/>
                          <a:latin typeface="Abar Mid" pitchFamily="50" charset="-78"/>
                          <a:ea typeface="Abar Mid" pitchFamily="50" charset="-78"/>
                          <a:cs typeface="Abar Mid" pitchFamily="50" charset="-78"/>
                        </a:rPr>
                        <a:t>الانتهاء</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بتاريخ</a:t>
                      </a:r>
                      <a:r>
                        <a:rPr lang="en-US" sz="1000" b="0" i="0" u="none" strike="noStrike" dirty="0">
                          <a:solidFill>
                            <a:srgbClr val="000000"/>
                          </a:solidFill>
                          <a:effectLst/>
                          <a:latin typeface="Abar Mid" pitchFamily="50" charset="-78"/>
                          <a:ea typeface="Abar Mid" pitchFamily="50" charset="-78"/>
                          <a:cs typeface="Abar Mid" pitchFamily="50" charset="-78"/>
                        </a:rPr>
                        <a:t> 6 </a:t>
                      </a:r>
                      <a:r>
                        <a:rPr lang="en-US" sz="1000" b="0" i="0" u="none" strike="noStrike" dirty="0" err="1">
                          <a:solidFill>
                            <a:srgbClr val="000000"/>
                          </a:solidFill>
                          <a:effectLst/>
                          <a:latin typeface="Abar Mid" pitchFamily="50" charset="-78"/>
                          <a:ea typeface="Abar Mid" pitchFamily="50" charset="-78"/>
                          <a:cs typeface="Abar Mid" pitchFamily="50" charset="-78"/>
                        </a:rPr>
                        <a:t>أكتوبر</a:t>
                      </a:r>
                      <a:r>
                        <a:rPr lang="en-US" sz="1000" b="0" i="0" u="none" strike="noStrike">
                          <a:solidFill>
                            <a:srgbClr val="000000"/>
                          </a:solidFill>
                          <a:effectLst/>
                          <a:latin typeface="Abar Mid" pitchFamily="50" charset="-78"/>
                          <a:ea typeface="Abar Mid" pitchFamily="50" charset="-78"/>
                          <a:cs typeface="Abar Mid" pitchFamily="50" charset="-78"/>
                        </a:rPr>
                        <a:t> 2026</a:t>
                      </a:r>
                    </a:p>
                    <a:p>
                      <a:pPr marR="101600" indent="-76200" algn="r" rtl="1" fontAlgn="ctr">
                        <a:lnSpc>
                          <a:spcPct val="100000"/>
                        </a:lnSpc>
                        <a:spcBef>
                          <a:spcPts val="0"/>
                        </a:spcBef>
                        <a:spcAft>
                          <a:spcPts val="0"/>
                        </a:spcAft>
                        <a:buSzPct val="75000"/>
                        <a:buChar char="•"/>
                      </a:pPr>
                      <a:r>
                        <a:rPr lang="en-US" sz="1000" b="0" i="0" u="none" strike="noStrike">
                          <a:solidFill>
                            <a:srgbClr val="000000"/>
                          </a:solidFill>
                          <a:effectLst/>
                          <a:latin typeface="Abar Mid" pitchFamily="50" charset="-78"/>
                          <a:ea typeface="Abar Mid" pitchFamily="50" charset="-78"/>
                          <a:cs typeface="Abar Mid" pitchFamily="50" charset="-78"/>
                        </a:rPr>
                        <a:t>جار العمل إعداد السيناريوهات المتوقعة لاستغلال المساحات مثال زيادة أعداد الحجاج-تسكين العمالة-زيادة المساحة المخصصة للحاج لاعتمادها بتاريخ 23 أكتوبر 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308184649"/>
                  </a:ext>
                </a:extLst>
              </a:tr>
              <a:tr h="950190">
                <a:tc>
                  <a:txBody>
                    <a:bodyPr/>
                    <a:lstStyle/>
                    <a:p>
                      <a:pPr marL="0" algn="ctr" defTabSz="914400" rtl="0" eaLnBrk="1" latinLnBrk="0" hangingPunct="1">
                        <a:lnSpc>
                          <a:spcPct val="105000"/>
                        </a:lnSpc>
                      </a:pPr>
                      <a:r>
                        <a:rPr lang="ar-SA" sz="1000" kern="0" baseline="0">
                          <a:solidFill>
                            <a:schemeClr val="tx1"/>
                          </a:solidFill>
                          <a:latin typeface="Abar Mid" pitchFamily="50" charset="-78"/>
                          <a:ea typeface="Abar Mid" pitchFamily="50" charset="-78"/>
                          <a:cs typeface="Abar Mid" pitchFamily="50" charset="-78"/>
                        </a:rPr>
                        <a:t>3</a:t>
                      </a:r>
                      <a:endParaRPr sz="1000" kern="0" baseline="0">
                        <a:solidFill>
                          <a:schemeClr val="tx1"/>
                        </a:solidFill>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أعمال وتنظيمات شركات تقديم الخدمة للحجاج</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16-06-2026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05-11-2026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على</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المخطط</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en-US" sz="1000" b="1" i="0" u="none" strike="noStrike" err="1">
                          <a:solidFill>
                            <a:srgbClr val="000000"/>
                          </a:solidFill>
                          <a:effectLst/>
                          <a:latin typeface="Abar Mid" pitchFamily="50" charset="-78"/>
                          <a:ea typeface="Abar Mid" pitchFamily="50" charset="-78"/>
                          <a:cs typeface="Abar Mid" pitchFamily="50" charset="-78"/>
                        </a:rPr>
                        <a:t>تاريخ</a:t>
                      </a:r>
                      <a:r>
                        <a:rPr lang="en-US" sz="1000" b="1" i="0" u="none" strike="noStrike">
                          <a:solidFill>
                            <a:srgbClr val="000000"/>
                          </a:solidFill>
                          <a:effectLst/>
                          <a:latin typeface="Abar Mid" pitchFamily="50" charset="-78"/>
                          <a:ea typeface="Abar Mid" pitchFamily="50" charset="-78"/>
                          <a:cs typeface="Abar Mid" pitchFamily="50" charset="-78"/>
                        </a:rPr>
                        <a:t> </a:t>
                      </a:r>
                      <a:r>
                        <a:rPr lang="en-US" sz="1000" b="1" i="0" u="none" strike="noStrike" err="1">
                          <a:solidFill>
                            <a:srgbClr val="000000"/>
                          </a:solidFill>
                          <a:effectLst/>
                          <a:latin typeface="Abar Mid" pitchFamily="50" charset="-78"/>
                          <a:ea typeface="Abar Mid" pitchFamily="50" charset="-78"/>
                          <a:cs typeface="Abar Mid" pitchFamily="50" charset="-78"/>
                        </a:rPr>
                        <a:t>التحديث</a:t>
                      </a:r>
                      <a:r>
                        <a:rPr lang="en-US" sz="1000" b="1" i="0" u="none" strike="noStrike">
                          <a:solidFill>
                            <a:srgbClr val="000000"/>
                          </a:solidFill>
                          <a:effectLst/>
                          <a:latin typeface="Abar Mid" pitchFamily="50" charset="-78"/>
                          <a:ea typeface="Abar Mid" pitchFamily="50" charset="-78"/>
                          <a:cs typeface="Abar Mid" pitchFamily="50" charset="-78"/>
                        </a:rPr>
                        <a:t>  3</a:t>
                      </a:r>
                      <a:r>
                        <a:rPr lang="ar-SA" sz="1000" b="1" i="0" u="none" strike="noStrike">
                          <a:solidFill>
                            <a:srgbClr val="000000"/>
                          </a:solidFill>
                          <a:effectLst/>
                          <a:latin typeface="Abar Mid" pitchFamily="50" charset="-78"/>
                          <a:ea typeface="Abar Mid" pitchFamily="50" charset="-78"/>
                          <a:cs typeface="Abar Mid" pitchFamily="50" charset="-78"/>
                        </a:rPr>
                        <a:t> </a:t>
                      </a:r>
                      <a:r>
                        <a:rPr lang="en-US" sz="1000" b="1" i="0" u="none" strike="noStrike" err="1">
                          <a:solidFill>
                            <a:srgbClr val="000000"/>
                          </a:solidFill>
                          <a:effectLst/>
                          <a:latin typeface="Abar Mid" pitchFamily="50" charset="-78"/>
                          <a:ea typeface="Abar Mid" pitchFamily="50" charset="-78"/>
                          <a:cs typeface="Abar Mid" pitchFamily="50" charset="-78"/>
                        </a:rPr>
                        <a:t>سبتمبر</a:t>
                      </a:r>
                      <a:r>
                        <a:rPr lang="en-US" sz="1000" b="1" i="0" u="none" strike="noStrike">
                          <a:solidFill>
                            <a:srgbClr val="000000"/>
                          </a:solidFill>
                          <a:effectLst/>
                          <a:latin typeface="Abar Mid" pitchFamily="50" charset="-78"/>
                          <a:ea typeface="Abar Mid" pitchFamily="50" charset="-78"/>
                          <a:cs typeface="Abar Mid" pitchFamily="50" charset="-78"/>
                        </a:rPr>
                        <a:t> 2026</a:t>
                      </a:r>
                    </a:p>
                    <a:p>
                      <a:pPr algn="r" rtl="1" fontAlgn="ctr">
                        <a:buNone/>
                      </a:pPr>
                      <a:r>
                        <a:rPr lang="en-US" sz="1000" b="0" i="0" u="none" strike="noStrike" err="1">
                          <a:solidFill>
                            <a:srgbClr val="000000"/>
                          </a:solidFill>
                          <a:effectLst/>
                          <a:latin typeface="Abar Mid" pitchFamily="50" charset="-78"/>
                          <a:ea typeface="Abar Mid" pitchFamily="50" charset="-78"/>
                          <a:cs typeface="Abar Mid" pitchFamily="50" charset="-78"/>
                        </a:rPr>
                        <a:t>جار العم</a:t>
                      </a:r>
                      <a:r>
                        <a:rPr lang="en-US" sz="1000" b="0" i="0" u="none" strike="noStrike">
                          <a:solidFill>
                            <a:srgbClr val="000000"/>
                          </a:solidFill>
                          <a:effectLst/>
                          <a:latin typeface="Abar Mid" pitchFamily="50" charset="-78"/>
                          <a:ea typeface="Abar Mid" pitchFamily="50" charset="-78"/>
                          <a:cs typeface="Abar Mid" pitchFamily="50" charset="-78"/>
                        </a:rPr>
                        <a:t>ل </a:t>
                      </a:r>
                      <a:r>
                        <a:rPr lang="en-US" sz="1000" b="0" i="0" u="none" strike="noStrike" err="1">
                          <a:solidFill>
                            <a:srgbClr val="000000"/>
                          </a:solidFill>
                          <a:effectLst/>
                          <a:latin typeface="Abar Mid" pitchFamily="50" charset="-78"/>
                          <a:ea typeface="Abar Mid" pitchFamily="50" charset="-78"/>
                          <a:cs typeface="Abar Mid" pitchFamily="50" charset="-78"/>
                        </a:rPr>
                        <a:t>على</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دراسة</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وتحليل</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نتائج</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استبيان نموذج</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تشغيل مراكز الضي</a:t>
                      </a:r>
                      <a:r>
                        <a:rPr lang="en-US" sz="1000" b="0" i="0" u="none" strike="noStrike">
                          <a:solidFill>
                            <a:srgbClr val="000000"/>
                          </a:solidFill>
                          <a:effectLst/>
                          <a:latin typeface="Abar Mid" pitchFamily="50" charset="-78"/>
                          <a:ea typeface="Abar Mid" pitchFamily="50" charset="-78"/>
                          <a:cs typeface="Abar Mid" pitchFamily="50" charset="-78"/>
                        </a:rPr>
                        <a:t>افة </a:t>
                      </a:r>
                      <a:r>
                        <a:rPr lang="en-US" sz="1000" b="0" i="0" u="none" strike="noStrike" err="1">
                          <a:solidFill>
                            <a:srgbClr val="000000"/>
                          </a:solidFill>
                          <a:effectLst/>
                          <a:latin typeface="Abar Mid" pitchFamily="50" charset="-78"/>
                          <a:ea typeface="Abar Mid" pitchFamily="50" charset="-78"/>
                          <a:cs typeface="Abar Mid" pitchFamily="50" charset="-78"/>
                        </a:rPr>
                        <a:t>لموسم</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حج 1447هـ، على أن يتم</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الانتهاء من تحليل</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النتائج بتاريخ 20 أكتوبر</a:t>
                      </a:r>
                      <a:r>
                        <a:rPr lang="en-US" sz="1000" b="0" i="0" u="none" strike="noStrike">
                          <a:solidFill>
                            <a:srgbClr val="000000"/>
                          </a:solidFill>
                          <a:effectLst/>
                          <a:latin typeface="Abar Mid" pitchFamily="50" charset="-78"/>
                          <a:ea typeface="Abar Mid" pitchFamily="50" charset="-78"/>
                          <a:cs typeface="Abar Mid" pitchFamily="50" charset="-78"/>
                        </a:rPr>
                        <a:t> 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53229000"/>
                  </a:ext>
                </a:extLst>
              </a:tr>
              <a:tr h="1267690">
                <a:tc>
                  <a:txBody>
                    <a:bodyPr/>
                    <a:lstStyle/>
                    <a:p>
                      <a:pPr marL="0" algn="ctr" defTabSz="914400" rtl="0" eaLnBrk="1" latinLnBrk="0" hangingPunct="1">
                        <a:lnSpc>
                          <a:spcPct val="105000"/>
                        </a:lnSpc>
                      </a:pPr>
                      <a:r>
                        <a:rPr lang="ar-SA" sz="1000" kern="0" baseline="0">
                          <a:solidFill>
                            <a:schemeClr val="tx1"/>
                          </a:solidFill>
                          <a:latin typeface="Abar Mid" pitchFamily="50" charset="-78"/>
                          <a:ea typeface="Abar Mid" pitchFamily="50" charset="-78"/>
                          <a:cs typeface="Abar Mid" pitchFamily="50" charset="-78"/>
                        </a:rPr>
                        <a:t>4</a:t>
                      </a:r>
                      <a:endParaRPr sz="1000" kern="0" baseline="0">
                        <a:solidFill>
                          <a:schemeClr val="tx1"/>
                        </a:solidFill>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err="1">
                          <a:solidFill>
                            <a:srgbClr val="000000"/>
                          </a:solidFill>
                          <a:effectLst/>
                          <a:latin typeface="Abar Mid" pitchFamily="50" charset="-78"/>
                          <a:ea typeface="Abar Mid" pitchFamily="50" charset="-78"/>
                          <a:cs typeface="Abar Mid" pitchFamily="50" charset="-78"/>
                        </a:rPr>
                        <a:t>تطوير نموذج شركات</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حجاج</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الداخل</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16-06-2026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04-10-2026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على</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المخطط</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en-US" sz="1000" b="1" i="0" u="none" strike="noStrike" dirty="0" err="1">
                          <a:solidFill>
                            <a:srgbClr val="000000"/>
                          </a:solidFill>
                          <a:effectLst/>
                          <a:latin typeface="Abar Mid" pitchFamily="50" charset="-78"/>
                          <a:ea typeface="Abar Mid" pitchFamily="50" charset="-78"/>
                          <a:cs typeface="Abar Mid" pitchFamily="50" charset="-78"/>
                        </a:rPr>
                        <a:t>تاريخ</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err="1">
                          <a:solidFill>
                            <a:srgbClr val="000000"/>
                          </a:solidFill>
                          <a:effectLst/>
                          <a:latin typeface="Abar Mid" pitchFamily="50" charset="-78"/>
                          <a:ea typeface="Abar Mid" pitchFamily="50" charset="-78"/>
                          <a:cs typeface="Abar Mid" pitchFamily="50" charset="-78"/>
                        </a:rPr>
                        <a:t>التحديث</a:t>
                      </a:r>
                      <a:r>
                        <a:rPr lang="en-US" sz="1000" b="1" i="0" u="none" strike="noStrike" dirty="0">
                          <a:solidFill>
                            <a:srgbClr val="000000"/>
                          </a:solidFill>
                          <a:effectLst/>
                          <a:latin typeface="Abar Mid" pitchFamily="50" charset="-78"/>
                          <a:ea typeface="Abar Mid" pitchFamily="50" charset="-78"/>
                          <a:cs typeface="Abar Mid" pitchFamily="50" charset="-78"/>
                        </a:rPr>
                        <a:t> 16 </a:t>
                      </a:r>
                      <a:r>
                        <a:rPr lang="en-US" sz="1000" b="1" i="0" u="none" strike="noStrike" dirty="0" err="1">
                          <a:solidFill>
                            <a:srgbClr val="000000"/>
                          </a:solidFill>
                          <a:effectLst/>
                          <a:latin typeface="Abar Mid" pitchFamily="50" charset="-78"/>
                          <a:ea typeface="Abar Mid" pitchFamily="50" charset="-78"/>
                          <a:cs typeface="Abar Mid" pitchFamily="50" charset="-78"/>
                        </a:rPr>
                        <a:t>سبتمبر</a:t>
                      </a:r>
                      <a:r>
                        <a:rPr lang="en-US" sz="1000" b="1" i="0" u="none" strike="noStrike" dirty="0">
                          <a:solidFill>
                            <a:srgbClr val="000000"/>
                          </a:solidFill>
                          <a:effectLst/>
                          <a:latin typeface="Abar Mid" pitchFamily="50" charset="-78"/>
                          <a:ea typeface="Abar Mid" pitchFamily="50" charset="-78"/>
                          <a:cs typeface="Abar Mid" pitchFamily="50" charset="-78"/>
                        </a:rPr>
                        <a:t> 2026</a:t>
                      </a:r>
                    </a:p>
                    <a:p>
                      <a:pPr marR="101600" indent="-76200" algn="r" rtl="1" fontAlgn="ctr">
                        <a:lnSpc>
                          <a:spcPct val="100000"/>
                        </a:lnSpc>
                        <a:spcBef>
                          <a:spcPts val="0"/>
                        </a:spcBef>
                        <a:spcAft>
                          <a:spcPts val="0"/>
                        </a:spcAft>
                        <a:buSzPct val="75000"/>
                        <a:buChar char="•"/>
                      </a:pPr>
                      <a:r>
                        <a:rPr lang="en-US" sz="1000" b="0" i="0" u="none" strike="noStrike" dirty="0" err="1">
                          <a:solidFill>
                            <a:srgbClr val="000000"/>
                          </a:solidFill>
                          <a:effectLst/>
                          <a:latin typeface="Abar Mid" pitchFamily="50" charset="-78"/>
                          <a:ea typeface="Abar Mid" pitchFamily="50" charset="-78"/>
                          <a:cs typeface="Abar Mid" pitchFamily="50" charset="-78"/>
                        </a:rPr>
                        <a:t>تم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الاجتماع</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مع</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المجلس</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التنسيقي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لحجاج</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الداخل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لاستعراض</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مستجدات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موسم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حج</a:t>
                      </a:r>
                      <a:r>
                        <a:rPr lang="en-US" sz="1000" b="0" i="0" u="none" strike="noStrike" dirty="0">
                          <a:solidFill>
                            <a:srgbClr val="000000"/>
                          </a:solidFill>
                          <a:effectLst/>
                          <a:latin typeface="Abar Mid" pitchFamily="50" charset="-78"/>
                          <a:ea typeface="Abar Mid" pitchFamily="50" charset="-78"/>
                          <a:cs typeface="Abar Mid" pitchFamily="50" charset="-78"/>
                        </a:rPr>
                        <a:t> 1448هـ  </a:t>
                      </a:r>
                      <a:r>
                        <a:rPr lang="en-US" sz="1000" b="0" i="0" u="none" strike="noStrike" dirty="0" err="1">
                          <a:solidFill>
                            <a:srgbClr val="000000"/>
                          </a:solidFill>
                          <a:effectLst/>
                          <a:latin typeface="Abar Mid" pitchFamily="50" charset="-78"/>
                          <a:ea typeface="Abar Mid" pitchFamily="50" charset="-78"/>
                          <a:cs typeface="Abar Mid" pitchFamily="50" charset="-78"/>
                        </a:rPr>
                        <a:t>وتم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التوصل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إلى</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إضافة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بعض</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المتطلبات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لتحسين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وتجويد</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الخدمات</a:t>
                      </a:r>
                      <a:endParaRPr lang="en-US" sz="1000" b="0" i="0" u="none" strike="noStrike" dirty="0">
                        <a:solidFill>
                          <a:srgbClr val="000000"/>
                        </a:solidFill>
                        <a:effectLst/>
                        <a:latin typeface="Abar Mid" pitchFamily="50" charset="-78"/>
                        <a:ea typeface="Abar Mid" pitchFamily="50" charset="-78"/>
                        <a:cs typeface="Abar Mid" pitchFamily="50" charset="-78"/>
                      </a:endParaRPr>
                    </a:p>
                    <a:p>
                      <a:pPr marR="101600" indent="-76200" algn="r" rtl="1" fontAlgn="ctr">
                        <a:lnSpc>
                          <a:spcPct val="100000"/>
                        </a:lnSpc>
                        <a:spcBef>
                          <a:spcPts val="0"/>
                        </a:spcBef>
                        <a:spcAft>
                          <a:spcPts val="0"/>
                        </a:spcAft>
                        <a:buSzPct val="75000"/>
                        <a:buChar char="•"/>
                      </a:pPr>
                      <a:r>
                        <a:rPr lang="en-US" sz="1000" b="0" i="0" u="none" strike="noStrike" dirty="0" err="1">
                          <a:solidFill>
                            <a:srgbClr val="000000"/>
                          </a:solidFill>
                          <a:effectLst/>
                          <a:latin typeface="Abar Mid" pitchFamily="50" charset="-78"/>
                          <a:ea typeface="Abar Mid" pitchFamily="50" charset="-78"/>
                          <a:cs typeface="Abar Mid" pitchFamily="50" charset="-78"/>
                        </a:rPr>
                        <a:t>تم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تحديث</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بنود</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النموذج</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التشغيلي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لشركات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حجاج</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الداخل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وفي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طور</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اعتمادها</a:t>
                      </a:r>
                      <a:endParaRPr lang="en-US" sz="1000" b="0" i="0" u="none" strike="noStrike" dirty="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249293351"/>
                  </a:ext>
                </a:extLst>
              </a:tr>
              <a:tr h="1585190">
                <a:tc>
                  <a:txBody>
                    <a:bodyPr/>
                    <a:lstStyle/>
                    <a:p>
                      <a:pPr marL="0" algn="ctr" defTabSz="914400" rtl="0" eaLnBrk="1" latinLnBrk="0" hangingPunct="1">
                        <a:lnSpc>
                          <a:spcPct val="105000"/>
                        </a:lnSpc>
                      </a:pPr>
                      <a:r>
                        <a:rPr lang="ar-SA" sz="1000" kern="0" baseline="0">
                          <a:solidFill>
                            <a:schemeClr val="tx1"/>
                          </a:solidFill>
                          <a:latin typeface="Abar Mid" pitchFamily="50" charset="-78"/>
                          <a:ea typeface="Abar Mid" pitchFamily="50" charset="-78"/>
                          <a:cs typeface="Abar Mid" pitchFamily="50" charset="-78"/>
                        </a:rPr>
                        <a:t>5</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أعمال تطوير رغبات الحجاج لأداء النسك بمشعر مزدلفة لموسم حج 1448 هجري</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25-06-2026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25-07-2026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ar-SA" sz="1000" b="0" i="0" u="none" strike="noStrike" kern="1200" dirty="0">
                          <a:solidFill>
                            <a:srgbClr val="000000"/>
                          </a:solidFill>
                          <a:effectLst/>
                          <a:latin typeface="Abar Mid" pitchFamily="50" charset="-78"/>
                          <a:ea typeface="Abar Mid" pitchFamily="50" charset="-78"/>
                          <a:cs typeface="Abar Mid" pitchFamily="50" charset="-78"/>
                        </a:rPr>
                        <a:t>مكتمل</a:t>
                      </a:r>
                      <a:endParaRPr lang="en-US" sz="1000" b="0" i="0" u="none" strike="noStrike" kern="1200" dirty="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DCE6F2"/>
                    </a:solidFill>
                  </a:tcPr>
                </a:tc>
                <a:tc>
                  <a:txBody>
                    <a:bodyPr/>
                    <a:lstStyle/>
                    <a:p>
                      <a:pPr algn="r" rtl="1" fontAlgn="ctr">
                        <a:buNone/>
                      </a:pPr>
                      <a:r>
                        <a:rPr lang="en-US" sz="1000" b="1" i="0" u="none" strike="noStrike" dirty="0" err="1">
                          <a:solidFill>
                            <a:srgbClr val="000000"/>
                          </a:solidFill>
                          <a:effectLst/>
                          <a:latin typeface="Abar Mid" pitchFamily="50" charset="-78"/>
                          <a:ea typeface="Abar Mid" pitchFamily="50" charset="-78"/>
                          <a:cs typeface="Abar Mid" pitchFamily="50" charset="-78"/>
                        </a:rPr>
                        <a:t>تاريخ</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err="1">
                          <a:solidFill>
                            <a:srgbClr val="000000"/>
                          </a:solidFill>
                          <a:effectLst/>
                          <a:latin typeface="Abar Mid" pitchFamily="50" charset="-78"/>
                          <a:ea typeface="Abar Mid" pitchFamily="50" charset="-78"/>
                          <a:cs typeface="Abar Mid" pitchFamily="50" charset="-78"/>
                        </a:rPr>
                        <a:t>التحديث</a:t>
                      </a:r>
                      <a:r>
                        <a:rPr lang="en-US" sz="1000" b="1" i="0" u="none" strike="noStrike" dirty="0">
                          <a:solidFill>
                            <a:srgbClr val="000000"/>
                          </a:solidFill>
                          <a:effectLst/>
                          <a:latin typeface="Abar Mid" pitchFamily="50" charset="-78"/>
                          <a:ea typeface="Abar Mid" pitchFamily="50" charset="-78"/>
                          <a:cs typeface="Abar Mid" pitchFamily="50" charset="-78"/>
                        </a:rPr>
                        <a:t>  30 </a:t>
                      </a:r>
                      <a:r>
                        <a:rPr lang="en-US" sz="1000" b="1" i="0" u="none" strike="noStrike" dirty="0" err="1">
                          <a:solidFill>
                            <a:srgbClr val="000000"/>
                          </a:solidFill>
                          <a:effectLst/>
                          <a:latin typeface="Abar Mid" pitchFamily="50" charset="-78"/>
                          <a:ea typeface="Abar Mid" pitchFamily="50" charset="-78"/>
                          <a:cs typeface="Abar Mid" pitchFamily="50" charset="-78"/>
                        </a:rPr>
                        <a:t>أغسطس</a:t>
                      </a:r>
                      <a:r>
                        <a:rPr lang="en-US" sz="1000" b="1" i="0" u="none" strike="noStrike" dirty="0">
                          <a:solidFill>
                            <a:srgbClr val="000000"/>
                          </a:solidFill>
                          <a:effectLst/>
                          <a:latin typeface="Abar Mid" pitchFamily="50" charset="-78"/>
                          <a:ea typeface="Abar Mid" pitchFamily="50" charset="-78"/>
                          <a:cs typeface="Abar Mid" pitchFamily="50" charset="-78"/>
                        </a:rPr>
                        <a:t> 2026</a:t>
                      </a:r>
                    </a:p>
                    <a:p>
                      <a:pPr marR="101600" indent="-76200" algn="r" rtl="1" fontAlgn="ctr">
                        <a:lnSpc>
                          <a:spcPct val="100000"/>
                        </a:lnSpc>
                        <a:spcBef>
                          <a:spcPts val="0"/>
                        </a:spcBef>
                        <a:spcAft>
                          <a:spcPts val="0"/>
                        </a:spcAft>
                        <a:buSzPct val="75000"/>
                        <a:buChar char="•"/>
                      </a:pPr>
                      <a:r>
                        <a:rPr lang="en-US" sz="1000" b="0" i="0" u="none" strike="noStrike" dirty="0" err="1">
                          <a:solidFill>
                            <a:srgbClr val="000000"/>
                          </a:solidFill>
                          <a:effectLst/>
                          <a:latin typeface="Abar Mid" pitchFamily="50" charset="-78"/>
                          <a:ea typeface="Abar Mid" pitchFamily="50" charset="-78"/>
                          <a:cs typeface="Abar Mid" pitchFamily="50" charset="-78"/>
                        </a:rPr>
                        <a:t>تم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استعراض</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المخرجات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في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اجتماع</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القيادات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بتاريخ</a:t>
                      </a:r>
                      <a:r>
                        <a:rPr lang="en-US" sz="1000" b="0" i="0" u="none" strike="noStrike" dirty="0">
                          <a:solidFill>
                            <a:srgbClr val="000000"/>
                          </a:solidFill>
                          <a:effectLst/>
                          <a:latin typeface="Abar Mid" pitchFamily="50" charset="-78"/>
                          <a:ea typeface="Abar Mid" pitchFamily="50" charset="-78"/>
                          <a:cs typeface="Abar Mid" pitchFamily="50" charset="-78"/>
                        </a:rPr>
                        <a:t> 24 </a:t>
                      </a:r>
                      <a:r>
                        <a:rPr lang="en-US" sz="1000" b="0" i="0" u="none" strike="noStrike" dirty="0" err="1">
                          <a:solidFill>
                            <a:srgbClr val="000000"/>
                          </a:solidFill>
                          <a:effectLst/>
                          <a:latin typeface="Abar Mid" pitchFamily="50" charset="-78"/>
                          <a:ea typeface="Abar Mid" pitchFamily="50" charset="-78"/>
                          <a:cs typeface="Abar Mid" pitchFamily="50" charset="-78"/>
                        </a:rPr>
                        <a:t>أغسطس</a:t>
                      </a:r>
                      <a:r>
                        <a:rPr lang="en-US" sz="1000" b="0" i="0" u="none" strike="noStrike" dirty="0">
                          <a:solidFill>
                            <a:srgbClr val="000000"/>
                          </a:solidFill>
                          <a:effectLst/>
                          <a:latin typeface="Abar Mid" pitchFamily="50" charset="-78"/>
                          <a:ea typeface="Abar Mid" pitchFamily="50" charset="-78"/>
                          <a:cs typeface="Abar Mid" pitchFamily="50" charset="-78"/>
                        </a:rPr>
                        <a:t> 2026</a:t>
                      </a:r>
                    </a:p>
                    <a:p>
                      <a:pPr marR="101600" indent="-76200" algn="r" rtl="1" fontAlgn="ctr">
                        <a:lnSpc>
                          <a:spcPct val="100000"/>
                        </a:lnSpc>
                        <a:spcBef>
                          <a:spcPts val="0"/>
                        </a:spcBef>
                        <a:spcAft>
                          <a:spcPts val="0"/>
                        </a:spcAft>
                        <a:buSzPct val="75000"/>
                        <a:buChar char="•"/>
                      </a:pPr>
                      <a:r>
                        <a:rPr lang="en-US" sz="1000" b="0" i="0" u="none" strike="noStrike" dirty="0" err="1">
                          <a:solidFill>
                            <a:srgbClr val="000000"/>
                          </a:solidFill>
                          <a:effectLst/>
                          <a:latin typeface="Abar Mid" pitchFamily="50" charset="-78"/>
                          <a:ea typeface="Abar Mid" pitchFamily="50" charset="-78"/>
                          <a:cs typeface="Abar Mid" pitchFamily="50" charset="-78"/>
                        </a:rPr>
                        <a:t>تمت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المواءمة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مع</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وكالة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التعاون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الدولي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لتضمين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شرح</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توضيحي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لمكاتب</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شؤون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الحج</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لمواقع</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مشعر</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مزدلفة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حسب</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الرخص</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الشرعية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في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الاجتماعات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التحضيرية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وتم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استعراضها</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ضمن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الاجتماع</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التحضيري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مع</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مكتب</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شؤون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حجاج</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تونس</a:t>
                      </a:r>
                      <a:endParaRPr lang="en-US" sz="1000" b="0" i="0" u="none" strike="noStrike" dirty="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156430669"/>
                  </a:ext>
                </a:extLst>
              </a:tr>
              <a:tr h="950190">
                <a:tc>
                  <a:txBody>
                    <a:bodyPr/>
                    <a:lstStyle/>
                    <a:p>
                      <a:pPr marL="0" algn="ctr" defTabSz="914400" rtl="0" eaLnBrk="1" latinLnBrk="0" hangingPunct="1">
                        <a:lnSpc>
                          <a:spcPct val="105000"/>
                        </a:lnSpc>
                      </a:pPr>
                      <a:r>
                        <a:rPr lang="ar-SA" sz="1000" kern="0" baseline="0">
                          <a:solidFill>
                            <a:schemeClr val="tx1"/>
                          </a:solidFill>
                          <a:latin typeface="Abar Mid" pitchFamily="50" charset="-78"/>
                          <a:ea typeface="Abar Mid" pitchFamily="50" charset="-78"/>
                          <a:cs typeface="Abar Mid" pitchFamily="50" charset="-78"/>
                        </a:rPr>
                        <a:t>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أعمال تطوير رغبات الحجاج لأداء النسك لموسم حج 1448 هجري</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25-06-2026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25-07-2026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marR="0" lvl="0" indent="0" algn="ctr" defTabSz="914415" rtl="1" eaLnBrk="1" fontAlgn="ctr" latinLnBrk="0" hangingPunct="1">
                        <a:lnSpc>
                          <a:spcPct val="100000"/>
                        </a:lnSpc>
                        <a:spcBef>
                          <a:spcPts val="0"/>
                        </a:spcBef>
                        <a:spcAft>
                          <a:spcPts val="0"/>
                        </a:spcAft>
                        <a:buClrTx/>
                        <a:buSzTx/>
                        <a:buFontTx/>
                        <a:buNone/>
                        <a:tabLst/>
                        <a:defRPr/>
                      </a:pPr>
                      <a:r>
                        <a:rPr kumimoji="0" lang="ar-SA" sz="1000" b="0" i="0" u="none" strike="noStrike" kern="1200" cap="none" spc="0" normalizeH="0" baseline="0" noProof="0">
                          <a:ln>
                            <a:noFill/>
                          </a:ln>
                          <a:solidFill>
                            <a:srgbClr val="000000"/>
                          </a:solidFill>
                          <a:effectLst/>
                          <a:uLnTx/>
                          <a:uFillTx/>
                          <a:latin typeface="Abar Mid" pitchFamily="50" charset="-78"/>
                          <a:ea typeface="Abar Mid" pitchFamily="50" charset="-78"/>
                          <a:cs typeface="Abar Mid" pitchFamily="50" charset="-78"/>
                        </a:rPr>
                        <a:t>مكتمل</a:t>
                      </a:r>
                      <a:endParaRPr kumimoji="0" lang="en-US" sz="1000" b="0" i="0" u="none" strike="noStrike" kern="1200" cap="none" spc="0" normalizeH="0" baseline="0" noProof="0" dirty="0">
                        <a:ln>
                          <a:noFill/>
                        </a:ln>
                        <a:solidFill>
                          <a:srgbClr val="000000"/>
                        </a:solidFill>
                        <a:effectLst/>
                        <a:uLnTx/>
                        <a:uFillTx/>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DCE6F2"/>
                    </a:solidFill>
                  </a:tcPr>
                </a:tc>
                <a:tc>
                  <a:txBody>
                    <a:bodyPr/>
                    <a:lstStyle/>
                    <a:p>
                      <a:pPr algn="r" rtl="1" fontAlgn="ctr">
                        <a:buNone/>
                      </a:pPr>
                      <a:r>
                        <a:rPr lang="en-US" sz="1000" b="1" i="0" u="none" strike="noStrike" err="1">
                          <a:solidFill>
                            <a:srgbClr val="000000"/>
                          </a:solidFill>
                          <a:effectLst/>
                          <a:latin typeface="Abar Mid" pitchFamily="50" charset="-78"/>
                          <a:ea typeface="Abar Mid" pitchFamily="50" charset="-78"/>
                          <a:cs typeface="Abar Mid" pitchFamily="50" charset="-78"/>
                        </a:rPr>
                        <a:t>تاريخ</a:t>
                      </a:r>
                      <a:r>
                        <a:rPr lang="en-US" sz="1000" b="1" i="0" u="none" strike="noStrike">
                          <a:solidFill>
                            <a:srgbClr val="000000"/>
                          </a:solidFill>
                          <a:effectLst/>
                          <a:latin typeface="Abar Mid" pitchFamily="50" charset="-78"/>
                          <a:ea typeface="Abar Mid" pitchFamily="50" charset="-78"/>
                          <a:cs typeface="Abar Mid" pitchFamily="50" charset="-78"/>
                        </a:rPr>
                        <a:t> </a:t>
                      </a:r>
                      <a:r>
                        <a:rPr lang="en-US" sz="1000" b="1" i="0" u="none" strike="noStrike" err="1">
                          <a:solidFill>
                            <a:srgbClr val="000000"/>
                          </a:solidFill>
                          <a:effectLst/>
                          <a:latin typeface="Abar Mid" pitchFamily="50" charset="-78"/>
                          <a:ea typeface="Abar Mid" pitchFamily="50" charset="-78"/>
                          <a:cs typeface="Abar Mid" pitchFamily="50" charset="-78"/>
                        </a:rPr>
                        <a:t>التحديث</a:t>
                      </a:r>
                      <a:r>
                        <a:rPr lang="ar-SA" sz="1000" b="1" i="0" u="none" strike="noStrike">
                          <a:solidFill>
                            <a:srgbClr val="000000"/>
                          </a:solidFill>
                          <a:effectLst/>
                          <a:latin typeface="Abar Mid" pitchFamily="50" charset="-78"/>
                          <a:ea typeface="Abar Mid" pitchFamily="50" charset="-78"/>
                          <a:cs typeface="Abar Mid" pitchFamily="50" charset="-78"/>
                        </a:rPr>
                        <a:t>:</a:t>
                      </a:r>
                      <a:r>
                        <a:rPr lang="en-US" sz="1000" b="1" i="0" u="none" strike="noStrike">
                          <a:solidFill>
                            <a:srgbClr val="000000"/>
                          </a:solidFill>
                          <a:effectLst/>
                          <a:latin typeface="Abar Mid" pitchFamily="50" charset="-78"/>
                          <a:ea typeface="Abar Mid" pitchFamily="50" charset="-78"/>
                          <a:cs typeface="Abar Mid" pitchFamily="50" charset="-78"/>
                        </a:rPr>
                        <a:t> 3 </a:t>
                      </a:r>
                      <a:r>
                        <a:rPr lang="en-US" sz="1000" b="1" i="0" u="none" strike="noStrike" err="1">
                          <a:solidFill>
                            <a:srgbClr val="000000"/>
                          </a:solidFill>
                          <a:effectLst/>
                          <a:latin typeface="Abar Mid" pitchFamily="50" charset="-78"/>
                          <a:ea typeface="Abar Mid" pitchFamily="50" charset="-78"/>
                          <a:cs typeface="Abar Mid" pitchFamily="50" charset="-78"/>
                        </a:rPr>
                        <a:t>سبتمبر</a:t>
                      </a:r>
                      <a:r>
                        <a:rPr lang="en-US" sz="1000" b="1" i="0" u="none" strike="noStrike">
                          <a:solidFill>
                            <a:srgbClr val="000000"/>
                          </a:solidFill>
                          <a:effectLst/>
                          <a:latin typeface="Abar Mid" pitchFamily="50" charset="-78"/>
                          <a:ea typeface="Abar Mid" pitchFamily="50" charset="-78"/>
                          <a:cs typeface="Abar Mid" pitchFamily="50" charset="-78"/>
                        </a:rPr>
                        <a:t> 2026</a:t>
                      </a:r>
                    </a:p>
                    <a:p>
                      <a:pPr marR="101600" indent="-76200" algn="r" rtl="1" fontAlgn="ctr">
                        <a:lnSpc>
                          <a:spcPct val="100000"/>
                        </a:lnSpc>
                        <a:spcBef>
                          <a:spcPts val="0"/>
                        </a:spcBef>
                        <a:spcAft>
                          <a:spcPts val="0"/>
                        </a:spcAft>
                        <a:buSzPct val="75000"/>
                        <a:buChar char="•"/>
                      </a:pPr>
                      <a:r>
                        <a:rPr lang="en-US" sz="1000" b="0" i="0" u="none" strike="noStrike" err="1">
                          <a:solidFill>
                            <a:srgbClr val="000000"/>
                          </a:solidFill>
                          <a:effectLst/>
                          <a:latin typeface="Abar Mid" pitchFamily="50" charset="-78"/>
                          <a:ea typeface="Abar Mid" pitchFamily="50" charset="-78"/>
                          <a:cs typeface="Abar Mid" pitchFamily="50" charset="-78"/>
                        </a:rPr>
                        <a:t>تم</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استعراض</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مخرجات</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المشروع</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في</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اجتماع</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القيادات</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بتاريخ</a:t>
                      </a:r>
                      <a:r>
                        <a:rPr lang="en-US" sz="1000" b="0" i="0" u="none" strike="noStrike">
                          <a:solidFill>
                            <a:srgbClr val="000000"/>
                          </a:solidFill>
                          <a:effectLst/>
                          <a:latin typeface="Abar Mid" pitchFamily="50" charset="-78"/>
                          <a:ea typeface="Abar Mid" pitchFamily="50" charset="-78"/>
                          <a:cs typeface="Abar Mid" pitchFamily="50" charset="-78"/>
                        </a:rPr>
                        <a:t> 31 </a:t>
                      </a:r>
                      <a:r>
                        <a:rPr lang="en-US" sz="1000" b="0" i="0" u="none" strike="noStrike" err="1">
                          <a:solidFill>
                            <a:srgbClr val="000000"/>
                          </a:solidFill>
                          <a:effectLst/>
                          <a:latin typeface="Abar Mid" pitchFamily="50" charset="-78"/>
                          <a:ea typeface="Abar Mid" pitchFamily="50" charset="-78"/>
                          <a:cs typeface="Abar Mid" pitchFamily="50" charset="-78"/>
                        </a:rPr>
                        <a:t>أغسطس</a:t>
                      </a:r>
                      <a:r>
                        <a:rPr lang="en-US" sz="1000" b="0" i="0" u="none" strike="noStrike">
                          <a:solidFill>
                            <a:srgbClr val="000000"/>
                          </a:solidFill>
                          <a:effectLst/>
                          <a:latin typeface="Abar Mid" pitchFamily="50" charset="-78"/>
                          <a:ea typeface="Abar Mid" pitchFamily="50" charset="-78"/>
                          <a:cs typeface="Abar Mid" pitchFamily="50" charset="-78"/>
                        </a:rPr>
                        <a:t> 2026</a:t>
                      </a:r>
                    </a:p>
                    <a:p>
                      <a:pPr marR="101600" indent="-76200" algn="r" rtl="1" fontAlgn="ctr">
                        <a:lnSpc>
                          <a:spcPct val="100000"/>
                        </a:lnSpc>
                        <a:spcBef>
                          <a:spcPts val="0"/>
                        </a:spcBef>
                        <a:spcAft>
                          <a:spcPts val="0"/>
                        </a:spcAft>
                        <a:buSzPct val="75000"/>
                        <a:buChar char="•"/>
                      </a:pPr>
                      <a:r>
                        <a:rPr lang="en-US" sz="1000" b="0" i="0" u="none" strike="noStrike" err="1">
                          <a:solidFill>
                            <a:srgbClr val="000000"/>
                          </a:solidFill>
                          <a:effectLst/>
                          <a:latin typeface="Abar Mid" pitchFamily="50" charset="-78"/>
                          <a:ea typeface="Abar Mid" pitchFamily="50" charset="-78"/>
                          <a:cs typeface="Abar Mid" pitchFamily="50" charset="-78"/>
                        </a:rPr>
                        <a:t>تم</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اعتماد</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أعمال</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تطوير</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رغبات</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الحجاج</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لأداء</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النسك</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لموسم</a:t>
                      </a:r>
                      <a:r>
                        <a:rPr lang="en-US" sz="1000" b="0" i="0" u="none" strike="noStrike">
                          <a:solidFill>
                            <a:srgbClr val="000000"/>
                          </a:solidFill>
                          <a:effectLst/>
                          <a:latin typeface="Abar Mid" pitchFamily="50" charset="-78"/>
                          <a:ea typeface="Abar Mid" pitchFamily="50" charset="-78"/>
                          <a:cs typeface="Abar Mid" pitchFamily="50" charset="-78"/>
                        </a:rPr>
                        <a:t> 1448هـ</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698790111"/>
                  </a:ext>
                </a:extLst>
              </a:tr>
              <a:tr h="1743940">
                <a:tc>
                  <a:txBody>
                    <a:bodyPr/>
                    <a:lstStyle/>
                    <a:p>
                      <a:pPr marL="0" algn="ctr" defTabSz="914400" rtl="0" eaLnBrk="1" latinLnBrk="0" hangingPunct="1">
                        <a:lnSpc>
                          <a:spcPct val="105000"/>
                        </a:lnSpc>
                      </a:pPr>
                      <a:r>
                        <a:rPr lang="ar-SA" sz="1000" kern="0" baseline="0">
                          <a:solidFill>
                            <a:schemeClr val="tx1"/>
                          </a:solidFill>
                          <a:latin typeface="Abar Mid" pitchFamily="50" charset="-78"/>
                          <a:ea typeface="Abar Mid" pitchFamily="50" charset="-78"/>
                          <a:cs typeface="Abar Mid" pitchFamily="50" charset="-78"/>
                        </a:rPr>
                        <a:t>7</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err="1">
                          <a:solidFill>
                            <a:srgbClr val="000000"/>
                          </a:solidFill>
                          <a:effectLst/>
                          <a:latin typeface="Abar Mid" pitchFamily="50" charset="-78"/>
                          <a:ea typeface="Abar Mid" pitchFamily="50" charset="-78"/>
                          <a:cs typeface="Abar Mid" pitchFamily="50" charset="-78"/>
                        </a:rPr>
                        <a:t>النموذج</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التشغيلي</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لقادة</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الأفواج</a:t>
                      </a:r>
                      <a:endParaRPr lang="en-US" sz="1000" b="0" i="0" u="none" strike="noStrike">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16-06-2026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13-08-2026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marR="0" lvl="0" indent="0" algn="ctr" defTabSz="914415" rtl="1" eaLnBrk="1" fontAlgn="ctr" latinLnBrk="0" hangingPunct="1">
                        <a:lnSpc>
                          <a:spcPct val="100000"/>
                        </a:lnSpc>
                        <a:spcBef>
                          <a:spcPts val="0"/>
                        </a:spcBef>
                        <a:spcAft>
                          <a:spcPts val="0"/>
                        </a:spcAft>
                        <a:buClrTx/>
                        <a:buSzTx/>
                        <a:buFontTx/>
                        <a:buNone/>
                        <a:tabLst/>
                        <a:defRPr/>
                      </a:pPr>
                      <a:r>
                        <a:rPr kumimoji="0" lang="ar-SA" sz="1000" b="0" i="0" u="none" strike="noStrike" kern="1200" cap="none" spc="0" normalizeH="0" baseline="0" noProof="0" dirty="0">
                          <a:ln>
                            <a:noFill/>
                          </a:ln>
                          <a:solidFill>
                            <a:srgbClr val="000000"/>
                          </a:solidFill>
                          <a:effectLst/>
                          <a:uLnTx/>
                          <a:uFillTx/>
                          <a:latin typeface="Abar Mid" pitchFamily="50" charset="-78"/>
                          <a:ea typeface="Abar Mid" pitchFamily="50" charset="-78"/>
                          <a:cs typeface="Abar Mid" pitchFamily="50" charset="-78"/>
                        </a:rPr>
                        <a:t>مكتمل</a:t>
                      </a:r>
                      <a:endParaRPr kumimoji="0" lang="en-US" sz="1000" b="0" i="0" u="none" strike="noStrike" kern="1200" cap="none" spc="0" normalizeH="0" baseline="0" noProof="0" dirty="0">
                        <a:ln>
                          <a:noFill/>
                        </a:ln>
                        <a:solidFill>
                          <a:srgbClr val="000000"/>
                        </a:solidFill>
                        <a:effectLst/>
                        <a:uLnTx/>
                        <a:uFillTx/>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DCE6F2"/>
                    </a:solidFill>
                  </a:tcPr>
                </a:tc>
                <a:tc>
                  <a:txBody>
                    <a:bodyPr/>
                    <a:lstStyle/>
                    <a:p>
                      <a:pPr algn="r" rtl="1" fontAlgn="ctr">
                        <a:buNone/>
                      </a:pPr>
                      <a:r>
                        <a:rPr lang="en-US" sz="1000" b="1" i="0" u="none" strike="noStrike" dirty="0" err="1">
                          <a:solidFill>
                            <a:srgbClr val="000000"/>
                          </a:solidFill>
                          <a:effectLst/>
                          <a:latin typeface="Abar Mid" pitchFamily="50" charset="-78"/>
                          <a:ea typeface="Abar Mid" pitchFamily="50" charset="-78"/>
                          <a:cs typeface="Abar Mid" pitchFamily="50" charset="-78"/>
                        </a:rPr>
                        <a:t>تاريخ</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err="1">
                          <a:solidFill>
                            <a:srgbClr val="000000"/>
                          </a:solidFill>
                          <a:effectLst/>
                          <a:latin typeface="Abar Mid" pitchFamily="50" charset="-78"/>
                          <a:ea typeface="Abar Mid" pitchFamily="50" charset="-78"/>
                          <a:cs typeface="Abar Mid" pitchFamily="50" charset="-78"/>
                        </a:rPr>
                        <a:t>التحديث</a:t>
                      </a:r>
                      <a:r>
                        <a:rPr lang="ar-SA" sz="1000" b="1" i="0" u="none" strike="noStrike" dirty="0">
                          <a:solidFill>
                            <a:srgbClr val="000000"/>
                          </a:solidFill>
                          <a:effectLst/>
                          <a:latin typeface="Abar Mid" pitchFamily="50" charset="-78"/>
                          <a:ea typeface="Abar Mid" pitchFamily="50" charset="-78"/>
                          <a:cs typeface="Abar Mid" pitchFamily="50" charset="-78"/>
                        </a:rPr>
                        <a:t>:</a:t>
                      </a:r>
                      <a:r>
                        <a:rPr lang="en-US" sz="1000" b="1" i="0" u="none" strike="noStrike" dirty="0">
                          <a:solidFill>
                            <a:srgbClr val="000000"/>
                          </a:solidFill>
                          <a:effectLst/>
                          <a:latin typeface="Abar Mid" pitchFamily="50" charset="-78"/>
                          <a:ea typeface="Abar Mid" pitchFamily="50" charset="-78"/>
                          <a:cs typeface="Abar Mid" pitchFamily="50" charset="-78"/>
                        </a:rPr>
                        <a:t> 3 </a:t>
                      </a:r>
                      <a:r>
                        <a:rPr lang="en-US" sz="1000" b="1" i="0" u="none" strike="noStrike" dirty="0" err="1">
                          <a:solidFill>
                            <a:srgbClr val="000000"/>
                          </a:solidFill>
                          <a:effectLst/>
                          <a:latin typeface="Abar Mid" pitchFamily="50" charset="-78"/>
                          <a:ea typeface="Abar Mid" pitchFamily="50" charset="-78"/>
                          <a:cs typeface="Abar Mid" pitchFamily="50" charset="-78"/>
                        </a:rPr>
                        <a:t>سبتمبر</a:t>
                      </a:r>
                      <a:r>
                        <a:rPr lang="en-US" sz="1000" b="1" i="0" u="none" strike="noStrike" dirty="0">
                          <a:solidFill>
                            <a:srgbClr val="000000"/>
                          </a:solidFill>
                          <a:effectLst/>
                          <a:latin typeface="Abar Mid" pitchFamily="50" charset="-78"/>
                          <a:ea typeface="Abar Mid" pitchFamily="50" charset="-78"/>
                          <a:cs typeface="Abar Mid" pitchFamily="50" charset="-78"/>
                        </a:rPr>
                        <a:t> 2026</a:t>
                      </a:r>
                    </a:p>
                    <a:p>
                      <a:pPr marR="101600" indent="-76200" algn="r" rtl="1" fontAlgn="ctr">
                        <a:lnSpc>
                          <a:spcPct val="100000"/>
                        </a:lnSpc>
                        <a:spcBef>
                          <a:spcPts val="0"/>
                        </a:spcBef>
                        <a:spcAft>
                          <a:spcPts val="0"/>
                        </a:spcAft>
                        <a:buSzPct val="75000"/>
                        <a:buChar char="•"/>
                      </a:pPr>
                      <a:r>
                        <a:rPr lang="en-US" sz="1000" b="0" i="0" u="none" strike="noStrike" dirty="0" err="1">
                          <a:solidFill>
                            <a:srgbClr val="000000"/>
                          </a:solidFill>
                          <a:effectLst/>
                          <a:latin typeface="Abar Mid" pitchFamily="50" charset="-78"/>
                          <a:ea typeface="Abar Mid" pitchFamily="50" charset="-78"/>
                          <a:cs typeface="Abar Mid" pitchFamily="50" charset="-78"/>
                        </a:rPr>
                        <a:t>تم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استعراض</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مخرجات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المشروع</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في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اجتماع</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القيادات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بتاريخ</a:t>
                      </a:r>
                      <a:r>
                        <a:rPr lang="en-US" sz="1000" b="0" i="0" u="none" strike="noStrike" dirty="0">
                          <a:solidFill>
                            <a:srgbClr val="000000"/>
                          </a:solidFill>
                          <a:effectLst/>
                          <a:latin typeface="Abar Mid" pitchFamily="50" charset="-78"/>
                          <a:ea typeface="Abar Mid" pitchFamily="50" charset="-78"/>
                          <a:cs typeface="Abar Mid" pitchFamily="50" charset="-78"/>
                        </a:rPr>
                        <a:t> 31 </a:t>
                      </a:r>
                      <a:r>
                        <a:rPr lang="en-US" sz="1000" b="0" i="0" u="none" strike="noStrike" dirty="0" err="1">
                          <a:solidFill>
                            <a:srgbClr val="000000"/>
                          </a:solidFill>
                          <a:effectLst/>
                          <a:latin typeface="Abar Mid" pitchFamily="50" charset="-78"/>
                          <a:ea typeface="Abar Mid" pitchFamily="50" charset="-78"/>
                          <a:cs typeface="Abar Mid" pitchFamily="50" charset="-78"/>
                        </a:rPr>
                        <a:t>أغسطس</a:t>
                      </a:r>
                      <a:r>
                        <a:rPr lang="en-US" sz="1000" b="0" i="0" u="none" strike="noStrike" dirty="0">
                          <a:solidFill>
                            <a:srgbClr val="000000"/>
                          </a:solidFill>
                          <a:effectLst/>
                          <a:latin typeface="Abar Mid" pitchFamily="50" charset="-78"/>
                          <a:ea typeface="Abar Mid" pitchFamily="50" charset="-78"/>
                          <a:cs typeface="Abar Mid" pitchFamily="50" charset="-78"/>
                        </a:rPr>
                        <a:t> 2026</a:t>
                      </a:r>
                    </a:p>
                    <a:p>
                      <a:pPr marR="101600" indent="-76200" algn="r" rtl="1" fontAlgn="ctr">
                        <a:lnSpc>
                          <a:spcPct val="100000"/>
                        </a:lnSpc>
                        <a:spcBef>
                          <a:spcPts val="0"/>
                        </a:spcBef>
                        <a:spcAft>
                          <a:spcPts val="0"/>
                        </a:spcAft>
                        <a:buSzPct val="75000"/>
                        <a:buChar char="•"/>
                      </a:pPr>
                      <a:r>
                        <a:rPr lang="en-US" sz="1000" b="0" i="0" u="none" strike="noStrike" dirty="0" err="1">
                          <a:solidFill>
                            <a:srgbClr val="000000"/>
                          </a:solidFill>
                          <a:effectLst/>
                          <a:latin typeface="Abar Mid" pitchFamily="50" charset="-78"/>
                          <a:ea typeface="Abar Mid" pitchFamily="50" charset="-78"/>
                          <a:cs typeface="Abar Mid" pitchFamily="50" charset="-78"/>
                        </a:rPr>
                        <a:t>تم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اعتماد</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النموذج</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التشغيلي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لقادة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الأفواج</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وخطة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استقطاب</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وتأهيل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قادة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الأفواج</a:t>
                      </a:r>
                      <a:endParaRPr lang="en-US" sz="1000" b="0" i="0" u="none" strike="noStrike" dirty="0">
                        <a:solidFill>
                          <a:srgbClr val="000000"/>
                        </a:solidFill>
                        <a:effectLst/>
                        <a:latin typeface="Abar Mid" pitchFamily="50" charset="-78"/>
                        <a:ea typeface="Abar Mid" pitchFamily="50" charset="-78"/>
                        <a:cs typeface="Abar Mid" pitchFamily="50" charset="-78"/>
                      </a:endParaRPr>
                    </a:p>
                    <a:p>
                      <a:pPr marR="101600" indent="-76200" algn="r" rtl="1" fontAlgn="ctr">
                        <a:lnSpc>
                          <a:spcPct val="100000"/>
                        </a:lnSpc>
                        <a:spcBef>
                          <a:spcPts val="0"/>
                        </a:spcBef>
                        <a:spcAft>
                          <a:spcPts val="0"/>
                        </a:spcAft>
                        <a:buSzPct val="75000"/>
                        <a:buChar char="•"/>
                      </a:pPr>
                      <a:r>
                        <a:rPr lang="en-US" sz="1000" b="0" i="0" u="none" strike="noStrike" dirty="0" err="1">
                          <a:solidFill>
                            <a:srgbClr val="000000"/>
                          </a:solidFill>
                          <a:effectLst/>
                          <a:latin typeface="Abar Mid" pitchFamily="50" charset="-78"/>
                          <a:ea typeface="Abar Mid" pitchFamily="50" charset="-78"/>
                          <a:cs typeface="Abar Mid" pitchFamily="50" charset="-78"/>
                        </a:rPr>
                        <a:t>تم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اعتماد</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النموذج</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التشغيلي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لقادة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الأفواج</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وخطة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استقطابهم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وتأهيلهم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على</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أن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يتم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إنشاء</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مشروع</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مستقل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لمتابعة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تنفيذ</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خطة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الاستقطاب</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والتأهيل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وفق</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الخطة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المعتمدة</a:t>
                      </a:r>
                      <a:endParaRPr lang="en-US" sz="1000" b="0" i="0" u="none" strike="noStrike" dirty="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726417360"/>
                  </a:ext>
                </a:extLst>
              </a:tr>
            </a:tbl>
          </a:graphicData>
        </a:graphic>
      </p:graphicFrame>
    </p:spTree>
    <p:extLst>
      <p:ext uri="{BB962C8B-B14F-4D97-AF65-F5344CB8AC3E}">
        <p14:creationId xmlns:p14="http://schemas.microsoft.com/office/powerpoint/2010/main" val="20145443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E165A6BD-5942-8165-6984-3DC1AA7956F5}"/>
              </a:ext>
            </a:extLst>
          </p:cNvPr>
          <p:cNvGrpSpPr/>
          <p:nvPr/>
        </p:nvGrpSpPr>
        <p:grpSpPr>
          <a:xfrm>
            <a:off x="917571" y="676842"/>
            <a:ext cx="5724532" cy="517476"/>
            <a:chOff x="1079493" y="4415868"/>
            <a:chExt cx="5724532" cy="1042296"/>
          </a:xfrm>
        </p:grpSpPr>
        <p:sp>
          <p:nvSpPr>
            <p:cNvPr id="3" name="btfpRowHeaderBoxText438126">
              <a:extLst>
                <a:ext uri="{FF2B5EF4-FFF2-40B4-BE49-F238E27FC236}">
                  <a16:creationId xmlns:a16="http://schemas.microsoft.com/office/drawing/2014/main" id="{5DCBC5D8-7B65-0E32-13EB-B9BDC214E316}"/>
                </a:ext>
              </a:extLst>
            </p:cNvPr>
            <p:cNvSpPr txBox="1"/>
            <p:nvPr>
              <p:custDataLst>
                <p:tags r:id="rId1"/>
              </p:custDataLst>
            </p:nvPr>
          </p:nvSpPr>
          <p:spPr>
            <a:xfrm flipH="1">
              <a:off x="1079493"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400" b="1">
                  <a:solidFill>
                    <a:schemeClr val="tx1"/>
                  </a:solidFill>
                  <a:latin typeface="Abar Mid" pitchFamily="2" charset="-78"/>
                  <a:ea typeface="Abar Mid" pitchFamily="2" charset="-78"/>
                  <a:cs typeface="Abar Mid" pitchFamily="2" charset="-78"/>
                </a:rPr>
                <a:t>تفاصيل مشاريع سهيل</a:t>
              </a:r>
            </a:p>
          </p:txBody>
        </p:sp>
        <p:cxnSp>
          <p:nvCxnSpPr>
            <p:cNvPr id="4" name="Straight Connector 3">
              <a:extLst>
                <a:ext uri="{FF2B5EF4-FFF2-40B4-BE49-F238E27FC236}">
                  <a16:creationId xmlns:a16="http://schemas.microsoft.com/office/drawing/2014/main" id="{03885B4B-C558-35BA-B9A9-C49800549963}"/>
                </a:ext>
              </a:extLst>
            </p:cNvPr>
            <p:cNvCxnSpPr>
              <a:cxnSpLocks/>
            </p:cNvCxnSpPr>
            <p:nvPr/>
          </p:nvCxnSpPr>
          <p:spPr>
            <a:xfrm>
              <a:off x="3300100" y="5458164"/>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graphicFrame>
        <p:nvGraphicFramePr>
          <p:cNvPr id="30" name="Table 6">
            <a:extLst>
              <a:ext uri="{FF2B5EF4-FFF2-40B4-BE49-F238E27FC236}">
                <a16:creationId xmlns:a16="http://schemas.microsoft.com/office/drawing/2014/main" id="{D7281D2F-F619-25D8-133B-D92BC8DF9E70}"/>
              </a:ext>
            </a:extLst>
          </p:cNvPr>
          <p:cNvGraphicFramePr>
            <a:graphicFrameLocks noGrp="1"/>
          </p:cNvGraphicFramePr>
          <p:nvPr>
            <p:extLst>
              <p:ext uri="{D42A27DB-BD31-4B8C-83A1-F6EECF244321}">
                <p14:modId xmlns:p14="http://schemas.microsoft.com/office/powerpoint/2010/main" val="4004347984"/>
              </p:ext>
            </p:extLst>
          </p:nvPr>
        </p:nvGraphicFramePr>
        <p:xfrm>
          <a:off x="621268" y="1358359"/>
          <a:ext cx="6566916" cy="1580570"/>
        </p:xfrm>
        <a:graphic>
          <a:graphicData uri="http://schemas.openxmlformats.org/drawingml/2006/table">
            <a:tbl>
              <a:tblPr rtl="1"/>
              <a:tblGrid>
                <a:gridCol w="384048">
                  <a:extLst>
                    <a:ext uri="{9D8B030D-6E8A-4147-A177-3AD203B41FA5}">
                      <a16:colId xmlns:a16="http://schemas.microsoft.com/office/drawing/2014/main" val="20000"/>
                    </a:ext>
                  </a:extLst>
                </a:gridCol>
                <a:gridCol w="1071372">
                  <a:extLst>
                    <a:ext uri="{9D8B030D-6E8A-4147-A177-3AD203B41FA5}">
                      <a16:colId xmlns:a16="http://schemas.microsoft.com/office/drawing/2014/main" val="20001"/>
                    </a:ext>
                  </a:extLst>
                </a:gridCol>
                <a:gridCol w="795528">
                  <a:extLst>
                    <a:ext uri="{9D8B030D-6E8A-4147-A177-3AD203B41FA5}">
                      <a16:colId xmlns:a16="http://schemas.microsoft.com/office/drawing/2014/main" val="20002"/>
                    </a:ext>
                  </a:extLst>
                </a:gridCol>
                <a:gridCol w="795528">
                  <a:extLst>
                    <a:ext uri="{9D8B030D-6E8A-4147-A177-3AD203B41FA5}">
                      <a16:colId xmlns:a16="http://schemas.microsoft.com/office/drawing/2014/main" val="20003"/>
                    </a:ext>
                  </a:extLst>
                </a:gridCol>
                <a:gridCol w="685800">
                  <a:extLst>
                    <a:ext uri="{9D8B030D-6E8A-4147-A177-3AD203B41FA5}">
                      <a16:colId xmlns:a16="http://schemas.microsoft.com/office/drawing/2014/main" val="20005"/>
                    </a:ext>
                  </a:extLst>
                </a:gridCol>
                <a:gridCol w="2834640">
                  <a:extLst>
                    <a:ext uri="{9D8B030D-6E8A-4147-A177-3AD203B41FA5}">
                      <a16:colId xmlns:a16="http://schemas.microsoft.com/office/drawing/2014/main" val="20006"/>
                    </a:ext>
                  </a:extLst>
                </a:gridCol>
              </a:tblGrid>
              <a:tr h="315190">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000">
                          <a:solidFill>
                            <a:srgbClr val="00080B"/>
                          </a:solidFill>
                          <a:latin typeface="Abar Mid" pitchFamily="2" charset="-78"/>
                          <a:ea typeface="Abar Mid" pitchFamily="2" charset="-78"/>
                          <a:cs typeface="Abar Mid" pitchFamily="2" charset="-78"/>
                        </a:rPr>
                        <a:t>وكالة شؤون الحج</a:t>
                      </a:r>
                      <a:endParaRPr lang="ar-JO" sz="1000">
                        <a:solidFill>
                          <a:srgbClr val="00080B"/>
                        </a:solidFill>
                        <a:latin typeface="Abar Mid" pitchFamily="2" charset="-78"/>
                        <a:ea typeface="Abar Mid" pitchFamily="2" charset="-78"/>
                        <a:cs typeface="Abar Mid" pitchFamily="2"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47394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000" b="1" kern="1200">
                          <a:solidFill>
                            <a:schemeClr val="bg1"/>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اسم المشروع</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baseline="0">
                          <a:solidFill>
                            <a:schemeClr val="bg1"/>
                          </a:solidFill>
                          <a:latin typeface="Abar Mid" pitchFamily="50" charset="-78"/>
                          <a:ea typeface="Abar Mid" pitchFamily="50" charset="-78"/>
                          <a:cs typeface="Abar Mid" pitchFamily="50" charset="-78"/>
                        </a:rPr>
                        <a:t>تاريخ البداية</a:t>
                      </a:r>
                      <a:endParaRPr sz="1000" b="1" kern="1200" baseline="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تاريخ النهاية</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الحالة</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ما تم حتى تاريخه</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791440">
                <a:tc>
                  <a:txBody>
                    <a:bodyPr/>
                    <a:lstStyle/>
                    <a:p>
                      <a:pPr marL="0" algn="ctr" defTabSz="914400" rtl="0" eaLnBrk="1" latinLnBrk="0" hangingPunct="1">
                        <a:lnSpc>
                          <a:spcPct val="105000"/>
                        </a:lnSpc>
                      </a:pPr>
                      <a:r>
                        <a:rPr lang="ar-SA" sz="1000" kern="0" baseline="0" dirty="0">
                          <a:solidFill>
                            <a:schemeClr val="tx1"/>
                          </a:solidFill>
                          <a:latin typeface="Abar Mid" pitchFamily="50" charset="-78"/>
                          <a:ea typeface="Abar Mid" pitchFamily="50" charset="-78"/>
                          <a:cs typeface="Abar Mid" pitchFamily="50" charset="-78"/>
                        </a:rPr>
                        <a:t>8</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err="1">
                          <a:solidFill>
                            <a:srgbClr val="000000"/>
                          </a:solidFill>
                          <a:effectLst/>
                          <a:latin typeface="Abar Mid" pitchFamily="50" charset="-78"/>
                          <a:ea typeface="Abar Mid" pitchFamily="50" charset="-78"/>
                          <a:cs typeface="Abar Mid" pitchFamily="50" charset="-78"/>
                        </a:rPr>
                        <a:t>إصدار</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دليل</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تصنيف</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الخدمات</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المحدث</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لموسم</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حج</a:t>
                      </a:r>
                      <a:r>
                        <a:rPr lang="en-US" sz="1000" b="0" i="0" u="none" strike="noStrike">
                          <a:solidFill>
                            <a:srgbClr val="000000"/>
                          </a:solidFill>
                          <a:effectLst/>
                          <a:latin typeface="Abar Mid" pitchFamily="50" charset="-78"/>
                          <a:ea typeface="Abar Mid" pitchFamily="50" charset="-78"/>
                          <a:cs typeface="Abar Mid" pitchFamily="50" charset="-78"/>
                        </a:rPr>
                        <a:t> 1448 </a:t>
                      </a:r>
                      <a:r>
                        <a:rPr lang="en-US" sz="1000" b="0" i="0" u="none" strike="noStrike" err="1">
                          <a:solidFill>
                            <a:srgbClr val="000000"/>
                          </a:solidFill>
                          <a:effectLst/>
                          <a:latin typeface="Abar Mid" pitchFamily="50" charset="-78"/>
                          <a:ea typeface="Abar Mid" pitchFamily="50" charset="-78"/>
                          <a:cs typeface="Abar Mid" pitchFamily="50" charset="-78"/>
                        </a:rPr>
                        <a:t>هجري</a:t>
                      </a:r>
                      <a:endParaRPr lang="en-US" sz="1000" b="0" i="0" u="none" strike="noStrike">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16-06-2026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31-07-2026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ar-SA" sz="1000" b="0" i="0" u="none" strike="noStrike" kern="1200" dirty="0">
                          <a:solidFill>
                            <a:srgbClr val="000000"/>
                          </a:solidFill>
                          <a:effectLst/>
                          <a:latin typeface="Abar Mid" pitchFamily="50" charset="-78"/>
                          <a:ea typeface="Abar Mid" pitchFamily="50" charset="-78"/>
                          <a:cs typeface="Abar Mid" pitchFamily="50" charset="-78"/>
                        </a:rPr>
                        <a:t>مكتمل</a:t>
                      </a:r>
                      <a:endParaRPr lang="en-US" sz="1000" b="0" i="0" u="none" strike="noStrike" kern="1200" dirty="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DCE6F2"/>
                    </a:solidFill>
                  </a:tcPr>
                </a:tc>
                <a:tc>
                  <a:txBody>
                    <a:bodyPr/>
                    <a:lstStyle/>
                    <a:p>
                      <a:pPr algn="r" rtl="1" fontAlgn="ctr">
                        <a:buNone/>
                      </a:pPr>
                      <a:r>
                        <a:rPr lang="en-US" sz="1000" b="1" i="0" u="none" strike="noStrike" dirty="0" err="1">
                          <a:solidFill>
                            <a:srgbClr val="000000"/>
                          </a:solidFill>
                          <a:effectLst/>
                          <a:latin typeface="Abar Mid" pitchFamily="50" charset="-78"/>
                          <a:ea typeface="Abar Mid" pitchFamily="50" charset="-78"/>
                          <a:cs typeface="Abar Mid" pitchFamily="50" charset="-78"/>
                        </a:rPr>
                        <a:t>تاريخ</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err="1">
                          <a:solidFill>
                            <a:srgbClr val="000000"/>
                          </a:solidFill>
                          <a:effectLst/>
                          <a:latin typeface="Abar Mid" pitchFamily="50" charset="-78"/>
                          <a:ea typeface="Abar Mid" pitchFamily="50" charset="-78"/>
                          <a:cs typeface="Abar Mid" pitchFamily="50" charset="-78"/>
                        </a:rPr>
                        <a:t>التحديث</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ar-SA" sz="1000" b="1" i="0" u="none" strike="noStrike" dirty="0">
                          <a:solidFill>
                            <a:srgbClr val="000000"/>
                          </a:solidFill>
                          <a:effectLst/>
                          <a:latin typeface="Abar Mid" pitchFamily="50" charset="-78"/>
                          <a:ea typeface="Abar Mid" pitchFamily="50" charset="-78"/>
                          <a:cs typeface="Abar Mid" pitchFamily="50" charset="-78"/>
                        </a:rPr>
                        <a:t>30 </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err="1">
                          <a:solidFill>
                            <a:srgbClr val="000000"/>
                          </a:solidFill>
                          <a:effectLst/>
                          <a:latin typeface="Abar Mid" pitchFamily="50" charset="-78"/>
                          <a:ea typeface="Abar Mid" pitchFamily="50" charset="-78"/>
                          <a:cs typeface="Abar Mid" pitchFamily="50" charset="-78"/>
                        </a:rPr>
                        <a:t>أغسطس</a:t>
                      </a:r>
                      <a:r>
                        <a:rPr lang="en-US" sz="1000" b="1" i="0" u="none" strike="noStrike" dirty="0">
                          <a:solidFill>
                            <a:srgbClr val="000000"/>
                          </a:solidFill>
                          <a:effectLst/>
                          <a:latin typeface="Abar Mid" pitchFamily="50" charset="-78"/>
                          <a:ea typeface="Abar Mid" pitchFamily="50" charset="-78"/>
                          <a:cs typeface="Abar Mid" pitchFamily="50" charset="-78"/>
                        </a:rPr>
                        <a:t> 2026</a:t>
                      </a:r>
                    </a:p>
                    <a:p>
                      <a:pPr algn="r" rtl="1" fontAlgn="ctr">
                        <a:buNone/>
                      </a:pPr>
                      <a:r>
                        <a:rPr lang="en-US" sz="1000" b="0" i="0" u="none" strike="noStrike" dirty="0" err="1">
                          <a:solidFill>
                            <a:srgbClr val="000000"/>
                          </a:solidFill>
                          <a:effectLst/>
                          <a:latin typeface="Abar Mid" pitchFamily="50" charset="-78"/>
                          <a:ea typeface="Abar Mid" pitchFamily="50" charset="-78"/>
                          <a:cs typeface="Abar Mid" pitchFamily="50" charset="-78"/>
                        </a:rPr>
                        <a:t>تم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اعتماد</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التصنيف</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الكمي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والنوعي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لموسم</a:t>
                      </a:r>
                      <a:r>
                        <a:rPr lang="en-US" sz="1000" b="0" i="0" u="none" strike="noStrike" dirty="0">
                          <a:solidFill>
                            <a:srgbClr val="000000"/>
                          </a:solidFill>
                          <a:effectLst/>
                          <a:latin typeface="Abar Mid" pitchFamily="50" charset="-78"/>
                          <a:ea typeface="Abar Mid" pitchFamily="50" charset="-78"/>
                          <a:cs typeface="Abar Mid" pitchFamily="50" charset="-78"/>
                        </a:rPr>
                        <a:t> 1448 هـ </a:t>
                      </a:r>
                      <a:r>
                        <a:rPr lang="en-US" sz="1000" b="0" i="0" u="none" strike="noStrike" dirty="0" err="1">
                          <a:solidFill>
                            <a:srgbClr val="000000"/>
                          </a:solidFill>
                          <a:effectLst/>
                          <a:latin typeface="Abar Mid" pitchFamily="50" charset="-78"/>
                          <a:ea typeface="Abar Mid" pitchFamily="50" charset="-78"/>
                          <a:cs typeface="Abar Mid" pitchFamily="50" charset="-78"/>
                        </a:rPr>
                        <a:t>بالقرار</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الوزاري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رقم</a:t>
                      </a:r>
                      <a:r>
                        <a:rPr lang="en-US" sz="1000" b="0" i="0" u="none" strike="noStrike" dirty="0">
                          <a:solidFill>
                            <a:srgbClr val="000000"/>
                          </a:solidFill>
                          <a:effectLst/>
                          <a:latin typeface="Abar Mid" pitchFamily="50" charset="-78"/>
                          <a:ea typeface="Abar Mid" pitchFamily="50" charset="-78"/>
                          <a:cs typeface="Abar Mid" pitchFamily="50" charset="-78"/>
                        </a:rPr>
                        <a:t> 480212055  </a:t>
                      </a:r>
                      <a:r>
                        <a:rPr lang="en-US" sz="1000" b="0" i="0" u="none" strike="noStrike" dirty="0" err="1">
                          <a:solidFill>
                            <a:srgbClr val="000000"/>
                          </a:solidFill>
                          <a:effectLst/>
                          <a:latin typeface="Abar Mid" pitchFamily="50" charset="-78"/>
                          <a:ea typeface="Abar Mid" pitchFamily="50" charset="-78"/>
                          <a:cs typeface="Abar Mid" pitchFamily="50" charset="-78"/>
                        </a:rPr>
                        <a:t>وتاريخ</a:t>
                      </a:r>
                      <a:r>
                        <a:rPr lang="en-US" sz="1000" b="0" i="0" u="none" strike="noStrike" dirty="0">
                          <a:solidFill>
                            <a:srgbClr val="000000"/>
                          </a:solidFill>
                          <a:effectLst/>
                          <a:latin typeface="Abar Mid" pitchFamily="50" charset="-78"/>
                          <a:ea typeface="Abar Mid" pitchFamily="50" charset="-78"/>
                          <a:cs typeface="Abar Mid" pitchFamily="50" charset="-78"/>
                        </a:rPr>
                        <a:t> 1448/02/16 هـ</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572283336"/>
                  </a:ext>
                </a:extLst>
              </a:tr>
            </a:tbl>
          </a:graphicData>
        </a:graphic>
      </p:graphicFrame>
      <p:graphicFrame>
        <p:nvGraphicFramePr>
          <p:cNvPr id="31" name="Table 7">
            <a:extLst>
              <a:ext uri="{FF2B5EF4-FFF2-40B4-BE49-F238E27FC236}">
                <a16:creationId xmlns:a16="http://schemas.microsoft.com/office/drawing/2014/main" id="{3E66C75A-F78E-DDF4-95E9-67543B2DA0BE}"/>
              </a:ext>
            </a:extLst>
          </p:cNvPr>
          <p:cNvGraphicFramePr>
            <a:graphicFrameLocks noGrp="1"/>
          </p:cNvGraphicFramePr>
          <p:nvPr>
            <p:extLst>
              <p:ext uri="{D42A27DB-BD31-4B8C-83A1-F6EECF244321}">
                <p14:modId xmlns:p14="http://schemas.microsoft.com/office/powerpoint/2010/main" val="1854604796"/>
              </p:ext>
            </p:extLst>
          </p:nvPr>
        </p:nvGraphicFramePr>
        <p:xfrm>
          <a:off x="621268" y="3053229"/>
          <a:ext cx="6566916" cy="2056820"/>
        </p:xfrm>
        <a:graphic>
          <a:graphicData uri="http://schemas.openxmlformats.org/drawingml/2006/table">
            <a:tbl>
              <a:tblPr rtl="1"/>
              <a:tblGrid>
                <a:gridCol w="384048">
                  <a:extLst>
                    <a:ext uri="{9D8B030D-6E8A-4147-A177-3AD203B41FA5}">
                      <a16:colId xmlns:a16="http://schemas.microsoft.com/office/drawing/2014/main" val="20000"/>
                    </a:ext>
                  </a:extLst>
                </a:gridCol>
                <a:gridCol w="1071372">
                  <a:extLst>
                    <a:ext uri="{9D8B030D-6E8A-4147-A177-3AD203B41FA5}">
                      <a16:colId xmlns:a16="http://schemas.microsoft.com/office/drawing/2014/main" val="20001"/>
                    </a:ext>
                  </a:extLst>
                </a:gridCol>
                <a:gridCol w="795528">
                  <a:extLst>
                    <a:ext uri="{9D8B030D-6E8A-4147-A177-3AD203B41FA5}">
                      <a16:colId xmlns:a16="http://schemas.microsoft.com/office/drawing/2014/main" val="20002"/>
                    </a:ext>
                  </a:extLst>
                </a:gridCol>
                <a:gridCol w="795528">
                  <a:extLst>
                    <a:ext uri="{9D8B030D-6E8A-4147-A177-3AD203B41FA5}">
                      <a16:colId xmlns:a16="http://schemas.microsoft.com/office/drawing/2014/main" val="20003"/>
                    </a:ext>
                  </a:extLst>
                </a:gridCol>
                <a:gridCol w="685800">
                  <a:extLst>
                    <a:ext uri="{9D8B030D-6E8A-4147-A177-3AD203B41FA5}">
                      <a16:colId xmlns:a16="http://schemas.microsoft.com/office/drawing/2014/main" val="20005"/>
                    </a:ext>
                  </a:extLst>
                </a:gridCol>
                <a:gridCol w="2834640">
                  <a:extLst>
                    <a:ext uri="{9D8B030D-6E8A-4147-A177-3AD203B41FA5}">
                      <a16:colId xmlns:a16="http://schemas.microsoft.com/office/drawing/2014/main" val="20006"/>
                    </a:ext>
                  </a:extLst>
                </a:gridCol>
              </a:tblGrid>
              <a:tr h="315190">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000">
                          <a:solidFill>
                            <a:srgbClr val="00080B"/>
                          </a:solidFill>
                          <a:latin typeface="Abar Mid" pitchFamily="2" charset="-78"/>
                          <a:ea typeface="Abar Mid" pitchFamily="2" charset="-78"/>
                          <a:cs typeface="Abar Mid" pitchFamily="2" charset="-78"/>
                        </a:rPr>
                        <a:t>وكالة تطوير الأعمال وخدمة المستفيدين</a:t>
                      </a:r>
                      <a:endParaRPr lang="ar-JO" sz="1000">
                        <a:solidFill>
                          <a:srgbClr val="00080B"/>
                        </a:solidFill>
                        <a:latin typeface="Abar Mid" pitchFamily="2" charset="-78"/>
                        <a:ea typeface="Abar Mid" pitchFamily="2" charset="-78"/>
                        <a:cs typeface="Abar Mid" pitchFamily="2"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47394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000" b="1" kern="1200">
                          <a:solidFill>
                            <a:schemeClr val="bg1"/>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اسم المشروع</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baseline="0">
                          <a:solidFill>
                            <a:schemeClr val="bg1"/>
                          </a:solidFill>
                          <a:latin typeface="Abar Mid" pitchFamily="50" charset="-78"/>
                          <a:ea typeface="Abar Mid" pitchFamily="50" charset="-78"/>
                          <a:cs typeface="Abar Mid" pitchFamily="50" charset="-78"/>
                        </a:rPr>
                        <a:t>تاريخ البداية</a:t>
                      </a:r>
                      <a:endParaRPr sz="1000" b="1" kern="1200" baseline="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تاريخ النهاية</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الحالة</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ما تم حتى تاريخه</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1267690">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تطوير تجربة مظلات مبتكرة لضيوف الرحمن</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11-06-2026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15-11-2026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على</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المخطط</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en-US" sz="1000" b="1" i="0" u="none" strike="noStrike" dirty="0" err="1">
                          <a:solidFill>
                            <a:srgbClr val="000000"/>
                          </a:solidFill>
                          <a:effectLst/>
                          <a:latin typeface="Abar Mid" pitchFamily="50" charset="-78"/>
                          <a:ea typeface="Abar Mid" pitchFamily="50" charset="-78"/>
                          <a:cs typeface="Abar Mid" pitchFamily="50" charset="-78"/>
                        </a:rPr>
                        <a:t>تاريخ</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err="1">
                          <a:solidFill>
                            <a:srgbClr val="000000"/>
                          </a:solidFill>
                          <a:effectLst/>
                          <a:latin typeface="Abar Mid" pitchFamily="50" charset="-78"/>
                          <a:ea typeface="Abar Mid" pitchFamily="50" charset="-78"/>
                          <a:cs typeface="Abar Mid" pitchFamily="50" charset="-78"/>
                        </a:rPr>
                        <a:t>التحديث</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ar-SA" sz="1000" b="1" i="0" u="none" strike="noStrike" dirty="0">
                          <a:solidFill>
                            <a:srgbClr val="000000"/>
                          </a:solidFill>
                          <a:effectLst/>
                          <a:latin typeface="Abar Mid" pitchFamily="50" charset="-78"/>
                          <a:ea typeface="Abar Mid" pitchFamily="50" charset="-78"/>
                          <a:cs typeface="Abar Mid" pitchFamily="50" charset="-78"/>
                        </a:rPr>
                        <a:t>24 </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ar-SA" sz="1000" b="1" i="0" u="none" strike="noStrike" dirty="0">
                          <a:solidFill>
                            <a:srgbClr val="000000"/>
                          </a:solidFill>
                          <a:effectLst/>
                          <a:latin typeface="Abar Mid" pitchFamily="50" charset="-78"/>
                          <a:ea typeface="Abar Mid" pitchFamily="50" charset="-78"/>
                          <a:cs typeface="Abar Mid" pitchFamily="50" charset="-78"/>
                        </a:rPr>
                        <a:t>سبتمبر</a:t>
                      </a:r>
                      <a:r>
                        <a:rPr lang="en-US" sz="1000" b="1" i="0" u="none" strike="noStrike" dirty="0">
                          <a:solidFill>
                            <a:srgbClr val="000000"/>
                          </a:solidFill>
                          <a:effectLst/>
                          <a:latin typeface="Abar Mid" pitchFamily="50" charset="-78"/>
                          <a:ea typeface="Abar Mid" pitchFamily="50" charset="-78"/>
                          <a:cs typeface="Abar Mid" pitchFamily="50" charset="-78"/>
                        </a:rPr>
                        <a:t> 2026</a:t>
                      </a:r>
                      <a:endParaRPr lang="ar-SA" sz="1000" b="1" i="0" u="none" strike="noStrike" dirty="0">
                        <a:solidFill>
                          <a:srgbClr val="000000"/>
                        </a:solidFill>
                        <a:effectLst/>
                        <a:latin typeface="Abar Mid" pitchFamily="50" charset="-78"/>
                        <a:ea typeface="Abar Mid" pitchFamily="50" charset="-78"/>
                        <a:cs typeface="Abar Mid" pitchFamily="50" charset="-78"/>
                      </a:endParaRPr>
                    </a:p>
                    <a:p>
                      <a:pPr marL="0" marR="101600" indent="-76200" algn="r" defTabSz="914415" rtl="1" eaLnBrk="1" fontAlgn="ctr" latinLnBrk="0" hangingPunct="1">
                        <a:lnSpc>
                          <a:spcPct val="100000"/>
                        </a:lnSpc>
                        <a:spcBef>
                          <a:spcPts val="0"/>
                        </a:spcBef>
                        <a:spcAft>
                          <a:spcPts val="0"/>
                        </a:spcAft>
                        <a:buSzPct val="75000"/>
                        <a:buChar char="•"/>
                      </a:pPr>
                      <a:r>
                        <a:rPr lang="ar-SA" sz="1000" b="0" i="0" u="none" strike="noStrike" kern="1200" dirty="0">
                          <a:solidFill>
                            <a:srgbClr val="000000"/>
                          </a:solidFill>
                          <a:effectLst/>
                          <a:latin typeface="Abar Mid" pitchFamily="50" charset="-78"/>
                          <a:ea typeface="Abar Mid" pitchFamily="50" charset="-78"/>
                          <a:cs typeface="Abar Mid" pitchFamily="50" charset="-78"/>
                        </a:rPr>
                        <a:t>تم الانتهاء من معرض ابتكارات الحج وعرض جميع المشاركات، بمشاركة 17 شركة/مبتكر وتقديم 22 نموذج مبتكر للمظلات.</a:t>
                      </a:r>
                    </a:p>
                    <a:p>
                      <a:pPr marL="0" marR="101600" indent="-76200" algn="r" defTabSz="914415" rtl="1" eaLnBrk="1" fontAlgn="ctr" latinLnBrk="0" hangingPunct="1">
                        <a:lnSpc>
                          <a:spcPct val="100000"/>
                        </a:lnSpc>
                        <a:spcBef>
                          <a:spcPts val="0"/>
                        </a:spcBef>
                        <a:spcAft>
                          <a:spcPts val="0"/>
                        </a:spcAft>
                        <a:buSzPct val="75000"/>
                        <a:buChar char="•"/>
                      </a:pPr>
                      <a:r>
                        <a:rPr lang="ar-SA" sz="1000" b="0" i="0" u="none" strike="noStrike" kern="1200" dirty="0">
                          <a:solidFill>
                            <a:srgbClr val="000000"/>
                          </a:solidFill>
                          <a:effectLst/>
                          <a:latin typeface="Abar Mid" pitchFamily="50" charset="-78"/>
                          <a:ea typeface="Abar Mid" pitchFamily="50" charset="-78"/>
                          <a:cs typeface="Abar Mid" pitchFamily="50" charset="-78"/>
                        </a:rPr>
                        <a:t>جار حاليا التقييم الأولي من قبل لجنة التحكيم لتأهيل المشاركات المناسبة، تمهيدا  لإعلان النتائج النهائية وعرضها في مؤتمر الحج</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989322579"/>
                  </a:ext>
                </a:extLst>
              </a:tr>
            </a:tbl>
          </a:graphicData>
        </a:graphic>
      </p:graphicFrame>
      <p:graphicFrame>
        <p:nvGraphicFramePr>
          <p:cNvPr id="32" name="Table 10">
            <a:extLst>
              <a:ext uri="{FF2B5EF4-FFF2-40B4-BE49-F238E27FC236}">
                <a16:creationId xmlns:a16="http://schemas.microsoft.com/office/drawing/2014/main" id="{BD3B8E98-7822-6066-CDA7-8D291CE1013B}"/>
              </a:ext>
            </a:extLst>
          </p:cNvPr>
          <p:cNvGraphicFramePr>
            <a:graphicFrameLocks noGrp="1"/>
          </p:cNvGraphicFramePr>
          <p:nvPr>
            <p:extLst>
              <p:ext uri="{D42A27DB-BD31-4B8C-83A1-F6EECF244321}">
                <p14:modId xmlns:p14="http://schemas.microsoft.com/office/powerpoint/2010/main" val="767795130"/>
              </p:ext>
            </p:extLst>
          </p:nvPr>
        </p:nvGraphicFramePr>
        <p:xfrm>
          <a:off x="621268" y="5224349"/>
          <a:ext cx="6566916" cy="3322200"/>
        </p:xfrm>
        <a:graphic>
          <a:graphicData uri="http://schemas.openxmlformats.org/drawingml/2006/table">
            <a:tbl>
              <a:tblPr rtl="1"/>
              <a:tblGrid>
                <a:gridCol w="384048">
                  <a:extLst>
                    <a:ext uri="{9D8B030D-6E8A-4147-A177-3AD203B41FA5}">
                      <a16:colId xmlns:a16="http://schemas.microsoft.com/office/drawing/2014/main" val="20000"/>
                    </a:ext>
                  </a:extLst>
                </a:gridCol>
                <a:gridCol w="1071372">
                  <a:extLst>
                    <a:ext uri="{9D8B030D-6E8A-4147-A177-3AD203B41FA5}">
                      <a16:colId xmlns:a16="http://schemas.microsoft.com/office/drawing/2014/main" val="20001"/>
                    </a:ext>
                  </a:extLst>
                </a:gridCol>
                <a:gridCol w="795528">
                  <a:extLst>
                    <a:ext uri="{9D8B030D-6E8A-4147-A177-3AD203B41FA5}">
                      <a16:colId xmlns:a16="http://schemas.microsoft.com/office/drawing/2014/main" val="20002"/>
                    </a:ext>
                  </a:extLst>
                </a:gridCol>
                <a:gridCol w="795528">
                  <a:extLst>
                    <a:ext uri="{9D8B030D-6E8A-4147-A177-3AD203B41FA5}">
                      <a16:colId xmlns:a16="http://schemas.microsoft.com/office/drawing/2014/main" val="20003"/>
                    </a:ext>
                  </a:extLst>
                </a:gridCol>
                <a:gridCol w="685800">
                  <a:extLst>
                    <a:ext uri="{9D8B030D-6E8A-4147-A177-3AD203B41FA5}">
                      <a16:colId xmlns:a16="http://schemas.microsoft.com/office/drawing/2014/main" val="20005"/>
                    </a:ext>
                  </a:extLst>
                </a:gridCol>
                <a:gridCol w="2834640">
                  <a:extLst>
                    <a:ext uri="{9D8B030D-6E8A-4147-A177-3AD203B41FA5}">
                      <a16:colId xmlns:a16="http://schemas.microsoft.com/office/drawing/2014/main" val="20006"/>
                    </a:ext>
                  </a:extLst>
                </a:gridCol>
              </a:tblGrid>
              <a:tr h="315190">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000">
                          <a:solidFill>
                            <a:srgbClr val="00080B"/>
                          </a:solidFill>
                          <a:latin typeface="Abar Mid" pitchFamily="2" charset="-78"/>
                          <a:ea typeface="Abar Mid" pitchFamily="2" charset="-78"/>
                          <a:cs typeface="Abar Mid" pitchFamily="2" charset="-78"/>
                        </a:rPr>
                        <a:t>وكالة التعاون الدولي والشراكات</a:t>
                      </a:r>
                      <a:endParaRPr lang="ar-JO" sz="1000">
                        <a:solidFill>
                          <a:srgbClr val="00080B"/>
                        </a:solidFill>
                        <a:latin typeface="Abar Mid" pitchFamily="2" charset="-78"/>
                        <a:ea typeface="Abar Mid" pitchFamily="2" charset="-78"/>
                        <a:cs typeface="Abar Mid" pitchFamily="2"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47394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000" b="1" kern="1200">
                          <a:solidFill>
                            <a:schemeClr val="bg1"/>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اسم المشروع</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baseline="0">
                          <a:solidFill>
                            <a:schemeClr val="bg1"/>
                          </a:solidFill>
                          <a:latin typeface="Abar Mid" pitchFamily="50" charset="-78"/>
                          <a:ea typeface="Abar Mid" pitchFamily="50" charset="-78"/>
                          <a:cs typeface="Abar Mid" pitchFamily="50" charset="-78"/>
                        </a:rPr>
                        <a:t>تاريخ البداية</a:t>
                      </a:r>
                      <a:endParaRPr sz="1000" b="1" kern="1200" baseline="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تاريخ النهاية</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الحالة</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ما تم حتى تاريخه</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791440">
                <a:tc>
                  <a:txBody>
                    <a:bodyPr/>
                    <a:lstStyle/>
                    <a:p>
                      <a:pPr algn="ctr" rtl="1" fontAlgn="ctr">
                        <a:buNone/>
                      </a:pPr>
                      <a:r>
                        <a:rPr lang="en-US" sz="1000" b="0" i="0" u="none" strike="noStrike">
                          <a:solidFill>
                            <a:srgbClr val="000000"/>
                          </a:solidFill>
                          <a:effectLst/>
                          <a:latin typeface="Arial" panose="020B0604020202020204" pitchFamily="34" charset="0"/>
                        </a:rPr>
                        <a:t>1</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15" rtl="1" eaLnBrk="1" fontAlgn="ctr" latinLnBrk="0" hangingPunct="1">
                        <a:buNone/>
                      </a:pPr>
                      <a:r>
                        <a:rPr lang="en-US" sz="1000" b="0" i="0" u="none" strike="noStrike" kern="1200">
                          <a:solidFill>
                            <a:srgbClr val="000000"/>
                          </a:solidFill>
                          <a:effectLst/>
                          <a:latin typeface="Abar Mid" pitchFamily="50" charset="-78"/>
                          <a:ea typeface="Abar Mid" pitchFamily="50" charset="-78"/>
                          <a:cs typeface="Abar Mid" pitchFamily="50" charset="-78"/>
                        </a:rPr>
                        <a:t>نسك امتثال مراكز الضيافة</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a:solidFill>
                            <a:srgbClr val="000000"/>
                          </a:solidFill>
                          <a:effectLst/>
                          <a:latin typeface="Abar Mid" pitchFamily="50" charset="-78"/>
                          <a:ea typeface="Abar Mid" pitchFamily="50" charset="-78"/>
                          <a:cs typeface="Abar Mid" pitchFamily="50" charset="-78"/>
                        </a:rPr>
                        <a:t>14-06-2026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a:solidFill>
                            <a:srgbClr val="000000"/>
                          </a:solidFill>
                          <a:effectLst/>
                          <a:latin typeface="Abar Mid" pitchFamily="50" charset="-78"/>
                          <a:ea typeface="Abar Mid" pitchFamily="50" charset="-78"/>
                          <a:cs typeface="Abar Mid" pitchFamily="50" charset="-78"/>
                        </a:rPr>
                        <a:t>22-02-2027</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على</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المخطط</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marL="0" algn="r" defTabSz="914415" rtl="1" eaLnBrk="1" fontAlgn="ctr" latinLnBrk="0" hangingPunct="1">
                        <a:buNone/>
                      </a:pPr>
                      <a:r>
                        <a:rPr lang="en-US" sz="1000" b="1" i="0" u="none" strike="noStrike" dirty="0" err="1">
                          <a:solidFill>
                            <a:srgbClr val="000000"/>
                          </a:solidFill>
                          <a:effectLst/>
                          <a:latin typeface="Abar Mid" pitchFamily="50" charset="-78"/>
                          <a:ea typeface="Abar Mid" pitchFamily="50" charset="-78"/>
                          <a:cs typeface="Abar Mid" pitchFamily="50" charset="-78"/>
                        </a:rPr>
                        <a:t>تاريخ</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err="1">
                          <a:solidFill>
                            <a:srgbClr val="000000"/>
                          </a:solidFill>
                          <a:effectLst/>
                          <a:latin typeface="Abar Mid" pitchFamily="50" charset="-78"/>
                          <a:ea typeface="Abar Mid" pitchFamily="50" charset="-78"/>
                          <a:cs typeface="Abar Mid" pitchFamily="50" charset="-78"/>
                        </a:rPr>
                        <a:t>التحديث</a:t>
                      </a:r>
                      <a:r>
                        <a:rPr lang="ar-SA" sz="1000" b="1" i="0" u="none" strike="noStrike" dirty="0">
                          <a:solidFill>
                            <a:srgbClr val="000000"/>
                          </a:solidFill>
                          <a:effectLst/>
                          <a:latin typeface="Abar Mid" pitchFamily="50" charset="-78"/>
                          <a:ea typeface="Abar Mid" pitchFamily="50" charset="-78"/>
                          <a:cs typeface="Abar Mid" pitchFamily="50" charset="-78"/>
                        </a:rPr>
                        <a:t> 16 </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err="1">
                          <a:solidFill>
                            <a:srgbClr val="000000"/>
                          </a:solidFill>
                          <a:effectLst/>
                          <a:latin typeface="Abar Mid" pitchFamily="50" charset="-78"/>
                          <a:ea typeface="Abar Mid" pitchFamily="50" charset="-78"/>
                          <a:cs typeface="Abar Mid" pitchFamily="50" charset="-78"/>
                        </a:rPr>
                        <a:t>سبتمبر</a:t>
                      </a:r>
                      <a:r>
                        <a:rPr lang="en-US" sz="1000" b="1" i="0" u="none" strike="noStrike" dirty="0">
                          <a:solidFill>
                            <a:srgbClr val="000000"/>
                          </a:solidFill>
                          <a:effectLst/>
                          <a:latin typeface="Abar Mid" pitchFamily="50" charset="-78"/>
                          <a:ea typeface="Abar Mid" pitchFamily="50" charset="-78"/>
                          <a:cs typeface="Abar Mid" pitchFamily="50" charset="-78"/>
                        </a:rPr>
                        <a:t> 2026</a:t>
                      </a:r>
                      <a:endParaRPr lang="ar-SA" sz="1000" b="1" i="0" u="none" strike="noStrike" kern="1200" dirty="0">
                        <a:solidFill>
                          <a:srgbClr val="000000"/>
                        </a:solidFill>
                        <a:effectLst/>
                        <a:latin typeface="Abar Mid" pitchFamily="50" charset="-78"/>
                        <a:ea typeface="Abar Mid" pitchFamily="50" charset="-78"/>
                        <a:cs typeface="Abar Mid" pitchFamily="50" charset="-78"/>
                      </a:endParaRPr>
                    </a:p>
                    <a:p>
                      <a:pPr marL="0" algn="r" defTabSz="914415" rtl="1" eaLnBrk="1" fontAlgn="ctr" latinLnBrk="0" hangingPunct="1">
                        <a:buNone/>
                      </a:pPr>
                      <a:r>
                        <a:rPr lang="ar-SA" sz="1000" b="0" i="0" u="none" strike="noStrike" kern="1200" dirty="0">
                          <a:solidFill>
                            <a:srgbClr val="000000"/>
                          </a:solidFill>
                          <a:effectLst/>
                          <a:latin typeface="Abar Mid" pitchFamily="50" charset="-78"/>
                          <a:ea typeface="Abar Mid" pitchFamily="50" charset="-78"/>
                          <a:cs typeface="Abar Mid" pitchFamily="50" charset="-78"/>
                        </a:rPr>
                        <a:t>تم إعادة إرسال كراسة الشروط والمواصفات بعد معالجات الملاحظات لإدارة المشتريات لاستكمال  إجراءات الطرح</a:t>
                      </a:r>
                      <a:endParaRPr lang="en-US" sz="1000" b="0" i="0" u="none" strike="noStrike" kern="1200" dirty="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989322579"/>
                  </a:ext>
                </a:extLst>
              </a:tr>
              <a:tr h="950190">
                <a:tc>
                  <a:txBody>
                    <a:bodyPr/>
                    <a:lstStyle/>
                    <a:p>
                      <a:pPr algn="ctr" rtl="1" fontAlgn="ctr">
                        <a:buNone/>
                      </a:pPr>
                      <a:r>
                        <a:rPr lang="en-US" sz="1000" b="0" i="0" u="none" strike="noStrike">
                          <a:solidFill>
                            <a:srgbClr val="000000"/>
                          </a:solidFill>
                          <a:effectLst/>
                          <a:latin typeface="Arial" panose="020B0604020202020204" pitchFamily="34" charset="0"/>
                        </a:rPr>
                        <a:t>2</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دراسة</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تحسين</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نموذج</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عمل</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آلية</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تنظيم</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قدوم</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حجاج</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الخليج</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a:solidFill>
                            <a:srgbClr val="000000"/>
                          </a:solidFill>
                          <a:effectLst/>
                          <a:latin typeface="Abar Mid" pitchFamily="50" charset="-78"/>
                          <a:ea typeface="Abar Mid" pitchFamily="50" charset="-78"/>
                          <a:cs typeface="Abar Mid" pitchFamily="50" charset="-78"/>
                        </a:rPr>
                        <a:t>14-06-2026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a:solidFill>
                            <a:srgbClr val="000000"/>
                          </a:solidFill>
                          <a:effectLst/>
                          <a:latin typeface="Abar Mid" pitchFamily="50" charset="-78"/>
                          <a:ea typeface="Abar Mid" pitchFamily="50" charset="-78"/>
                          <a:cs typeface="Abar Mid" pitchFamily="50" charset="-78"/>
                        </a:rPr>
                        <a:t>28-03-2027</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على</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المخطط</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marL="0" marR="0" lvl="0" indent="0" algn="r" defTabSz="914415" rtl="1" eaLnBrk="1" fontAlgn="ctr" latinLnBrk="0" hangingPunct="1">
                        <a:lnSpc>
                          <a:spcPct val="100000"/>
                        </a:lnSpc>
                        <a:spcBef>
                          <a:spcPts val="0"/>
                        </a:spcBef>
                        <a:spcAft>
                          <a:spcPts val="0"/>
                        </a:spcAft>
                        <a:buClrTx/>
                        <a:buSzTx/>
                        <a:buFontTx/>
                        <a:buNone/>
                        <a:tabLst/>
                        <a:defRPr/>
                      </a:pPr>
                      <a:r>
                        <a:rPr lang="en-US" sz="1000" b="1" i="0" u="none" strike="noStrike" dirty="0" err="1">
                          <a:solidFill>
                            <a:srgbClr val="000000"/>
                          </a:solidFill>
                          <a:effectLst/>
                          <a:latin typeface="Abar Mid" pitchFamily="50" charset="-78"/>
                          <a:ea typeface="Abar Mid" pitchFamily="50" charset="-78"/>
                          <a:cs typeface="Abar Mid" pitchFamily="50" charset="-78"/>
                        </a:rPr>
                        <a:t>تاريخ</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err="1">
                          <a:solidFill>
                            <a:srgbClr val="000000"/>
                          </a:solidFill>
                          <a:effectLst/>
                          <a:latin typeface="Abar Mid" pitchFamily="50" charset="-78"/>
                          <a:ea typeface="Abar Mid" pitchFamily="50" charset="-78"/>
                          <a:cs typeface="Abar Mid" pitchFamily="50" charset="-78"/>
                        </a:rPr>
                        <a:t>التحديث</a:t>
                      </a:r>
                      <a:r>
                        <a:rPr lang="ar-SA" sz="1000" b="1" i="0" u="none" strike="noStrike" dirty="0">
                          <a:solidFill>
                            <a:srgbClr val="000000"/>
                          </a:solidFill>
                          <a:effectLst/>
                          <a:latin typeface="Abar Mid" pitchFamily="50" charset="-78"/>
                          <a:ea typeface="Abar Mid" pitchFamily="50" charset="-78"/>
                          <a:cs typeface="Abar Mid" pitchFamily="50" charset="-78"/>
                        </a:rPr>
                        <a:t> 16 </a:t>
                      </a:r>
                      <a:r>
                        <a:rPr lang="en-US" sz="1000" b="1" i="0" u="none" strike="noStrike" dirty="0" err="1">
                          <a:solidFill>
                            <a:srgbClr val="000000"/>
                          </a:solidFill>
                          <a:effectLst/>
                          <a:latin typeface="Abar Mid" pitchFamily="50" charset="-78"/>
                          <a:ea typeface="Abar Mid" pitchFamily="50" charset="-78"/>
                          <a:cs typeface="Abar Mid" pitchFamily="50" charset="-78"/>
                        </a:rPr>
                        <a:t>سبتمبر</a:t>
                      </a:r>
                      <a:r>
                        <a:rPr lang="en-US" sz="1000" b="1" i="0" u="none" strike="noStrike" dirty="0">
                          <a:solidFill>
                            <a:srgbClr val="000000"/>
                          </a:solidFill>
                          <a:effectLst/>
                          <a:latin typeface="Abar Mid" pitchFamily="50" charset="-78"/>
                          <a:ea typeface="Abar Mid" pitchFamily="50" charset="-78"/>
                          <a:cs typeface="Abar Mid" pitchFamily="50" charset="-78"/>
                        </a:rPr>
                        <a:t> 2026</a:t>
                      </a:r>
                      <a:endParaRPr lang="ar-SA" sz="1000" b="1" i="0" u="none" strike="noStrike" kern="1200" dirty="0">
                        <a:solidFill>
                          <a:srgbClr val="000000"/>
                        </a:solidFill>
                        <a:effectLst/>
                        <a:latin typeface="Abar Mid" pitchFamily="50" charset="-78"/>
                        <a:ea typeface="Abar Mid" pitchFamily="50" charset="-78"/>
                        <a:cs typeface="Abar Mid" pitchFamily="50" charset="-78"/>
                      </a:endParaRPr>
                    </a:p>
                    <a:p>
                      <a:pPr marL="0" algn="r" defTabSz="914415" rtl="1" eaLnBrk="1" fontAlgn="ctr" latinLnBrk="0" hangingPunct="1">
                        <a:buNone/>
                      </a:pPr>
                      <a:r>
                        <a:rPr lang="en-US" sz="1000" b="0" i="0" u="none" strike="noStrike" kern="1200" dirty="0" err="1">
                          <a:solidFill>
                            <a:srgbClr val="000000"/>
                          </a:solidFill>
                          <a:effectLst/>
                          <a:latin typeface="Abar Mid" pitchFamily="50" charset="-78"/>
                          <a:ea typeface="Abar Mid" pitchFamily="50" charset="-78"/>
                          <a:cs typeface="Abar Mid" pitchFamily="50" charset="-78"/>
                        </a:rPr>
                        <a:t>جاري</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العمل</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على</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تحليل</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المخاطر</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السياسية</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للنموذج</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الجديد</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وعرضه</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على</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مستوى</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الوكلاء</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والوزارات</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المعنية</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في</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دول</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الخليج</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في</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معرض</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ومؤتمر</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الحج</a:t>
                      </a:r>
                      <a:endParaRPr lang="en-US" sz="1000" b="0" i="0" u="none" strike="noStrike" kern="1200" dirty="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308184649"/>
                  </a:ext>
                </a:extLst>
              </a:tr>
              <a:tr h="791440">
                <a:tc>
                  <a:txBody>
                    <a:bodyPr/>
                    <a:lstStyle/>
                    <a:p>
                      <a:pPr algn="ctr" rtl="1" fontAlgn="ctr">
                        <a:buNone/>
                      </a:pPr>
                      <a:r>
                        <a:rPr lang="en-US" sz="1000" b="0" i="0" u="none" strike="noStrike">
                          <a:solidFill>
                            <a:srgbClr val="000000"/>
                          </a:solidFill>
                          <a:effectLst/>
                          <a:latin typeface="Arial" panose="020B0604020202020204" pitchFamily="34" charset="0"/>
                        </a:rPr>
                        <a:t>3</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15" rtl="1" eaLnBrk="1" fontAlgn="ctr" latinLnBrk="0" hangingPunct="1">
                        <a:buNone/>
                      </a:pPr>
                      <a:r>
                        <a:rPr lang="en-US" sz="1000" b="0" i="0" u="none" strike="noStrike" kern="1200" dirty="0" err="1">
                          <a:solidFill>
                            <a:srgbClr val="000000"/>
                          </a:solidFill>
                          <a:effectLst/>
                          <a:latin typeface="Abar Mid" pitchFamily="50" charset="-78"/>
                          <a:ea typeface="Abar Mid" pitchFamily="50" charset="-78"/>
                          <a:cs typeface="Abar Mid" pitchFamily="50" charset="-78"/>
                        </a:rPr>
                        <a:t>برنامج</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اعتماد</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مكاتب</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شؤون</a:t>
                      </a:r>
                      <a:r>
                        <a:rPr lang="en-US" sz="1000" b="0" i="0" u="none" strike="noStrike" kern="1200" dirty="0">
                          <a:solidFill>
                            <a:srgbClr val="000000"/>
                          </a:solidFill>
                          <a:effectLst/>
                          <a:latin typeface="Abar Mid" pitchFamily="50" charset="-78"/>
                          <a:ea typeface="Abar Mid" pitchFamily="50" charset="-78"/>
                          <a:cs typeface="Abar Mid" pitchFamily="50" charset="-78"/>
                        </a:rPr>
                        <a:t> الحج</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a:solidFill>
                            <a:srgbClr val="000000"/>
                          </a:solidFill>
                          <a:effectLst/>
                          <a:latin typeface="Abar Mid" pitchFamily="50" charset="-78"/>
                          <a:ea typeface="Abar Mid" pitchFamily="50" charset="-78"/>
                          <a:cs typeface="Abar Mid" pitchFamily="50" charset="-78"/>
                        </a:rPr>
                        <a:t>15-07-2026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a:solidFill>
                            <a:srgbClr val="000000"/>
                          </a:solidFill>
                          <a:effectLst/>
                          <a:latin typeface="Abar Mid" pitchFamily="50" charset="-78"/>
                          <a:ea typeface="Abar Mid" pitchFamily="50" charset="-78"/>
                          <a:cs typeface="Abar Mid" pitchFamily="50" charset="-78"/>
                        </a:rPr>
                        <a:t>22-02-2027</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على</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المخطط</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marL="0" marR="0" lvl="0" indent="0" algn="r" defTabSz="914415" rtl="1" eaLnBrk="1" fontAlgn="ctr" latinLnBrk="0" hangingPunct="1">
                        <a:lnSpc>
                          <a:spcPct val="100000"/>
                        </a:lnSpc>
                        <a:spcBef>
                          <a:spcPts val="0"/>
                        </a:spcBef>
                        <a:spcAft>
                          <a:spcPts val="0"/>
                        </a:spcAft>
                        <a:buClrTx/>
                        <a:buSzTx/>
                        <a:buFontTx/>
                        <a:buNone/>
                        <a:tabLst/>
                        <a:defRPr/>
                      </a:pPr>
                      <a:r>
                        <a:rPr lang="en-US" sz="1000" b="1" i="0" u="none" strike="noStrike" dirty="0" err="1">
                          <a:solidFill>
                            <a:srgbClr val="000000"/>
                          </a:solidFill>
                          <a:effectLst/>
                          <a:latin typeface="Abar Mid" pitchFamily="50" charset="-78"/>
                          <a:ea typeface="Abar Mid" pitchFamily="50" charset="-78"/>
                          <a:cs typeface="Abar Mid" pitchFamily="50" charset="-78"/>
                        </a:rPr>
                        <a:t>تاريخ</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err="1">
                          <a:solidFill>
                            <a:srgbClr val="000000"/>
                          </a:solidFill>
                          <a:effectLst/>
                          <a:latin typeface="Abar Mid" pitchFamily="50" charset="-78"/>
                          <a:ea typeface="Abar Mid" pitchFamily="50" charset="-78"/>
                          <a:cs typeface="Abar Mid" pitchFamily="50" charset="-78"/>
                        </a:rPr>
                        <a:t>التحديث</a:t>
                      </a:r>
                      <a:r>
                        <a:rPr lang="ar-SA" sz="1000" b="1" i="0" u="none" strike="noStrike" dirty="0">
                          <a:solidFill>
                            <a:srgbClr val="000000"/>
                          </a:solidFill>
                          <a:effectLst/>
                          <a:latin typeface="Abar Mid" pitchFamily="50" charset="-78"/>
                          <a:ea typeface="Abar Mid" pitchFamily="50" charset="-78"/>
                          <a:cs typeface="Abar Mid" pitchFamily="50" charset="-78"/>
                        </a:rPr>
                        <a:t> 16</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err="1">
                          <a:solidFill>
                            <a:srgbClr val="000000"/>
                          </a:solidFill>
                          <a:effectLst/>
                          <a:latin typeface="Abar Mid" pitchFamily="50" charset="-78"/>
                          <a:ea typeface="Abar Mid" pitchFamily="50" charset="-78"/>
                          <a:cs typeface="Abar Mid" pitchFamily="50" charset="-78"/>
                        </a:rPr>
                        <a:t>سبتمبر</a:t>
                      </a:r>
                      <a:r>
                        <a:rPr lang="en-US" sz="1000" b="1" i="0" u="none" strike="noStrike" dirty="0">
                          <a:solidFill>
                            <a:srgbClr val="000000"/>
                          </a:solidFill>
                          <a:effectLst/>
                          <a:latin typeface="Abar Mid" pitchFamily="50" charset="-78"/>
                          <a:ea typeface="Abar Mid" pitchFamily="50" charset="-78"/>
                          <a:cs typeface="Abar Mid" pitchFamily="50" charset="-78"/>
                        </a:rPr>
                        <a:t> 2026</a:t>
                      </a:r>
                      <a:endParaRPr lang="ar-SA" sz="1000" b="1" i="0" u="none" strike="noStrike" kern="1200" dirty="0">
                        <a:solidFill>
                          <a:srgbClr val="000000"/>
                        </a:solidFill>
                        <a:effectLst/>
                        <a:latin typeface="Abar Mid" pitchFamily="50" charset="-78"/>
                        <a:ea typeface="Abar Mid" pitchFamily="50" charset="-78"/>
                        <a:cs typeface="Abar Mid" pitchFamily="50" charset="-78"/>
                      </a:endParaRPr>
                    </a:p>
                    <a:p>
                      <a:pPr marL="0" algn="r" defTabSz="914415" rtl="1" eaLnBrk="1" fontAlgn="ctr" latinLnBrk="0" hangingPunct="1">
                        <a:buNone/>
                      </a:pPr>
                      <a:r>
                        <a:rPr lang="en-US" sz="1000" b="0" i="0" u="none" strike="noStrike" kern="1200" dirty="0" err="1">
                          <a:solidFill>
                            <a:srgbClr val="000000"/>
                          </a:solidFill>
                          <a:effectLst/>
                          <a:latin typeface="Abar Mid" pitchFamily="50" charset="-78"/>
                          <a:ea typeface="Abar Mid" pitchFamily="50" charset="-78"/>
                          <a:cs typeface="Abar Mid" pitchFamily="50" charset="-78"/>
                        </a:rPr>
                        <a:t>تم</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استلام</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العروض</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الفنية</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والمالية</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على</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أن</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يتم</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الانتهاء</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من</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تقييم</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العروض</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بتاريخ</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ar-SA" sz="1000" b="0" i="0" u="none" strike="noStrike" kern="1200" dirty="0">
                          <a:solidFill>
                            <a:srgbClr val="000000"/>
                          </a:solidFill>
                          <a:effectLst/>
                          <a:latin typeface="Abar Mid" pitchFamily="50" charset="-78"/>
                          <a:ea typeface="Abar Mid" pitchFamily="50" charset="-78"/>
                          <a:cs typeface="Abar Mid" pitchFamily="50" charset="-78"/>
                        </a:rPr>
                        <a:t>1 أكتوبر 2026</a:t>
                      </a:r>
                      <a:endParaRPr lang="en-US" sz="1000" b="0" i="0" u="none" strike="noStrike" kern="1200" dirty="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53229000"/>
                  </a:ext>
                </a:extLst>
              </a:tr>
            </a:tbl>
          </a:graphicData>
        </a:graphic>
      </p:graphicFrame>
      <p:graphicFrame>
        <p:nvGraphicFramePr>
          <p:cNvPr id="33" name="Table 6">
            <a:extLst>
              <a:ext uri="{FF2B5EF4-FFF2-40B4-BE49-F238E27FC236}">
                <a16:creationId xmlns:a16="http://schemas.microsoft.com/office/drawing/2014/main" id="{6CED6B66-1642-4103-9585-EEFD107A28B7}"/>
              </a:ext>
            </a:extLst>
          </p:cNvPr>
          <p:cNvGraphicFramePr>
            <a:graphicFrameLocks noGrp="1"/>
          </p:cNvGraphicFramePr>
          <p:nvPr>
            <p:extLst>
              <p:ext uri="{D42A27DB-BD31-4B8C-83A1-F6EECF244321}">
                <p14:modId xmlns:p14="http://schemas.microsoft.com/office/powerpoint/2010/main" val="1840832727"/>
              </p:ext>
            </p:extLst>
          </p:nvPr>
        </p:nvGraphicFramePr>
        <p:xfrm>
          <a:off x="621268" y="8660849"/>
          <a:ext cx="6566916" cy="3165760"/>
        </p:xfrm>
        <a:graphic>
          <a:graphicData uri="http://schemas.openxmlformats.org/drawingml/2006/table">
            <a:tbl>
              <a:tblPr rtl="1"/>
              <a:tblGrid>
                <a:gridCol w="384048">
                  <a:extLst>
                    <a:ext uri="{9D8B030D-6E8A-4147-A177-3AD203B41FA5}">
                      <a16:colId xmlns:a16="http://schemas.microsoft.com/office/drawing/2014/main" val="20000"/>
                    </a:ext>
                  </a:extLst>
                </a:gridCol>
                <a:gridCol w="1071372">
                  <a:extLst>
                    <a:ext uri="{9D8B030D-6E8A-4147-A177-3AD203B41FA5}">
                      <a16:colId xmlns:a16="http://schemas.microsoft.com/office/drawing/2014/main" val="20001"/>
                    </a:ext>
                  </a:extLst>
                </a:gridCol>
                <a:gridCol w="795528">
                  <a:extLst>
                    <a:ext uri="{9D8B030D-6E8A-4147-A177-3AD203B41FA5}">
                      <a16:colId xmlns:a16="http://schemas.microsoft.com/office/drawing/2014/main" val="20002"/>
                    </a:ext>
                  </a:extLst>
                </a:gridCol>
                <a:gridCol w="795528">
                  <a:extLst>
                    <a:ext uri="{9D8B030D-6E8A-4147-A177-3AD203B41FA5}">
                      <a16:colId xmlns:a16="http://schemas.microsoft.com/office/drawing/2014/main" val="20003"/>
                    </a:ext>
                  </a:extLst>
                </a:gridCol>
                <a:gridCol w="685800">
                  <a:extLst>
                    <a:ext uri="{9D8B030D-6E8A-4147-A177-3AD203B41FA5}">
                      <a16:colId xmlns:a16="http://schemas.microsoft.com/office/drawing/2014/main" val="20005"/>
                    </a:ext>
                  </a:extLst>
                </a:gridCol>
                <a:gridCol w="2834640">
                  <a:extLst>
                    <a:ext uri="{9D8B030D-6E8A-4147-A177-3AD203B41FA5}">
                      <a16:colId xmlns:a16="http://schemas.microsoft.com/office/drawing/2014/main" val="20006"/>
                    </a:ext>
                  </a:extLst>
                </a:gridCol>
              </a:tblGrid>
              <a:tr h="315190">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000">
                          <a:solidFill>
                            <a:srgbClr val="00080B"/>
                          </a:solidFill>
                          <a:latin typeface="Abar Mid" pitchFamily="2" charset="-78"/>
                          <a:ea typeface="Abar Mid" pitchFamily="2" charset="-78"/>
                          <a:cs typeface="Abar Mid" pitchFamily="2" charset="-78"/>
                        </a:rPr>
                        <a:t>وكالة التوعية وتنمية المهارات</a:t>
                      </a:r>
                      <a:endParaRPr lang="ar-JO" sz="1000">
                        <a:solidFill>
                          <a:srgbClr val="00080B"/>
                        </a:solidFill>
                        <a:latin typeface="Abar Mid" pitchFamily="2" charset="-78"/>
                        <a:ea typeface="Abar Mid" pitchFamily="2" charset="-78"/>
                        <a:cs typeface="Abar Mid" pitchFamily="2"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47394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000" b="1" kern="1200">
                          <a:solidFill>
                            <a:schemeClr val="bg1"/>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اسم المشروع</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baseline="0">
                          <a:solidFill>
                            <a:schemeClr val="bg1"/>
                          </a:solidFill>
                          <a:latin typeface="Abar Mid" pitchFamily="50" charset="-78"/>
                          <a:ea typeface="Abar Mid" pitchFamily="50" charset="-78"/>
                          <a:cs typeface="Abar Mid" pitchFamily="50" charset="-78"/>
                        </a:rPr>
                        <a:t>تاريخ البداية</a:t>
                      </a:r>
                      <a:endParaRPr sz="1000" b="1" kern="1200" baseline="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تاريخ النهاية</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الحالة</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ما تم حتى تاريخه</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1267690">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توحيد الهوية المؤسسية داخليا وخارجيا</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25-08-2026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22-02-2027</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على</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المخطط</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ar-SA" sz="1000" b="1" i="0" u="none" strike="noStrike" dirty="0">
                          <a:solidFill>
                            <a:srgbClr val="000000"/>
                          </a:solidFill>
                          <a:effectLst/>
                          <a:latin typeface="Abar Mid" pitchFamily="50" charset="-78"/>
                          <a:ea typeface="Abar Mid" pitchFamily="50" charset="-78"/>
                          <a:cs typeface="Abar Mid" pitchFamily="50" charset="-78"/>
                        </a:rPr>
                        <a:t>تاريخ التحديث 16 سبتمبر 2026</a:t>
                      </a:r>
                    </a:p>
                    <a:p>
                      <a:pPr algn="r" rtl="1" fontAlgn="ctr">
                        <a:buNone/>
                      </a:pPr>
                      <a:r>
                        <a:rPr lang="en-US" sz="1000" b="0" i="0" u="none" strike="noStrike" dirty="0" err="1">
                          <a:solidFill>
                            <a:srgbClr val="000000"/>
                          </a:solidFill>
                          <a:effectLst/>
                          <a:latin typeface="Abar Mid" pitchFamily="50" charset="-78"/>
                          <a:ea typeface="Abar Mid" pitchFamily="50" charset="-78"/>
                          <a:cs typeface="Abar Mid" pitchFamily="50" charset="-78"/>
                        </a:rPr>
                        <a:t>تمت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المواءمة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واستلام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الخطة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الزمنية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المركز</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العام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للنقل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بشأن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توحيد</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الهوية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على</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الحافلات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وجار</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عكس</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الملاحظات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وتطوير</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التصاميم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تمهيدا</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لاعتمادها</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بتاريخ</a:t>
                      </a:r>
                      <a:r>
                        <a:rPr lang="en-US" sz="1000" b="0" i="0" u="none" strike="noStrike" dirty="0">
                          <a:solidFill>
                            <a:srgbClr val="000000"/>
                          </a:solidFill>
                          <a:effectLst/>
                          <a:latin typeface="Abar Mid" pitchFamily="50" charset="-78"/>
                          <a:ea typeface="Abar Mid" pitchFamily="50" charset="-78"/>
                          <a:cs typeface="Abar Mid" pitchFamily="50" charset="-78"/>
                        </a:rPr>
                        <a:t> 9 </a:t>
                      </a:r>
                      <a:r>
                        <a:rPr lang="en-US" sz="1000" b="0" i="0" u="none" strike="noStrike" dirty="0" err="1">
                          <a:solidFill>
                            <a:srgbClr val="000000"/>
                          </a:solidFill>
                          <a:effectLst/>
                          <a:latin typeface="Abar Mid" pitchFamily="50" charset="-78"/>
                          <a:ea typeface="Abar Mid" pitchFamily="50" charset="-78"/>
                          <a:cs typeface="Abar Mid" pitchFamily="50" charset="-78"/>
                        </a:rPr>
                        <a:t>نوفمبر</a:t>
                      </a:r>
                      <a:r>
                        <a:rPr lang="en-US" sz="1000" b="0" i="0" u="none" strike="noStrike" dirty="0">
                          <a:solidFill>
                            <a:srgbClr val="000000"/>
                          </a:solidFill>
                          <a:effectLst/>
                          <a:latin typeface="Abar Mid" pitchFamily="50" charset="-78"/>
                          <a:ea typeface="Abar Mid" pitchFamily="50" charset="-78"/>
                          <a:cs typeface="Abar Mid" pitchFamily="50" charset="-78"/>
                        </a:rPr>
                        <a:t> 2026، </a:t>
                      </a:r>
                      <a:r>
                        <a:rPr lang="en-US" sz="1000" b="0" i="0" u="none" strike="noStrike" dirty="0" err="1">
                          <a:solidFill>
                            <a:srgbClr val="000000"/>
                          </a:solidFill>
                          <a:effectLst/>
                          <a:latin typeface="Abar Mid" pitchFamily="50" charset="-78"/>
                          <a:ea typeface="Abar Mid" pitchFamily="50" charset="-78"/>
                          <a:cs typeface="Abar Mid" pitchFamily="50" charset="-78"/>
                        </a:rPr>
                        <a:t>على</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أن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يتولى</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المركز</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العام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للنقل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الطباعة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والتنفيذ</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بإشراف</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وزارة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الحج</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والعمرة</a:t>
                      </a:r>
                      <a:endParaRPr lang="en-US" sz="1000" b="0" i="0" u="none" strike="noStrike" dirty="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989322579"/>
                  </a:ext>
                </a:extLst>
              </a:tr>
              <a:tr h="1108940">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2</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برنامج التوعية بخدمات وأوقات النقل للحرم المكي بأيام التشريق</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16-06-2026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22-02-2027</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على</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المخطط</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ar-SA" sz="1000" b="1" i="0" u="none" strike="noStrike" dirty="0">
                          <a:solidFill>
                            <a:srgbClr val="000000"/>
                          </a:solidFill>
                          <a:effectLst/>
                          <a:latin typeface="Abar Mid" pitchFamily="50" charset="-78"/>
                          <a:ea typeface="Abar Mid" pitchFamily="50" charset="-78"/>
                          <a:cs typeface="Abar Mid" pitchFamily="50" charset="-78"/>
                        </a:rPr>
                        <a:t>تاريخ التحديث 16 سبتمبر 2026</a:t>
                      </a:r>
                    </a:p>
                    <a:p>
                      <a:pPr algn="r" rtl="1" fontAlgn="ctr">
                        <a:buNone/>
                      </a:pPr>
                      <a:r>
                        <a:rPr lang="en-US" sz="1000" b="0" i="0" u="none" strike="noStrike" dirty="0" err="1">
                          <a:solidFill>
                            <a:srgbClr val="000000"/>
                          </a:solidFill>
                          <a:effectLst/>
                          <a:latin typeface="Abar Mid" pitchFamily="50" charset="-78"/>
                          <a:ea typeface="Abar Mid" pitchFamily="50" charset="-78"/>
                          <a:cs typeface="Abar Mid" pitchFamily="50" charset="-78"/>
                        </a:rPr>
                        <a:t>جار</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حاليا</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دراسة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وتحليل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الوضع</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الراهن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على</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أن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يتم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الانتهاء</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بتاريخ</a:t>
                      </a:r>
                      <a:r>
                        <a:rPr lang="en-US" sz="1000" b="0" i="0" u="none" strike="noStrike" dirty="0">
                          <a:solidFill>
                            <a:srgbClr val="000000"/>
                          </a:solidFill>
                          <a:effectLst/>
                          <a:latin typeface="Abar Mid" pitchFamily="50" charset="-78"/>
                          <a:ea typeface="Abar Mid" pitchFamily="50" charset="-78"/>
                          <a:cs typeface="Abar Mid" pitchFamily="50" charset="-78"/>
                        </a:rPr>
                        <a:t> 11 </a:t>
                      </a:r>
                      <a:r>
                        <a:rPr lang="en-US" sz="1000" b="0" i="0" u="none" strike="noStrike" dirty="0" err="1">
                          <a:solidFill>
                            <a:srgbClr val="000000"/>
                          </a:solidFill>
                          <a:effectLst/>
                          <a:latin typeface="Abar Mid" pitchFamily="50" charset="-78"/>
                          <a:ea typeface="Abar Mid" pitchFamily="50" charset="-78"/>
                          <a:cs typeface="Abar Mid" pitchFamily="50" charset="-78"/>
                        </a:rPr>
                        <a:t>يناير</a:t>
                      </a:r>
                      <a:r>
                        <a:rPr lang="en-US" sz="1000" b="0" i="0" u="none" strike="noStrike" dirty="0">
                          <a:solidFill>
                            <a:srgbClr val="000000"/>
                          </a:solidFill>
                          <a:effectLst/>
                          <a:latin typeface="Abar Mid" pitchFamily="50" charset="-78"/>
                          <a:ea typeface="Abar Mid" pitchFamily="50" charset="-78"/>
                          <a:cs typeface="Abar Mid" pitchFamily="50" charset="-78"/>
                        </a:rPr>
                        <a:t> 2027، </a:t>
                      </a:r>
                      <a:r>
                        <a:rPr lang="en-US" sz="1000" b="0" i="0" u="none" strike="noStrike" dirty="0" err="1">
                          <a:solidFill>
                            <a:srgbClr val="000000"/>
                          </a:solidFill>
                          <a:effectLst/>
                          <a:latin typeface="Abar Mid" pitchFamily="50" charset="-78"/>
                          <a:ea typeface="Abar Mid" pitchFamily="50" charset="-78"/>
                          <a:cs typeface="Abar Mid" pitchFamily="50" charset="-78"/>
                        </a:rPr>
                        <a:t>تمهيدا</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لإعداد</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خطة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توعوية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متكاملة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تشمل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المنتجات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التوعوية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وقنوات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النشر</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الرقمية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والمكانية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والمباشرة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والجدول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الزمني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للتنفيذ</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والنشر</a:t>
                      </a:r>
                      <a:r>
                        <a:rPr lang="en-US" sz="1000" b="0" i="0" u="none" strike="noStrike" dirty="0">
                          <a:solidFill>
                            <a:srgbClr val="000000"/>
                          </a:solidFill>
                          <a:effectLst/>
                          <a:latin typeface="Abar Mid" pitchFamily="50" charset="-78"/>
                          <a:ea typeface="Abar Mid" pitchFamily="50" charset="-78"/>
                          <a:cs typeface="Abar Mid" pitchFamily="50" charset="-78"/>
                        </a:rPr>
                        <a:t>.</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308184649"/>
                  </a:ext>
                </a:extLst>
              </a:tr>
            </a:tbl>
          </a:graphicData>
        </a:graphic>
      </p:graphicFrame>
    </p:spTree>
    <p:extLst>
      <p:ext uri="{BB962C8B-B14F-4D97-AF65-F5344CB8AC3E}">
        <p14:creationId xmlns:p14="http://schemas.microsoft.com/office/powerpoint/2010/main" val="20145443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E165A6BD-5942-8165-6984-3DC1AA7956F5}"/>
              </a:ext>
            </a:extLst>
          </p:cNvPr>
          <p:cNvGrpSpPr/>
          <p:nvPr/>
        </p:nvGrpSpPr>
        <p:grpSpPr>
          <a:xfrm>
            <a:off x="917571" y="676842"/>
            <a:ext cx="5724532" cy="517476"/>
            <a:chOff x="1079493" y="4415868"/>
            <a:chExt cx="5724532" cy="1042296"/>
          </a:xfrm>
        </p:grpSpPr>
        <p:sp>
          <p:nvSpPr>
            <p:cNvPr id="3" name="btfpRowHeaderBoxText438126">
              <a:extLst>
                <a:ext uri="{FF2B5EF4-FFF2-40B4-BE49-F238E27FC236}">
                  <a16:creationId xmlns:a16="http://schemas.microsoft.com/office/drawing/2014/main" id="{5DCBC5D8-7B65-0E32-13EB-B9BDC214E316}"/>
                </a:ext>
              </a:extLst>
            </p:cNvPr>
            <p:cNvSpPr txBox="1"/>
            <p:nvPr>
              <p:custDataLst>
                <p:tags r:id="rId1"/>
              </p:custDataLst>
            </p:nvPr>
          </p:nvSpPr>
          <p:spPr>
            <a:xfrm flipH="1">
              <a:off x="1079493"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400" b="1">
                  <a:solidFill>
                    <a:schemeClr val="tx1"/>
                  </a:solidFill>
                  <a:latin typeface="Abar Mid" pitchFamily="2" charset="-78"/>
                  <a:ea typeface="Abar Mid" pitchFamily="2" charset="-78"/>
                  <a:cs typeface="Abar Mid" pitchFamily="2" charset="-78"/>
                </a:rPr>
                <a:t>تفاصيل مشاريع سهيل</a:t>
              </a:r>
            </a:p>
          </p:txBody>
        </p:sp>
        <p:cxnSp>
          <p:nvCxnSpPr>
            <p:cNvPr id="4" name="Straight Connector 3">
              <a:extLst>
                <a:ext uri="{FF2B5EF4-FFF2-40B4-BE49-F238E27FC236}">
                  <a16:creationId xmlns:a16="http://schemas.microsoft.com/office/drawing/2014/main" id="{03885B4B-C558-35BA-B9A9-C49800549963}"/>
                </a:ext>
              </a:extLst>
            </p:cNvPr>
            <p:cNvCxnSpPr>
              <a:cxnSpLocks/>
            </p:cNvCxnSpPr>
            <p:nvPr/>
          </p:nvCxnSpPr>
          <p:spPr>
            <a:xfrm>
              <a:off x="3300100" y="5458164"/>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graphicFrame>
        <p:nvGraphicFramePr>
          <p:cNvPr id="30" name="Table 6">
            <a:extLst>
              <a:ext uri="{FF2B5EF4-FFF2-40B4-BE49-F238E27FC236}">
                <a16:creationId xmlns:a16="http://schemas.microsoft.com/office/drawing/2014/main" id="{6CED6B66-1642-4103-9585-EEFD107A28B7}"/>
              </a:ext>
            </a:extLst>
          </p:cNvPr>
          <p:cNvGraphicFramePr>
            <a:graphicFrameLocks noGrp="1"/>
          </p:cNvGraphicFramePr>
          <p:nvPr>
            <p:extLst>
              <p:ext uri="{D42A27DB-BD31-4B8C-83A1-F6EECF244321}">
                <p14:modId xmlns:p14="http://schemas.microsoft.com/office/powerpoint/2010/main" val="3796166219"/>
              </p:ext>
            </p:extLst>
          </p:nvPr>
        </p:nvGraphicFramePr>
        <p:xfrm>
          <a:off x="621268" y="1358359"/>
          <a:ext cx="6566916" cy="2689510"/>
        </p:xfrm>
        <a:graphic>
          <a:graphicData uri="http://schemas.openxmlformats.org/drawingml/2006/table">
            <a:tbl>
              <a:tblPr rtl="1"/>
              <a:tblGrid>
                <a:gridCol w="384048">
                  <a:extLst>
                    <a:ext uri="{9D8B030D-6E8A-4147-A177-3AD203B41FA5}">
                      <a16:colId xmlns:a16="http://schemas.microsoft.com/office/drawing/2014/main" val="20000"/>
                    </a:ext>
                  </a:extLst>
                </a:gridCol>
                <a:gridCol w="1071372">
                  <a:extLst>
                    <a:ext uri="{9D8B030D-6E8A-4147-A177-3AD203B41FA5}">
                      <a16:colId xmlns:a16="http://schemas.microsoft.com/office/drawing/2014/main" val="20001"/>
                    </a:ext>
                  </a:extLst>
                </a:gridCol>
                <a:gridCol w="795528">
                  <a:extLst>
                    <a:ext uri="{9D8B030D-6E8A-4147-A177-3AD203B41FA5}">
                      <a16:colId xmlns:a16="http://schemas.microsoft.com/office/drawing/2014/main" val="20002"/>
                    </a:ext>
                  </a:extLst>
                </a:gridCol>
                <a:gridCol w="795528">
                  <a:extLst>
                    <a:ext uri="{9D8B030D-6E8A-4147-A177-3AD203B41FA5}">
                      <a16:colId xmlns:a16="http://schemas.microsoft.com/office/drawing/2014/main" val="20003"/>
                    </a:ext>
                  </a:extLst>
                </a:gridCol>
                <a:gridCol w="685800">
                  <a:extLst>
                    <a:ext uri="{9D8B030D-6E8A-4147-A177-3AD203B41FA5}">
                      <a16:colId xmlns:a16="http://schemas.microsoft.com/office/drawing/2014/main" val="20005"/>
                    </a:ext>
                  </a:extLst>
                </a:gridCol>
                <a:gridCol w="2834640">
                  <a:extLst>
                    <a:ext uri="{9D8B030D-6E8A-4147-A177-3AD203B41FA5}">
                      <a16:colId xmlns:a16="http://schemas.microsoft.com/office/drawing/2014/main" val="20006"/>
                    </a:ext>
                  </a:extLst>
                </a:gridCol>
              </a:tblGrid>
              <a:tr h="315190">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000" dirty="0">
                          <a:solidFill>
                            <a:srgbClr val="00080B"/>
                          </a:solidFill>
                          <a:latin typeface="Abar Mid" pitchFamily="2" charset="-78"/>
                          <a:ea typeface="Abar Mid" pitchFamily="2" charset="-78"/>
                          <a:cs typeface="Abar Mid" pitchFamily="2" charset="-78"/>
                        </a:rPr>
                        <a:t>وكالة التوعية وتنمية المهارات</a:t>
                      </a:r>
                      <a:endParaRPr lang="ar-JO" sz="1000" dirty="0">
                        <a:solidFill>
                          <a:srgbClr val="00080B"/>
                        </a:solidFill>
                        <a:latin typeface="Abar Mid" pitchFamily="2" charset="-78"/>
                        <a:ea typeface="Abar Mid" pitchFamily="2" charset="-78"/>
                        <a:cs typeface="Abar Mid" pitchFamily="2"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47394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000" b="1" kern="1200">
                          <a:solidFill>
                            <a:schemeClr val="bg1"/>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اسم المشروع</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baseline="0">
                          <a:solidFill>
                            <a:schemeClr val="bg1"/>
                          </a:solidFill>
                          <a:latin typeface="Abar Mid" pitchFamily="50" charset="-78"/>
                          <a:ea typeface="Abar Mid" pitchFamily="50" charset="-78"/>
                          <a:cs typeface="Abar Mid" pitchFamily="50" charset="-78"/>
                        </a:rPr>
                        <a:t>تاريخ البداية</a:t>
                      </a:r>
                      <a:endParaRPr sz="1000" b="1" kern="1200" baseline="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تاريخ النهاية</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الحالة</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ما تم حتى تاريخه</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950190">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3</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برنامج التعريف والتأهيل للمسؤولين في مكاتب شؤون الحج</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15-07-2026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22-07-2027</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على</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المخطط</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ar-SA" sz="1000" b="1" i="0" u="none" strike="noStrike" dirty="0">
                          <a:solidFill>
                            <a:srgbClr val="000000"/>
                          </a:solidFill>
                          <a:effectLst/>
                          <a:latin typeface="Abar Mid" pitchFamily="50" charset="-78"/>
                          <a:ea typeface="Abar Mid" pitchFamily="50" charset="-78"/>
                          <a:cs typeface="Abar Mid" pitchFamily="50" charset="-78"/>
                        </a:rPr>
                        <a:t>تاريخ التحديث 16 سبتمبر 2026</a:t>
                      </a:r>
                    </a:p>
                    <a:p>
                      <a:pPr algn="r" rtl="1" fontAlgn="ctr">
                        <a:buNone/>
                      </a:pPr>
                      <a:r>
                        <a:rPr lang="ar-SA" sz="1000" b="0" i="0" u="none" strike="noStrike" dirty="0">
                          <a:solidFill>
                            <a:srgbClr val="000000"/>
                          </a:solidFill>
                          <a:effectLst/>
                          <a:latin typeface="Abar Mid" pitchFamily="50" charset="-78"/>
                          <a:ea typeface="Abar Mid" pitchFamily="50" charset="-78"/>
                          <a:cs typeface="Abar Mid" pitchFamily="50" charset="-78"/>
                        </a:rPr>
                        <a:t>تم الانتهاء من إعداد كراسة الشروط والمواصفات ويتم دراستها من قبل شركة علم على أن يتم طرحها  بتاريخ  30 سبتمبر 2026</a:t>
                      </a:r>
                      <a:endParaRPr lang="en-US" sz="1000" b="0" i="0" u="none" strike="noStrike" dirty="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53229000"/>
                  </a:ext>
                </a:extLst>
              </a:tr>
              <a:tr h="950190">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4</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برنامج زمالة قيادات مكاتب شؤون الحج</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15-07-2026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22-02-2027</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على</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المخطط</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ar-SA" sz="1000" b="1" i="0" u="none" strike="noStrike" dirty="0">
                          <a:solidFill>
                            <a:srgbClr val="000000"/>
                          </a:solidFill>
                          <a:effectLst/>
                          <a:latin typeface="Abar Mid" pitchFamily="50" charset="-78"/>
                          <a:ea typeface="Abar Mid" pitchFamily="50" charset="-78"/>
                          <a:cs typeface="Abar Mid" pitchFamily="50" charset="-78"/>
                        </a:rPr>
                        <a:t>تاريخ التحديث 16 سبتمبر 2026</a:t>
                      </a:r>
                    </a:p>
                    <a:p>
                      <a:pPr algn="r" rtl="1" fontAlgn="ctr">
                        <a:buNone/>
                      </a:pPr>
                      <a:r>
                        <a:rPr lang="ar-SA" sz="1000" b="0" i="0" u="none" strike="noStrike" dirty="0">
                          <a:solidFill>
                            <a:srgbClr val="000000"/>
                          </a:solidFill>
                          <a:effectLst/>
                          <a:latin typeface="Abar Mid" pitchFamily="50" charset="-78"/>
                          <a:ea typeface="Abar Mid" pitchFamily="50" charset="-78"/>
                          <a:cs typeface="Abar Mid" pitchFamily="50" charset="-78"/>
                        </a:rPr>
                        <a:t>تم الانتهاء من إعداد كراسة الشروط والمواصفات ويتم دراستها من قبل شركة علم على أن يتم طرحها  بتاريخ  30 سبتمبر 2026</a:t>
                      </a:r>
                      <a:endParaRPr lang="en-US" sz="1000" b="0" i="0" u="none" strike="noStrike" dirty="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249293351"/>
                  </a:ext>
                </a:extLst>
              </a:tr>
            </a:tbl>
          </a:graphicData>
        </a:graphic>
      </p:graphicFrame>
      <p:graphicFrame>
        <p:nvGraphicFramePr>
          <p:cNvPr id="31" name="Table 7">
            <a:extLst>
              <a:ext uri="{FF2B5EF4-FFF2-40B4-BE49-F238E27FC236}">
                <a16:creationId xmlns:a16="http://schemas.microsoft.com/office/drawing/2014/main" id="{1A2D0F6A-29CC-F521-F79A-1F53075353B8}"/>
              </a:ext>
            </a:extLst>
          </p:cNvPr>
          <p:cNvGraphicFramePr>
            <a:graphicFrameLocks noGrp="1"/>
          </p:cNvGraphicFramePr>
          <p:nvPr>
            <p:extLst>
              <p:ext uri="{D42A27DB-BD31-4B8C-83A1-F6EECF244321}">
                <p14:modId xmlns:p14="http://schemas.microsoft.com/office/powerpoint/2010/main" val="3479042514"/>
              </p:ext>
            </p:extLst>
          </p:nvPr>
        </p:nvGraphicFramePr>
        <p:xfrm>
          <a:off x="621268" y="4162169"/>
          <a:ext cx="6566916" cy="3959510"/>
        </p:xfrm>
        <a:graphic>
          <a:graphicData uri="http://schemas.openxmlformats.org/drawingml/2006/table">
            <a:tbl>
              <a:tblPr rtl="1"/>
              <a:tblGrid>
                <a:gridCol w="384048">
                  <a:extLst>
                    <a:ext uri="{9D8B030D-6E8A-4147-A177-3AD203B41FA5}">
                      <a16:colId xmlns:a16="http://schemas.microsoft.com/office/drawing/2014/main" val="20000"/>
                    </a:ext>
                  </a:extLst>
                </a:gridCol>
                <a:gridCol w="1071372">
                  <a:extLst>
                    <a:ext uri="{9D8B030D-6E8A-4147-A177-3AD203B41FA5}">
                      <a16:colId xmlns:a16="http://schemas.microsoft.com/office/drawing/2014/main" val="20001"/>
                    </a:ext>
                  </a:extLst>
                </a:gridCol>
                <a:gridCol w="795528">
                  <a:extLst>
                    <a:ext uri="{9D8B030D-6E8A-4147-A177-3AD203B41FA5}">
                      <a16:colId xmlns:a16="http://schemas.microsoft.com/office/drawing/2014/main" val="20002"/>
                    </a:ext>
                  </a:extLst>
                </a:gridCol>
                <a:gridCol w="795528">
                  <a:extLst>
                    <a:ext uri="{9D8B030D-6E8A-4147-A177-3AD203B41FA5}">
                      <a16:colId xmlns:a16="http://schemas.microsoft.com/office/drawing/2014/main" val="20003"/>
                    </a:ext>
                  </a:extLst>
                </a:gridCol>
                <a:gridCol w="685800">
                  <a:extLst>
                    <a:ext uri="{9D8B030D-6E8A-4147-A177-3AD203B41FA5}">
                      <a16:colId xmlns:a16="http://schemas.microsoft.com/office/drawing/2014/main" val="20005"/>
                    </a:ext>
                  </a:extLst>
                </a:gridCol>
                <a:gridCol w="2834640">
                  <a:extLst>
                    <a:ext uri="{9D8B030D-6E8A-4147-A177-3AD203B41FA5}">
                      <a16:colId xmlns:a16="http://schemas.microsoft.com/office/drawing/2014/main" val="20006"/>
                    </a:ext>
                  </a:extLst>
                </a:gridCol>
              </a:tblGrid>
              <a:tr h="315190">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000">
                          <a:solidFill>
                            <a:srgbClr val="00080B"/>
                          </a:solidFill>
                          <a:latin typeface="Abar Mid" pitchFamily="2" charset="-78"/>
                          <a:ea typeface="Abar Mid" pitchFamily="2" charset="-78"/>
                          <a:cs typeface="Abar Mid" pitchFamily="2" charset="-78"/>
                        </a:rPr>
                        <a:t>وكالة التحول الرقمي وتقنية المعلومات</a:t>
                      </a:r>
                      <a:endParaRPr lang="ar-JO" sz="1000">
                        <a:solidFill>
                          <a:srgbClr val="00080B"/>
                        </a:solidFill>
                        <a:latin typeface="Abar Mid" pitchFamily="2" charset="-78"/>
                        <a:ea typeface="Abar Mid" pitchFamily="2" charset="-78"/>
                        <a:cs typeface="Abar Mid" pitchFamily="2"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47394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000" b="1" kern="1200">
                          <a:solidFill>
                            <a:schemeClr val="bg1"/>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اسم المشروع</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baseline="0">
                          <a:solidFill>
                            <a:schemeClr val="bg1"/>
                          </a:solidFill>
                          <a:latin typeface="Abar Mid" pitchFamily="50" charset="-78"/>
                          <a:ea typeface="Abar Mid" pitchFamily="50" charset="-78"/>
                          <a:cs typeface="Abar Mid" pitchFamily="50" charset="-78"/>
                        </a:rPr>
                        <a:t>تاريخ البداية</a:t>
                      </a:r>
                      <a:endParaRPr sz="1000" b="1" kern="1200" baseline="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تاريخ النهاية</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الحالة</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ما تم حتى تاريخه</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1426440">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err="1">
                          <a:solidFill>
                            <a:srgbClr val="000000"/>
                          </a:solidFill>
                          <a:effectLst/>
                          <a:latin typeface="Abar Mid" pitchFamily="50" charset="-78"/>
                          <a:ea typeface="Abar Mid" pitchFamily="50" charset="-78"/>
                          <a:cs typeface="Abar Mid" pitchFamily="50" charset="-78"/>
                        </a:rPr>
                        <a:t>مشروع</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دراسة</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وتوسعة</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منظومة</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المستشعرات</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والرصد</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الذكي</a:t>
                      </a:r>
                      <a:r>
                        <a:rPr lang="en-US" sz="1000" b="0" i="0" u="none" strike="noStrike">
                          <a:solidFill>
                            <a:srgbClr val="000000"/>
                          </a:solidFill>
                          <a:effectLst/>
                          <a:latin typeface="Abar Mid" pitchFamily="50" charset="-78"/>
                          <a:ea typeface="Abar Mid" pitchFamily="50" charset="-78"/>
                          <a:cs typeface="Abar Mid" pitchFamily="50" charset="-78"/>
                        </a:rPr>
                        <a:t> للحج والعمرة.</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19-07-2026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20-06-2027</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على</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المخطط</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en-US" sz="1000" b="1" i="0" u="none" strike="noStrike" kern="1200" dirty="0" err="1">
                          <a:solidFill>
                            <a:srgbClr val="000000"/>
                          </a:solidFill>
                          <a:effectLst/>
                          <a:latin typeface="Abar Mid" pitchFamily="50" charset="-78"/>
                          <a:ea typeface="+mn-ea"/>
                          <a:cs typeface="Abar Mid" pitchFamily="50" charset="-78"/>
                        </a:rPr>
                        <a:t>تاريخ</a:t>
                      </a:r>
                      <a:r>
                        <a:rPr lang="en-US" sz="1000" b="1" i="0" u="none" strike="noStrike" kern="1200" dirty="0">
                          <a:solidFill>
                            <a:srgbClr val="000000"/>
                          </a:solidFill>
                          <a:effectLst/>
                          <a:latin typeface="Abar Mid" pitchFamily="50" charset="-78"/>
                          <a:ea typeface="+mn-ea"/>
                          <a:cs typeface="Abar Mid" pitchFamily="50" charset="-78"/>
                        </a:rPr>
                        <a:t> </a:t>
                      </a:r>
                      <a:r>
                        <a:rPr lang="en-US" sz="1000" b="1" i="0" u="none" strike="noStrike" kern="1200" dirty="0" err="1">
                          <a:solidFill>
                            <a:srgbClr val="000000"/>
                          </a:solidFill>
                          <a:effectLst/>
                          <a:latin typeface="Abar Mid" pitchFamily="50" charset="-78"/>
                          <a:ea typeface="+mn-ea"/>
                          <a:cs typeface="Abar Mid" pitchFamily="50" charset="-78"/>
                        </a:rPr>
                        <a:t>التحديث</a:t>
                      </a:r>
                      <a:r>
                        <a:rPr lang="ar-SA" sz="1000" b="1" i="0" u="none" strike="noStrike" kern="1200" dirty="0">
                          <a:solidFill>
                            <a:srgbClr val="000000"/>
                          </a:solidFill>
                          <a:effectLst/>
                          <a:latin typeface="Abar Mid" pitchFamily="50" charset="-78"/>
                          <a:ea typeface="+mn-ea"/>
                          <a:cs typeface="Abar Mid" pitchFamily="50" charset="-78"/>
                        </a:rPr>
                        <a:t> </a:t>
                      </a:r>
                      <a:r>
                        <a:rPr lang="en-US" sz="1000" b="1" i="0" u="none" strike="noStrike" kern="1200" dirty="0">
                          <a:solidFill>
                            <a:srgbClr val="000000"/>
                          </a:solidFill>
                          <a:effectLst/>
                          <a:latin typeface="Abar Mid" pitchFamily="50" charset="-78"/>
                          <a:ea typeface="+mn-ea"/>
                          <a:cs typeface="Abar Mid" pitchFamily="50" charset="-78"/>
                        </a:rPr>
                        <a:t>20</a:t>
                      </a:r>
                      <a:r>
                        <a:rPr lang="ar-SA" sz="1000" b="1" i="0" u="none" strike="noStrike" kern="1200" dirty="0">
                          <a:solidFill>
                            <a:srgbClr val="000000"/>
                          </a:solidFill>
                          <a:effectLst/>
                          <a:latin typeface="Abar Mid" pitchFamily="50" charset="-78"/>
                          <a:ea typeface="+mn-ea"/>
                          <a:cs typeface="Abar Mid" pitchFamily="50" charset="-78"/>
                        </a:rPr>
                        <a:t> </a:t>
                      </a:r>
                      <a:r>
                        <a:rPr lang="en-US" sz="1000" b="1" i="0" u="none" strike="noStrike" kern="1200" dirty="0">
                          <a:solidFill>
                            <a:srgbClr val="000000"/>
                          </a:solidFill>
                          <a:effectLst/>
                          <a:latin typeface="Abar Mid" pitchFamily="50" charset="-78"/>
                          <a:ea typeface="+mn-ea"/>
                          <a:cs typeface="Abar Mid" pitchFamily="50" charset="-78"/>
                        </a:rPr>
                        <a:t> </a:t>
                      </a:r>
                      <a:r>
                        <a:rPr lang="en-US" sz="1000" b="1" i="0" u="none" strike="noStrike" kern="1200" dirty="0" err="1">
                          <a:solidFill>
                            <a:srgbClr val="000000"/>
                          </a:solidFill>
                          <a:effectLst/>
                          <a:latin typeface="Abar Mid" pitchFamily="50" charset="-78"/>
                          <a:ea typeface="+mn-ea"/>
                          <a:cs typeface="Abar Mid" pitchFamily="50" charset="-78"/>
                        </a:rPr>
                        <a:t>سبتمبر</a:t>
                      </a:r>
                      <a:r>
                        <a:rPr lang="en-US" sz="1000" b="1" i="0" u="none" strike="noStrike" kern="1200" dirty="0">
                          <a:solidFill>
                            <a:srgbClr val="000000"/>
                          </a:solidFill>
                          <a:effectLst/>
                          <a:latin typeface="Abar Mid" pitchFamily="50" charset="-78"/>
                          <a:ea typeface="+mn-ea"/>
                          <a:cs typeface="Abar Mid" pitchFamily="50" charset="-78"/>
                        </a:rPr>
                        <a:t> </a:t>
                      </a:r>
                      <a:r>
                        <a:rPr lang="en-US" sz="1000" b="1" i="0" u="none" strike="noStrike" dirty="0">
                          <a:solidFill>
                            <a:srgbClr val="000000"/>
                          </a:solidFill>
                          <a:effectLst/>
                          <a:latin typeface="Abar Mid" pitchFamily="50" charset="-78"/>
                          <a:ea typeface="Abar Mid" pitchFamily="50" charset="-78"/>
                          <a:cs typeface="Abar Mid" pitchFamily="50" charset="-78"/>
                        </a:rPr>
                        <a:t>2026</a:t>
                      </a:r>
                      <a:endParaRPr lang="ar-SA" sz="1000" b="1" i="0" u="none" strike="noStrike" dirty="0">
                        <a:solidFill>
                          <a:srgbClr val="000000"/>
                        </a:solidFill>
                        <a:effectLst/>
                        <a:latin typeface="Abar Mid" pitchFamily="50" charset="-78"/>
                        <a:ea typeface="Abar Mid" pitchFamily="50" charset="-78"/>
                        <a:cs typeface="Abar Mid" pitchFamily="50" charset="-78"/>
                      </a:endParaRPr>
                    </a:p>
                    <a:p>
                      <a:pPr algn="r" rtl="1" fontAlgn="ctr">
                        <a:buNone/>
                      </a:pPr>
                      <a:r>
                        <a:rPr lang="en-US" sz="1000" b="0" i="0" u="none" strike="noStrike" dirty="0" err="1">
                          <a:solidFill>
                            <a:srgbClr val="000000"/>
                          </a:solidFill>
                          <a:effectLst/>
                          <a:latin typeface="Abar Mid" pitchFamily="50" charset="-78"/>
                          <a:ea typeface="Abar Mid" pitchFamily="50" charset="-78"/>
                          <a:cs typeface="Abar Mid" pitchFamily="50" charset="-78"/>
                        </a:rPr>
                        <a:t>تم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إصدار</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تصاريح</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الدخول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للجمرات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لفريق</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العمل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واستكمال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عملية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المسح</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الميداني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وإجراء</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تجربة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جديدة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لحساسات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الحرارة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والرطوبة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في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أحد</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المخيمات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بمنى</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وبدء</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أعمال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حصر</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متطلبات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الأعمال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لتطوير</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النظام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التقني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على</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أن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يتم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الانتهاء</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حصر</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المتطلبات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بتاريخ</a:t>
                      </a:r>
                      <a:r>
                        <a:rPr lang="en-US" sz="1000" b="0" i="0" u="none" strike="noStrike" dirty="0">
                          <a:solidFill>
                            <a:srgbClr val="000000"/>
                          </a:solidFill>
                          <a:effectLst/>
                          <a:latin typeface="Abar Mid" pitchFamily="50" charset="-78"/>
                          <a:ea typeface="Abar Mid" pitchFamily="50" charset="-78"/>
                          <a:cs typeface="Abar Mid" pitchFamily="50" charset="-78"/>
                        </a:rPr>
                        <a:t> 15 </a:t>
                      </a:r>
                      <a:r>
                        <a:rPr lang="en-US" sz="1000" b="0" i="0" u="none" strike="noStrike" dirty="0" err="1">
                          <a:solidFill>
                            <a:srgbClr val="000000"/>
                          </a:solidFill>
                          <a:effectLst/>
                          <a:latin typeface="Abar Mid" pitchFamily="50" charset="-78"/>
                          <a:ea typeface="Abar Mid" pitchFamily="50" charset="-78"/>
                          <a:cs typeface="Abar Mid" pitchFamily="50" charset="-78"/>
                        </a:rPr>
                        <a:t>أكتوبر</a:t>
                      </a:r>
                      <a:r>
                        <a:rPr lang="en-US" sz="1000" b="0" i="0" u="none" strike="noStrike" dirty="0">
                          <a:solidFill>
                            <a:srgbClr val="000000"/>
                          </a:solidFill>
                          <a:effectLst/>
                          <a:latin typeface="Abar Mid" pitchFamily="50" charset="-78"/>
                          <a:ea typeface="Abar Mid" pitchFamily="50" charset="-78"/>
                          <a:cs typeface="Abar Mid" pitchFamily="50" charset="-78"/>
                        </a:rPr>
                        <a:t> 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989322579"/>
                  </a:ext>
                </a:extLst>
              </a:tr>
              <a:tr h="1743940">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2</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err="1">
                          <a:solidFill>
                            <a:srgbClr val="000000"/>
                          </a:solidFill>
                          <a:effectLst/>
                          <a:latin typeface="Abar Mid" pitchFamily="50" charset="-78"/>
                          <a:ea typeface="Abar Mid" pitchFamily="50" charset="-78"/>
                          <a:cs typeface="Abar Mid" pitchFamily="50" charset="-78"/>
                        </a:rPr>
                        <a:t>المنصة</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الموحدة</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للعاملين</a:t>
                      </a:r>
                      <a:endParaRPr lang="en-US" sz="1000" b="0" i="0" u="none" strike="noStrike">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01-07-2026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01-07-2027</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على</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المخطط</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en-US" sz="1000" b="1" i="0" u="none" strike="noStrike" dirty="0" err="1">
                          <a:solidFill>
                            <a:srgbClr val="000000"/>
                          </a:solidFill>
                          <a:effectLst/>
                          <a:latin typeface="Abar Mid" pitchFamily="50" charset="-78"/>
                          <a:ea typeface="Abar Mid" pitchFamily="50" charset="-78"/>
                          <a:cs typeface="Abar Mid" pitchFamily="50" charset="-78"/>
                        </a:rPr>
                        <a:t>تاريخ</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err="1">
                          <a:solidFill>
                            <a:srgbClr val="000000"/>
                          </a:solidFill>
                          <a:effectLst/>
                          <a:latin typeface="Abar Mid" pitchFamily="50" charset="-78"/>
                          <a:ea typeface="Abar Mid" pitchFamily="50" charset="-78"/>
                          <a:cs typeface="Abar Mid" pitchFamily="50" charset="-78"/>
                        </a:rPr>
                        <a:t>التحديث</a:t>
                      </a:r>
                      <a:r>
                        <a:rPr lang="ar-SA"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a:solidFill>
                            <a:srgbClr val="000000"/>
                          </a:solidFill>
                          <a:effectLst/>
                          <a:latin typeface="Abar Mid" pitchFamily="50" charset="-78"/>
                          <a:ea typeface="Abar Mid" pitchFamily="50" charset="-78"/>
                          <a:cs typeface="Abar Mid" pitchFamily="50" charset="-78"/>
                        </a:rPr>
                        <a:t>24</a:t>
                      </a:r>
                      <a:r>
                        <a:rPr lang="ar-SA"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err="1">
                          <a:solidFill>
                            <a:srgbClr val="000000"/>
                          </a:solidFill>
                          <a:effectLst/>
                          <a:latin typeface="Abar Mid" pitchFamily="50" charset="-78"/>
                          <a:ea typeface="Abar Mid" pitchFamily="50" charset="-78"/>
                          <a:cs typeface="Abar Mid" pitchFamily="50" charset="-78"/>
                        </a:rPr>
                        <a:t>سبتمبر</a:t>
                      </a:r>
                      <a:r>
                        <a:rPr lang="en-US" sz="1000" b="1" i="0" u="none" strike="noStrike" dirty="0">
                          <a:solidFill>
                            <a:srgbClr val="000000"/>
                          </a:solidFill>
                          <a:effectLst/>
                          <a:latin typeface="Abar Mid" pitchFamily="50" charset="-78"/>
                          <a:ea typeface="Abar Mid" pitchFamily="50" charset="-78"/>
                          <a:cs typeface="Abar Mid" pitchFamily="50" charset="-78"/>
                        </a:rPr>
                        <a:t> 2026 </a:t>
                      </a:r>
                      <a:endParaRPr lang="ar-SA" sz="1000" b="1" i="0" u="none" strike="noStrike" dirty="0">
                        <a:solidFill>
                          <a:srgbClr val="000000"/>
                        </a:solidFill>
                        <a:effectLst/>
                        <a:latin typeface="Abar Mid" pitchFamily="50" charset="-78"/>
                        <a:ea typeface="Abar Mid" pitchFamily="50" charset="-78"/>
                        <a:cs typeface="Abar Mid" pitchFamily="50" charset="-78"/>
                      </a:endParaRPr>
                    </a:p>
                    <a:p>
                      <a:pPr marR="101600" indent="-76200" algn="r" rtl="1" fontAlgn="ctr">
                        <a:lnSpc>
                          <a:spcPct val="100000"/>
                        </a:lnSpc>
                        <a:spcBef>
                          <a:spcPts val="0"/>
                        </a:spcBef>
                        <a:spcAft>
                          <a:spcPts val="0"/>
                        </a:spcAft>
                        <a:buSzPct val="75000"/>
                        <a:buChar char="•"/>
                      </a:pPr>
                      <a:r>
                        <a:rPr lang="ar-SA" sz="1000" b="0" i="0" u="none" strike="noStrike" dirty="0">
                          <a:solidFill>
                            <a:srgbClr val="000000"/>
                          </a:solidFill>
                          <a:effectLst/>
                          <a:latin typeface="Abar Mid" pitchFamily="50" charset="-78"/>
                          <a:ea typeface="Abar Mid" pitchFamily="50" charset="-78"/>
                          <a:cs typeface="Abar Mid" pitchFamily="50" charset="-78"/>
                        </a:rPr>
                        <a:t>تم الانتهاء من بناء واعتماد وثائق التطوير ومن تطوير الدورة الأولى وجار العمل على استكمال أعمال التطوير والمواءمة مع الموارد البشرية بشأن منصة </a:t>
                      </a:r>
                      <a:r>
                        <a:rPr lang="ar-SA" sz="1000" b="0" i="0" u="none" strike="noStrike" dirty="0" err="1">
                          <a:solidFill>
                            <a:srgbClr val="000000"/>
                          </a:solidFill>
                          <a:effectLst/>
                          <a:latin typeface="Abar Mid" pitchFamily="50" charset="-78"/>
                          <a:ea typeface="Abar Mid" pitchFamily="50" charset="-78"/>
                          <a:cs typeface="Abar Mid" pitchFamily="50" charset="-78"/>
                        </a:rPr>
                        <a:t>جدريون</a:t>
                      </a:r>
                      <a:r>
                        <a:rPr lang="ar-SA" sz="1000" b="0" i="0" u="none" strike="noStrike" dirty="0">
                          <a:solidFill>
                            <a:srgbClr val="000000"/>
                          </a:solidFill>
                          <a:effectLst/>
                          <a:latin typeface="Abar Mid" pitchFamily="50" charset="-78"/>
                          <a:ea typeface="Abar Mid" pitchFamily="50" charset="-78"/>
                          <a:cs typeface="Abar Mid" pitchFamily="50" charset="-78"/>
                        </a:rPr>
                        <a:t> وآلية الاستفادة منها مع منصة العاملين الموحدة</a:t>
                      </a:r>
                    </a:p>
                    <a:p>
                      <a:pPr marR="101600" indent="-76200" algn="r" rtl="1" fontAlgn="ctr">
                        <a:lnSpc>
                          <a:spcPct val="100000"/>
                        </a:lnSpc>
                        <a:spcBef>
                          <a:spcPts val="0"/>
                        </a:spcBef>
                        <a:spcAft>
                          <a:spcPts val="0"/>
                        </a:spcAft>
                        <a:buSzPct val="75000"/>
                        <a:buChar char="•"/>
                      </a:pPr>
                      <a:r>
                        <a:rPr lang="ar-SA" sz="1000" b="0" i="0" u="none" strike="noStrike" dirty="0">
                          <a:solidFill>
                            <a:srgbClr val="000000"/>
                          </a:solidFill>
                          <a:effectLst/>
                          <a:latin typeface="Abar Mid" pitchFamily="50" charset="-78"/>
                          <a:ea typeface="Abar Mid" pitchFamily="50" charset="-78"/>
                          <a:cs typeface="Abar Mid" pitchFamily="50" charset="-78"/>
                        </a:rPr>
                        <a:t>سيتم عرض خارطة الطريق للمشروع في اجتماع القيادات القادم الموافق 28 سبتمبر 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308184649"/>
                  </a:ext>
                </a:extLst>
              </a:tr>
            </a:tbl>
          </a:graphicData>
        </a:graphic>
      </p:graphicFrame>
      <p:graphicFrame>
        <p:nvGraphicFramePr>
          <p:cNvPr id="32" name="Table 14">
            <a:extLst>
              <a:ext uri="{FF2B5EF4-FFF2-40B4-BE49-F238E27FC236}">
                <a16:creationId xmlns:a16="http://schemas.microsoft.com/office/drawing/2014/main" id="{694D8959-2FDE-5CF0-BF1F-1DC1B05721A8}"/>
              </a:ext>
            </a:extLst>
          </p:cNvPr>
          <p:cNvGraphicFramePr>
            <a:graphicFrameLocks noGrp="1"/>
          </p:cNvGraphicFramePr>
          <p:nvPr>
            <p:extLst>
              <p:ext uri="{D42A27DB-BD31-4B8C-83A1-F6EECF244321}">
                <p14:modId xmlns:p14="http://schemas.microsoft.com/office/powerpoint/2010/main" val="1176411183"/>
              </p:ext>
            </p:extLst>
          </p:nvPr>
        </p:nvGraphicFramePr>
        <p:xfrm>
          <a:off x="621268" y="8235979"/>
          <a:ext cx="6566916" cy="1739320"/>
        </p:xfrm>
        <a:graphic>
          <a:graphicData uri="http://schemas.openxmlformats.org/drawingml/2006/table">
            <a:tbl>
              <a:tblPr rtl="1"/>
              <a:tblGrid>
                <a:gridCol w="384048">
                  <a:extLst>
                    <a:ext uri="{9D8B030D-6E8A-4147-A177-3AD203B41FA5}">
                      <a16:colId xmlns:a16="http://schemas.microsoft.com/office/drawing/2014/main" val="20000"/>
                    </a:ext>
                  </a:extLst>
                </a:gridCol>
                <a:gridCol w="1071372">
                  <a:extLst>
                    <a:ext uri="{9D8B030D-6E8A-4147-A177-3AD203B41FA5}">
                      <a16:colId xmlns:a16="http://schemas.microsoft.com/office/drawing/2014/main" val="20001"/>
                    </a:ext>
                  </a:extLst>
                </a:gridCol>
                <a:gridCol w="795528">
                  <a:extLst>
                    <a:ext uri="{9D8B030D-6E8A-4147-A177-3AD203B41FA5}">
                      <a16:colId xmlns:a16="http://schemas.microsoft.com/office/drawing/2014/main" val="20002"/>
                    </a:ext>
                  </a:extLst>
                </a:gridCol>
                <a:gridCol w="795528">
                  <a:extLst>
                    <a:ext uri="{9D8B030D-6E8A-4147-A177-3AD203B41FA5}">
                      <a16:colId xmlns:a16="http://schemas.microsoft.com/office/drawing/2014/main" val="20003"/>
                    </a:ext>
                  </a:extLst>
                </a:gridCol>
                <a:gridCol w="685800">
                  <a:extLst>
                    <a:ext uri="{9D8B030D-6E8A-4147-A177-3AD203B41FA5}">
                      <a16:colId xmlns:a16="http://schemas.microsoft.com/office/drawing/2014/main" val="20005"/>
                    </a:ext>
                  </a:extLst>
                </a:gridCol>
                <a:gridCol w="2834640">
                  <a:extLst>
                    <a:ext uri="{9D8B030D-6E8A-4147-A177-3AD203B41FA5}">
                      <a16:colId xmlns:a16="http://schemas.microsoft.com/office/drawing/2014/main" val="20006"/>
                    </a:ext>
                  </a:extLst>
                </a:gridCol>
              </a:tblGrid>
              <a:tr h="315190">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000">
                          <a:solidFill>
                            <a:srgbClr val="00080B"/>
                          </a:solidFill>
                          <a:latin typeface="Abar Mid" pitchFamily="2" charset="-78"/>
                          <a:ea typeface="Abar Mid" pitchFamily="2" charset="-78"/>
                          <a:cs typeface="Abar Mid" pitchFamily="2" charset="-78"/>
                        </a:rPr>
                        <a:t>مركز منصة نسك الرقمية</a:t>
                      </a:r>
                      <a:endParaRPr lang="ar-JO" sz="1000">
                        <a:solidFill>
                          <a:srgbClr val="00080B"/>
                        </a:solidFill>
                        <a:latin typeface="Abar Mid" pitchFamily="2" charset="-78"/>
                        <a:ea typeface="Abar Mid" pitchFamily="2" charset="-78"/>
                        <a:cs typeface="Abar Mid" pitchFamily="2"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47394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000" b="1" kern="1200">
                          <a:solidFill>
                            <a:schemeClr val="bg1"/>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اسم المشروع</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baseline="0">
                          <a:solidFill>
                            <a:schemeClr val="bg1"/>
                          </a:solidFill>
                          <a:latin typeface="Abar Mid" pitchFamily="50" charset="-78"/>
                          <a:ea typeface="Abar Mid" pitchFamily="50" charset="-78"/>
                          <a:cs typeface="Abar Mid" pitchFamily="50" charset="-78"/>
                        </a:rPr>
                        <a:t>تاريخ البداية</a:t>
                      </a:r>
                      <a:endParaRPr sz="1000" b="1" kern="1200" baseline="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تاريخ النهاية</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الحالة</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ما تم حتى تاريخه</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950190">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err="1">
                          <a:solidFill>
                            <a:srgbClr val="000000"/>
                          </a:solidFill>
                          <a:effectLst/>
                          <a:latin typeface="Abar Mid" pitchFamily="50" charset="-78"/>
                          <a:ea typeface="Abar Mid" pitchFamily="50" charset="-78"/>
                          <a:cs typeface="Abar Mid" pitchFamily="50" charset="-78"/>
                        </a:rPr>
                        <a:t>تسويق</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تطبيق</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نسك</a:t>
                      </a:r>
                      <a:endParaRPr lang="en-US" sz="1000" b="0" i="0" u="none" strike="noStrike">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30-06-2026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01-08-2027</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على</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المخطط</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en-US" sz="1000" b="1" i="0" u="none" strike="noStrike" dirty="0" err="1">
                          <a:solidFill>
                            <a:srgbClr val="000000"/>
                          </a:solidFill>
                          <a:effectLst/>
                          <a:latin typeface="Abar Mid" pitchFamily="50" charset="-78"/>
                          <a:cs typeface="Abar Mid" pitchFamily="50" charset="-78"/>
                        </a:rPr>
                        <a:t>تاريخ</a:t>
                      </a:r>
                      <a:r>
                        <a:rPr lang="en-US" sz="1000" b="1" i="0" u="none" strike="noStrike" dirty="0">
                          <a:solidFill>
                            <a:srgbClr val="000000"/>
                          </a:solidFill>
                          <a:effectLst/>
                          <a:latin typeface="Abar Mid" pitchFamily="50" charset="-78"/>
                          <a:cs typeface="Abar Mid" pitchFamily="50" charset="-78"/>
                        </a:rPr>
                        <a:t> </a:t>
                      </a:r>
                      <a:r>
                        <a:rPr lang="en-US" sz="1000" b="1" i="0" u="none" strike="noStrike" dirty="0" err="1">
                          <a:solidFill>
                            <a:srgbClr val="000000"/>
                          </a:solidFill>
                          <a:effectLst/>
                          <a:latin typeface="Abar Mid" pitchFamily="50" charset="-78"/>
                          <a:cs typeface="Abar Mid" pitchFamily="50" charset="-78"/>
                        </a:rPr>
                        <a:t>التحديث</a:t>
                      </a:r>
                      <a:r>
                        <a:rPr lang="ar-SA" sz="1000" b="1" i="0" u="none" strike="noStrike" dirty="0">
                          <a:solidFill>
                            <a:srgbClr val="000000"/>
                          </a:solidFill>
                          <a:effectLst/>
                          <a:latin typeface="Abar Mid" pitchFamily="50" charset="-78"/>
                          <a:cs typeface="Abar Mid" pitchFamily="50" charset="-78"/>
                        </a:rPr>
                        <a:t> </a:t>
                      </a:r>
                      <a:r>
                        <a:rPr lang="en-US" sz="1000" b="1" i="0" u="none" strike="noStrike" dirty="0">
                          <a:solidFill>
                            <a:srgbClr val="000000"/>
                          </a:solidFill>
                          <a:effectLst/>
                          <a:latin typeface="Abar Mid" pitchFamily="50" charset="-78"/>
                          <a:cs typeface="Abar Mid" pitchFamily="50" charset="-78"/>
                        </a:rPr>
                        <a:t>16</a:t>
                      </a:r>
                      <a:r>
                        <a:rPr lang="ar-SA" sz="1000" b="1" i="0" u="none" strike="noStrike" dirty="0">
                          <a:solidFill>
                            <a:srgbClr val="000000"/>
                          </a:solidFill>
                          <a:effectLst/>
                          <a:latin typeface="Abar Mid" pitchFamily="50" charset="-78"/>
                          <a:cs typeface="Abar Mid" pitchFamily="50" charset="-78"/>
                        </a:rPr>
                        <a:t> </a:t>
                      </a:r>
                      <a:r>
                        <a:rPr lang="en-US" sz="1000" b="1" i="0" u="none" strike="noStrike" dirty="0">
                          <a:solidFill>
                            <a:srgbClr val="000000"/>
                          </a:solidFill>
                          <a:effectLst/>
                          <a:latin typeface="Abar Mid" pitchFamily="50" charset="-78"/>
                          <a:cs typeface="Abar Mid" pitchFamily="50" charset="-78"/>
                        </a:rPr>
                        <a:t> </a:t>
                      </a:r>
                      <a:r>
                        <a:rPr lang="en-US" sz="1000" b="1" i="0" u="none" strike="noStrike" dirty="0" err="1">
                          <a:solidFill>
                            <a:srgbClr val="000000"/>
                          </a:solidFill>
                          <a:effectLst/>
                          <a:latin typeface="Abar Mid" pitchFamily="50" charset="-78"/>
                          <a:cs typeface="Abar Mid" pitchFamily="50" charset="-78"/>
                        </a:rPr>
                        <a:t>سبتمبر</a:t>
                      </a:r>
                      <a:r>
                        <a:rPr lang="en-US" sz="1000" b="1" i="0" u="none" strike="noStrike" dirty="0">
                          <a:solidFill>
                            <a:srgbClr val="000000"/>
                          </a:solidFill>
                          <a:effectLst/>
                          <a:latin typeface="Abar Mid" pitchFamily="50" charset="-78"/>
                          <a:cs typeface="Abar Mid" pitchFamily="50" charset="-78"/>
                        </a:rPr>
                        <a:t> 2026</a:t>
                      </a:r>
                      <a:endParaRPr lang="ar-SA" sz="1000" b="1" i="0" u="none" strike="noStrike" dirty="0">
                        <a:solidFill>
                          <a:srgbClr val="000000"/>
                        </a:solidFill>
                        <a:effectLst/>
                        <a:latin typeface="Abar Mid" pitchFamily="50" charset="-78"/>
                        <a:ea typeface="Abar Mid" pitchFamily="50" charset="-78"/>
                        <a:cs typeface="Abar Mid" pitchFamily="50" charset="-78"/>
                      </a:endParaRPr>
                    </a:p>
                    <a:p>
                      <a:pPr algn="r" rtl="1" fontAlgn="ctr">
                        <a:buNone/>
                      </a:pPr>
                      <a:r>
                        <a:rPr lang="en-US" sz="1000" b="0" i="0" u="none" strike="noStrike" dirty="0" err="1">
                          <a:solidFill>
                            <a:srgbClr val="000000"/>
                          </a:solidFill>
                          <a:effectLst/>
                          <a:latin typeface="Abar Mid" pitchFamily="50" charset="-78"/>
                          <a:ea typeface="Abar Mid" pitchFamily="50" charset="-78"/>
                          <a:cs typeface="Abar Mid" pitchFamily="50" charset="-78"/>
                        </a:rPr>
                        <a:t>تم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a:t>
                      </a:r>
                      <a:r>
                        <a:rPr lang="ar-SA" sz="1000" b="0" i="0" u="none" strike="noStrike" dirty="0">
                          <a:solidFill>
                            <a:srgbClr val="000000"/>
                          </a:solidFill>
                          <a:effectLst/>
                          <a:latin typeface="Abar Mid" pitchFamily="50" charset="-78"/>
                          <a:ea typeface="Abar Mid" pitchFamily="50" charset="-78"/>
                          <a:cs typeface="Abar Mid" pitchFamily="50" charset="-78"/>
                        </a:rPr>
                        <a:t>ا</a:t>
                      </a:r>
                      <a:r>
                        <a:rPr lang="en-US" sz="1000" b="0" i="0" u="none" strike="noStrike" dirty="0" err="1">
                          <a:solidFill>
                            <a:srgbClr val="000000"/>
                          </a:solidFill>
                          <a:effectLst/>
                          <a:latin typeface="Abar Mid" pitchFamily="50" charset="-78"/>
                          <a:ea typeface="Abar Mid" pitchFamily="50" charset="-78"/>
                          <a:cs typeface="Abar Mid" pitchFamily="50" charset="-78"/>
                        </a:rPr>
                        <a:t>نتهاء</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إعداد</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كراسة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الشروط</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والمواصفات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والأحكام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الخاصة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بالمشروع</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والميزانية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المتوقعة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للمشروع</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وتم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مشاركتها</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مع</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إدارة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المشتريات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لأخذ</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مرئياتهم</a:t>
                      </a:r>
                      <a:endParaRPr lang="en-US" sz="1000" b="0" i="0" u="none" strike="noStrike" dirty="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989322579"/>
                  </a:ext>
                </a:extLst>
              </a:tr>
            </a:tbl>
          </a:graphicData>
        </a:graphic>
      </p:graphicFrame>
      <p:graphicFrame>
        <p:nvGraphicFramePr>
          <p:cNvPr id="33" name="Table 5">
            <a:extLst>
              <a:ext uri="{FF2B5EF4-FFF2-40B4-BE49-F238E27FC236}">
                <a16:creationId xmlns:a16="http://schemas.microsoft.com/office/drawing/2014/main" id="{16560A80-6509-8BA6-B3C3-A36FD4D4C70B}"/>
              </a:ext>
            </a:extLst>
          </p:cNvPr>
          <p:cNvGraphicFramePr>
            <a:graphicFrameLocks noGrp="1"/>
          </p:cNvGraphicFramePr>
          <p:nvPr>
            <p:extLst>
              <p:ext uri="{D42A27DB-BD31-4B8C-83A1-F6EECF244321}">
                <p14:modId xmlns:p14="http://schemas.microsoft.com/office/powerpoint/2010/main" val="3786432752"/>
              </p:ext>
            </p:extLst>
          </p:nvPr>
        </p:nvGraphicFramePr>
        <p:xfrm>
          <a:off x="621268" y="10089599"/>
          <a:ext cx="6566916" cy="2056820"/>
        </p:xfrm>
        <a:graphic>
          <a:graphicData uri="http://schemas.openxmlformats.org/drawingml/2006/table">
            <a:tbl>
              <a:tblPr rtl="1"/>
              <a:tblGrid>
                <a:gridCol w="384048">
                  <a:extLst>
                    <a:ext uri="{9D8B030D-6E8A-4147-A177-3AD203B41FA5}">
                      <a16:colId xmlns:a16="http://schemas.microsoft.com/office/drawing/2014/main" val="20000"/>
                    </a:ext>
                  </a:extLst>
                </a:gridCol>
                <a:gridCol w="1071372">
                  <a:extLst>
                    <a:ext uri="{9D8B030D-6E8A-4147-A177-3AD203B41FA5}">
                      <a16:colId xmlns:a16="http://schemas.microsoft.com/office/drawing/2014/main" val="20001"/>
                    </a:ext>
                  </a:extLst>
                </a:gridCol>
                <a:gridCol w="795528">
                  <a:extLst>
                    <a:ext uri="{9D8B030D-6E8A-4147-A177-3AD203B41FA5}">
                      <a16:colId xmlns:a16="http://schemas.microsoft.com/office/drawing/2014/main" val="20002"/>
                    </a:ext>
                  </a:extLst>
                </a:gridCol>
                <a:gridCol w="795528">
                  <a:extLst>
                    <a:ext uri="{9D8B030D-6E8A-4147-A177-3AD203B41FA5}">
                      <a16:colId xmlns:a16="http://schemas.microsoft.com/office/drawing/2014/main" val="20003"/>
                    </a:ext>
                  </a:extLst>
                </a:gridCol>
                <a:gridCol w="685800">
                  <a:extLst>
                    <a:ext uri="{9D8B030D-6E8A-4147-A177-3AD203B41FA5}">
                      <a16:colId xmlns:a16="http://schemas.microsoft.com/office/drawing/2014/main" val="20005"/>
                    </a:ext>
                  </a:extLst>
                </a:gridCol>
                <a:gridCol w="2834640">
                  <a:extLst>
                    <a:ext uri="{9D8B030D-6E8A-4147-A177-3AD203B41FA5}">
                      <a16:colId xmlns:a16="http://schemas.microsoft.com/office/drawing/2014/main" val="20006"/>
                    </a:ext>
                  </a:extLst>
                </a:gridCol>
              </a:tblGrid>
              <a:tr h="315190">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000">
                          <a:solidFill>
                            <a:srgbClr val="00080B"/>
                          </a:solidFill>
                          <a:latin typeface="Abar Mid" pitchFamily="2" charset="-78"/>
                          <a:ea typeface="Abar Mid" pitchFamily="2" charset="-78"/>
                          <a:cs typeface="Abar Mid" pitchFamily="2" charset="-78"/>
                        </a:rPr>
                        <a:t>مركز امتثال أعمال</a:t>
                      </a:r>
                      <a:endParaRPr lang="ar-JO" sz="1000">
                        <a:solidFill>
                          <a:srgbClr val="00080B"/>
                        </a:solidFill>
                        <a:latin typeface="Abar Mid" pitchFamily="2" charset="-78"/>
                        <a:ea typeface="Abar Mid" pitchFamily="2" charset="-78"/>
                        <a:cs typeface="Abar Mid" pitchFamily="2"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47394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000" b="1" kern="1200">
                          <a:solidFill>
                            <a:schemeClr val="bg1"/>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اسم المشروع</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baseline="0">
                          <a:solidFill>
                            <a:schemeClr val="bg1"/>
                          </a:solidFill>
                          <a:latin typeface="Abar Mid" pitchFamily="50" charset="-78"/>
                          <a:ea typeface="Abar Mid" pitchFamily="50" charset="-78"/>
                          <a:cs typeface="Abar Mid" pitchFamily="50" charset="-78"/>
                        </a:rPr>
                        <a:t>تاريخ البداية</a:t>
                      </a:r>
                      <a:endParaRPr sz="1000" b="1" kern="1200" baseline="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تاريخ النهاية</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الحالة</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ما تم حتى تاريخه</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1267690">
                <a:tc>
                  <a:txBody>
                    <a:bodyPr/>
                    <a:lstStyle/>
                    <a:p>
                      <a:pPr algn="ctr" rtl="1" fontAlgn="ctr">
                        <a:buNone/>
                      </a:pPr>
                      <a:r>
                        <a:rPr lang="en-US" sz="1000" b="0" i="0" u="none" strike="noStrike">
                          <a:solidFill>
                            <a:srgbClr val="000000"/>
                          </a:solidFill>
                          <a:effectLst/>
                          <a:latin typeface="Abar Mid" pitchFamily="50" charset="-78"/>
                          <a:cs typeface="Abar Mid" pitchFamily="50" charset="-78"/>
                        </a:rPr>
                        <a:t>1</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err="1">
                          <a:solidFill>
                            <a:srgbClr val="000000"/>
                          </a:solidFill>
                          <a:effectLst/>
                          <a:latin typeface="Abar Mid" pitchFamily="50" charset="-78"/>
                          <a:cs typeface="Abar Mid" pitchFamily="50" charset="-78"/>
                        </a:rPr>
                        <a:t>ضيف</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بلا حقيبة</a:t>
                      </a:r>
                      <a:endParaRPr lang="en-US" sz="1000" b="0" i="0" u="none" strike="noStrike">
                        <a:solidFill>
                          <a:srgbClr val="000000"/>
                        </a:solidFill>
                        <a:effectLst/>
                        <a:latin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cs typeface="Abar Mid" pitchFamily="50" charset="-78"/>
                        </a:rPr>
                        <a:t>09-08-2026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cs typeface="Abar Mid" pitchFamily="50" charset="-78"/>
                        </a:rPr>
                        <a:t>23-03-2027</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على</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المخطط</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en-US" sz="1000" b="1" i="0" u="none" strike="noStrike" dirty="0" err="1">
                          <a:solidFill>
                            <a:srgbClr val="000000"/>
                          </a:solidFill>
                          <a:effectLst/>
                          <a:latin typeface="Abar Mid" pitchFamily="50" charset="-78"/>
                          <a:cs typeface="Abar Mid" pitchFamily="50" charset="-78"/>
                        </a:rPr>
                        <a:t>تاريخ</a:t>
                      </a:r>
                      <a:r>
                        <a:rPr lang="en-US" sz="1000" b="1" i="0" u="none" strike="noStrike" dirty="0">
                          <a:solidFill>
                            <a:srgbClr val="000000"/>
                          </a:solidFill>
                          <a:effectLst/>
                          <a:latin typeface="Abar Mid" pitchFamily="50" charset="-78"/>
                          <a:cs typeface="Abar Mid" pitchFamily="50" charset="-78"/>
                        </a:rPr>
                        <a:t> </a:t>
                      </a:r>
                      <a:r>
                        <a:rPr lang="en-US" sz="1000" b="1" i="0" u="none" strike="noStrike" dirty="0" err="1">
                          <a:solidFill>
                            <a:srgbClr val="000000"/>
                          </a:solidFill>
                          <a:effectLst/>
                          <a:latin typeface="Abar Mid" pitchFamily="50" charset="-78"/>
                          <a:cs typeface="Abar Mid" pitchFamily="50" charset="-78"/>
                        </a:rPr>
                        <a:t>التحديث</a:t>
                      </a:r>
                      <a:r>
                        <a:rPr lang="ar-SA" sz="1000" b="1" i="0" u="none" strike="noStrike" dirty="0">
                          <a:solidFill>
                            <a:srgbClr val="000000"/>
                          </a:solidFill>
                          <a:effectLst/>
                          <a:latin typeface="Abar Mid" pitchFamily="50" charset="-78"/>
                          <a:cs typeface="Abar Mid" pitchFamily="50" charset="-78"/>
                        </a:rPr>
                        <a:t> </a:t>
                      </a:r>
                      <a:r>
                        <a:rPr lang="en-US" sz="1000" b="1" i="0" u="none" strike="noStrike" dirty="0">
                          <a:solidFill>
                            <a:srgbClr val="000000"/>
                          </a:solidFill>
                          <a:effectLst/>
                          <a:latin typeface="Abar Mid" pitchFamily="50" charset="-78"/>
                          <a:cs typeface="Abar Mid" pitchFamily="50" charset="-78"/>
                        </a:rPr>
                        <a:t>22</a:t>
                      </a:r>
                      <a:r>
                        <a:rPr lang="ar-SA" sz="1000" b="1" i="0" u="none" strike="noStrike" dirty="0">
                          <a:solidFill>
                            <a:srgbClr val="000000"/>
                          </a:solidFill>
                          <a:effectLst/>
                          <a:latin typeface="Abar Mid" pitchFamily="50" charset="-78"/>
                          <a:cs typeface="Abar Mid" pitchFamily="50" charset="-78"/>
                        </a:rPr>
                        <a:t> </a:t>
                      </a:r>
                      <a:r>
                        <a:rPr lang="en-US" sz="1000" b="1" i="0" u="none" strike="noStrike" dirty="0">
                          <a:solidFill>
                            <a:srgbClr val="000000"/>
                          </a:solidFill>
                          <a:effectLst/>
                          <a:latin typeface="Abar Mid" pitchFamily="50" charset="-78"/>
                          <a:cs typeface="Abar Mid" pitchFamily="50" charset="-78"/>
                        </a:rPr>
                        <a:t> </a:t>
                      </a:r>
                      <a:r>
                        <a:rPr lang="en-US" sz="1000" b="1" i="0" u="none" strike="noStrike" dirty="0" err="1">
                          <a:solidFill>
                            <a:srgbClr val="000000"/>
                          </a:solidFill>
                          <a:effectLst/>
                          <a:latin typeface="Abar Mid" pitchFamily="50" charset="-78"/>
                          <a:cs typeface="Abar Mid" pitchFamily="50" charset="-78"/>
                        </a:rPr>
                        <a:t>سبتمبر</a:t>
                      </a:r>
                      <a:r>
                        <a:rPr lang="en-US" sz="1000" b="1" i="0" u="none" strike="noStrike" dirty="0">
                          <a:solidFill>
                            <a:srgbClr val="000000"/>
                          </a:solidFill>
                          <a:effectLst/>
                          <a:latin typeface="Abar Mid" pitchFamily="50" charset="-78"/>
                          <a:cs typeface="Abar Mid" pitchFamily="50" charset="-78"/>
                        </a:rPr>
                        <a:t> 2026</a:t>
                      </a:r>
                    </a:p>
                    <a:p>
                      <a:pPr algn="r" rtl="1" fontAlgn="ctr">
                        <a:buNone/>
                      </a:pPr>
                      <a:r>
                        <a:rPr lang="ar-SA" sz="1000" b="0" i="0" u="none" strike="noStrike" dirty="0">
                          <a:solidFill>
                            <a:srgbClr val="000000"/>
                          </a:solidFill>
                          <a:effectLst/>
                          <a:latin typeface="Abar Mid" pitchFamily="50" charset="-78"/>
                          <a:cs typeface="Abar Mid" pitchFamily="50" charset="-78"/>
                        </a:rPr>
                        <a:t>سيتم عقد ورشة عمل يوم الاثنين الموافق 28 سبتمبر مع شركات تقديم الخدمة بمشاركة برنامج خدمة ضيوف الرحمن وشركة مطارات القابضة لمناقشة التحديات الواردة من شركات تقديم الخدمة والحلول المناسبة لمعالجتها</a:t>
                      </a:r>
                      <a:endParaRPr lang="en-US" sz="1000" b="0" i="0" u="none" strike="noStrike" dirty="0">
                        <a:solidFill>
                          <a:srgbClr val="000000"/>
                        </a:solidFill>
                        <a:effectLst/>
                        <a:latin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989322579"/>
                  </a:ext>
                </a:extLst>
              </a:tr>
            </a:tbl>
          </a:graphicData>
        </a:graphic>
      </p:graphicFrame>
    </p:spTree>
    <p:extLst>
      <p:ext uri="{BB962C8B-B14F-4D97-AF65-F5344CB8AC3E}">
        <p14:creationId xmlns:p14="http://schemas.microsoft.com/office/powerpoint/2010/main" val="20145443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994A97-3A9A-84E7-EAF3-62B89E78F6C6}"/>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A6FAD260-223E-7550-A443-2DEDA804E2C5}"/>
              </a:ext>
            </a:extLst>
          </p:cNvPr>
          <p:cNvGrpSpPr/>
          <p:nvPr/>
        </p:nvGrpSpPr>
        <p:grpSpPr>
          <a:xfrm>
            <a:off x="917571" y="676842"/>
            <a:ext cx="5724532" cy="517476"/>
            <a:chOff x="1079493" y="4415868"/>
            <a:chExt cx="5724532" cy="1042296"/>
          </a:xfrm>
        </p:grpSpPr>
        <p:sp>
          <p:nvSpPr>
            <p:cNvPr id="3" name="btfpRowHeaderBoxText438126">
              <a:extLst>
                <a:ext uri="{FF2B5EF4-FFF2-40B4-BE49-F238E27FC236}">
                  <a16:creationId xmlns:a16="http://schemas.microsoft.com/office/drawing/2014/main" id="{F0288FAB-1D39-8211-132F-1911E662968F}"/>
                </a:ext>
              </a:extLst>
            </p:cNvPr>
            <p:cNvSpPr txBox="1"/>
            <p:nvPr>
              <p:custDataLst>
                <p:tags r:id="rId1"/>
              </p:custDataLst>
            </p:nvPr>
          </p:nvSpPr>
          <p:spPr>
            <a:xfrm flipH="1">
              <a:off x="1079493"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400" b="1" dirty="0">
                  <a:solidFill>
                    <a:schemeClr val="tx1"/>
                  </a:solidFill>
                  <a:latin typeface="Abar Mid" pitchFamily="2" charset="-78"/>
                  <a:ea typeface="Abar Mid" pitchFamily="2" charset="-78"/>
                  <a:cs typeface="Abar Mid" pitchFamily="2" charset="-78"/>
                </a:rPr>
                <a:t>تفاصيل مؤشر نضج التجربة الرقمية</a:t>
              </a:r>
            </a:p>
          </p:txBody>
        </p:sp>
        <p:cxnSp>
          <p:nvCxnSpPr>
            <p:cNvPr id="4" name="Straight Connector 3">
              <a:extLst>
                <a:ext uri="{FF2B5EF4-FFF2-40B4-BE49-F238E27FC236}">
                  <a16:creationId xmlns:a16="http://schemas.microsoft.com/office/drawing/2014/main" id="{0706F082-B59A-AA67-1C96-E1243612BDC6}"/>
                </a:ext>
              </a:extLst>
            </p:cNvPr>
            <p:cNvCxnSpPr>
              <a:cxnSpLocks/>
            </p:cNvCxnSpPr>
            <p:nvPr/>
          </p:nvCxnSpPr>
          <p:spPr>
            <a:xfrm>
              <a:off x="3300100" y="5458164"/>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grpSp>
        <p:nvGrpSpPr>
          <p:cNvPr id="14" name="Group 13">
            <a:extLst>
              <a:ext uri="{FF2B5EF4-FFF2-40B4-BE49-F238E27FC236}">
                <a16:creationId xmlns:a16="http://schemas.microsoft.com/office/drawing/2014/main" id="{64FB35A3-E107-CF58-8AB9-401613A1AC32}"/>
              </a:ext>
            </a:extLst>
          </p:cNvPr>
          <p:cNvGrpSpPr/>
          <p:nvPr/>
        </p:nvGrpSpPr>
        <p:grpSpPr>
          <a:xfrm>
            <a:off x="565787" y="1301135"/>
            <a:ext cx="6428100" cy="519900"/>
            <a:chOff x="737128" y="1301135"/>
            <a:chExt cx="6428100" cy="519900"/>
          </a:xfrm>
        </p:grpSpPr>
        <p:sp>
          <p:nvSpPr>
            <p:cNvPr id="6" name="Google Shape;109;p4">
              <a:extLst>
                <a:ext uri="{FF2B5EF4-FFF2-40B4-BE49-F238E27FC236}">
                  <a16:creationId xmlns:a16="http://schemas.microsoft.com/office/drawing/2014/main" id="{55AC9F17-50BE-96C2-C8BD-E212A544E78A}"/>
                </a:ext>
              </a:extLst>
            </p:cNvPr>
            <p:cNvSpPr/>
            <p:nvPr/>
          </p:nvSpPr>
          <p:spPr>
            <a:xfrm>
              <a:off x="5615128" y="1301135"/>
              <a:ext cx="1550100" cy="519900"/>
            </a:xfrm>
            <a:prstGeom prst="roundRect">
              <a:avLst>
                <a:gd name="adj" fmla="val 16667"/>
              </a:avLst>
            </a:prstGeom>
            <a:solidFill>
              <a:srgbClr val="E5BC8D"/>
            </a:solidFill>
            <a:ln>
              <a:noFill/>
            </a:ln>
          </p:spPr>
          <p:txBody>
            <a:bodyPr spcFirstLastPara="1" wrap="square" lIns="91425" tIns="91425" rIns="91425" bIns="91425" anchor="ctr" anchorCtr="0">
              <a:noAutofit/>
            </a:bodyPr>
            <a:lstStyle/>
            <a:p>
              <a:pPr marL="0" lvl="0" indent="0" algn="ctr" rtl="1">
                <a:lnSpc>
                  <a:spcPct val="100000"/>
                </a:lnSpc>
                <a:spcBef>
                  <a:spcPts val="0"/>
                </a:spcBef>
                <a:spcAft>
                  <a:spcPts val="0"/>
                </a:spcAft>
                <a:buNone/>
              </a:pPr>
              <a:r>
                <a:rPr lang="ar-SA" sz="800" b="1">
                  <a:solidFill>
                    <a:srgbClr val="FFFFFF"/>
                  </a:solidFill>
                  <a:latin typeface="Abar Mid" pitchFamily="50" charset="-78"/>
                  <a:ea typeface="Abar Mid" pitchFamily="50" charset="-78"/>
                  <a:cs typeface="Abar Mid" pitchFamily="50" charset="-78"/>
                  <a:sym typeface="IBM Plex Sans Arabic"/>
                </a:rPr>
                <a:t>تجربة المستخدم</a:t>
              </a:r>
              <a:endParaRPr sz="800" b="1">
                <a:solidFill>
                  <a:srgbClr val="FFFFFF"/>
                </a:solidFill>
                <a:latin typeface="Abar Mid" pitchFamily="50" charset="-78"/>
                <a:ea typeface="Abar Mid" pitchFamily="50" charset="-78"/>
                <a:cs typeface="Abar Mid" pitchFamily="50" charset="-78"/>
                <a:sym typeface="IBM Plex Sans Arabic"/>
              </a:endParaRPr>
            </a:p>
            <a:p>
              <a:pPr marL="0" lvl="0" indent="0" algn="ctr" rtl="1">
                <a:lnSpc>
                  <a:spcPct val="100000"/>
                </a:lnSpc>
                <a:spcBef>
                  <a:spcPts val="0"/>
                </a:spcBef>
                <a:spcAft>
                  <a:spcPts val="0"/>
                </a:spcAft>
                <a:buNone/>
              </a:pPr>
              <a:r>
                <a:rPr lang="ar-SA" sz="1500" b="1">
                  <a:solidFill>
                    <a:srgbClr val="FFFFFF"/>
                  </a:solidFill>
                  <a:latin typeface="Abar Mid" pitchFamily="50" charset="-78"/>
                  <a:ea typeface="Abar Mid" pitchFamily="50" charset="-78"/>
                  <a:cs typeface="Abar Mid" pitchFamily="50" charset="-78"/>
                  <a:sym typeface="IBM Plex Sans Arabic"/>
                </a:rPr>
                <a:t>15%</a:t>
              </a:r>
              <a:endParaRPr sz="1500" b="1">
                <a:solidFill>
                  <a:srgbClr val="FFFFFF"/>
                </a:solidFill>
                <a:latin typeface="Abar Mid" pitchFamily="50" charset="-78"/>
                <a:ea typeface="Abar Mid" pitchFamily="50" charset="-78"/>
                <a:cs typeface="Abar Mid" pitchFamily="50" charset="-78"/>
                <a:sym typeface="IBM Plex Sans Arabic"/>
              </a:endParaRPr>
            </a:p>
          </p:txBody>
        </p:sp>
        <p:sp>
          <p:nvSpPr>
            <p:cNvPr id="8" name="Google Shape;110;p4">
              <a:extLst>
                <a:ext uri="{FF2B5EF4-FFF2-40B4-BE49-F238E27FC236}">
                  <a16:creationId xmlns:a16="http://schemas.microsoft.com/office/drawing/2014/main" id="{274CF96A-7342-031E-61A0-B6AB5B022CF5}"/>
                </a:ext>
              </a:extLst>
            </p:cNvPr>
            <p:cNvSpPr/>
            <p:nvPr/>
          </p:nvSpPr>
          <p:spPr>
            <a:xfrm>
              <a:off x="3989128" y="1301135"/>
              <a:ext cx="1550100" cy="519900"/>
            </a:xfrm>
            <a:prstGeom prst="roundRect">
              <a:avLst>
                <a:gd name="adj" fmla="val 16667"/>
              </a:avLst>
            </a:prstGeom>
            <a:solidFill>
              <a:srgbClr val="386F67"/>
            </a:solidFill>
            <a:ln>
              <a:noFill/>
            </a:ln>
          </p:spPr>
          <p:txBody>
            <a:bodyPr spcFirstLastPara="1" wrap="square" lIns="91425" tIns="91425" rIns="91425" bIns="91425" anchor="ctr" anchorCtr="0">
              <a:noAutofit/>
            </a:bodyPr>
            <a:lstStyle/>
            <a:p>
              <a:pPr marL="0" lvl="0" indent="0" algn="ctr" rtl="1">
                <a:lnSpc>
                  <a:spcPct val="100000"/>
                </a:lnSpc>
                <a:spcBef>
                  <a:spcPts val="0"/>
                </a:spcBef>
                <a:spcAft>
                  <a:spcPts val="0"/>
                </a:spcAft>
                <a:buNone/>
              </a:pPr>
              <a:r>
                <a:rPr lang="ar-SA" sz="800" b="1">
                  <a:solidFill>
                    <a:srgbClr val="FFFFFF"/>
                  </a:solidFill>
                  <a:latin typeface="Abar Mid" pitchFamily="50" charset="-78"/>
                  <a:ea typeface="Abar Mid" pitchFamily="50" charset="-78"/>
                  <a:cs typeface="Abar Mid" pitchFamily="50" charset="-78"/>
                  <a:sym typeface="IBM Plex Sans Arabic"/>
                </a:rPr>
                <a:t>رضا المستفيد</a:t>
              </a:r>
              <a:endParaRPr sz="800" b="1">
                <a:solidFill>
                  <a:srgbClr val="FFFFFF"/>
                </a:solidFill>
                <a:latin typeface="Abar Mid" pitchFamily="50" charset="-78"/>
                <a:ea typeface="Abar Mid" pitchFamily="50" charset="-78"/>
                <a:cs typeface="Abar Mid" pitchFamily="50" charset="-78"/>
                <a:sym typeface="IBM Plex Sans Arabic"/>
              </a:endParaRPr>
            </a:p>
            <a:p>
              <a:pPr marL="0" lvl="0" indent="0" algn="ctr" rtl="1">
                <a:lnSpc>
                  <a:spcPct val="100000"/>
                </a:lnSpc>
                <a:spcBef>
                  <a:spcPts val="0"/>
                </a:spcBef>
                <a:spcAft>
                  <a:spcPts val="0"/>
                </a:spcAft>
                <a:buNone/>
              </a:pPr>
              <a:r>
                <a:rPr lang="ar-SA" sz="1500" b="1">
                  <a:solidFill>
                    <a:srgbClr val="FFFFFF"/>
                  </a:solidFill>
                  <a:latin typeface="Abar Mid" pitchFamily="50" charset="-78"/>
                  <a:ea typeface="Abar Mid" pitchFamily="50" charset="-78"/>
                  <a:cs typeface="Abar Mid" pitchFamily="50" charset="-78"/>
                  <a:sym typeface="IBM Plex Sans Arabic"/>
                </a:rPr>
                <a:t>15%</a:t>
              </a:r>
              <a:endParaRPr sz="1500" b="1">
                <a:solidFill>
                  <a:srgbClr val="FFFFFF"/>
                </a:solidFill>
                <a:latin typeface="Abar Mid" pitchFamily="50" charset="-78"/>
                <a:ea typeface="Abar Mid" pitchFamily="50" charset="-78"/>
                <a:cs typeface="Abar Mid" pitchFamily="50" charset="-78"/>
                <a:sym typeface="IBM Plex Sans Arabic"/>
              </a:endParaRPr>
            </a:p>
          </p:txBody>
        </p:sp>
        <p:sp>
          <p:nvSpPr>
            <p:cNvPr id="10" name="Google Shape;111;p4">
              <a:extLst>
                <a:ext uri="{FF2B5EF4-FFF2-40B4-BE49-F238E27FC236}">
                  <a16:creationId xmlns:a16="http://schemas.microsoft.com/office/drawing/2014/main" id="{B3482A15-32A8-6C97-626F-2B0718B6F51D}"/>
                </a:ext>
              </a:extLst>
            </p:cNvPr>
            <p:cNvSpPr/>
            <p:nvPr/>
          </p:nvSpPr>
          <p:spPr>
            <a:xfrm>
              <a:off x="2363128" y="1301135"/>
              <a:ext cx="1550100" cy="519900"/>
            </a:xfrm>
            <a:prstGeom prst="roundRect">
              <a:avLst>
                <a:gd name="adj" fmla="val 16667"/>
              </a:avLst>
            </a:prstGeom>
            <a:solidFill>
              <a:srgbClr val="B47B5F"/>
            </a:solidFill>
            <a:ln>
              <a:noFill/>
            </a:ln>
          </p:spPr>
          <p:txBody>
            <a:bodyPr spcFirstLastPara="1" wrap="square" lIns="91425" tIns="91425" rIns="91425" bIns="91425" anchor="ctr" anchorCtr="0">
              <a:noAutofit/>
            </a:bodyPr>
            <a:lstStyle/>
            <a:p>
              <a:pPr marL="0" lvl="0" indent="0" algn="ctr" rtl="1">
                <a:lnSpc>
                  <a:spcPct val="100000"/>
                </a:lnSpc>
                <a:spcBef>
                  <a:spcPts val="0"/>
                </a:spcBef>
                <a:spcAft>
                  <a:spcPts val="0"/>
                </a:spcAft>
                <a:buNone/>
              </a:pPr>
              <a:r>
                <a:rPr lang="ar-SA" sz="800" b="1">
                  <a:solidFill>
                    <a:srgbClr val="FFFFFF"/>
                  </a:solidFill>
                  <a:latin typeface="Abar Mid" pitchFamily="50" charset="-78"/>
                  <a:ea typeface="Abar Mid" pitchFamily="50" charset="-78"/>
                  <a:cs typeface="Abar Mid" pitchFamily="50" charset="-78"/>
                  <a:sym typeface="IBM Plex Sans Arabic"/>
                </a:rPr>
                <a:t>التعامل مع الشكاوى</a:t>
              </a:r>
              <a:endParaRPr sz="800" b="1">
                <a:solidFill>
                  <a:srgbClr val="FFFFFF"/>
                </a:solidFill>
                <a:latin typeface="Abar Mid" pitchFamily="50" charset="-78"/>
                <a:ea typeface="Abar Mid" pitchFamily="50" charset="-78"/>
                <a:cs typeface="Abar Mid" pitchFamily="50" charset="-78"/>
                <a:sym typeface="IBM Plex Sans Arabic"/>
              </a:endParaRPr>
            </a:p>
            <a:p>
              <a:pPr marL="0" lvl="0" indent="0" algn="ctr" rtl="1">
                <a:lnSpc>
                  <a:spcPct val="100000"/>
                </a:lnSpc>
                <a:spcBef>
                  <a:spcPts val="0"/>
                </a:spcBef>
                <a:spcAft>
                  <a:spcPts val="0"/>
                </a:spcAft>
                <a:buNone/>
              </a:pPr>
              <a:r>
                <a:rPr lang="ar-SA" sz="1500" b="1">
                  <a:solidFill>
                    <a:srgbClr val="FFFFFF"/>
                  </a:solidFill>
                  <a:latin typeface="Abar Mid" pitchFamily="50" charset="-78"/>
                  <a:ea typeface="Abar Mid" pitchFamily="50" charset="-78"/>
                  <a:cs typeface="Abar Mid" pitchFamily="50" charset="-78"/>
                  <a:sym typeface="IBM Plex Sans Arabic"/>
                </a:rPr>
                <a:t>15%</a:t>
              </a:r>
              <a:endParaRPr sz="1500" b="1">
                <a:solidFill>
                  <a:srgbClr val="FFFFFF"/>
                </a:solidFill>
                <a:latin typeface="Abar Mid" pitchFamily="50" charset="-78"/>
                <a:ea typeface="Abar Mid" pitchFamily="50" charset="-78"/>
                <a:cs typeface="Abar Mid" pitchFamily="50" charset="-78"/>
                <a:sym typeface="IBM Plex Sans Arabic"/>
              </a:endParaRPr>
            </a:p>
          </p:txBody>
        </p:sp>
        <p:sp>
          <p:nvSpPr>
            <p:cNvPr id="12" name="Google Shape;112;p4">
              <a:extLst>
                <a:ext uri="{FF2B5EF4-FFF2-40B4-BE49-F238E27FC236}">
                  <a16:creationId xmlns:a16="http://schemas.microsoft.com/office/drawing/2014/main" id="{55BFCABA-3852-BE98-4900-56A90660A268}"/>
                </a:ext>
              </a:extLst>
            </p:cNvPr>
            <p:cNvSpPr/>
            <p:nvPr/>
          </p:nvSpPr>
          <p:spPr>
            <a:xfrm>
              <a:off x="737128" y="1301135"/>
              <a:ext cx="1550100" cy="519900"/>
            </a:xfrm>
            <a:prstGeom prst="roundRect">
              <a:avLst>
                <a:gd name="adj" fmla="val 16667"/>
              </a:avLst>
            </a:prstGeom>
            <a:solidFill>
              <a:srgbClr val="8EBADB"/>
            </a:solidFill>
            <a:ln>
              <a:noFill/>
            </a:ln>
          </p:spPr>
          <p:txBody>
            <a:bodyPr spcFirstLastPara="1" wrap="square" lIns="91425" tIns="91425" rIns="91425" bIns="91425" anchor="ctr" anchorCtr="0">
              <a:noAutofit/>
            </a:bodyPr>
            <a:lstStyle/>
            <a:p>
              <a:pPr marL="0" lvl="0" indent="0" algn="ctr" rtl="1">
                <a:lnSpc>
                  <a:spcPct val="100000"/>
                </a:lnSpc>
                <a:spcBef>
                  <a:spcPts val="0"/>
                </a:spcBef>
                <a:spcAft>
                  <a:spcPts val="0"/>
                </a:spcAft>
                <a:buNone/>
              </a:pPr>
              <a:r>
                <a:rPr lang="ar-SA" sz="800" b="1">
                  <a:solidFill>
                    <a:srgbClr val="FFFFFF"/>
                  </a:solidFill>
                  <a:latin typeface="Abar Mid" pitchFamily="50" charset="-78"/>
                  <a:ea typeface="Abar Mid" pitchFamily="50" charset="-78"/>
                  <a:cs typeface="Abar Mid" pitchFamily="50" charset="-78"/>
                  <a:sym typeface="IBM Plex Sans Arabic"/>
                </a:rPr>
                <a:t>التقنيات والأدوات</a:t>
              </a:r>
              <a:endParaRPr sz="800" b="1">
                <a:solidFill>
                  <a:srgbClr val="FFFFFF"/>
                </a:solidFill>
                <a:latin typeface="Abar Mid" pitchFamily="50" charset="-78"/>
                <a:ea typeface="Abar Mid" pitchFamily="50" charset="-78"/>
                <a:cs typeface="Abar Mid" pitchFamily="50" charset="-78"/>
                <a:sym typeface="IBM Plex Sans Arabic"/>
              </a:endParaRPr>
            </a:p>
            <a:p>
              <a:pPr marL="0" lvl="0" indent="0" algn="ctr" rtl="1">
                <a:lnSpc>
                  <a:spcPct val="100000"/>
                </a:lnSpc>
                <a:spcBef>
                  <a:spcPts val="0"/>
                </a:spcBef>
                <a:spcAft>
                  <a:spcPts val="0"/>
                </a:spcAft>
                <a:buNone/>
              </a:pPr>
              <a:r>
                <a:rPr lang="ar-SA" sz="1500" b="1">
                  <a:solidFill>
                    <a:srgbClr val="FFFFFF"/>
                  </a:solidFill>
                  <a:latin typeface="Abar Mid" pitchFamily="50" charset="-78"/>
                  <a:ea typeface="Abar Mid" pitchFamily="50" charset="-78"/>
                  <a:cs typeface="Abar Mid" pitchFamily="50" charset="-78"/>
                  <a:sym typeface="IBM Plex Sans Arabic"/>
                </a:rPr>
                <a:t>15%</a:t>
              </a:r>
              <a:endParaRPr sz="1500" b="1">
                <a:solidFill>
                  <a:srgbClr val="FFFFFF"/>
                </a:solidFill>
                <a:latin typeface="Abar Mid" pitchFamily="50" charset="-78"/>
                <a:ea typeface="Abar Mid" pitchFamily="50" charset="-78"/>
                <a:cs typeface="Abar Mid" pitchFamily="50" charset="-78"/>
                <a:sym typeface="IBM Plex Sans Arabic"/>
              </a:endParaRPr>
            </a:p>
          </p:txBody>
        </p:sp>
      </p:grpSp>
      <p:graphicFrame>
        <p:nvGraphicFramePr>
          <p:cNvPr id="16" name="Google Shape;114;p4">
            <a:extLst>
              <a:ext uri="{FF2B5EF4-FFF2-40B4-BE49-F238E27FC236}">
                <a16:creationId xmlns:a16="http://schemas.microsoft.com/office/drawing/2014/main" id="{3F02CA16-7223-F3A1-86A0-83DA7F712726}"/>
              </a:ext>
            </a:extLst>
          </p:cNvPr>
          <p:cNvGraphicFramePr/>
          <p:nvPr>
            <p:extLst>
              <p:ext uri="{D42A27DB-BD31-4B8C-83A1-F6EECF244321}">
                <p14:modId xmlns:p14="http://schemas.microsoft.com/office/powerpoint/2010/main" val="723679109"/>
              </p:ext>
            </p:extLst>
          </p:nvPr>
        </p:nvGraphicFramePr>
        <p:xfrm>
          <a:off x="209969" y="1927851"/>
          <a:ext cx="7133807" cy="9288793"/>
        </p:xfrm>
        <a:graphic>
          <a:graphicData uri="http://schemas.openxmlformats.org/drawingml/2006/table">
            <a:tbl>
              <a:tblPr>
                <a:noFill/>
              </a:tblPr>
              <a:tblGrid>
                <a:gridCol w="1877317">
                  <a:extLst>
                    <a:ext uri="{9D8B030D-6E8A-4147-A177-3AD203B41FA5}">
                      <a16:colId xmlns:a16="http://schemas.microsoft.com/office/drawing/2014/main" val="20000"/>
                    </a:ext>
                  </a:extLst>
                </a:gridCol>
                <a:gridCol w="608849">
                  <a:extLst>
                    <a:ext uri="{9D8B030D-6E8A-4147-A177-3AD203B41FA5}">
                      <a16:colId xmlns:a16="http://schemas.microsoft.com/office/drawing/2014/main" val="20001"/>
                    </a:ext>
                  </a:extLst>
                </a:gridCol>
                <a:gridCol w="3988048">
                  <a:extLst>
                    <a:ext uri="{9D8B030D-6E8A-4147-A177-3AD203B41FA5}">
                      <a16:colId xmlns:a16="http://schemas.microsoft.com/office/drawing/2014/main" val="20002"/>
                    </a:ext>
                  </a:extLst>
                </a:gridCol>
                <a:gridCol w="659593">
                  <a:extLst>
                    <a:ext uri="{9D8B030D-6E8A-4147-A177-3AD203B41FA5}">
                      <a16:colId xmlns:a16="http://schemas.microsoft.com/office/drawing/2014/main" val="20003"/>
                    </a:ext>
                  </a:extLst>
                </a:gridCol>
              </a:tblGrid>
              <a:tr h="350312">
                <a:tc gridSpan="4">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100" kern="1200" dirty="0">
                          <a:solidFill>
                            <a:srgbClr val="00080B"/>
                          </a:solidFill>
                          <a:latin typeface="Abar Mid" pitchFamily="2" charset="-78"/>
                          <a:ea typeface="Abar Mid" pitchFamily="2" charset="-78"/>
                          <a:cs typeface="Abar Mid" pitchFamily="2" charset="-78"/>
                          <a:sym typeface="IBM Plex Sans Arabic"/>
                        </a:rPr>
                        <a:t>وكالة التحول الرقمي</a:t>
                      </a:r>
                      <a:endParaRPr sz="1100" kern="1200" dirty="0">
                        <a:solidFill>
                          <a:srgbClr val="00080B"/>
                        </a:solidFill>
                        <a:latin typeface="Abar Mid" pitchFamily="2" charset="-78"/>
                        <a:ea typeface="Abar Mid" pitchFamily="2" charset="-78"/>
                        <a:cs typeface="Abar Mid" pitchFamily="2"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4E7D7"/>
                    </a:solidFill>
                  </a:tcPr>
                </a:tc>
                <a:tc hMerge="1">
                  <a:txBody>
                    <a:bodyPr/>
                    <a:lstStyle/>
                    <a:p>
                      <a:pPr marL="0" lvl="0" indent="0" algn="ctr" rtl="1">
                        <a:lnSpc>
                          <a:spcPct val="100000"/>
                        </a:lnSpc>
                        <a:spcBef>
                          <a:spcPts val="0"/>
                        </a:spcBef>
                        <a:spcAft>
                          <a:spcPts val="0"/>
                        </a:spcAft>
                        <a:buNone/>
                      </a:pPr>
                      <a:endParaRPr sz="800" b="1">
                        <a:solidFill>
                          <a:srgbClr val="FFFFFF"/>
                        </a:solidFill>
                        <a:latin typeface="Abar Mid" pitchFamily="50" charset="-78"/>
                        <a:ea typeface="Abar Mid" pitchFamily="50" charset="-78"/>
                        <a:cs typeface="Abar Mid" pitchFamily="50" charset="-78"/>
                        <a:sym typeface="IBM Plex Sans Arabic"/>
                      </a:endParaRPr>
                    </a:p>
                  </a:txBody>
                  <a:tcPr marL="91425" marR="91425"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hMerge="1">
                  <a:txBody>
                    <a:bodyPr/>
                    <a:lstStyle/>
                    <a:p>
                      <a:pPr marL="0" lvl="0" indent="0" algn="ctr" rtl="1">
                        <a:lnSpc>
                          <a:spcPct val="100000"/>
                        </a:lnSpc>
                        <a:spcBef>
                          <a:spcPts val="0"/>
                        </a:spcBef>
                        <a:spcAft>
                          <a:spcPts val="0"/>
                        </a:spcAft>
                        <a:buNone/>
                      </a:pPr>
                      <a:endParaRPr sz="800" b="1" dirty="0">
                        <a:solidFill>
                          <a:srgbClr val="FFFFFF"/>
                        </a:solidFill>
                        <a:latin typeface="Abar Mid" pitchFamily="50" charset="-78"/>
                        <a:ea typeface="Abar Mid" pitchFamily="50" charset="-78"/>
                        <a:cs typeface="Abar Mid" pitchFamily="50" charset="-78"/>
                        <a:sym typeface="IBM Plex Sans Arabic"/>
                      </a:endParaRPr>
                    </a:p>
                  </a:txBody>
                  <a:tcPr marL="91425" marR="91425"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hMerge="1">
                  <a:txBody>
                    <a:bodyPr/>
                    <a:lstStyle/>
                    <a:p>
                      <a:pPr marL="0" lvl="0" indent="0" algn="ctr" rtl="1">
                        <a:lnSpc>
                          <a:spcPct val="100000"/>
                        </a:lnSpc>
                        <a:spcBef>
                          <a:spcPts val="0"/>
                        </a:spcBef>
                        <a:spcAft>
                          <a:spcPts val="0"/>
                        </a:spcAft>
                        <a:buNone/>
                      </a:pPr>
                      <a:endParaRPr sz="800" b="1" dirty="0">
                        <a:solidFill>
                          <a:srgbClr val="FFFFFF"/>
                        </a:solidFill>
                        <a:latin typeface="Abar Mid" pitchFamily="50" charset="-78"/>
                        <a:ea typeface="Abar Mid" pitchFamily="50" charset="-78"/>
                        <a:cs typeface="Abar Mid" pitchFamily="50" charset="-78"/>
                        <a:sym typeface="IBM Plex Sans Arabic"/>
                      </a:endParaRPr>
                    </a:p>
                  </a:txBody>
                  <a:tcPr marL="91425" marR="91425" marT="91425" marB="91425" anchor="ctr">
                    <a:lnL w="9525" cap="flat" cmpd="sng" algn="ctr">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extLst>
                  <a:ext uri="{0D108BD9-81ED-4DB2-BD59-A6C34878D82A}">
                    <a16:rowId xmlns:a16="http://schemas.microsoft.com/office/drawing/2014/main" val="2244213555"/>
                  </a:ext>
                </a:extLst>
              </a:tr>
              <a:tr h="319727">
                <a:tc>
                  <a:txBody>
                    <a:bodyPr/>
                    <a:lstStyle/>
                    <a:p>
                      <a:pPr marL="0" lvl="0" indent="0" algn="ctr" rtl="1">
                        <a:lnSpc>
                          <a:spcPct val="100000"/>
                        </a:lnSpc>
                        <a:spcBef>
                          <a:spcPts val="0"/>
                        </a:spcBef>
                        <a:spcAft>
                          <a:spcPts val="0"/>
                        </a:spcAft>
                        <a:buNone/>
                      </a:pPr>
                      <a:r>
                        <a:rPr lang="ar-SA" sz="1100" b="1">
                          <a:solidFill>
                            <a:srgbClr val="FFFFFF"/>
                          </a:solidFill>
                          <a:latin typeface="Abar Mid" pitchFamily="50" charset="-78"/>
                          <a:ea typeface="Abar Mid" pitchFamily="50" charset="-78"/>
                          <a:cs typeface="Abar Mid" pitchFamily="50" charset="-78"/>
                          <a:sym typeface="IBM Plex Sans Arabic"/>
                        </a:rPr>
                        <a:t>أساس التقييم</a:t>
                      </a:r>
                      <a:endParaRPr sz="1100" b="1">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a:txBody>
                    <a:bodyPr/>
                    <a:lstStyle/>
                    <a:p>
                      <a:pPr marL="0" lvl="0" indent="0" algn="ctr" rtl="1">
                        <a:lnSpc>
                          <a:spcPct val="100000"/>
                        </a:lnSpc>
                        <a:spcBef>
                          <a:spcPts val="0"/>
                        </a:spcBef>
                        <a:spcAft>
                          <a:spcPts val="0"/>
                        </a:spcAft>
                        <a:buNone/>
                      </a:pPr>
                      <a:r>
                        <a:rPr lang="ar-SA" sz="1100" b="1">
                          <a:solidFill>
                            <a:srgbClr val="FFFFFF"/>
                          </a:solidFill>
                          <a:latin typeface="Abar Mid" pitchFamily="50" charset="-78"/>
                          <a:ea typeface="Abar Mid" pitchFamily="50" charset="-78"/>
                          <a:cs typeface="Abar Mid" pitchFamily="50" charset="-78"/>
                          <a:sym typeface="IBM Plex Sans Arabic"/>
                        </a:rPr>
                        <a:t>الإنجاز</a:t>
                      </a:r>
                      <a:endParaRPr sz="1100" b="1">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a:txBody>
                    <a:bodyPr/>
                    <a:lstStyle/>
                    <a:p>
                      <a:pPr marL="0" lvl="0" indent="0" algn="ctr" rtl="1">
                        <a:lnSpc>
                          <a:spcPct val="100000"/>
                        </a:lnSpc>
                        <a:spcBef>
                          <a:spcPts val="0"/>
                        </a:spcBef>
                        <a:spcAft>
                          <a:spcPts val="0"/>
                        </a:spcAft>
                        <a:buNone/>
                      </a:pPr>
                      <a:r>
                        <a:rPr lang="ar-SA" sz="1100" b="1" dirty="0">
                          <a:solidFill>
                            <a:srgbClr val="FFFFFF"/>
                          </a:solidFill>
                          <a:latin typeface="Abar Mid" pitchFamily="50" charset="-78"/>
                          <a:ea typeface="Abar Mid" pitchFamily="50" charset="-78"/>
                          <a:cs typeface="Abar Mid" pitchFamily="50" charset="-78"/>
                          <a:sym typeface="IBM Plex Sans Arabic"/>
                        </a:rPr>
                        <a:t>المهمة</a:t>
                      </a:r>
                      <a:endParaRPr sz="1100" b="1" dirty="0">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a:txBody>
                    <a:bodyPr/>
                    <a:lstStyle/>
                    <a:p>
                      <a:pPr marL="0" lvl="0" indent="0" algn="ctr" rtl="1">
                        <a:lnSpc>
                          <a:spcPct val="100000"/>
                        </a:lnSpc>
                        <a:spcBef>
                          <a:spcPts val="0"/>
                        </a:spcBef>
                        <a:spcAft>
                          <a:spcPts val="0"/>
                        </a:spcAft>
                        <a:buNone/>
                      </a:pPr>
                      <a:r>
                        <a:rPr lang="ar-SA" sz="1100" b="1" dirty="0">
                          <a:solidFill>
                            <a:srgbClr val="FFFFFF"/>
                          </a:solidFill>
                          <a:latin typeface="Abar Mid" pitchFamily="50" charset="-78"/>
                          <a:ea typeface="Abar Mid" pitchFamily="50" charset="-78"/>
                          <a:cs typeface="Abar Mid" pitchFamily="50" charset="-78"/>
                          <a:sym typeface="IBM Plex Sans Arabic"/>
                        </a:rPr>
                        <a:t>م</a:t>
                      </a:r>
                      <a:endParaRPr sz="1100" b="1" dirty="0">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extLst>
                  <a:ext uri="{0D108BD9-81ED-4DB2-BD59-A6C34878D82A}">
                    <a16:rowId xmlns:a16="http://schemas.microsoft.com/office/drawing/2014/main" val="10000"/>
                  </a:ext>
                </a:extLst>
              </a:tr>
              <a:tr h="319727">
                <a:tc gridSpan="4">
                  <a:txBody>
                    <a:bodyPr/>
                    <a:lstStyle/>
                    <a:p>
                      <a:pPr marL="0" lvl="0" indent="0" algn="r" rtl="1">
                        <a:lnSpc>
                          <a:spcPct val="100000"/>
                        </a:lnSpc>
                        <a:spcBef>
                          <a:spcPts val="0"/>
                        </a:spcBef>
                        <a:spcAft>
                          <a:spcPts val="0"/>
                        </a:spcAft>
                        <a:buNone/>
                      </a:pPr>
                      <a:r>
                        <a:rPr lang="ar-SA" sz="1100" b="1">
                          <a:solidFill>
                            <a:srgbClr val="FFFFFF"/>
                          </a:solidFill>
                          <a:latin typeface="Abar Mid" pitchFamily="50" charset="-78"/>
                          <a:ea typeface="Abar Mid" pitchFamily="50" charset="-78"/>
                          <a:cs typeface="Abar Mid" pitchFamily="50" charset="-78"/>
                          <a:sym typeface="IBM Plex Sans Arabic"/>
                        </a:rPr>
                        <a:t>تجربة المستخدم: 15%</a:t>
                      </a:r>
                      <a:endParaRPr sz="1100" b="1">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E5BC8D"/>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1"/>
                  </a:ext>
                </a:extLst>
              </a:tr>
              <a:tr h="319727">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جاهزية + تحديد التواريخ</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رفع توافرية المنصات إلى 99.99% فأعلى</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INF-01</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319727">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جاهزية + تحديد التواريخ</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خفض زمن عرض المحتوى المرئي الأكبر إلى 2.5 ثانية فأقل</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INF-02</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319727">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جاهزية + تحديد التواريخ</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ربط جميع المنصات بالنفاذ الوطني الموحد وتوحيد حساب المستفيد</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INF-03</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319727">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جاهزية + تحديد التواريخ</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توحيد البنية التقنية لأدوات إمكانية الوصول عبر جميع البوابات</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INF-04</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319727">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جاهزية + تحديد التواريخ</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دمج المنصات تحت نطاق موحد بمسارات فرعية واستمرارية الجلسة</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INF-05</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319727">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جاهزية + تحديد التواريخ</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توحيد سلوك شريط التصفح وثباته عبر المنصات والتطبيق</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INF-06</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319727">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جاهزية + تحديد التواريخ</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تعميم أنماط الإدخال والنصوص الإرشادية في نظام التصميم الموحد</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INF-07</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319727">
                <a:tc gridSpan="4">
                  <a:txBody>
                    <a:bodyPr/>
                    <a:lstStyle/>
                    <a:p>
                      <a:pPr marL="0" lvl="0" indent="0" algn="r" rtl="1">
                        <a:lnSpc>
                          <a:spcPct val="100000"/>
                        </a:lnSpc>
                        <a:spcBef>
                          <a:spcPts val="0"/>
                        </a:spcBef>
                        <a:spcAft>
                          <a:spcPts val="0"/>
                        </a:spcAft>
                        <a:buNone/>
                      </a:pPr>
                      <a:r>
                        <a:rPr lang="ar-SA" sz="1100" b="1">
                          <a:solidFill>
                            <a:srgbClr val="FFFFFF"/>
                          </a:solidFill>
                          <a:latin typeface="Abar Mid" pitchFamily="50" charset="-78"/>
                          <a:ea typeface="Abar Mid" pitchFamily="50" charset="-78"/>
                          <a:cs typeface="Abar Mid" pitchFamily="50" charset="-78"/>
                          <a:sym typeface="IBM Plex Sans Arabic"/>
                        </a:rPr>
                        <a:t>رضا المستفيد: 15%</a:t>
                      </a:r>
                      <a:endParaRPr sz="1100" b="1">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386F67"/>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9"/>
                  </a:ext>
                </a:extLst>
              </a:tr>
              <a:tr h="472653">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جاهزية + تحديد التواريخ</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دعم رفع سرعة التصفح والأداء وخفض الأخطاء (مشتركة مع مركز منصة نسك)</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S-03</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0"/>
                  </a:ext>
                </a:extLst>
              </a:tr>
              <a:tr h="319727">
                <a:tc gridSpan="4">
                  <a:txBody>
                    <a:bodyPr/>
                    <a:lstStyle/>
                    <a:p>
                      <a:pPr marL="0" lvl="0" indent="0" algn="r" rtl="1">
                        <a:lnSpc>
                          <a:spcPct val="100000"/>
                        </a:lnSpc>
                        <a:spcBef>
                          <a:spcPts val="0"/>
                        </a:spcBef>
                        <a:spcAft>
                          <a:spcPts val="0"/>
                        </a:spcAft>
                        <a:buNone/>
                      </a:pPr>
                      <a:r>
                        <a:rPr lang="ar-SA" sz="1100" b="1">
                          <a:solidFill>
                            <a:srgbClr val="FFFFFF"/>
                          </a:solidFill>
                          <a:latin typeface="Abar Mid" pitchFamily="50" charset="-78"/>
                          <a:ea typeface="Abar Mid" pitchFamily="50" charset="-78"/>
                          <a:cs typeface="Abar Mid" pitchFamily="50" charset="-78"/>
                          <a:sym typeface="IBM Plex Sans Arabic"/>
                        </a:rPr>
                        <a:t>التعامل مع الشكاوى: 15%</a:t>
                      </a:r>
                      <a:endParaRPr sz="1100" b="1">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B47B5F"/>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11"/>
                  </a:ext>
                </a:extLst>
              </a:tr>
              <a:tr h="319727">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المتطلب مستلم + تواريخ</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إصدار تقرير نسبة إتاحة منظومة الشكاوى خلال ساعات العمل</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CS-25</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2"/>
                  </a:ext>
                </a:extLst>
              </a:tr>
              <a:tr h="319727">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المتطلب مستلم + تواريخ</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تطوير احتساب زمن الاستجابة لكل شكوى</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CS-28</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3"/>
                  </a:ext>
                </a:extLst>
              </a:tr>
              <a:tr h="319727">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المتطلب مستلم + تواريخ</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تقرير الطاقة الاستيعابية ونسبة إشغال الدائرة الهاتفية (SIP Trunk)</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CS-34</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4"/>
                  </a:ext>
                </a:extLst>
              </a:tr>
              <a:tr h="319727">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المتطلب مستلم + تواريخ</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تمكين تسجيل الشكوى وتوجيهها آليا عبر القنوات</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CS-36</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5"/>
                  </a:ext>
                </a:extLst>
              </a:tr>
              <a:tr h="319727">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المتطلب مستلم + تواريخ</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أولوية معالجة شكاوى كبار السن وذوي الإعاقة</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CS-43</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6"/>
                  </a:ext>
                </a:extLst>
              </a:tr>
              <a:tr h="319727">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المتطلب مستلم + تواريخ</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إضافة زمن معالجة الشكوى</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CS-55</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7"/>
                  </a:ext>
                </a:extLst>
              </a:tr>
              <a:tr h="319727">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المتطلب مستلم + تواريخ</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إضافة عدد مرات إعادة فتح الشكوى</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CS-59</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8"/>
                  </a:ext>
                </a:extLst>
              </a:tr>
              <a:tr h="319727">
                <a:tc gridSpan="4">
                  <a:txBody>
                    <a:bodyPr/>
                    <a:lstStyle/>
                    <a:p>
                      <a:pPr marL="0" lvl="0" indent="0" algn="r" rtl="1">
                        <a:lnSpc>
                          <a:spcPct val="100000"/>
                        </a:lnSpc>
                        <a:spcBef>
                          <a:spcPts val="0"/>
                        </a:spcBef>
                        <a:spcAft>
                          <a:spcPts val="0"/>
                        </a:spcAft>
                        <a:buNone/>
                      </a:pPr>
                      <a:r>
                        <a:rPr lang="ar-SA" sz="1100" b="1">
                          <a:solidFill>
                            <a:srgbClr val="FFFFFF"/>
                          </a:solidFill>
                          <a:latin typeface="Abar Mid" pitchFamily="50" charset="-78"/>
                          <a:ea typeface="Abar Mid" pitchFamily="50" charset="-78"/>
                          <a:cs typeface="Abar Mid" pitchFamily="50" charset="-78"/>
                          <a:sym typeface="IBM Plex Sans Arabic"/>
                        </a:rPr>
                        <a:t>التقنيات والأدوات: 15%</a:t>
                      </a:r>
                      <a:endParaRPr sz="1100" b="1">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8EBADB"/>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19"/>
                  </a:ext>
                </a:extLst>
              </a:tr>
              <a:tr h="319727">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جاهزية + تحديد التواريخ</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واجهات البرمجة والحلول السحابية واستكمال توثيق الإطار التكاملي</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INF-08</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20"/>
                  </a:ext>
                </a:extLst>
              </a:tr>
              <a:tr h="319727">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جاهزية + تحديد التواريخ</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جمع بيانات المستفيدين عبر القنوات ومستودع بيانات التجربة الرقمية</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INF-09</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21"/>
                  </a:ext>
                </a:extLst>
              </a:tr>
              <a:tr h="319727">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جاهزية + تحديد التواريخ</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تحليل بيانات وسائل التواصل الاجتماعي وتكاملها مع الأنظمة الداخلية</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INF-10</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22"/>
                  </a:ext>
                </a:extLst>
              </a:tr>
              <a:tr h="319727">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جاهزية + تحديد التواريخ</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وصول المصممين والمطورين إلى مستودع البيانات</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INF-11</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23"/>
                  </a:ext>
                </a:extLst>
              </a:tr>
              <a:tr h="319727">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جاهزية + تحديد التواريخ</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منصة التجربة الرقمية الموحدة ونظام العمل المرن</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INF-12</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24"/>
                  </a:ext>
                </a:extLst>
              </a:tr>
              <a:tr h="472653">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جاهزية + تحديد التواريخ</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أنظمة التكامل وواجهات البرمجة بين تطبيقات المنصة والأنظمة الداعمة</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INF-13</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25"/>
                  </a:ext>
                </a:extLst>
              </a:tr>
              <a:tr h="319727">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جاهزية + تحديد التواريخ</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أنظمة الذكاء الاصطناعي والأتمتة الداعمة للتجربة الرقمية</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INF-14</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26"/>
                  </a:ext>
                </a:extLst>
              </a:tr>
            </a:tbl>
          </a:graphicData>
        </a:graphic>
      </p:graphicFrame>
      <p:graphicFrame>
        <p:nvGraphicFramePr>
          <p:cNvPr id="18" name="Table 17">
            <a:extLst>
              <a:ext uri="{FF2B5EF4-FFF2-40B4-BE49-F238E27FC236}">
                <a16:creationId xmlns:a16="http://schemas.microsoft.com/office/drawing/2014/main" id="{56F53AE8-90EB-9173-B764-ED3B50C9E9A0}"/>
              </a:ext>
            </a:extLst>
          </p:cNvPr>
          <p:cNvGraphicFramePr>
            <a:graphicFrameLocks/>
          </p:cNvGraphicFramePr>
          <p:nvPr>
            <p:extLst>
              <p:ext uri="{D42A27DB-BD31-4B8C-83A1-F6EECF244321}">
                <p14:modId xmlns:p14="http://schemas.microsoft.com/office/powerpoint/2010/main" val="3413811674"/>
              </p:ext>
            </p:extLst>
          </p:nvPr>
        </p:nvGraphicFramePr>
        <p:xfrm>
          <a:off x="209969" y="11256973"/>
          <a:ext cx="7139737" cy="1354204"/>
        </p:xfrm>
        <a:graphic>
          <a:graphicData uri="http://schemas.openxmlformats.org/drawingml/2006/table">
            <a:tbl>
              <a:tblPr rtl="1"/>
              <a:tblGrid>
                <a:gridCol w="383974">
                  <a:extLst>
                    <a:ext uri="{9D8B030D-6E8A-4147-A177-3AD203B41FA5}">
                      <a16:colId xmlns:a16="http://schemas.microsoft.com/office/drawing/2014/main" val="3562085196"/>
                    </a:ext>
                  </a:extLst>
                </a:gridCol>
                <a:gridCol w="6755763">
                  <a:extLst>
                    <a:ext uri="{9D8B030D-6E8A-4147-A177-3AD203B41FA5}">
                      <a16:colId xmlns:a16="http://schemas.microsoft.com/office/drawing/2014/main" val="374937463"/>
                    </a:ext>
                  </a:extLst>
                </a:gridCol>
              </a:tblGrid>
              <a:tr h="235359">
                <a:tc gridSpan="2">
                  <a:txBody>
                    <a:bodyPr/>
                    <a:lstStyle/>
                    <a:p>
                      <a:pPr algn="r" rtl="1">
                        <a:lnSpc>
                          <a:spcPct val="105000"/>
                        </a:lnSpc>
                      </a:pPr>
                      <a:r>
                        <a:rPr lang="ar-SA" sz="1000" b="1" dirty="0">
                          <a:solidFill>
                            <a:srgbClr val="000000"/>
                          </a:solidFill>
                          <a:latin typeface="Abar Mid" pitchFamily="50" charset="-78"/>
                          <a:ea typeface="Abar Mid" pitchFamily="50" charset="-78"/>
                          <a:cs typeface="Abar Mid" pitchFamily="50" charset="-78"/>
                        </a:rPr>
                        <a:t>التحديات</a:t>
                      </a:r>
                    </a:p>
                  </a:txBody>
                  <a:tcPr marL="10800" marT="10800" marB="10800" anchor="ctr">
                    <a:lnL w="57150" cap="flat" cmpd="sng" algn="ctr">
                      <a:solidFill>
                        <a:srgbClr val="D9A86A"/>
                      </a:solid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r" rtl="1">
                        <a:lnSpc>
                          <a:spcPct val="105000"/>
                        </a:lnSpc>
                      </a:pPr>
                      <a:endParaRPr lang="ar-SA" sz="1000" b="1" dirty="0">
                        <a:solidFill>
                          <a:srgbClr val="000000"/>
                        </a:solidFill>
                        <a:latin typeface="Abar Mid" pitchFamily="50" charset="-78"/>
                        <a:ea typeface="Abar Mid" pitchFamily="50" charset="-78"/>
                        <a:cs typeface="Abar Mid" pitchFamily="50" charset="-78"/>
                      </a:endParaRPr>
                    </a:p>
                  </a:txBody>
                  <a:tcPr marL="45720" anchor="ctr">
                    <a:lnL w="57150" cap="flat" cmpd="sng" algn="ctr">
                      <a:no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1772843"/>
                  </a:ext>
                </a:extLst>
              </a:tr>
              <a:tr h="235359">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en-US" sz="1000" b="1">
                          <a:solidFill>
                            <a:srgbClr val="FFFFFF"/>
                          </a:solidFill>
                          <a:latin typeface="Abar Mid" pitchFamily="50" charset="-78"/>
                          <a:ea typeface="Abar Mid" pitchFamily="50" charset="-78"/>
                          <a:cs typeface="Abar Mid" pitchFamily="50" charset="-78"/>
                        </a:rPr>
                        <a:t>#</a:t>
                      </a:r>
                    </a:p>
                  </a:txBody>
                  <a:tcPr marL="10800" marR="4572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p>
                      <a:pPr algn="ctr" rtl="1">
                        <a:lnSpc>
                          <a:spcPct val="105000"/>
                        </a:lnSpc>
                      </a:pPr>
                      <a:r>
                        <a:rPr lang="ar-SA" sz="1000" b="1" dirty="0">
                          <a:solidFill>
                            <a:srgbClr val="FFFFFF"/>
                          </a:solidFill>
                          <a:latin typeface="Abar Mid" pitchFamily="50" charset="-78"/>
                          <a:ea typeface="Abar Mid" pitchFamily="50" charset="-78"/>
                          <a:cs typeface="Abar Mid" pitchFamily="50" charset="-78"/>
                        </a:rPr>
                        <a:t>التحدي</a:t>
                      </a:r>
                    </a:p>
                  </a:txBody>
                  <a:tcPr marL="10800" marR="4572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441743">
                <a:tc>
                  <a:txBody>
                    <a:bodyPr/>
                    <a:lstStyle/>
                    <a:p>
                      <a:pPr algn="ctr" rtl="1" fontAlgn="ctr">
                        <a:buNone/>
                      </a:pPr>
                      <a:r>
                        <a:rPr lang="en-US" sz="1000" b="0" i="0" u="none" strike="noStrike">
                          <a:solidFill>
                            <a:srgbClr val="000000"/>
                          </a:solidFill>
                          <a:effectLst/>
                          <a:latin typeface="Abar Mid" pitchFamily="50" charset="-78"/>
                          <a:cs typeface="Abar Mid" pitchFamily="50" charset="-78"/>
                        </a:rPr>
                        <a:t>1</a:t>
                      </a:r>
                    </a:p>
                  </a:txBody>
                  <a:tcPr marL="10800" marR="4572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ar-SA" sz="1000" b="0" i="0" u="none" strike="noStrike" kern="1200" dirty="0">
                          <a:solidFill>
                            <a:srgbClr val="000000"/>
                          </a:solidFill>
                          <a:effectLst/>
                          <a:latin typeface="Abar Mid" pitchFamily="50" charset="-78"/>
                          <a:ea typeface="+mn-ea"/>
                          <a:cs typeface="Abar Mid" pitchFamily="50" charset="-78"/>
                        </a:rPr>
                        <a:t>تحديد التواريخ قيد الاستكمال؛ نسبة 15% تفترض اعتماد التواريخ هذا الأسبوع</a:t>
                      </a:r>
                    </a:p>
                  </a:txBody>
                  <a:tcPr marL="10800" marR="4572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441743">
                <a:tc>
                  <a:txBody>
                    <a:bodyPr/>
                    <a:lstStyle/>
                    <a:p>
                      <a:pPr algn="ctr" rtl="1" fontAlgn="ctr">
                        <a:buNone/>
                      </a:pPr>
                      <a:r>
                        <a:rPr lang="en-US" sz="1000" b="0" i="0" u="none" strike="noStrike" dirty="0">
                          <a:solidFill>
                            <a:srgbClr val="000000"/>
                          </a:solidFill>
                          <a:effectLst/>
                          <a:latin typeface="Abar Mid" pitchFamily="50" charset="-78"/>
                          <a:cs typeface="Abar Mid" pitchFamily="50" charset="-78"/>
                        </a:rPr>
                        <a:t>2</a:t>
                      </a:r>
                    </a:p>
                  </a:txBody>
                  <a:tcPr marL="10800" marR="4572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ar-SA" sz="1000" b="0" i="0" u="none" strike="noStrike" kern="1200" dirty="0">
                          <a:solidFill>
                            <a:srgbClr val="000000"/>
                          </a:solidFill>
                          <a:effectLst/>
                          <a:latin typeface="Abar Mid" pitchFamily="50" charset="-78"/>
                          <a:ea typeface="+mn-ea"/>
                          <a:cs typeface="Abar Mid" pitchFamily="50" charset="-78"/>
                        </a:rPr>
                        <a:t>تعدد التقاطعات: 7 مهام في منظور التعامل مع الشكاوى تعتمد على تطويرات تقنية المعلومات ويجب إنجازها قبل دورة التقييم</a:t>
                      </a:r>
                    </a:p>
                  </a:txBody>
                  <a:tcPr marL="10800" marR="4572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777937494"/>
                  </a:ext>
                </a:extLst>
              </a:tr>
            </a:tbl>
          </a:graphicData>
        </a:graphic>
      </p:graphicFrame>
    </p:spTree>
    <p:extLst>
      <p:ext uri="{BB962C8B-B14F-4D97-AF65-F5344CB8AC3E}">
        <p14:creationId xmlns:p14="http://schemas.microsoft.com/office/powerpoint/2010/main" val="39748999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063A62-E1DB-0978-5980-A092EAFD8BB3}"/>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618C4853-FD59-15DC-77CA-67E1157B46B8}"/>
              </a:ext>
            </a:extLst>
          </p:cNvPr>
          <p:cNvGrpSpPr/>
          <p:nvPr/>
        </p:nvGrpSpPr>
        <p:grpSpPr>
          <a:xfrm>
            <a:off x="917571" y="676842"/>
            <a:ext cx="5724532" cy="517476"/>
            <a:chOff x="1079493" y="4415868"/>
            <a:chExt cx="5724532" cy="1042296"/>
          </a:xfrm>
        </p:grpSpPr>
        <p:sp>
          <p:nvSpPr>
            <p:cNvPr id="3" name="btfpRowHeaderBoxText438126">
              <a:extLst>
                <a:ext uri="{FF2B5EF4-FFF2-40B4-BE49-F238E27FC236}">
                  <a16:creationId xmlns:a16="http://schemas.microsoft.com/office/drawing/2014/main" id="{3A5E46DB-EC8E-337F-E262-B98DF26F1A52}"/>
                </a:ext>
              </a:extLst>
            </p:cNvPr>
            <p:cNvSpPr txBox="1"/>
            <p:nvPr>
              <p:custDataLst>
                <p:tags r:id="rId1"/>
              </p:custDataLst>
            </p:nvPr>
          </p:nvSpPr>
          <p:spPr>
            <a:xfrm flipH="1">
              <a:off x="1079493"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400" b="1" dirty="0">
                  <a:solidFill>
                    <a:schemeClr val="tx1"/>
                  </a:solidFill>
                  <a:latin typeface="Abar Mid" pitchFamily="2" charset="-78"/>
                  <a:ea typeface="Abar Mid" pitchFamily="2" charset="-78"/>
                  <a:cs typeface="Abar Mid" pitchFamily="2" charset="-78"/>
                </a:rPr>
                <a:t>تفاصيل مؤشر نضج التجربة الرقمية</a:t>
              </a:r>
            </a:p>
          </p:txBody>
        </p:sp>
        <p:cxnSp>
          <p:nvCxnSpPr>
            <p:cNvPr id="4" name="Straight Connector 3">
              <a:extLst>
                <a:ext uri="{FF2B5EF4-FFF2-40B4-BE49-F238E27FC236}">
                  <a16:creationId xmlns:a16="http://schemas.microsoft.com/office/drawing/2014/main" id="{7E113169-2E0E-586E-C0CC-840DFC718F38}"/>
                </a:ext>
              </a:extLst>
            </p:cNvPr>
            <p:cNvCxnSpPr>
              <a:cxnSpLocks/>
            </p:cNvCxnSpPr>
            <p:nvPr/>
          </p:nvCxnSpPr>
          <p:spPr>
            <a:xfrm>
              <a:off x="3300100" y="5458164"/>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grpSp>
        <p:nvGrpSpPr>
          <p:cNvPr id="14" name="Group 13">
            <a:extLst>
              <a:ext uri="{FF2B5EF4-FFF2-40B4-BE49-F238E27FC236}">
                <a16:creationId xmlns:a16="http://schemas.microsoft.com/office/drawing/2014/main" id="{B8FB8FE5-5535-253D-D94F-9A88F7C72604}"/>
              </a:ext>
            </a:extLst>
          </p:cNvPr>
          <p:cNvGrpSpPr/>
          <p:nvPr/>
        </p:nvGrpSpPr>
        <p:grpSpPr>
          <a:xfrm>
            <a:off x="565787" y="1301135"/>
            <a:ext cx="6428100" cy="519900"/>
            <a:chOff x="737128" y="1301135"/>
            <a:chExt cx="6428100" cy="519900"/>
          </a:xfrm>
        </p:grpSpPr>
        <p:sp>
          <p:nvSpPr>
            <p:cNvPr id="6" name="Google Shape;109;p4">
              <a:extLst>
                <a:ext uri="{FF2B5EF4-FFF2-40B4-BE49-F238E27FC236}">
                  <a16:creationId xmlns:a16="http://schemas.microsoft.com/office/drawing/2014/main" id="{82ACB6D4-B454-9618-3491-598C0972661C}"/>
                </a:ext>
              </a:extLst>
            </p:cNvPr>
            <p:cNvSpPr/>
            <p:nvPr/>
          </p:nvSpPr>
          <p:spPr>
            <a:xfrm>
              <a:off x="5615128" y="1301135"/>
              <a:ext cx="1550100" cy="519900"/>
            </a:xfrm>
            <a:prstGeom prst="roundRect">
              <a:avLst>
                <a:gd name="adj" fmla="val 16667"/>
              </a:avLst>
            </a:prstGeom>
            <a:solidFill>
              <a:srgbClr val="E5BC8D"/>
            </a:solidFill>
            <a:ln>
              <a:noFill/>
            </a:ln>
          </p:spPr>
          <p:txBody>
            <a:bodyPr spcFirstLastPara="1" wrap="square" lIns="91425" tIns="91425" rIns="91425" bIns="91425" anchor="ctr" anchorCtr="0">
              <a:noAutofit/>
            </a:bodyPr>
            <a:lstStyle/>
            <a:p>
              <a:pPr marL="0" lvl="0" indent="0" algn="ctr" rtl="1">
                <a:lnSpc>
                  <a:spcPct val="100000"/>
                </a:lnSpc>
                <a:spcBef>
                  <a:spcPts val="0"/>
                </a:spcBef>
                <a:spcAft>
                  <a:spcPts val="0"/>
                </a:spcAft>
                <a:buNone/>
              </a:pPr>
              <a:r>
                <a:rPr lang="ar-SA" sz="800" b="1">
                  <a:solidFill>
                    <a:srgbClr val="FFFFFF"/>
                  </a:solidFill>
                  <a:latin typeface="Abar Mid" pitchFamily="50" charset="-78"/>
                  <a:ea typeface="Abar Mid" pitchFamily="50" charset="-78"/>
                  <a:cs typeface="Abar Mid" pitchFamily="50" charset="-78"/>
                  <a:sym typeface="IBM Plex Sans Arabic"/>
                </a:rPr>
                <a:t>تجربة المستخدم</a:t>
              </a:r>
              <a:endParaRPr sz="800" b="1">
                <a:solidFill>
                  <a:srgbClr val="FFFFFF"/>
                </a:solidFill>
                <a:latin typeface="Abar Mid" pitchFamily="50" charset="-78"/>
                <a:ea typeface="Abar Mid" pitchFamily="50" charset="-78"/>
                <a:cs typeface="Abar Mid" pitchFamily="50" charset="-78"/>
                <a:sym typeface="IBM Plex Sans Arabic"/>
              </a:endParaRPr>
            </a:p>
            <a:p>
              <a:pPr marL="0" lvl="0" indent="0" algn="ctr" rtl="1">
                <a:lnSpc>
                  <a:spcPct val="100000"/>
                </a:lnSpc>
                <a:spcBef>
                  <a:spcPts val="0"/>
                </a:spcBef>
                <a:spcAft>
                  <a:spcPts val="0"/>
                </a:spcAft>
                <a:buNone/>
              </a:pPr>
              <a:r>
                <a:rPr lang="ar-SA" sz="1500" b="1">
                  <a:solidFill>
                    <a:srgbClr val="FFFFFF"/>
                  </a:solidFill>
                  <a:latin typeface="Abar Mid" pitchFamily="50" charset="-78"/>
                  <a:ea typeface="Abar Mid" pitchFamily="50" charset="-78"/>
                  <a:cs typeface="Abar Mid" pitchFamily="50" charset="-78"/>
                  <a:sym typeface="IBM Plex Sans Arabic"/>
                </a:rPr>
                <a:t>15%</a:t>
              </a:r>
              <a:endParaRPr sz="1500" b="1">
                <a:solidFill>
                  <a:srgbClr val="FFFFFF"/>
                </a:solidFill>
                <a:latin typeface="Abar Mid" pitchFamily="50" charset="-78"/>
                <a:ea typeface="Abar Mid" pitchFamily="50" charset="-78"/>
                <a:cs typeface="Abar Mid" pitchFamily="50" charset="-78"/>
                <a:sym typeface="IBM Plex Sans Arabic"/>
              </a:endParaRPr>
            </a:p>
          </p:txBody>
        </p:sp>
        <p:sp>
          <p:nvSpPr>
            <p:cNvPr id="8" name="Google Shape;110;p4">
              <a:extLst>
                <a:ext uri="{FF2B5EF4-FFF2-40B4-BE49-F238E27FC236}">
                  <a16:creationId xmlns:a16="http://schemas.microsoft.com/office/drawing/2014/main" id="{4281F5D7-A8AF-94D5-59E8-D1DBC8796C50}"/>
                </a:ext>
              </a:extLst>
            </p:cNvPr>
            <p:cNvSpPr/>
            <p:nvPr/>
          </p:nvSpPr>
          <p:spPr>
            <a:xfrm>
              <a:off x="3989128" y="1301135"/>
              <a:ext cx="1550100" cy="519900"/>
            </a:xfrm>
            <a:prstGeom prst="roundRect">
              <a:avLst>
                <a:gd name="adj" fmla="val 16667"/>
              </a:avLst>
            </a:prstGeom>
            <a:solidFill>
              <a:srgbClr val="386F67"/>
            </a:solidFill>
            <a:ln>
              <a:noFill/>
            </a:ln>
          </p:spPr>
          <p:txBody>
            <a:bodyPr spcFirstLastPara="1" wrap="square" lIns="91425" tIns="91425" rIns="91425" bIns="91425" anchor="ctr" anchorCtr="0">
              <a:noAutofit/>
            </a:bodyPr>
            <a:lstStyle/>
            <a:p>
              <a:pPr marL="0" lvl="0" indent="0" algn="ctr" rtl="1">
                <a:lnSpc>
                  <a:spcPct val="100000"/>
                </a:lnSpc>
                <a:spcBef>
                  <a:spcPts val="0"/>
                </a:spcBef>
                <a:spcAft>
                  <a:spcPts val="0"/>
                </a:spcAft>
                <a:buNone/>
              </a:pPr>
              <a:r>
                <a:rPr lang="ar-SA" sz="800" b="1">
                  <a:solidFill>
                    <a:srgbClr val="FFFFFF"/>
                  </a:solidFill>
                  <a:latin typeface="Abar Mid" pitchFamily="50" charset="-78"/>
                  <a:ea typeface="Abar Mid" pitchFamily="50" charset="-78"/>
                  <a:cs typeface="Abar Mid" pitchFamily="50" charset="-78"/>
                  <a:sym typeface="IBM Plex Sans Arabic"/>
                </a:rPr>
                <a:t>رضا المستفيد</a:t>
              </a:r>
              <a:endParaRPr sz="800" b="1">
                <a:solidFill>
                  <a:srgbClr val="FFFFFF"/>
                </a:solidFill>
                <a:latin typeface="Abar Mid" pitchFamily="50" charset="-78"/>
                <a:ea typeface="Abar Mid" pitchFamily="50" charset="-78"/>
                <a:cs typeface="Abar Mid" pitchFamily="50" charset="-78"/>
                <a:sym typeface="IBM Plex Sans Arabic"/>
              </a:endParaRPr>
            </a:p>
            <a:p>
              <a:pPr marL="0" lvl="0" indent="0" algn="ctr" rtl="1">
                <a:lnSpc>
                  <a:spcPct val="100000"/>
                </a:lnSpc>
                <a:spcBef>
                  <a:spcPts val="0"/>
                </a:spcBef>
                <a:spcAft>
                  <a:spcPts val="0"/>
                </a:spcAft>
                <a:buNone/>
              </a:pPr>
              <a:r>
                <a:rPr lang="ar-SA" sz="1500" b="1">
                  <a:solidFill>
                    <a:srgbClr val="FFFFFF"/>
                  </a:solidFill>
                  <a:latin typeface="Abar Mid" pitchFamily="50" charset="-78"/>
                  <a:ea typeface="Abar Mid" pitchFamily="50" charset="-78"/>
                  <a:cs typeface="Abar Mid" pitchFamily="50" charset="-78"/>
                  <a:sym typeface="IBM Plex Sans Arabic"/>
                </a:rPr>
                <a:t>15%</a:t>
              </a:r>
              <a:endParaRPr sz="1500" b="1">
                <a:solidFill>
                  <a:srgbClr val="FFFFFF"/>
                </a:solidFill>
                <a:latin typeface="Abar Mid" pitchFamily="50" charset="-78"/>
                <a:ea typeface="Abar Mid" pitchFamily="50" charset="-78"/>
                <a:cs typeface="Abar Mid" pitchFamily="50" charset="-78"/>
                <a:sym typeface="IBM Plex Sans Arabic"/>
              </a:endParaRPr>
            </a:p>
          </p:txBody>
        </p:sp>
        <p:sp>
          <p:nvSpPr>
            <p:cNvPr id="10" name="Google Shape;111;p4">
              <a:extLst>
                <a:ext uri="{FF2B5EF4-FFF2-40B4-BE49-F238E27FC236}">
                  <a16:creationId xmlns:a16="http://schemas.microsoft.com/office/drawing/2014/main" id="{759B80A5-A9ED-550A-9CD4-822A4C7E8A68}"/>
                </a:ext>
              </a:extLst>
            </p:cNvPr>
            <p:cNvSpPr/>
            <p:nvPr/>
          </p:nvSpPr>
          <p:spPr>
            <a:xfrm>
              <a:off x="2363128" y="1301135"/>
              <a:ext cx="1550100" cy="519900"/>
            </a:xfrm>
            <a:prstGeom prst="roundRect">
              <a:avLst>
                <a:gd name="adj" fmla="val 16667"/>
              </a:avLst>
            </a:prstGeom>
            <a:solidFill>
              <a:srgbClr val="B47B5F"/>
            </a:solidFill>
            <a:ln>
              <a:noFill/>
            </a:ln>
          </p:spPr>
          <p:txBody>
            <a:bodyPr spcFirstLastPara="1" wrap="square" lIns="91425" tIns="91425" rIns="91425" bIns="91425" anchor="ctr" anchorCtr="0">
              <a:noAutofit/>
            </a:bodyPr>
            <a:lstStyle/>
            <a:p>
              <a:pPr marL="0" lvl="0" indent="0" algn="ctr" rtl="1">
                <a:lnSpc>
                  <a:spcPct val="100000"/>
                </a:lnSpc>
                <a:spcBef>
                  <a:spcPts val="0"/>
                </a:spcBef>
                <a:spcAft>
                  <a:spcPts val="0"/>
                </a:spcAft>
                <a:buNone/>
              </a:pPr>
              <a:r>
                <a:rPr lang="ar-SA" sz="800" b="1">
                  <a:solidFill>
                    <a:srgbClr val="FFFFFF"/>
                  </a:solidFill>
                  <a:latin typeface="Abar Mid" pitchFamily="50" charset="-78"/>
                  <a:ea typeface="Abar Mid" pitchFamily="50" charset="-78"/>
                  <a:cs typeface="Abar Mid" pitchFamily="50" charset="-78"/>
                  <a:sym typeface="IBM Plex Sans Arabic"/>
                </a:rPr>
                <a:t>التعامل مع الشكاوى</a:t>
              </a:r>
              <a:endParaRPr sz="800" b="1">
                <a:solidFill>
                  <a:srgbClr val="FFFFFF"/>
                </a:solidFill>
                <a:latin typeface="Abar Mid" pitchFamily="50" charset="-78"/>
                <a:ea typeface="Abar Mid" pitchFamily="50" charset="-78"/>
                <a:cs typeface="Abar Mid" pitchFamily="50" charset="-78"/>
                <a:sym typeface="IBM Plex Sans Arabic"/>
              </a:endParaRPr>
            </a:p>
            <a:p>
              <a:pPr marL="0" lvl="0" indent="0" algn="ctr" rtl="1">
                <a:lnSpc>
                  <a:spcPct val="100000"/>
                </a:lnSpc>
                <a:spcBef>
                  <a:spcPts val="0"/>
                </a:spcBef>
                <a:spcAft>
                  <a:spcPts val="0"/>
                </a:spcAft>
                <a:buNone/>
              </a:pPr>
              <a:r>
                <a:rPr lang="ar-SA" sz="1500" b="1">
                  <a:solidFill>
                    <a:srgbClr val="FFFFFF"/>
                  </a:solidFill>
                  <a:latin typeface="Abar Mid" pitchFamily="50" charset="-78"/>
                  <a:ea typeface="Abar Mid" pitchFamily="50" charset="-78"/>
                  <a:cs typeface="Abar Mid" pitchFamily="50" charset="-78"/>
                  <a:sym typeface="IBM Plex Sans Arabic"/>
                </a:rPr>
                <a:t>15%</a:t>
              </a:r>
              <a:endParaRPr sz="1500" b="1">
                <a:solidFill>
                  <a:srgbClr val="FFFFFF"/>
                </a:solidFill>
                <a:latin typeface="Abar Mid" pitchFamily="50" charset="-78"/>
                <a:ea typeface="Abar Mid" pitchFamily="50" charset="-78"/>
                <a:cs typeface="Abar Mid" pitchFamily="50" charset="-78"/>
                <a:sym typeface="IBM Plex Sans Arabic"/>
              </a:endParaRPr>
            </a:p>
          </p:txBody>
        </p:sp>
        <p:sp>
          <p:nvSpPr>
            <p:cNvPr id="12" name="Google Shape;112;p4">
              <a:extLst>
                <a:ext uri="{FF2B5EF4-FFF2-40B4-BE49-F238E27FC236}">
                  <a16:creationId xmlns:a16="http://schemas.microsoft.com/office/drawing/2014/main" id="{7EA60537-6741-210B-21E9-E4C0081ABBAC}"/>
                </a:ext>
              </a:extLst>
            </p:cNvPr>
            <p:cNvSpPr/>
            <p:nvPr/>
          </p:nvSpPr>
          <p:spPr>
            <a:xfrm>
              <a:off x="737128" y="1301135"/>
              <a:ext cx="1550100" cy="519900"/>
            </a:xfrm>
            <a:prstGeom prst="roundRect">
              <a:avLst>
                <a:gd name="adj" fmla="val 16667"/>
              </a:avLst>
            </a:prstGeom>
            <a:solidFill>
              <a:srgbClr val="DCDCDC"/>
            </a:solidFill>
            <a:ln>
              <a:noFill/>
            </a:ln>
          </p:spPr>
          <p:txBody>
            <a:bodyPr spcFirstLastPara="1" wrap="square" lIns="91425" tIns="91425" rIns="91425" bIns="91425" anchor="ctr" anchorCtr="0">
              <a:noAutofit/>
            </a:bodyPr>
            <a:lstStyle/>
            <a:p>
              <a:pPr marL="0" lvl="0" indent="0" algn="ctr" rtl="1">
                <a:lnSpc>
                  <a:spcPct val="100000"/>
                </a:lnSpc>
                <a:spcBef>
                  <a:spcPts val="0"/>
                </a:spcBef>
                <a:spcAft>
                  <a:spcPts val="0"/>
                </a:spcAft>
                <a:buNone/>
              </a:pPr>
              <a:r>
                <a:rPr lang="ar-SA" sz="800" b="1" dirty="0">
                  <a:latin typeface="Abar Mid" pitchFamily="50" charset="-78"/>
                  <a:ea typeface="Abar Mid" pitchFamily="50" charset="-78"/>
                  <a:cs typeface="Abar Mid" pitchFamily="50" charset="-78"/>
                  <a:sym typeface="IBM Plex Sans Arabic"/>
                </a:rPr>
                <a:t>التقنيات والأدوات</a:t>
              </a:r>
              <a:endParaRPr sz="800" b="1" dirty="0">
                <a:latin typeface="Abar Mid" pitchFamily="50" charset="-78"/>
                <a:ea typeface="Abar Mid" pitchFamily="50" charset="-78"/>
                <a:cs typeface="Abar Mid" pitchFamily="50" charset="-78"/>
                <a:sym typeface="IBM Plex Sans Arabic"/>
              </a:endParaRPr>
            </a:p>
            <a:p>
              <a:pPr marL="0" lvl="0" indent="0" algn="ctr" rtl="1">
                <a:lnSpc>
                  <a:spcPct val="100000"/>
                </a:lnSpc>
                <a:spcBef>
                  <a:spcPts val="0"/>
                </a:spcBef>
                <a:spcAft>
                  <a:spcPts val="0"/>
                </a:spcAft>
                <a:buNone/>
              </a:pPr>
              <a:r>
                <a:rPr lang="ar-SA" sz="1500" b="1" dirty="0">
                  <a:latin typeface="Abar Mid" pitchFamily="50" charset="-78"/>
                  <a:ea typeface="Abar Mid" pitchFamily="50" charset="-78"/>
                  <a:cs typeface="Abar Mid" pitchFamily="50" charset="-78"/>
                  <a:sym typeface="IBM Plex Sans Arabic"/>
                </a:rPr>
                <a:t>لا ينطبق</a:t>
              </a:r>
              <a:endParaRPr sz="1500" b="1" dirty="0">
                <a:latin typeface="Abar Mid" pitchFamily="50" charset="-78"/>
                <a:ea typeface="Abar Mid" pitchFamily="50" charset="-78"/>
                <a:cs typeface="Abar Mid" pitchFamily="50" charset="-78"/>
                <a:sym typeface="IBM Plex Sans Arabic"/>
              </a:endParaRPr>
            </a:p>
          </p:txBody>
        </p:sp>
      </p:grpSp>
      <p:graphicFrame>
        <p:nvGraphicFramePr>
          <p:cNvPr id="16" name="Google Shape;114;p4">
            <a:extLst>
              <a:ext uri="{FF2B5EF4-FFF2-40B4-BE49-F238E27FC236}">
                <a16:creationId xmlns:a16="http://schemas.microsoft.com/office/drawing/2014/main" id="{BD803AF5-89CC-24DC-207D-BE5A010A4C29}"/>
              </a:ext>
            </a:extLst>
          </p:cNvPr>
          <p:cNvGraphicFramePr/>
          <p:nvPr>
            <p:extLst>
              <p:ext uri="{D42A27DB-BD31-4B8C-83A1-F6EECF244321}">
                <p14:modId xmlns:p14="http://schemas.microsoft.com/office/powerpoint/2010/main" val="415399384"/>
              </p:ext>
            </p:extLst>
          </p:nvPr>
        </p:nvGraphicFramePr>
        <p:xfrm>
          <a:off x="209969" y="1927851"/>
          <a:ext cx="7133807" cy="5262288"/>
        </p:xfrm>
        <a:graphic>
          <a:graphicData uri="http://schemas.openxmlformats.org/drawingml/2006/table">
            <a:tbl>
              <a:tblPr>
                <a:noFill/>
              </a:tblPr>
              <a:tblGrid>
                <a:gridCol w="1877317">
                  <a:extLst>
                    <a:ext uri="{9D8B030D-6E8A-4147-A177-3AD203B41FA5}">
                      <a16:colId xmlns:a16="http://schemas.microsoft.com/office/drawing/2014/main" val="20000"/>
                    </a:ext>
                  </a:extLst>
                </a:gridCol>
                <a:gridCol w="608849">
                  <a:extLst>
                    <a:ext uri="{9D8B030D-6E8A-4147-A177-3AD203B41FA5}">
                      <a16:colId xmlns:a16="http://schemas.microsoft.com/office/drawing/2014/main" val="20001"/>
                    </a:ext>
                  </a:extLst>
                </a:gridCol>
                <a:gridCol w="3988048">
                  <a:extLst>
                    <a:ext uri="{9D8B030D-6E8A-4147-A177-3AD203B41FA5}">
                      <a16:colId xmlns:a16="http://schemas.microsoft.com/office/drawing/2014/main" val="20002"/>
                    </a:ext>
                  </a:extLst>
                </a:gridCol>
                <a:gridCol w="659593">
                  <a:extLst>
                    <a:ext uri="{9D8B030D-6E8A-4147-A177-3AD203B41FA5}">
                      <a16:colId xmlns:a16="http://schemas.microsoft.com/office/drawing/2014/main" val="20003"/>
                    </a:ext>
                  </a:extLst>
                </a:gridCol>
              </a:tblGrid>
              <a:tr h="0">
                <a:tc gridSpan="4">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100" kern="1200" noProof="0" dirty="0">
                          <a:solidFill>
                            <a:srgbClr val="00080B"/>
                          </a:solidFill>
                          <a:latin typeface="Abar Mid" pitchFamily="2" charset="-78"/>
                          <a:ea typeface="Abar Mid" pitchFamily="2" charset="-78"/>
                          <a:cs typeface="Abar Mid" pitchFamily="2" charset="-78"/>
                          <a:sym typeface="IBM Plex Sans Arabic"/>
                        </a:rPr>
                        <a:t>وكالة شؤون الحج</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4E7D7"/>
                    </a:solidFill>
                  </a:tcPr>
                </a:tc>
                <a:tc hMerge="1">
                  <a:txBody>
                    <a:bodyPr/>
                    <a:lstStyle/>
                    <a:p>
                      <a:pPr marL="0" lvl="0" indent="0" algn="ctr" rtl="1">
                        <a:lnSpc>
                          <a:spcPct val="100000"/>
                        </a:lnSpc>
                        <a:spcBef>
                          <a:spcPts val="0"/>
                        </a:spcBef>
                        <a:spcAft>
                          <a:spcPts val="0"/>
                        </a:spcAft>
                        <a:buNone/>
                      </a:pPr>
                      <a:endParaRPr sz="800" b="1">
                        <a:solidFill>
                          <a:srgbClr val="FFFFFF"/>
                        </a:solidFill>
                        <a:latin typeface="Abar Mid" pitchFamily="50" charset="-78"/>
                        <a:ea typeface="Abar Mid" pitchFamily="50" charset="-78"/>
                        <a:cs typeface="Abar Mid" pitchFamily="50" charset="-78"/>
                        <a:sym typeface="IBM Plex Sans Arabic"/>
                      </a:endParaRPr>
                    </a:p>
                  </a:txBody>
                  <a:tcPr marL="91425" marR="91425"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hMerge="1">
                  <a:txBody>
                    <a:bodyPr/>
                    <a:lstStyle/>
                    <a:p>
                      <a:pPr marL="0" lvl="0" indent="0" algn="ctr" rtl="1">
                        <a:lnSpc>
                          <a:spcPct val="100000"/>
                        </a:lnSpc>
                        <a:spcBef>
                          <a:spcPts val="0"/>
                        </a:spcBef>
                        <a:spcAft>
                          <a:spcPts val="0"/>
                        </a:spcAft>
                        <a:buNone/>
                      </a:pPr>
                      <a:endParaRPr sz="800" b="1" dirty="0">
                        <a:solidFill>
                          <a:srgbClr val="FFFFFF"/>
                        </a:solidFill>
                        <a:latin typeface="Abar Mid" pitchFamily="50" charset="-78"/>
                        <a:ea typeface="Abar Mid" pitchFamily="50" charset="-78"/>
                        <a:cs typeface="Abar Mid" pitchFamily="50" charset="-78"/>
                        <a:sym typeface="IBM Plex Sans Arabic"/>
                      </a:endParaRPr>
                    </a:p>
                  </a:txBody>
                  <a:tcPr marL="91425" marR="91425"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hMerge="1">
                  <a:txBody>
                    <a:bodyPr/>
                    <a:lstStyle/>
                    <a:p>
                      <a:pPr marL="0" lvl="0" indent="0" algn="ctr" rtl="1">
                        <a:lnSpc>
                          <a:spcPct val="100000"/>
                        </a:lnSpc>
                        <a:spcBef>
                          <a:spcPts val="0"/>
                        </a:spcBef>
                        <a:spcAft>
                          <a:spcPts val="0"/>
                        </a:spcAft>
                        <a:buNone/>
                      </a:pPr>
                      <a:endParaRPr sz="800" b="1" dirty="0">
                        <a:solidFill>
                          <a:srgbClr val="FFFFFF"/>
                        </a:solidFill>
                        <a:latin typeface="Abar Mid" pitchFamily="50" charset="-78"/>
                        <a:ea typeface="Abar Mid" pitchFamily="50" charset="-78"/>
                        <a:cs typeface="Abar Mid" pitchFamily="50" charset="-78"/>
                        <a:sym typeface="IBM Plex Sans Arabic"/>
                      </a:endParaRPr>
                    </a:p>
                  </a:txBody>
                  <a:tcPr marL="91425" marR="91425" marT="91425" marB="91425" anchor="ctr">
                    <a:lnL w="9525" cap="flat" cmpd="sng" algn="ctr">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extLst>
                  <a:ext uri="{0D108BD9-81ED-4DB2-BD59-A6C34878D82A}">
                    <a16:rowId xmlns:a16="http://schemas.microsoft.com/office/drawing/2014/main" val="2244213555"/>
                  </a:ext>
                </a:extLst>
              </a:tr>
              <a:tr h="0">
                <a:tc>
                  <a:txBody>
                    <a:bodyPr/>
                    <a:lstStyle/>
                    <a:p>
                      <a:pPr marL="0" lvl="0" indent="0" algn="ctr" rtl="1">
                        <a:lnSpc>
                          <a:spcPct val="100000"/>
                        </a:lnSpc>
                        <a:spcBef>
                          <a:spcPts val="0"/>
                        </a:spcBef>
                        <a:spcAft>
                          <a:spcPts val="0"/>
                        </a:spcAft>
                        <a:buNone/>
                      </a:pPr>
                      <a:r>
                        <a:rPr lang="ar-SA" sz="1100" b="1" noProof="0" dirty="0">
                          <a:solidFill>
                            <a:srgbClr val="FFFFFF"/>
                          </a:solidFill>
                          <a:latin typeface="Abar Mid" pitchFamily="50" charset="-78"/>
                          <a:ea typeface="Abar Mid" pitchFamily="50" charset="-78"/>
                          <a:cs typeface="Abar Mid" pitchFamily="50" charset="-78"/>
                          <a:sym typeface="IBM Plex Sans Arabic"/>
                        </a:rPr>
                        <a:t>أساس التقييم</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a:txBody>
                    <a:bodyPr/>
                    <a:lstStyle/>
                    <a:p>
                      <a:pPr marL="0" lvl="0" indent="0" algn="ctr" rtl="1">
                        <a:lnSpc>
                          <a:spcPct val="100000"/>
                        </a:lnSpc>
                        <a:spcBef>
                          <a:spcPts val="0"/>
                        </a:spcBef>
                        <a:spcAft>
                          <a:spcPts val="0"/>
                        </a:spcAft>
                        <a:buNone/>
                      </a:pPr>
                      <a:r>
                        <a:rPr lang="ar-SA" sz="1100" b="1" noProof="0" dirty="0">
                          <a:solidFill>
                            <a:srgbClr val="FFFFFF"/>
                          </a:solidFill>
                          <a:latin typeface="Abar Mid" pitchFamily="50" charset="-78"/>
                          <a:ea typeface="Abar Mid" pitchFamily="50" charset="-78"/>
                          <a:cs typeface="Abar Mid" pitchFamily="50" charset="-78"/>
                          <a:sym typeface="IBM Plex Sans Arabic"/>
                        </a:rPr>
                        <a:t>الإنجاز</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a:txBody>
                    <a:bodyPr/>
                    <a:lstStyle/>
                    <a:p>
                      <a:pPr marL="0" lvl="0" indent="0" algn="ctr" rtl="1">
                        <a:lnSpc>
                          <a:spcPct val="100000"/>
                        </a:lnSpc>
                        <a:spcBef>
                          <a:spcPts val="0"/>
                        </a:spcBef>
                        <a:spcAft>
                          <a:spcPts val="0"/>
                        </a:spcAft>
                        <a:buNone/>
                      </a:pPr>
                      <a:r>
                        <a:rPr lang="ar-SA" sz="1100" b="1" noProof="0" dirty="0">
                          <a:solidFill>
                            <a:srgbClr val="FFFFFF"/>
                          </a:solidFill>
                          <a:latin typeface="Abar Mid" pitchFamily="50" charset="-78"/>
                          <a:ea typeface="Abar Mid" pitchFamily="50" charset="-78"/>
                          <a:cs typeface="Abar Mid" pitchFamily="50" charset="-78"/>
                          <a:sym typeface="IBM Plex Sans Arabic"/>
                        </a:rPr>
                        <a:t>المهمة</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a:txBody>
                    <a:bodyPr/>
                    <a:lstStyle/>
                    <a:p>
                      <a:pPr marL="0" lvl="0" indent="0" algn="ctr" rtl="1">
                        <a:lnSpc>
                          <a:spcPct val="100000"/>
                        </a:lnSpc>
                        <a:spcBef>
                          <a:spcPts val="0"/>
                        </a:spcBef>
                        <a:spcAft>
                          <a:spcPts val="0"/>
                        </a:spcAft>
                        <a:buNone/>
                      </a:pPr>
                      <a:r>
                        <a:rPr lang="ar-SA" sz="1100" b="1" noProof="0" dirty="0">
                          <a:solidFill>
                            <a:srgbClr val="FFFFFF"/>
                          </a:solidFill>
                          <a:latin typeface="Abar Mid" pitchFamily="50" charset="-78"/>
                          <a:ea typeface="Abar Mid" pitchFamily="50" charset="-78"/>
                          <a:cs typeface="Abar Mid" pitchFamily="50" charset="-78"/>
                          <a:sym typeface="IBM Plex Sans Arabic"/>
                        </a:rPr>
                        <a:t>م</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extLst>
                  <a:ext uri="{0D108BD9-81ED-4DB2-BD59-A6C34878D82A}">
                    <a16:rowId xmlns:a16="http://schemas.microsoft.com/office/drawing/2014/main" val="10000"/>
                  </a:ext>
                </a:extLst>
              </a:tr>
              <a:tr h="0">
                <a:tc gridSpan="4">
                  <a:txBody>
                    <a:bodyPr/>
                    <a:lstStyle/>
                    <a:p>
                      <a:pPr marL="0" lvl="0" indent="0" algn="r" rtl="1">
                        <a:lnSpc>
                          <a:spcPct val="100000"/>
                        </a:lnSpc>
                        <a:spcBef>
                          <a:spcPts val="0"/>
                        </a:spcBef>
                        <a:spcAft>
                          <a:spcPts val="0"/>
                        </a:spcAft>
                        <a:buNone/>
                      </a:pPr>
                      <a:r>
                        <a:rPr lang="ar-SA" sz="1100" b="1" noProof="0" dirty="0">
                          <a:solidFill>
                            <a:srgbClr val="FFFFFF"/>
                          </a:solidFill>
                          <a:latin typeface="Abar Mid" pitchFamily="50" charset="-78"/>
                          <a:ea typeface="Abar Mid" pitchFamily="50" charset="-78"/>
                          <a:cs typeface="Abar Mid" pitchFamily="50" charset="-78"/>
                          <a:sym typeface="IBM Plex Sans Arabic"/>
                        </a:rPr>
                        <a:t>تجربة المستخدم: 15%</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E5BC8D"/>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1"/>
                  </a:ext>
                </a:extLst>
              </a:tr>
              <a:tr h="0">
                <a:tc>
                  <a:txBody>
                    <a:bodyPr/>
                    <a:lstStyle/>
                    <a:p>
                      <a:pPr marL="0" lvl="0" indent="0" algn="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جاهزية: الخطاب، ضابط الاتصال، ملف المتطلبات</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noProof="0" dirty="0">
                          <a:solidFill>
                            <a:srgbClr val="211C16"/>
                          </a:solidFill>
                          <a:latin typeface="Abar Mid" pitchFamily="50" charset="-78"/>
                          <a:ea typeface="Abar Mid" pitchFamily="50" charset="-78"/>
                          <a:cs typeface="Abar Mid" pitchFamily="50" charset="-78"/>
                          <a:sym typeface="IBM Plex Sans Arabic"/>
                        </a:rPr>
                        <a:t>10%</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noProof="0" dirty="0">
                          <a:solidFill>
                            <a:srgbClr val="211C16"/>
                          </a:solidFill>
                          <a:latin typeface="Abar Mid" pitchFamily="50" charset="-78"/>
                          <a:ea typeface="Abar Mid" pitchFamily="50" charset="-78"/>
                          <a:cs typeface="Abar Mid" pitchFamily="50" charset="-78"/>
                          <a:sym typeface="IBM Plex Sans Arabic"/>
                        </a:rPr>
                        <a:t>معالجة نماذج التسجيل وحقول الإدخال ومكون اختيار التاريخ</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UX-02</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lvl="0" indent="0" algn="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جاهزية: الخطاب، ضابط الاتصال، ملف المتطلبات</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noProof="0" dirty="0">
                          <a:solidFill>
                            <a:srgbClr val="211C16"/>
                          </a:solidFill>
                          <a:latin typeface="Abar Mid" pitchFamily="50" charset="-78"/>
                          <a:ea typeface="Abar Mid" pitchFamily="50" charset="-78"/>
                          <a:cs typeface="Abar Mid" pitchFamily="50" charset="-78"/>
                          <a:sym typeface="IBM Plex Sans Arabic"/>
                        </a:rPr>
                        <a:t>10%</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noProof="0" dirty="0">
                          <a:solidFill>
                            <a:srgbClr val="211C16"/>
                          </a:solidFill>
                          <a:latin typeface="Abar Mid" pitchFamily="50" charset="-78"/>
                          <a:ea typeface="Abar Mid" pitchFamily="50" charset="-78"/>
                          <a:cs typeface="Abar Mid" pitchFamily="50" charset="-78"/>
                          <a:sym typeface="IBM Plex Sans Arabic"/>
                        </a:rPr>
                        <a:t>تصحيح رسائل الأخطاء وضبط تفعيل أزرار الإجراء</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UX-03</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0">
                <a:tc>
                  <a:txBody>
                    <a:bodyPr/>
                    <a:lstStyle/>
                    <a:p>
                      <a:pPr marL="0" lvl="0" indent="0" algn="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جاهزية: الخطاب، ضابط الاتصال، ملف المتطلبات</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noProof="0" dirty="0">
                          <a:solidFill>
                            <a:srgbClr val="211C16"/>
                          </a:solidFill>
                          <a:latin typeface="Abar Mid" pitchFamily="50" charset="-78"/>
                          <a:ea typeface="Abar Mid" pitchFamily="50" charset="-78"/>
                          <a:cs typeface="Abar Mid" pitchFamily="50" charset="-78"/>
                          <a:sym typeface="IBM Plex Sans Arabic"/>
                        </a:rPr>
                        <a:t>10%</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noProof="0" dirty="0">
                          <a:solidFill>
                            <a:srgbClr val="211C16"/>
                          </a:solidFill>
                          <a:latin typeface="Abar Mid" pitchFamily="50" charset="-78"/>
                          <a:ea typeface="Abar Mid" pitchFamily="50" charset="-78"/>
                          <a:cs typeface="Abar Mid" pitchFamily="50" charset="-78"/>
                          <a:sym typeface="IBM Plex Sans Arabic"/>
                        </a:rPr>
                        <a:t>مؤشر التقدم وحفظ المدخلات وتجديد الجلسة في الرحلات الممتدة</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UX-04</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0">
                <a:tc>
                  <a:txBody>
                    <a:bodyPr/>
                    <a:lstStyle/>
                    <a:p>
                      <a:pPr marL="0" lvl="0" indent="0" algn="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جاهزية: الخطاب، ضابط الاتصال، ملف المتطلبات</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noProof="0" dirty="0">
                          <a:solidFill>
                            <a:srgbClr val="211C16"/>
                          </a:solidFill>
                          <a:latin typeface="Abar Mid" pitchFamily="50" charset="-78"/>
                          <a:ea typeface="Abar Mid" pitchFamily="50" charset="-78"/>
                          <a:cs typeface="Abar Mid" pitchFamily="50" charset="-78"/>
                          <a:sym typeface="IBM Plex Sans Arabic"/>
                        </a:rPr>
                        <a:t>10%</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noProof="0" dirty="0">
                          <a:solidFill>
                            <a:srgbClr val="211C16"/>
                          </a:solidFill>
                          <a:latin typeface="Abar Mid" pitchFamily="50" charset="-78"/>
                          <a:ea typeface="Abar Mid" pitchFamily="50" charset="-78"/>
                          <a:cs typeface="Abar Mid" pitchFamily="50" charset="-78"/>
                          <a:sym typeface="IBM Plex Sans Arabic"/>
                        </a:rPr>
                        <a:t>تنسيق المحتوى ومراجعة الروابط وإتاحة المستندات بأنساق ميسرة</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UX-05</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0">
                <a:tc>
                  <a:txBody>
                    <a:bodyPr/>
                    <a:lstStyle/>
                    <a:p>
                      <a:pPr marL="0" lvl="0" indent="0" algn="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جاهزية: الخطاب، ضابط الاتصال، ملف المتطلبات</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noProof="0" dirty="0">
                          <a:solidFill>
                            <a:srgbClr val="211C16"/>
                          </a:solidFill>
                          <a:latin typeface="Abar Mid" pitchFamily="50" charset="-78"/>
                          <a:ea typeface="Abar Mid" pitchFamily="50" charset="-78"/>
                          <a:cs typeface="Abar Mid" pitchFamily="50" charset="-78"/>
                          <a:sym typeface="IBM Plex Sans Arabic"/>
                        </a:rPr>
                        <a:t>10%</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noProof="0" dirty="0">
                          <a:solidFill>
                            <a:srgbClr val="211C16"/>
                          </a:solidFill>
                          <a:latin typeface="Abar Mid" pitchFamily="50" charset="-78"/>
                          <a:ea typeface="Abar Mid" pitchFamily="50" charset="-78"/>
                          <a:cs typeface="Abar Mid" pitchFamily="50" charset="-78"/>
                          <a:sym typeface="IBM Plex Sans Arabic"/>
                        </a:rPr>
                        <a:t>ضبط الدلالات التفاعلية للبطاقات والأزرار</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UX-06</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0">
                <a:tc>
                  <a:txBody>
                    <a:bodyPr/>
                    <a:lstStyle/>
                    <a:p>
                      <a:pPr marL="0" lvl="0" indent="0" algn="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جاهزية: الخطاب، ضابط الاتصال، ملف المتطلبات</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noProof="0" dirty="0">
                          <a:solidFill>
                            <a:srgbClr val="211C16"/>
                          </a:solidFill>
                          <a:latin typeface="Abar Mid" pitchFamily="50" charset="-78"/>
                          <a:ea typeface="Abar Mid" pitchFamily="50" charset="-78"/>
                          <a:cs typeface="Abar Mid" pitchFamily="50" charset="-78"/>
                          <a:sym typeface="IBM Plex Sans Arabic"/>
                        </a:rPr>
                        <a:t>10%</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noProof="0" dirty="0">
                          <a:solidFill>
                            <a:srgbClr val="211C16"/>
                          </a:solidFill>
                          <a:latin typeface="Abar Mid" pitchFamily="50" charset="-78"/>
                          <a:ea typeface="Abar Mid" pitchFamily="50" charset="-78"/>
                          <a:cs typeface="Abar Mid" pitchFamily="50" charset="-78"/>
                          <a:sym typeface="IBM Plex Sans Arabic"/>
                        </a:rPr>
                        <a:t>رفع سرعة عرض المحتوى المرئي الأكبر على الجوال وسطح المكتب</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UX-07</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0">
                <a:tc>
                  <a:txBody>
                    <a:bodyPr/>
                    <a:lstStyle/>
                    <a:p>
                      <a:pPr marL="0" lvl="0" indent="0" algn="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جاهزية: الخطاب، ضابط الاتصال، ملف المتطلبات</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noProof="0" dirty="0">
                          <a:solidFill>
                            <a:srgbClr val="211C16"/>
                          </a:solidFill>
                          <a:latin typeface="Abar Mid" pitchFamily="50" charset="-78"/>
                          <a:ea typeface="Abar Mid" pitchFamily="50" charset="-78"/>
                          <a:cs typeface="Abar Mid" pitchFamily="50" charset="-78"/>
                          <a:sym typeface="IBM Plex Sans Arabic"/>
                        </a:rPr>
                        <a:t>10%</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noProof="0" dirty="0">
                          <a:solidFill>
                            <a:srgbClr val="211C16"/>
                          </a:solidFill>
                          <a:latin typeface="Abar Mid" pitchFamily="50" charset="-78"/>
                          <a:ea typeface="Abar Mid" pitchFamily="50" charset="-78"/>
                          <a:cs typeface="Abar Mid" pitchFamily="50" charset="-78"/>
                          <a:sym typeface="IBM Plex Sans Arabic"/>
                        </a:rPr>
                        <a:t>معالجة ملاحظات إمكانية الوصول التقنية في منصة نسك حج (18 ملاحظة)</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TD-01..18</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0">
                <a:tc gridSpan="4">
                  <a:txBody>
                    <a:bodyPr/>
                    <a:lstStyle/>
                    <a:p>
                      <a:pPr marL="0" lvl="0" indent="0" algn="r" rtl="1">
                        <a:lnSpc>
                          <a:spcPct val="100000"/>
                        </a:lnSpc>
                        <a:spcBef>
                          <a:spcPts val="0"/>
                        </a:spcBef>
                        <a:spcAft>
                          <a:spcPts val="0"/>
                        </a:spcAft>
                        <a:buNone/>
                      </a:pPr>
                      <a:r>
                        <a:rPr lang="ar-SA" sz="1100" b="1" noProof="0" dirty="0">
                          <a:solidFill>
                            <a:srgbClr val="FFFFFF"/>
                          </a:solidFill>
                          <a:latin typeface="Abar Mid" pitchFamily="50" charset="-78"/>
                          <a:ea typeface="Abar Mid" pitchFamily="50" charset="-78"/>
                          <a:cs typeface="Abar Mid" pitchFamily="50" charset="-78"/>
                          <a:sym typeface="IBM Plex Sans Arabic"/>
                        </a:rPr>
                        <a:t>رضا المستفيد: 15%</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386F67"/>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9"/>
                  </a:ext>
                </a:extLst>
              </a:tr>
              <a:tr h="0">
                <a:tc>
                  <a:txBody>
                    <a:bodyPr/>
                    <a:lstStyle/>
                    <a:p>
                      <a:pPr marL="0" lvl="0" indent="0" algn="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جاهزية: الخطاب، ضابط الاتصال، ملف المتطلبات</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noProof="0" dirty="0">
                          <a:solidFill>
                            <a:srgbClr val="211C16"/>
                          </a:solidFill>
                          <a:latin typeface="Abar Mid" pitchFamily="50" charset="-78"/>
                          <a:ea typeface="Abar Mid" pitchFamily="50" charset="-78"/>
                          <a:cs typeface="Abar Mid" pitchFamily="50" charset="-78"/>
                          <a:sym typeface="IBM Plex Sans Arabic"/>
                        </a:rPr>
                        <a:t>10%</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noProof="0" dirty="0">
                          <a:solidFill>
                            <a:srgbClr val="211C16"/>
                          </a:solidFill>
                          <a:latin typeface="Abar Mid" pitchFamily="50" charset="-78"/>
                          <a:ea typeface="Abar Mid" pitchFamily="50" charset="-78"/>
                          <a:cs typeface="Abar Mid" pitchFamily="50" charset="-78"/>
                          <a:sym typeface="IBM Plex Sans Arabic"/>
                        </a:rPr>
                        <a:t>إشراك المستفيدين في الأنشطة الرقمية ودعوتهم للتقييم وقياس تلبية التطلعات</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US-05</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0"/>
                  </a:ext>
                </a:extLst>
              </a:tr>
              <a:tr h="0">
                <a:tc gridSpan="4">
                  <a:txBody>
                    <a:bodyPr/>
                    <a:lstStyle/>
                    <a:p>
                      <a:pPr marL="0" lvl="0" indent="0" algn="r" rtl="1">
                        <a:lnSpc>
                          <a:spcPct val="100000"/>
                        </a:lnSpc>
                        <a:spcBef>
                          <a:spcPts val="0"/>
                        </a:spcBef>
                        <a:spcAft>
                          <a:spcPts val="0"/>
                        </a:spcAft>
                        <a:buNone/>
                      </a:pPr>
                      <a:r>
                        <a:rPr lang="ar-SA" sz="1100" b="1" noProof="0" dirty="0">
                          <a:solidFill>
                            <a:srgbClr val="FFFFFF"/>
                          </a:solidFill>
                          <a:latin typeface="Abar Mid" pitchFamily="50" charset="-78"/>
                          <a:ea typeface="Abar Mid" pitchFamily="50" charset="-78"/>
                          <a:cs typeface="Abar Mid" pitchFamily="50" charset="-78"/>
                          <a:sym typeface="IBM Plex Sans Arabic"/>
                        </a:rPr>
                        <a:t>التعامل مع الشكاوى: 15%</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B47B5F"/>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11"/>
                  </a:ext>
                </a:extLst>
              </a:tr>
              <a:tr h="0">
                <a:tc>
                  <a:txBody>
                    <a:bodyPr/>
                    <a:lstStyle/>
                    <a:p>
                      <a:pPr marL="0" lvl="0" indent="0" algn="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جاهزية: الخطاب، ضابط الاتصال، ملف المتطلبات</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noProof="0" dirty="0">
                          <a:solidFill>
                            <a:srgbClr val="211C16"/>
                          </a:solidFill>
                          <a:latin typeface="Abar Mid" pitchFamily="50" charset="-78"/>
                          <a:ea typeface="Abar Mid" pitchFamily="50" charset="-78"/>
                          <a:cs typeface="Abar Mid" pitchFamily="50" charset="-78"/>
                          <a:sym typeface="IBM Plex Sans Arabic"/>
                        </a:rPr>
                        <a:t>10%</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noProof="0" dirty="0">
                          <a:solidFill>
                            <a:srgbClr val="211C16"/>
                          </a:solidFill>
                          <a:latin typeface="Abar Mid" pitchFamily="50" charset="-78"/>
                          <a:ea typeface="Abar Mid" pitchFamily="50" charset="-78"/>
                          <a:cs typeface="Abar Mid" pitchFamily="50" charset="-78"/>
                          <a:sym typeface="IBM Plex Sans Arabic"/>
                        </a:rPr>
                        <a:t>نشر دليل الشروط والأحكام في منصة نسك حج</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CS-05</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2"/>
                  </a:ext>
                </a:extLst>
              </a:tr>
              <a:tr h="0">
                <a:tc>
                  <a:txBody>
                    <a:bodyPr/>
                    <a:lstStyle/>
                    <a:p>
                      <a:pPr marL="0" lvl="0" indent="0" algn="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جاهزية: الخطاب، ضابط الاتصال، ملف المتطلبات</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noProof="0" dirty="0">
                          <a:solidFill>
                            <a:srgbClr val="211C16"/>
                          </a:solidFill>
                          <a:latin typeface="Abar Mid" pitchFamily="50" charset="-78"/>
                          <a:ea typeface="Abar Mid" pitchFamily="50" charset="-78"/>
                          <a:cs typeface="Abar Mid" pitchFamily="50" charset="-78"/>
                          <a:sym typeface="IBM Plex Sans Arabic"/>
                        </a:rPr>
                        <a:t>10%</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noProof="0" dirty="0">
                          <a:solidFill>
                            <a:srgbClr val="211C16"/>
                          </a:solidFill>
                          <a:latin typeface="Abar Mid" pitchFamily="50" charset="-78"/>
                          <a:ea typeface="Abar Mid" pitchFamily="50" charset="-78"/>
                          <a:cs typeface="Abar Mid" pitchFamily="50" charset="-78"/>
                          <a:sym typeface="IBM Plex Sans Arabic"/>
                        </a:rPr>
                        <a:t>نشر قنوات استقبال الشكاوى في منصة نسك حج</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CS-12</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3"/>
                  </a:ext>
                </a:extLst>
              </a:tr>
              <a:tr h="0">
                <a:tc>
                  <a:txBody>
                    <a:bodyPr/>
                    <a:lstStyle/>
                    <a:p>
                      <a:pPr marL="0" lvl="0" indent="0" algn="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جاهزية: الخطاب، ضابط الاتصال، ملف المتطلبات</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noProof="0" dirty="0">
                          <a:solidFill>
                            <a:srgbClr val="211C16"/>
                          </a:solidFill>
                          <a:latin typeface="Abar Mid" pitchFamily="50" charset="-78"/>
                          <a:ea typeface="Abar Mid" pitchFamily="50" charset="-78"/>
                          <a:cs typeface="Abar Mid" pitchFamily="50" charset="-78"/>
                          <a:sym typeface="IBM Plex Sans Arabic"/>
                        </a:rPr>
                        <a:t>10%</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noProof="0" dirty="0">
                          <a:solidFill>
                            <a:srgbClr val="211C16"/>
                          </a:solidFill>
                          <a:latin typeface="Abar Mid" pitchFamily="50" charset="-78"/>
                          <a:ea typeface="Abar Mid" pitchFamily="50" charset="-78"/>
                          <a:cs typeface="Abar Mid" pitchFamily="50" charset="-78"/>
                          <a:sym typeface="IBM Plex Sans Arabic"/>
                        </a:rPr>
                        <a:t>نشر ساعات العمل لاستقبال الشكاوى في منصة نسك حج</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CS-20</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4"/>
                  </a:ext>
                </a:extLst>
              </a:tr>
              <a:tr h="0">
                <a:tc>
                  <a:txBody>
                    <a:bodyPr/>
                    <a:lstStyle/>
                    <a:p>
                      <a:pPr marL="0" lvl="0" indent="0" algn="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جاهزية: الخطاب، ضابط الاتصال، ملف المتطلبات</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noProof="0" dirty="0">
                          <a:solidFill>
                            <a:srgbClr val="211C16"/>
                          </a:solidFill>
                          <a:latin typeface="Abar Mid" pitchFamily="50" charset="-78"/>
                          <a:ea typeface="Abar Mid" pitchFamily="50" charset="-78"/>
                          <a:cs typeface="Abar Mid" pitchFamily="50" charset="-78"/>
                          <a:sym typeface="IBM Plex Sans Arabic"/>
                        </a:rPr>
                        <a:t>10%</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noProof="0" dirty="0">
                          <a:solidFill>
                            <a:srgbClr val="211C16"/>
                          </a:solidFill>
                          <a:latin typeface="Abar Mid" pitchFamily="50" charset="-78"/>
                          <a:ea typeface="Abar Mid" pitchFamily="50" charset="-78"/>
                          <a:cs typeface="Abar Mid" pitchFamily="50" charset="-78"/>
                          <a:sym typeface="IBM Plex Sans Arabic"/>
                        </a:rPr>
                        <a:t>نشر دليل استقبال الشكاوى في منصة نسك حج</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CS-76</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5"/>
                  </a:ext>
                </a:extLst>
              </a:tr>
            </a:tbl>
          </a:graphicData>
        </a:graphic>
      </p:graphicFrame>
      <p:graphicFrame>
        <p:nvGraphicFramePr>
          <p:cNvPr id="18" name="Table 17">
            <a:extLst>
              <a:ext uri="{FF2B5EF4-FFF2-40B4-BE49-F238E27FC236}">
                <a16:creationId xmlns:a16="http://schemas.microsoft.com/office/drawing/2014/main" id="{CACB8D5B-962D-8BB5-B63A-2E02EC622AED}"/>
              </a:ext>
            </a:extLst>
          </p:cNvPr>
          <p:cNvGraphicFramePr>
            <a:graphicFrameLocks/>
          </p:cNvGraphicFramePr>
          <p:nvPr>
            <p:extLst>
              <p:ext uri="{D42A27DB-BD31-4B8C-83A1-F6EECF244321}">
                <p14:modId xmlns:p14="http://schemas.microsoft.com/office/powerpoint/2010/main" val="1629089199"/>
              </p:ext>
            </p:extLst>
          </p:nvPr>
        </p:nvGraphicFramePr>
        <p:xfrm>
          <a:off x="209969" y="7296955"/>
          <a:ext cx="7139737" cy="912461"/>
        </p:xfrm>
        <a:graphic>
          <a:graphicData uri="http://schemas.openxmlformats.org/drawingml/2006/table">
            <a:tbl>
              <a:tblPr rtl="1"/>
              <a:tblGrid>
                <a:gridCol w="383974">
                  <a:extLst>
                    <a:ext uri="{9D8B030D-6E8A-4147-A177-3AD203B41FA5}">
                      <a16:colId xmlns:a16="http://schemas.microsoft.com/office/drawing/2014/main" val="3562085196"/>
                    </a:ext>
                  </a:extLst>
                </a:gridCol>
                <a:gridCol w="6755763">
                  <a:extLst>
                    <a:ext uri="{9D8B030D-6E8A-4147-A177-3AD203B41FA5}">
                      <a16:colId xmlns:a16="http://schemas.microsoft.com/office/drawing/2014/main" val="374937463"/>
                    </a:ext>
                  </a:extLst>
                </a:gridCol>
              </a:tblGrid>
              <a:tr h="235359">
                <a:tc gridSpan="2">
                  <a:txBody>
                    <a:bodyPr/>
                    <a:lstStyle/>
                    <a:p>
                      <a:pPr algn="r" rtl="1">
                        <a:lnSpc>
                          <a:spcPct val="105000"/>
                        </a:lnSpc>
                      </a:pPr>
                      <a:r>
                        <a:rPr lang="ar-SA" sz="1100" b="1" dirty="0">
                          <a:solidFill>
                            <a:srgbClr val="000000"/>
                          </a:solidFill>
                          <a:latin typeface="Abar Mid" pitchFamily="50" charset="-78"/>
                          <a:ea typeface="Abar Mid" pitchFamily="50" charset="-78"/>
                          <a:cs typeface="Abar Mid" pitchFamily="50" charset="-78"/>
                        </a:rPr>
                        <a:t>التحديات</a:t>
                      </a:r>
                    </a:p>
                  </a:txBody>
                  <a:tcPr marL="10800" marR="10800" marT="10800" marB="10800" anchor="ctr">
                    <a:lnL w="57150" cap="flat" cmpd="sng" algn="ctr">
                      <a:solidFill>
                        <a:srgbClr val="D9A86A"/>
                      </a:solid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r" rtl="1">
                        <a:lnSpc>
                          <a:spcPct val="105000"/>
                        </a:lnSpc>
                      </a:pPr>
                      <a:endParaRPr lang="ar-SA" sz="1000" b="1" dirty="0">
                        <a:solidFill>
                          <a:srgbClr val="000000"/>
                        </a:solidFill>
                        <a:latin typeface="Abar Mid" pitchFamily="50" charset="-78"/>
                        <a:ea typeface="Abar Mid" pitchFamily="50" charset="-78"/>
                        <a:cs typeface="Abar Mid" pitchFamily="50" charset="-78"/>
                      </a:endParaRPr>
                    </a:p>
                  </a:txBody>
                  <a:tcPr marL="45720" anchor="ctr">
                    <a:lnL w="57150" cap="flat" cmpd="sng" algn="ctr">
                      <a:no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1772843"/>
                  </a:ext>
                </a:extLst>
              </a:tr>
              <a:tr h="235359">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en-US" sz="1100" b="1">
                          <a:solidFill>
                            <a:srgbClr val="FFFFFF"/>
                          </a:solidFill>
                          <a:latin typeface="Abar Mid" pitchFamily="50" charset="-78"/>
                          <a:ea typeface="Abar Mid" pitchFamily="50" charset="-78"/>
                          <a:cs typeface="Abar Mid" pitchFamily="50" charset="-78"/>
                        </a:rPr>
                        <a:t>#</a:t>
                      </a:r>
                    </a:p>
                  </a:txBody>
                  <a:tcPr marL="10800" marR="1080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p>
                      <a:pPr algn="ctr" rtl="1">
                        <a:lnSpc>
                          <a:spcPct val="105000"/>
                        </a:lnSpc>
                      </a:pPr>
                      <a:r>
                        <a:rPr lang="ar-SA" sz="1100" b="1" dirty="0">
                          <a:solidFill>
                            <a:srgbClr val="FFFFFF"/>
                          </a:solidFill>
                          <a:latin typeface="Abar Mid" pitchFamily="50" charset="-78"/>
                          <a:ea typeface="Abar Mid" pitchFamily="50" charset="-78"/>
                          <a:cs typeface="Abar Mid" pitchFamily="50" charset="-78"/>
                        </a:rPr>
                        <a:t>التحدي</a:t>
                      </a:r>
                    </a:p>
                  </a:txBody>
                  <a:tcPr marL="10800" marR="1080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441743">
                <a:tc>
                  <a:txBody>
                    <a:bodyPr/>
                    <a:lstStyle/>
                    <a:p>
                      <a:pPr algn="ctr" rtl="1" fontAlgn="ctr">
                        <a:buNone/>
                      </a:pPr>
                      <a:r>
                        <a:rPr lang="en-US" sz="1100" b="0" i="0" u="none" strike="noStrike">
                          <a:solidFill>
                            <a:srgbClr val="000000"/>
                          </a:solidFill>
                          <a:effectLst/>
                          <a:latin typeface="Abar Mid" pitchFamily="50" charset="-78"/>
                          <a:cs typeface="Abar Mid" pitchFamily="50" charset="-78"/>
                        </a:rPr>
                        <a:t>1</a:t>
                      </a:r>
                    </a:p>
                  </a:txBody>
                  <a:tcPr marL="10800" marR="1080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ar-SA" sz="1100" b="0" i="0" u="none" strike="noStrike" kern="1200" dirty="0">
                          <a:solidFill>
                            <a:srgbClr val="000000"/>
                          </a:solidFill>
                          <a:effectLst/>
                          <a:latin typeface="Abar Mid" pitchFamily="50" charset="-78"/>
                          <a:ea typeface="+mn-ea"/>
                          <a:cs typeface="Abar Mid" pitchFamily="50" charset="-78"/>
                        </a:rPr>
                        <a:t>ورشة العمل وتحديد التواريخ قيد الاستكمال؛ ترتفع النسبة إلى 15% فور اعتماد التواريخ</a:t>
                      </a:r>
                    </a:p>
                  </a:txBody>
                  <a:tcPr marL="10800" marR="1080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536526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6AE9B4-BC2D-714D-8782-15F53AA5EF5C}"/>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5310CE03-49BA-62EE-0AF0-517B09BA249A}"/>
              </a:ext>
            </a:extLst>
          </p:cNvPr>
          <p:cNvGrpSpPr/>
          <p:nvPr/>
        </p:nvGrpSpPr>
        <p:grpSpPr>
          <a:xfrm>
            <a:off x="917571" y="676842"/>
            <a:ext cx="5724532" cy="517476"/>
            <a:chOff x="1079493" y="4415868"/>
            <a:chExt cx="5724532" cy="1042296"/>
          </a:xfrm>
        </p:grpSpPr>
        <p:sp>
          <p:nvSpPr>
            <p:cNvPr id="3" name="btfpRowHeaderBoxText438126">
              <a:extLst>
                <a:ext uri="{FF2B5EF4-FFF2-40B4-BE49-F238E27FC236}">
                  <a16:creationId xmlns:a16="http://schemas.microsoft.com/office/drawing/2014/main" id="{1D506136-24E9-F226-DC77-945C8D6F50EE}"/>
                </a:ext>
              </a:extLst>
            </p:cNvPr>
            <p:cNvSpPr txBox="1"/>
            <p:nvPr>
              <p:custDataLst>
                <p:tags r:id="rId1"/>
              </p:custDataLst>
            </p:nvPr>
          </p:nvSpPr>
          <p:spPr>
            <a:xfrm flipH="1">
              <a:off x="1079493"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400" b="1" dirty="0">
                  <a:solidFill>
                    <a:schemeClr val="tx1"/>
                  </a:solidFill>
                  <a:latin typeface="Abar Mid" pitchFamily="2" charset="-78"/>
                  <a:ea typeface="Abar Mid" pitchFamily="2" charset="-78"/>
                  <a:cs typeface="Abar Mid" pitchFamily="2" charset="-78"/>
                </a:rPr>
                <a:t>تفاصيل مؤشر نضج التجربة الرقمية</a:t>
              </a:r>
            </a:p>
          </p:txBody>
        </p:sp>
        <p:cxnSp>
          <p:nvCxnSpPr>
            <p:cNvPr id="4" name="Straight Connector 3">
              <a:extLst>
                <a:ext uri="{FF2B5EF4-FFF2-40B4-BE49-F238E27FC236}">
                  <a16:creationId xmlns:a16="http://schemas.microsoft.com/office/drawing/2014/main" id="{F28EABBB-BA1F-D78E-FB13-166A4434820B}"/>
                </a:ext>
              </a:extLst>
            </p:cNvPr>
            <p:cNvCxnSpPr>
              <a:cxnSpLocks/>
            </p:cNvCxnSpPr>
            <p:nvPr/>
          </p:nvCxnSpPr>
          <p:spPr>
            <a:xfrm>
              <a:off x="3300100" y="5458164"/>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grpSp>
        <p:nvGrpSpPr>
          <p:cNvPr id="14" name="Group 13">
            <a:extLst>
              <a:ext uri="{FF2B5EF4-FFF2-40B4-BE49-F238E27FC236}">
                <a16:creationId xmlns:a16="http://schemas.microsoft.com/office/drawing/2014/main" id="{A18DEBC2-7849-DB15-227D-BAEB314C93F7}"/>
              </a:ext>
            </a:extLst>
          </p:cNvPr>
          <p:cNvGrpSpPr/>
          <p:nvPr/>
        </p:nvGrpSpPr>
        <p:grpSpPr>
          <a:xfrm>
            <a:off x="565787" y="1301135"/>
            <a:ext cx="6428100" cy="519900"/>
            <a:chOff x="737128" y="1301135"/>
            <a:chExt cx="6428100" cy="519900"/>
          </a:xfrm>
        </p:grpSpPr>
        <p:sp>
          <p:nvSpPr>
            <p:cNvPr id="6" name="Google Shape;109;p4">
              <a:extLst>
                <a:ext uri="{FF2B5EF4-FFF2-40B4-BE49-F238E27FC236}">
                  <a16:creationId xmlns:a16="http://schemas.microsoft.com/office/drawing/2014/main" id="{E2CFE07B-7F49-961E-5250-58D7AA3C6C1D}"/>
                </a:ext>
              </a:extLst>
            </p:cNvPr>
            <p:cNvSpPr/>
            <p:nvPr/>
          </p:nvSpPr>
          <p:spPr>
            <a:xfrm>
              <a:off x="5615128" y="1301135"/>
              <a:ext cx="1550100" cy="519900"/>
            </a:xfrm>
            <a:prstGeom prst="roundRect">
              <a:avLst>
                <a:gd name="adj" fmla="val 16667"/>
              </a:avLst>
            </a:prstGeom>
            <a:solidFill>
              <a:srgbClr val="DCDCDC"/>
            </a:solidFill>
            <a:ln>
              <a:noFill/>
            </a:ln>
          </p:spPr>
          <p:txBody>
            <a:bodyPr spcFirstLastPara="1" wrap="square" lIns="91425" tIns="91425" rIns="91425" bIns="91425" anchor="ctr" anchorCtr="0">
              <a:noAutofit/>
            </a:bodyPr>
            <a:lstStyle/>
            <a:p>
              <a:pPr algn="ctr" rtl="1"/>
              <a:r>
                <a:rPr lang="ar-SA" sz="800" b="1" dirty="0">
                  <a:latin typeface="Abar Mid" pitchFamily="50" charset="-78"/>
                  <a:ea typeface="Abar Mid" pitchFamily="50" charset="-78"/>
                  <a:cs typeface="Abar Mid" pitchFamily="50" charset="-78"/>
                  <a:sym typeface="IBM Plex Sans Arabic"/>
                </a:rPr>
                <a:t>تجربة المستخدم</a:t>
              </a:r>
              <a:endParaRPr sz="800" b="1" dirty="0">
                <a:latin typeface="Abar Mid" pitchFamily="50" charset="-78"/>
                <a:ea typeface="Abar Mid" pitchFamily="50" charset="-78"/>
                <a:cs typeface="Abar Mid" pitchFamily="50" charset="-78"/>
                <a:sym typeface="IBM Plex Sans Arabic"/>
              </a:endParaRPr>
            </a:p>
            <a:p>
              <a:pPr algn="ctr" rtl="1"/>
              <a:r>
                <a:rPr lang="ar-SA" sz="1500" b="1" dirty="0">
                  <a:latin typeface="Abar Mid" pitchFamily="50" charset="-78"/>
                  <a:ea typeface="Abar Mid" pitchFamily="50" charset="-78"/>
                  <a:cs typeface="Abar Mid" pitchFamily="50" charset="-78"/>
                  <a:sym typeface="IBM Plex Sans Arabic"/>
                </a:rPr>
                <a:t>معلق</a:t>
              </a:r>
            </a:p>
          </p:txBody>
        </p:sp>
        <p:sp>
          <p:nvSpPr>
            <p:cNvPr id="8" name="Google Shape;110;p4">
              <a:extLst>
                <a:ext uri="{FF2B5EF4-FFF2-40B4-BE49-F238E27FC236}">
                  <a16:creationId xmlns:a16="http://schemas.microsoft.com/office/drawing/2014/main" id="{3C3B38B9-AFA7-31C3-02FE-7209775ED29C}"/>
                </a:ext>
              </a:extLst>
            </p:cNvPr>
            <p:cNvSpPr/>
            <p:nvPr/>
          </p:nvSpPr>
          <p:spPr>
            <a:xfrm>
              <a:off x="3989128" y="1301135"/>
              <a:ext cx="1550100" cy="519900"/>
            </a:xfrm>
            <a:prstGeom prst="roundRect">
              <a:avLst>
                <a:gd name="adj" fmla="val 16667"/>
              </a:avLst>
            </a:prstGeom>
            <a:solidFill>
              <a:srgbClr val="DCDCDC"/>
            </a:solidFill>
            <a:ln>
              <a:noFill/>
            </a:ln>
          </p:spPr>
          <p:txBody>
            <a:bodyPr spcFirstLastPara="1" wrap="square" lIns="91425" tIns="91425" rIns="91425" bIns="91425" anchor="ctr" anchorCtr="0">
              <a:noAutofit/>
            </a:bodyPr>
            <a:lstStyle/>
            <a:p>
              <a:pPr algn="ctr" rtl="1"/>
              <a:r>
                <a:rPr lang="ar-SA" sz="800" b="1" dirty="0">
                  <a:latin typeface="Abar Mid" pitchFamily="50" charset="-78"/>
                  <a:ea typeface="Abar Mid" pitchFamily="50" charset="-78"/>
                  <a:cs typeface="Abar Mid" pitchFamily="50" charset="-78"/>
                  <a:sym typeface="IBM Plex Sans Arabic"/>
                </a:rPr>
                <a:t>رضا المستفيد</a:t>
              </a:r>
              <a:endParaRPr sz="800" b="1" dirty="0">
                <a:latin typeface="Abar Mid" pitchFamily="50" charset="-78"/>
                <a:ea typeface="Abar Mid" pitchFamily="50" charset="-78"/>
                <a:cs typeface="Abar Mid" pitchFamily="50" charset="-78"/>
                <a:sym typeface="IBM Plex Sans Arabic"/>
              </a:endParaRPr>
            </a:p>
            <a:p>
              <a:pPr algn="ctr" rtl="1"/>
              <a:r>
                <a:rPr lang="ar-SA" sz="1500" b="1" dirty="0">
                  <a:latin typeface="Abar Mid" pitchFamily="50" charset="-78"/>
                  <a:ea typeface="Abar Mid" pitchFamily="50" charset="-78"/>
                  <a:cs typeface="Abar Mid" pitchFamily="50" charset="-78"/>
                  <a:sym typeface="IBM Plex Sans Arabic"/>
                </a:rPr>
                <a:t>معلق</a:t>
              </a:r>
            </a:p>
          </p:txBody>
        </p:sp>
        <p:sp>
          <p:nvSpPr>
            <p:cNvPr id="10" name="Google Shape;111;p4">
              <a:extLst>
                <a:ext uri="{FF2B5EF4-FFF2-40B4-BE49-F238E27FC236}">
                  <a16:creationId xmlns:a16="http://schemas.microsoft.com/office/drawing/2014/main" id="{7F72B02B-84BB-7D97-0CD1-6058743CA017}"/>
                </a:ext>
              </a:extLst>
            </p:cNvPr>
            <p:cNvSpPr/>
            <p:nvPr/>
          </p:nvSpPr>
          <p:spPr>
            <a:xfrm>
              <a:off x="2363128" y="1301135"/>
              <a:ext cx="1550100" cy="519900"/>
            </a:xfrm>
            <a:prstGeom prst="roundRect">
              <a:avLst>
                <a:gd name="adj" fmla="val 16667"/>
              </a:avLst>
            </a:prstGeom>
            <a:solidFill>
              <a:srgbClr val="DCDCDC"/>
            </a:solidFill>
            <a:ln>
              <a:noFill/>
            </a:ln>
          </p:spPr>
          <p:txBody>
            <a:bodyPr spcFirstLastPara="1" wrap="square" lIns="91425" tIns="91425" rIns="91425" bIns="91425" anchor="ctr" anchorCtr="0">
              <a:noAutofit/>
            </a:bodyPr>
            <a:lstStyle/>
            <a:p>
              <a:pPr marL="0" lvl="0" indent="0" algn="ctr" rtl="1">
                <a:lnSpc>
                  <a:spcPct val="100000"/>
                </a:lnSpc>
                <a:spcBef>
                  <a:spcPts val="0"/>
                </a:spcBef>
                <a:spcAft>
                  <a:spcPts val="0"/>
                </a:spcAft>
                <a:buNone/>
              </a:pPr>
              <a:r>
                <a:rPr lang="ar-SA" sz="800" b="1" dirty="0">
                  <a:latin typeface="Abar Mid" pitchFamily="50" charset="-78"/>
                  <a:ea typeface="Abar Mid" pitchFamily="50" charset="-78"/>
                  <a:cs typeface="Abar Mid" pitchFamily="50" charset="-78"/>
                  <a:sym typeface="IBM Plex Sans Arabic"/>
                </a:rPr>
                <a:t>التعامل مع الشكاوى</a:t>
              </a:r>
              <a:endParaRPr sz="800" b="1" dirty="0">
                <a:latin typeface="Abar Mid" pitchFamily="50" charset="-78"/>
                <a:ea typeface="Abar Mid" pitchFamily="50" charset="-78"/>
                <a:cs typeface="Abar Mid" pitchFamily="50" charset="-78"/>
                <a:sym typeface="IBM Plex Sans Arabic"/>
              </a:endParaRPr>
            </a:p>
            <a:p>
              <a:pPr marL="0" lvl="0" indent="0" algn="ctr" rtl="1">
                <a:lnSpc>
                  <a:spcPct val="100000"/>
                </a:lnSpc>
                <a:spcBef>
                  <a:spcPts val="0"/>
                </a:spcBef>
                <a:spcAft>
                  <a:spcPts val="0"/>
                </a:spcAft>
                <a:buNone/>
              </a:pPr>
              <a:r>
                <a:rPr lang="ar-SA" sz="1500" b="1" dirty="0">
                  <a:latin typeface="Abar Mid" pitchFamily="50" charset="-78"/>
                  <a:ea typeface="Abar Mid" pitchFamily="50" charset="-78"/>
                  <a:cs typeface="Abar Mid" pitchFamily="50" charset="-78"/>
                  <a:sym typeface="IBM Plex Sans Arabic"/>
                </a:rPr>
                <a:t>معلق</a:t>
              </a:r>
              <a:endParaRPr sz="1500" b="1" dirty="0">
                <a:latin typeface="Abar Mid" pitchFamily="50" charset="-78"/>
                <a:ea typeface="Abar Mid" pitchFamily="50" charset="-78"/>
                <a:cs typeface="Abar Mid" pitchFamily="50" charset="-78"/>
                <a:sym typeface="IBM Plex Sans Arabic"/>
              </a:endParaRPr>
            </a:p>
          </p:txBody>
        </p:sp>
        <p:sp>
          <p:nvSpPr>
            <p:cNvPr id="12" name="Google Shape;112;p4">
              <a:extLst>
                <a:ext uri="{FF2B5EF4-FFF2-40B4-BE49-F238E27FC236}">
                  <a16:creationId xmlns:a16="http://schemas.microsoft.com/office/drawing/2014/main" id="{1E11B605-E0F9-9D2C-4144-2C51BC7DE6FF}"/>
                </a:ext>
              </a:extLst>
            </p:cNvPr>
            <p:cNvSpPr/>
            <p:nvPr/>
          </p:nvSpPr>
          <p:spPr>
            <a:xfrm>
              <a:off x="737128" y="1301135"/>
              <a:ext cx="1550100" cy="519900"/>
            </a:xfrm>
            <a:prstGeom prst="roundRect">
              <a:avLst>
                <a:gd name="adj" fmla="val 16667"/>
              </a:avLst>
            </a:prstGeom>
            <a:solidFill>
              <a:srgbClr val="DCDCDC"/>
            </a:solidFill>
            <a:ln>
              <a:noFill/>
            </a:ln>
          </p:spPr>
          <p:txBody>
            <a:bodyPr spcFirstLastPara="1" wrap="square" lIns="91425" tIns="91425" rIns="91425" bIns="91425" anchor="ctr" anchorCtr="0">
              <a:noAutofit/>
            </a:bodyPr>
            <a:lstStyle/>
            <a:p>
              <a:pPr marL="0" lvl="0" indent="0" algn="ctr" rtl="1">
                <a:lnSpc>
                  <a:spcPct val="100000"/>
                </a:lnSpc>
                <a:spcBef>
                  <a:spcPts val="0"/>
                </a:spcBef>
                <a:spcAft>
                  <a:spcPts val="0"/>
                </a:spcAft>
                <a:buNone/>
              </a:pPr>
              <a:r>
                <a:rPr lang="ar-SA" sz="800" b="1" dirty="0">
                  <a:latin typeface="Abar Mid" pitchFamily="50" charset="-78"/>
                  <a:ea typeface="Abar Mid" pitchFamily="50" charset="-78"/>
                  <a:cs typeface="Abar Mid" pitchFamily="50" charset="-78"/>
                  <a:sym typeface="IBM Plex Sans Arabic"/>
                </a:rPr>
                <a:t>التقنيات والأدوات</a:t>
              </a:r>
              <a:endParaRPr sz="800" b="1" dirty="0">
                <a:latin typeface="Abar Mid" pitchFamily="50" charset="-78"/>
                <a:ea typeface="Abar Mid" pitchFamily="50" charset="-78"/>
                <a:cs typeface="Abar Mid" pitchFamily="50" charset="-78"/>
                <a:sym typeface="IBM Plex Sans Arabic"/>
              </a:endParaRPr>
            </a:p>
            <a:p>
              <a:pPr marL="0" lvl="0" indent="0" algn="ctr" rtl="1">
                <a:lnSpc>
                  <a:spcPct val="100000"/>
                </a:lnSpc>
                <a:spcBef>
                  <a:spcPts val="0"/>
                </a:spcBef>
                <a:spcAft>
                  <a:spcPts val="0"/>
                </a:spcAft>
                <a:buNone/>
              </a:pPr>
              <a:r>
                <a:rPr lang="ar-SA" sz="1500" b="1" dirty="0">
                  <a:latin typeface="Abar Mid" pitchFamily="50" charset="-78"/>
                  <a:ea typeface="Abar Mid" pitchFamily="50" charset="-78"/>
                  <a:cs typeface="Abar Mid" pitchFamily="50" charset="-78"/>
                  <a:sym typeface="IBM Plex Sans Arabic"/>
                </a:rPr>
                <a:t>معلق</a:t>
              </a:r>
              <a:endParaRPr sz="1500" b="1" dirty="0">
                <a:latin typeface="Abar Mid" pitchFamily="50" charset="-78"/>
                <a:ea typeface="Abar Mid" pitchFamily="50" charset="-78"/>
                <a:cs typeface="Abar Mid" pitchFamily="50" charset="-78"/>
                <a:sym typeface="IBM Plex Sans Arabic"/>
              </a:endParaRPr>
            </a:p>
          </p:txBody>
        </p:sp>
      </p:grpSp>
      <p:graphicFrame>
        <p:nvGraphicFramePr>
          <p:cNvPr id="16" name="Google Shape;114;p4">
            <a:extLst>
              <a:ext uri="{FF2B5EF4-FFF2-40B4-BE49-F238E27FC236}">
                <a16:creationId xmlns:a16="http://schemas.microsoft.com/office/drawing/2014/main" id="{9A28B278-E986-F67C-8164-C035F88B3A32}"/>
              </a:ext>
            </a:extLst>
          </p:cNvPr>
          <p:cNvGraphicFramePr/>
          <p:nvPr>
            <p:extLst>
              <p:ext uri="{D42A27DB-BD31-4B8C-83A1-F6EECF244321}">
                <p14:modId xmlns:p14="http://schemas.microsoft.com/office/powerpoint/2010/main" val="207802879"/>
              </p:ext>
            </p:extLst>
          </p:nvPr>
        </p:nvGraphicFramePr>
        <p:xfrm>
          <a:off x="209969" y="1927851"/>
          <a:ext cx="7133807" cy="3379016"/>
        </p:xfrm>
        <a:graphic>
          <a:graphicData uri="http://schemas.openxmlformats.org/drawingml/2006/table">
            <a:tbl>
              <a:tblPr>
                <a:noFill/>
              </a:tblPr>
              <a:tblGrid>
                <a:gridCol w="1877317">
                  <a:extLst>
                    <a:ext uri="{9D8B030D-6E8A-4147-A177-3AD203B41FA5}">
                      <a16:colId xmlns:a16="http://schemas.microsoft.com/office/drawing/2014/main" val="20000"/>
                    </a:ext>
                  </a:extLst>
                </a:gridCol>
                <a:gridCol w="608849">
                  <a:extLst>
                    <a:ext uri="{9D8B030D-6E8A-4147-A177-3AD203B41FA5}">
                      <a16:colId xmlns:a16="http://schemas.microsoft.com/office/drawing/2014/main" val="20001"/>
                    </a:ext>
                  </a:extLst>
                </a:gridCol>
                <a:gridCol w="3988048">
                  <a:extLst>
                    <a:ext uri="{9D8B030D-6E8A-4147-A177-3AD203B41FA5}">
                      <a16:colId xmlns:a16="http://schemas.microsoft.com/office/drawing/2014/main" val="20002"/>
                    </a:ext>
                  </a:extLst>
                </a:gridCol>
                <a:gridCol w="659593">
                  <a:extLst>
                    <a:ext uri="{9D8B030D-6E8A-4147-A177-3AD203B41FA5}">
                      <a16:colId xmlns:a16="http://schemas.microsoft.com/office/drawing/2014/main" val="20003"/>
                    </a:ext>
                  </a:extLst>
                </a:gridCol>
              </a:tblGrid>
              <a:tr h="356812">
                <a:tc gridSpan="4">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100" kern="1200" dirty="0">
                          <a:solidFill>
                            <a:srgbClr val="00080B"/>
                          </a:solidFill>
                          <a:latin typeface="Abar Mid" pitchFamily="2" charset="-78"/>
                          <a:ea typeface="Abar Mid" pitchFamily="2" charset="-78"/>
                          <a:cs typeface="Abar Mid" pitchFamily="2" charset="-78"/>
                          <a:sym typeface="IBM Plex Sans Arabic"/>
                        </a:rPr>
                        <a:t>وكالة شؤون العمرة والزيارة</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4E7D7"/>
                    </a:solidFill>
                  </a:tcPr>
                </a:tc>
                <a:tc hMerge="1">
                  <a:txBody>
                    <a:bodyPr/>
                    <a:lstStyle/>
                    <a:p>
                      <a:pPr marL="0" lvl="0" indent="0" algn="ctr" rtl="1">
                        <a:lnSpc>
                          <a:spcPct val="100000"/>
                        </a:lnSpc>
                        <a:spcBef>
                          <a:spcPts val="0"/>
                        </a:spcBef>
                        <a:spcAft>
                          <a:spcPts val="0"/>
                        </a:spcAft>
                        <a:buNone/>
                      </a:pPr>
                      <a:endParaRPr sz="800" b="1">
                        <a:solidFill>
                          <a:srgbClr val="FFFFFF"/>
                        </a:solidFill>
                        <a:latin typeface="Abar Mid" pitchFamily="50" charset="-78"/>
                        <a:ea typeface="Abar Mid" pitchFamily="50" charset="-78"/>
                        <a:cs typeface="Abar Mid" pitchFamily="50" charset="-78"/>
                        <a:sym typeface="IBM Plex Sans Arabic"/>
                      </a:endParaRPr>
                    </a:p>
                  </a:txBody>
                  <a:tcPr marL="91425" marR="91425"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hMerge="1">
                  <a:txBody>
                    <a:bodyPr/>
                    <a:lstStyle/>
                    <a:p>
                      <a:pPr marL="0" lvl="0" indent="0" algn="ctr" rtl="1">
                        <a:lnSpc>
                          <a:spcPct val="100000"/>
                        </a:lnSpc>
                        <a:spcBef>
                          <a:spcPts val="0"/>
                        </a:spcBef>
                        <a:spcAft>
                          <a:spcPts val="0"/>
                        </a:spcAft>
                        <a:buNone/>
                      </a:pPr>
                      <a:endParaRPr sz="800" b="1" dirty="0">
                        <a:solidFill>
                          <a:srgbClr val="FFFFFF"/>
                        </a:solidFill>
                        <a:latin typeface="Abar Mid" pitchFamily="50" charset="-78"/>
                        <a:ea typeface="Abar Mid" pitchFamily="50" charset="-78"/>
                        <a:cs typeface="Abar Mid" pitchFamily="50" charset="-78"/>
                        <a:sym typeface="IBM Plex Sans Arabic"/>
                      </a:endParaRPr>
                    </a:p>
                  </a:txBody>
                  <a:tcPr marL="91425" marR="91425"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hMerge="1">
                  <a:txBody>
                    <a:bodyPr/>
                    <a:lstStyle/>
                    <a:p>
                      <a:pPr marL="0" lvl="0" indent="0" algn="ctr" rtl="1">
                        <a:lnSpc>
                          <a:spcPct val="100000"/>
                        </a:lnSpc>
                        <a:spcBef>
                          <a:spcPts val="0"/>
                        </a:spcBef>
                        <a:spcAft>
                          <a:spcPts val="0"/>
                        </a:spcAft>
                        <a:buNone/>
                      </a:pPr>
                      <a:endParaRPr sz="800" b="1" dirty="0">
                        <a:solidFill>
                          <a:srgbClr val="FFFFFF"/>
                        </a:solidFill>
                        <a:latin typeface="Abar Mid" pitchFamily="50" charset="-78"/>
                        <a:ea typeface="Abar Mid" pitchFamily="50" charset="-78"/>
                        <a:cs typeface="Abar Mid" pitchFamily="50" charset="-78"/>
                        <a:sym typeface="IBM Plex Sans Arabic"/>
                      </a:endParaRPr>
                    </a:p>
                  </a:txBody>
                  <a:tcPr marL="91425" marR="91425" marT="91425" marB="91425" anchor="ctr">
                    <a:lnL w="9525" cap="flat" cmpd="sng" algn="ctr">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extLst>
                  <a:ext uri="{0D108BD9-81ED-4DB2-BD59-A6C34878D82A}">
                    <a16:rowId xmlns:a16="http://schemas.microsoft.com/office/drawing/2014/main" val="2244213555"/>
                  </a:ext>
                </a:extLst>
              </a:tr>
              <a:tr h="356812">
                <a:tc>
                  <a:txBody>
                    <a:bodyPr/>
                    <a:lstStyle/>
                    <a:p>
                      <a:pPr marL="0" lvl="0" indent="0" algn="ctr" rtl="1">
                        <a:lnSpc>
                          <a:spcPct val="100000"/>
                        </a:lnSpc>
                        <a:spcBef>
                          <a:spcPts val="0"/>
                        </a:spcBef>
                        <a:spcAft>
                          <a:spcPts val="0"/>
                        </a:spcAft>
                        <a:buNone/>
                      </a:pPr>
                      <a:r>
                        <a:rPr lang="ar-SA" sz="1100" b="1" dirty="0">
                          <a:solidFill>
                            <a:srgbClr val="FFFFFF"/>
                          </a:solidFill>
                          <a:latin typeface="Abar Mid" pitchFamily="50" charset="-78"/>
                          <a:ea typeface="Abar Mid" pitchFamily="50" charset="-78"/>
                          <a:cs typeface="Abar Mid" pitchFamily="50" charset="-78"/>
                          <a:sym typeface="IBM Plex Sans Arabic"/>
                        </a:rPr>
                        <a:t>أساس التقييم</a:t>
                      </a:r>
                      <a:endParaRPr sz="1100" b="1" dirty="0">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a:txBody>
                    <a:bodyPr/>
                    <a:lstStyle/>
                    <a:p>
                      <a:pPr marL="0" lvl="0" indent="0" algn="ctr" rtl="1">
                        <a:lnSpc>
                          <a:spcPct val="100000"/>
                        </a:lnSpc>
                        <a:spcBef>
                          <a:spcPts val="0"/>
                        </a:spcBef>
                        <a:spcAft>
                          <a:spcPts val="0"/>
                        </a:spcAft>
                        <a:buNone/>
                      </a:pPr>
                      <a:r>
                        <a:rPr lang="ar-SA" sz="1100" b="1" dirty="0">
                          <a:solidFill>
                            <a:srgbClr val="FFFFFF"/>
                          </a:solidFill>
                          <a:latin typeface="Abar Mid" pitchFamily="50" charset="-78"/>
                          <a:ea typeface="Abar Mid" pitchFamily="50" charset="-78"/>
                          <a:cs typeface="Abar Mid" pitchFamily="50" charset="-78"/>
                          <a:sym typeface="IBM Plex Sans Arabic"/>
                        </a:rPr>
                        <a:t>الإنجاز</a:t>
                      </a:r>
                      <a:endParaRPr sz="1100" b="1" dirty="0">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a:txBody>
                    <a:bodyPr/>
                    <a:lstStyle/>
                    <a:p>
                      <a:pPr marL="0" lvl="0" indent="0" algn="ctr" rtl="1">
                        <a:lnSpc>
                          <a:spcPct val="100000"/>
                        </a:lnSpc>
                        <a:spcBef>
                          <a:spcPts val="0"/>
                        </a:spcBef>
                        <a:spcAft>
                          <a:spcPts val="0"/>
                        </a:spcAft>
                        <a:buNone/>
                      </a:pPr>
                      <a:r>
                        <a:rPr lang="ar-SA" sz="1100" b="1" dirty="0">
                          <a:solidFill>
                            <a:srgbClr val="FFFFFF"/>
                          </a:solidFill>
                          <a:latin typeface="Abar Mid" pitchFamily="50" charset="-78"/>
                          <a:ea typeface="Abar Mid" pitchFamily="50" charset="-78"/>
                          <a:cs typeface="Abar Mid" pitchFamily="50" charset="-78"/>
                          <a:sym typeface="IBM Plex Sans Arabic"/>
                        </a:rPr>
                        <a:t>المهمة</a:t>
                      </a:r>
                      <a:endParaRPr sz="1100" b="1" dirty="0">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a:txBody>
                    <a:bodyPr/>
                    <a:lstStyle/>
                    <a:p>
                      <a:pPr marL="0" lvl="0" indent="0" algn="ctr" rtl="1">
                        <a:lnSpc>
                          <a:spcPct val="100000"/>
                        </a:lnSpc>
                        <a:spcBef>
                          <a:spcPts val="0"/>
                        </a:spcBef>
                        <a:spcAft>
                          <a:spcPts val="0"/>
                        </a:spcAft>
                        <a:buNone/>
                      </a:pPr>
                      <a:r>
                        <a:rPr lang="ar-SA" sz="1100" b="1" dirty="0">
                          <a:solidFill>
                            <a:srgbClr val="FFFFFF"/>
                          </a:solidFill>
                          <a:latin typeface="Abar Mid" pitchFamily="50" charset="-78"/>
                          <a:ea typeface="Abar Mid" pitchFamily="50" charset="-78"/>
                          <a:cs typeface="Abar Mid" pitchFamily="50" charset="-78"/>
                          <a:sym typeface="IBM Plex Sans Arabic"/>
                        </a:rPr>
                        <a:t>م</a:t>
                      </a:r>
                      <a:endParaRPr sz="1100" b="1" dirty="0">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extLst>
                  <a:ext uri="{0D108BD9-81ED-4DB2-BD59-A6C34878D82A}">
                    <a16:rowId xmlns:a16="http://schemas.microsoft.com/office/drawing/2014/main" val="10000"/>
                  </a:ext>
                </a:extLst>
              </a:tr>
              <a:tr h="35681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معلق بانتظار قرار الدمج</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معلق</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مهام تجربة المستخدم في منصة نسك عمرة (9 مهام)</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U-01..09</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lgn="ctr">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35681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معلق بانتظار قرار الدمج</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معلق</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ملاحظات إمكانية الوصول التقنية في منصة نسك عمرة (10 ملاحظات)</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TD-01..10</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35681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معلق بانتظار قرار الدمج</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معلق</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مهام رضا المستفيد في منصة نسك عمرة (5 مهام)</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S-01..05</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35681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معلق بانتظار قرار الدمج</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معلق</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مهام التقنيات والأدوات لمنصة نسك عمرة (5 مهام)</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N-01..05</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35681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معلق بانتظار قرار الدمج</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معلق</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نشر متطلبات الشكاوى في منصة نسك عمرة (4 مهام)</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CS-06/13/21/77</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35681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معلق بانتظار قرار الدمج</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معلق</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مهام تجربة المستخدم في منصة نسك عمرة (9 مهام)</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U-01..09</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35681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معلق بانتظار قرار الدمج</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معلق</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ملاحظات إمكانية الوصول التقنية في منصة نسك عمرة (10 ملاحظات)</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TD-01..10</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bl>
          </a:graphicData>
        </a:graphic>
      </p:graphicFrame>
      <p:graphicFrame>
        <p:nvGraphicFramePr>
          <p:cNvPr id="18" name="Table 17">
            <a:extLst>
              <a:ext uri="{FF2B5EF4-FFF2-40B4-BE49-F238E27FC236}">
                <a16:creationId xmlns:a16="http://schemas.microsoft.com/office/drawing/2014/main" id="{6673CCEB-1501-AA70-18E4-0FB70C451DE9}"/>
              </a:ext>
            </a:extLst>
          </p:cNvPr>
          <p:cNvGraphicFramePr>
            <a:graphicFrameLocks/>
          </p:cNvGraphicFramePr>
          <p:nvPr>
            <p:extLst>
              <p:ext uri="{D42A27DB-BD31-4B8C-83A1-F6EECF244321}">
                <p14:modId xmlns:p14="http://schemas.microsoft.com/office/powerpoint/2010/main" val="728439361"/>
              </p:ext>
            </p:extLst>
          </p:nvPr>
        </p:nvGraphicFramePr>
        <p:xfrm>
          <a:off x="209969" y="5413683"/>
          <a:ext cx="7139737" cy="1354204"/>
        </p:xfrm>
        <a:graphic>
          <a:graphicData uri="http://schemas.openxmlformats.org/drawingml/2006/table">
            <a:tbl>
              <a:tblPr rtl="1"/>
              <a:tblGrid>
                <a:gridCol w="383974">
                  <a:extLst>
                    <a:ext uri="{9D8B030D-6E8A-4147-A177-3AD203B41FA5}">
                      <a16:colId xmlns:a16="http://schemas.microsoft.com/office/drawing/2014/main" val="3562085196"/>
                    </a:ext>
                  </a:extLst>
                </a:gridCol>
                <a:gridCol w="6755763">
                  <a:extLst>
                    <a:ext uri="{9D8B030D-6E8A-4147-A177-3AD203B41FA5}">
                      <a16:colId xmlns:a16="http://schemas.microsoft.com/office/drawing/2014/main" val="374937463"/>
                    </a:ext>
                  </a:extLst>
                </a:gridCol>
              </a:tblGrid>
              <a:tr h="235359">
                <a:tc gridSpan="2">
                  <a:txBody>
                    <a:bodyPr/>
                    <a:lstStyle/>
                    <a:p>
                      <a:pPr algn="r" rtl="1">
                        <a:lnSpc>
                          <a:spcPct val="105000"/>
                        </a:lnSpc>
                      </a:pPr>
                      <a:r>
                        <a:rPr lang="ar-SA" sz="1100" b="1" dirty="0">
                          <a:solidFill>
                            <a:srgbClr val="000000"/>
                          </a:solidFill>
                          <a:latin typeface="Abar Mid" pitchFamily="50" charset="-78"/>
                          <a:ea typeface="Abar Mid" pitchFamily="50" charset="-78"/>
                          <a:cs typeface="Abar Mid" pitchFamily="50" charset="-78"/>
                        </a:rPr>
                        <a:t>التحديات</a:t>
                      </a:r>
                    </a:p>
                  </a:txBody>
                  <a:tcPr marL="10800" marR="10800" marT="10800" marB="10800" anchor="ctr">
                    <a:lnL w="57150" cap="flat" cmpd="sng" algn="ctr">
                      <a:solidFill>
                        <a:srgbClr val="D9A86A"/>
                      </a:solid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r" rtl="1">
                        <a:lnSpc>
                          <a:spcPct val="105000"/>
                        </a:lnSpc>
                      </a:pPr>
                      <a:endParaRPr lang="ar-SA" sz="1000" b="1" dirty="0">
                        <a:solidFill>
                          <a:srgbClr val="000000"/>
                        </a:solidFill>
                        <a:latin typeface="Abar Mid" pitchFamily="50" charset="-78"/>
                        <a:ea typeface="Abar Mid" pitchFamily="50" charset="-78"/>
                        <a:cs typeface="Abar Mid" pitchFamily="50" charset="-78"/>
                      </a:endParaRPr>
                    </a:p>
                  </a:txBody>
                  <a:tcPr marL="45720" anchor="ctr">
                    <a:lnL w="57150" cap="flat" cmpd="sng" algn="ctr">
                      <a:no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1772843"/>
                  </a:ext>
                </a:extLst>
              </a:tr>
              <a:tr h="235359">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en-US" sz="1100" b="1" dirty="0">
                          <a:solidFill>
                            <a:srgbClr val="FFFFFF"/>
                          </a:solidFill>
                          <a:latin typeface="Abar Mid" pitchFamily="50" charset="-78"/>
                          <a:ea typeface="Abar Mid" pitchFamily="50" charset="-78"/>
                          <a:cs typeface="Abar Mid" pitchFamily="50" charset="-78"/>
                        </a:rPr>
                        <a:t>#</a:t>
                      </a:r>
                    </a:p>
                  </a:txBody>
                  <a:tcPr marL="10800" marR="1080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p>
                      <a:pPr algn="ctr" rtl="1">
                        <a:lnSpc>
                          <a:spcPct val="105000"/>
                        </a:lnSpc>
                      </a:pPr>
                      <a:r>
                        <a:rPr lang="ar-SA" sz="1100" b="1" dirty="0">
                          <a:solidFill>
                            <a:srgbClr val="FFFFFF"/>
                          </a:solidFill>
                          <a:latin typeface="Abar Mid" pitchFamily="50" charset="-78"/>
                          <a:ea typeface="Abar Mid" pitchFamily="50" charset="-78"/>
                          <a:cs typeface="Abar Mid" pitchFamily="50" charset="-78"/>
                        </a:rPr>
                        <a:t>التحدي</a:t>
                      </a:r>
                    </a:p>
                  </a:txBody>
                  <a:tcPr marL="10800" marR="1080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441743">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1</a:t>
                      </a:r>
                    </a:p>
                  </a:txBody>
                  <a:tcPr marL="10800" marR="1080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احتمال دمج منصة نسك عمرة في تطبيق نسك قبل جولة التقييم، وبالتالي قد لا تدخل المنصة في التقييم</a:t>
                      </a:r>
                    </a:p>
                  </a:txBody>
                  <a:tcPr marL="10800" marR="1080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441743">
                <a:tc>
                  <a:txBody>
                    <a:bodyPr/>
                    <a:lstStyle/>
                    <a:p>
                      <a:pPr algn="ctr" rtl="1" fontAlgn="ctr">
                        <a:buNone/>
                      </a:pPr>
                      <a:r>
                        <a:rPr lang="ar-SA" sz="1100" b="0" i="0" u="none" strike="noStrike" dirty="0">
                          <a:solidFill>
                            <a:srgbClr val="000000"/>
                          </a:solidFill>
                          <a:effectLst/>
                          <a:latin typeface="Abar Mid" pitchFamily="50" charset="-78"/>
                          <a:cs typeface="Abar Mid" pitchFamily="50" charset="-78"/>
                        </a:rPr>
                        <a:t>2</a:t>
                      </a:r>
                      <a:endParaRPr lang="en-US" sz="1100" b="0" i="0" u="none" strike="noStrike" dirty="0">
                        <a:solidFill>
                          <a:srgbClr val="000000"/>
                        </a:solidFill>
                        <a:effectLst/>
                        <a:latin typeface="Abar Mid" pitchFamily="50" charset="-78"/>
                        <a:cs typeface="Abar Mid" pitchFamily="50" charset="-78"/>
                      </a:endParaRPr>
                    </a:p>
                  </a:txBody>
                  <a:tcPr marL="10800" marR="1080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الجاهزية مكتملة (الخطاب، ضابط الاتصال، ملف المتطلبات)؛ التوصية: عدم بدء التنفيذ حتى صدور قرار الدمج، وفي حال الدمج تنتقل المهام إلى نطاق تطبيق نسك</a:t>
                      </a:r>
                    </a:p>
                  </a:txBody>
                  <a:tcPr marL="10800" marR="1080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6658896"/>
                  </a:ext>
                </a:extLst>
              </a:tr>
            </a:tbl>
          </a:graphicData>
        </a:graphic>
      </p:graphicFrame>
    </p:spTree>
    <p:extLst>
      <p:ext uri="{BB962C8B-B14F-4D97-AF65-F5344CB8AC3E}">
        <p14:creationId xmlns:p14="http://schemas.microsoft.com/office/powerpoint/2010/main" val="7908381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3DA2A9-CCFA-3C9D-64E7-7FE8A33B844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42F79E5F-A803-7139-C771-8758B876A9DA}"/>
              </a:ext>
            </a:extLst>
          </p:cNvPr>
          <p:cNvGrpSpPr/>
          <p:nvPr/>
        </p:nvGrpSpPr>
        <p:grpSpPr>
          <a:xfrm>
            <a:off x="917571" y="676842"/>
            <a:ext cx="5724532" cy="517476"/>
            <a:chOff x="1079493" y="4415868"/>
            <a:chExt cx="5724532" cy="1042296"/>
          </a:xfrm>
        </p:grpSpPr>
        <p:sp>
          <p:nvSpPr>
            <p:cNvPr id="3" name="btfpRowHeaderBoxText438126">
              <a:extLst>
                <a:ext uri="{FF2B5EF4-FFF2-40B4-BE49-F238E27FC236}">
                  <a16:creationId xmlns:a16="http://schemas.microsoft.com/office/drawing/2014/main" id="{A22F7EE7-56EE-C415-5BA9-687C5C1467CF}"/>
                </a:ext>
              </a:extLst>
            </p:cNvPr>
            <p:cNvSpPr txBox="1"/>
            <p:nvPr>
              <p:custDataLst>
                <p:tags r:id="rId1"/>
              </p:custDataLst>
            </p:nvPr>
          </p:nvSpPr>
          <p:spPr>
            <a:xfrm flipH="1">
              <a:off x="1079493"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400" b="1" dirty="0">
                  <a:solidFill>
                    <a:schemeClr val="tx1"/>
                  </a:solidFill>
                  <a:latin typeface="Abar Mid" pitchFamily="2" charset="-78"/>
                  <a:ea typeface="Abar Mid" pitchFamily="2" charset="-78"/>
                  <a:cs typeface="Abar Mid" pitchFamily="2" charset="-78"/>
                </a:rPr>
                <a:t>تفاصيل مؤشر نضج التجربة الرقمية</a:t>
              </a:r>
            </a:p>
          </p:txBody>
        </p:sp>
        <p:cxnSp>
          <p:nvCxnSpPr>
            <p:cNvPr id="4" name="Straight Connector 3">
              <a:extLst>
                <a:ext uri="{FF2B5EF4-FFF2-40B4-BE49-F238E27FC236}">
                  <a16:creationId xmlns:a16="http://schemas.microsoft.com/office/drawing/2014/main" id="{BDEC9B02-FB8A-5AAD-0BF0-0271EBFAC70B}"/>
                </a:ext>
              </a:extLst>
            </p:cNvPr>
            <p:cNvCxnSpPr>
              <a:cxnSpLocks/>
            </p:cNvCxnSpPr>
            <p:nvPr/>
          </p:nvCxnSpPr>
          <p:spPr>
            <a:xfrm>
              <a:off x="3300100" y="5458164"/>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grpSp>
        <p:nvGrpSpPr>
          <p:cNvPr id="14" name="Group 13">
            <a:extLst>
              <a:ext uri="{FF2B5EF4-FFF2-40B4-BE49-F238E27FC236}">
                <a16:creationId xmlns:a16="http://schemas.microsoft.com/office/drawing/2014/main" id="{C88C1497-45FF-E289-CF33-1BF6186FF8AD}"/>
              </a:ext>
            </a:extLst>
          </p:cNvPr>
          <p:cNvGrpSpPr/>
          <p:nvPr/>
        </p:nvGrpSpPr>
        <p:grpSpPr>
          <a:xfrm>
            <a:off x="565787" y="1301135"/>
            <a:ext cx="6428100" cy="519900"/>
            <a:chOff x="737128" y="1301135"/>
            <a:chExt cx="6428100" cy="519900"/>
          </a:xfrm>
        </p:grpSpPr>
        <p:sp>
          <p:nvSpPr>
            <p:cNvPr id="6" name="Google Shape;109;p4">
              <a:extLst>
                <a:ext uri="{FF2B5EF4-FFF2-40B4-BE49-F238E27FC236}">
                  <a16:creationId xmlns:a16="http://schemas.microsoft.com/office/drawing/2014/main" id="{475298E8-E8D9-9FBE-EE7D-36E1CFD1D046}"/>
                </a:ext>
              </a:extLst>
            </p:cNvPr>
            <p:cNvSpPr/>
            <p:nvPr/>
          </p:nvSpPr>
          <p:spPr>
            <a:xfrm>
              <a:off x="5615128" y="1301135"/>
              <a:ext cx="1550100" cy="519900"/>
            </a:xfrm>
            <a:prstGeom prst="roundRect">
              <a:avLst>
                <a:gd name="adj" fmla="val 16667"/>
              </a:avLst>
            </a:prstGeom>
            <a:solidFill>
              <a:srgbClr val="DCDCDC"/>
            </a:solidFill>
            <a:ln>
              <a:noFill/>
            </a:ln>
          </p:spPr>
          <p:txBody>
            <a:bodyPr spcFirstLastPara="1" wrap="square" lIns="91425" tIns="91425" rIns="91425" bIns="91425" anchor="ctr" anchorCtr="0">
              <a:noAutofit/>
            </a:bodyPr>
            <a:lstStyle/>
            <a:p>
              <a:pPr algn="ctr" rtl="1"/>
              <a:r>
                <a:rPr lang="ar-SA" sz="800" b="1" dirty="0">
                  <a:latin typeface="Abar Mid" pitchFamily="50" charset="-78"/>
                  <a:ea typeface="Abar Mid" pitchFamily="50" charset="-78"/>
                  <a:cs typeface="Abar Mid" pitchFamily="50" charset="-78"/>
                  <a:sym typeface="IBM Plex Sans Arabic"/>
                </a:rPr>
                <a:t>تجربة المستخدم</a:t>
              </a:r>
              <a:endParaRPr sz="800" b="1" dirty="0">
                <a:latin typeface="Abar Mid" pitchFamily="50" charset="-78"/>
                <a:ea typeface="Abar Mid" pitchFamily="50" charset="-78"/>
                <a:cs typeface="Abar Mid" pitchFamily="50" charset="-78"/>
                <a:sym typeface="IBM Plex Sans Arabic"/>
              </a:endParaRPr>
            </a:p>
            <a:p>
              <a:pPr algn="ctr" rtl="1"/>
              <a:r>
                <a:rPr lang="ar-SA" sz="1500" b="1" dirty="0">
                  <a:latin typeface="Abar Mid" pitchFamily="50" charset="-78"/>
                  <a:ea typeface="Abar Mid" pitchFamily="50" charset="-78"/>
                  <a:cs typeface="Abar Mid" pitchFamily="50" charset="-78"/>
                  <a:sym typeface="IBM Plex Sans Arabic"/>
                </a:rPr>
                <a:t>لا ينطبق</a:t>
              </a:r>
            </a:p>
          </p:txBody>
        </p:sp>
        <p:sp>
          <p:nvSpPr>
            <p:cNvPr id="8" name="Google Shape;110;p4">
              <a:extLst>
                <a:ext uri="{FF2B5EF4-FFF2-40B4-BE49-F238E27FC236}">
                  <a16:creationId xmlns:a16="http://schemas.microsoft.com/office/drawing/2014/main" id="{A258B612-1A6E-C2FD-34E0-FE9548142B79}"/>
                </a:ext>
              </a:extLst>
            </p:cNvPr>
            <p:cNvSpPr/>
            <p:nvPr/>
          </p:nvSpPr>
          <p:spPr>
            <a:xfrm>
              <a:off x="3989128" y="1301135"/>
              <a:ext cx="1550100" cy="519900"/>
            </a:xfrm>
            <a:prstGeom prst="roundRect">
              <a:avLst>
                <a:gd name="adj" fmla="val 16667"/>
              </a:avLst>
            </a:prstGeom>
            <a:solidFill>
              <a:srgbClr val="DCDCDC"/>
            </a:solidFill>
            <a:ln>
              <a:noFill/>
            </a:ln>
          </p:spPr>
          <p:txBody>
            <a:bodyPr spcFirstLastPara="1" wrap="square" lIns="91425" tIns="91425" rIns="91425" bIns="91425" anchor="ctr" anchorCtr="0">
              <a:noAutofit/>
            </a:bodyPr>
            <a:lstStyle/>
            <a:p>
              <a:pPr algn="ctr" rtl="1"/>
              <a:r>
                <a:rPr lang="ar-SA" sz="800" b="1" dirty="0">
                  <a:latin typeface="Abar Mid" pitchFamily="50" charset="-78"/>
                  <a:ea typeface="Abar Mid" pitchFamily="50" charset="-78"/>
                  <a:cs typeface="Abar Mid" pitchFamily="50" charset="-78"/>
                  <a:sym typeface="IBM Plex Sans Arabic"/>
                </a:rPr>
                <a:t>رضا المستفيد</a:t>
              </a:r>
              <a:endParaRPr sz="800" b="1" dirty="0">
                <a:latin typeface="Abar Mid" pitchFamily="50" charset="-78"/>
                <a:ea typeface="Abar Mid" pitchFamily="50" charset="-78"/>
                <a:cs typeface="Abar Mid" pitchFamily="50" charset="-78"/>
                <a:sym typeface="IBM Plex Sans Arabic"/>
              </a:endParaRPr>
            </a:p>
            <a:p>
              <a:pPr algn="ctr" rtl="1"/>
              <a:r>
                <a:rPr lang="ar-SA" sz="1500" b="1" dirty="0">
                  <a:latin typeface="Abar Mid" pitchFamily="50" charset="-78"/>
                  <a:ea typeface="Abar Mid" pitchFamily="50" charset="-78"/>
                  <a:cs typeface="Abar Mid" pitchFamily="50" charset="-78"/>
                  <a:sym typeface="IBM Plex Sans Arabic"/>
                </a:rPr>
                <a:t>لا ينطبق</a:t>
              </a:r>
            </a:p>
          </p:txBody>
        </p:sp>
        <p:sp>
          <p:nvSpPr>
            <p:cNvPr id="10" name="Google Shape;111;p4">
              <a:extLst>
                <a:ext uri="{FF2B5EF4-FFF2-40B4-BE49-F238E27FC236}">
                  <a16:creationId xmlns:a16="http://schemas.microsoft.com/office/drawing/2014/main" id="{9F1102B2-4260-E87C-74BF-29649BC90412}"/>
                </a:ext>
              </a:extLst>
            </p:cNvPr>
            <p:cNvSpPr/>
            <p:nvPr/>
          </p:nvSpPr>
          <p:spPr>
            <a:xfrm>
              <a:off x="2363128" y="1301135"/>
              <a:ext cx="1550100" cy="519900"/>
            </a:xfrm>
            <a:prstGeom prst="roundRect">
              <a:avLst>
                <a:gd name="adj" fmla="val 16667"/>
              </a:avLst>
            </a:prstGeom>
            <a:solidFill>
              <a:srgbClr val="B47B5F"/>
            </a:solidFill>
            <a:ln>
              <a:noFill/>
            </a:ln>
          </p:spPr>
          <p:txBody>
            <a:bodyPr spcFirstLastPara="1" wrap="square" lIns="91425" tIns="91425" rIns="91425" bIns="91425" anchor="ctr" anchorCtr="0">
              <a:noAutofit/>
            </a:bodyPr>
            <a:lstStyle/>
            <a:p>
              <a:pPr marL="0" lvl="0" indent="0" algn="ctr" rtl="1">
                <a:lnSpc>
                  <a:spcPct val="100000"/>
                </a:lnSpc>
                <a:spcBef>
                  <a:spcPts val="0"/>
                </a:spcBef>
                <a:spcAft>
                  <a:spcPts val="0"/>
                </a:spcAft>
                <a:buNone/>
              </a:pPr>
              <a:r>
                <a:rPr lang="ar-SA" sz="800" b="1" dirty="0">
                  <a:solidFill>
                    <a:srgbClr val="FFFFFF"/>
                  </a:solidFill>
                  <a:latin typeface="Abar Mid" pitchFamily="50" charset="-78"/>
                  <a:ea typeface="Abar Mid" pitchFamily="50" charset="-78"/>
                  <a:cs typeface="Abar Mid" pitchFamily="50" charset="-78"/>
                  <a:sym typeface="IBM Plex Sans Arabic"/>
                </a:rPr>
                <a:t>التعامل مع الشكاوى</a:t>
              </a:r>
              <a:endParaRPr sz="800" b="1" dirty="0">
                <a:solidFill>
                  <a:srgbClr val="FFFFFF"/>
                </a:solidFill>
                <a:latin typeface="Abar Mid" pitchFamily="50" charset="-78"/>
                <a:ea typeface="Abar Mid" pitchFamily="50" charset="-78"/>
                <a:cs typeface="Abar Mid" pitchFamily="50" charset="-78"/>
                <a:sym typeface="IBM Plex Sans Arabic"/>
              </a:endParaRPr>
            </a:p>
            <a:p>
              <a:pPr marL="0" lvl="0" indent="0" algn="ctr" rtl="1">
                <a:lnSpc>
                  <a:spcPct val="100000"/>
                </a:lnSpc>
                <a:spcBef>
                  <a:spcPts val="0"/>
                </a:spcBef>
                <a:spcAft>
                  <a:spcPts val="0"/>
                </a:spcAft>
                <a:buNone/>
              </a:pPr>
              <a:r>
                <a:rPr lang="ar-SA" sz="1500" b="1">
                  <a:solidFill>
                    <a:srgbClr val="FFFFFF"/>
                  </a:solidFill>
                  <a:latin typeface="Abar Mid" pitchFamily="50" charset="-78"/>
                  <a:ea typeface="Abar Mid" pitchFamily="50" charset="-78"/>
                  <a:cs typeface="Abar Mid" pitchFamily="50" charset="-78"/>
                  <a:sym typeface="IBM Plex Sans Arabic"/>
                </a:rPr>
                <a:t>20%</a:t>
              </a:r>
              <a:endParaRPr sz="1500" b="1" dirty="0">
                <a:solidFill>
                  <a:srgbClr val="FFFFFF"/>
                </a:solidFill>
                <a:latin typeface="Abar Mid" pitchFamily="50" charset="-78"/>
                <a:ea typeface="Abar Mid" pitchFamily="50" charset="-78"/>
                <a:cs typeface="Abar Mid" pitchFamily="50" charset="-78"/>
                <a:sym typeface="IBM Plex Sans Arabic"/>
              </a:endParaRPr>
            </a:p>
          </p:txBody>
        </p:sp>
        <p:sp>
          <p:nvSpPr>
            <p:cNvPr id="12" name="Google Shape;112;p4">
              <a:extLst>
                <a:ext uri="{FF2B5EF4-FFF2-40B4-BE49-F238E27FC236}">
                  <a16:creationId xmlns:a16="http://schemas.microsoft.com/office/drawing/2014/main" id="{F289474D-E91D-2F72-A226-90A196D66F1F}"/>
                </a:ext>
              </a:extLst>
            </p:cNvPr>
            <p:cNvSpPr/>
            <p:nvPr/>
          </p:nvSpPr>
          <p:spPr>
            <a:xfrm>
              <a:off x="737128" y="1301135"/>
              <a:ext cx="1550100" cy="519900"/>
            </a:xfrm>
            <a:prstGeom prst="roundRect">
              <a:avLst>
                <a:gd name="adj" fmla="val 16667"/>
              </a:avLst>
            </a:prstGeom>
            <a:solidFill>
              <a:srgbClr val="DCDCDC"/>
            </a:solidFill>
            <a:ln>
              <a:noFill/>
            </a:ln>
          </p:spPr>
          <p:txBody>
            <a:bodyPr spcFirstLastPara="1" wrap="square" lIns="91425" tIns="91425" rIns="91425" bIns="91425" anchor="ctr" anchorCtr="0">
              <a:noAutofit/>
            </a:bodyPr>
            <a:lstStyle/>
            <a:p>
              <a:pPr marL="0" lvl="0" indent="0" algn="ctr" rtl="1">
                <a:lnSpc>
                  <a:spcPct val="100000"/>
                </a:lnSpc>
                <a:spcBef>
                  <a:spcPts val="0"/>
                </a:spcBef>
                <a:spcAft>
                  <a:spcPts val="0"/>
                </a:spcAft>
                <a:buNone/>
              </a:pPr>
              <a:r>
                <a:rPr lang="ar-SA" sz="800" b="1" dirty="0">
                  <a:latin typeface="Abar Mid" pitchFamily="50" charset="-78"/>
                  <a:ea typeface="Abar Mid" pitchFamily="50" charset="-78"/>
                  <a:cs typeface="Abar Mid" pitchFamily="50" charset="-78"/>
                  <a:sym typeface="IBM Plex Sans Arabic"/>
                </a:rPr>
                <a:t>التقنيات والأدوات</a:t>
              </a:r>
              <a:endParaRPr sz="800" b="1" dirty="0">
                <a:latin typeface="Abar Mid" pitchFamily="50" charset="-78"/>
                <a:ea typeface="Abar Mid" pitchFamily="50" charset="-78"/>
                <a:cs typeface="Abar Mid" pitchFamily="50" charset="-78"/>
                <a:sym typeface="IBM Plex Sans Arabic"/>
              </a:endParaRPr>
            </a:p>
            <a:p>
              <a:pPr marL="0" lvl="0" indent="0" algn="ctr" rtl="1">
                <a:lnSpc>
                  <a:spcPct val="100000"/>
                </a:lnSpc>
                <a:spcBef>
                  <a:spcPts val="0"/>
                </a:spcBef>
                <a:spcAft>
                  <a:spcPts val="0"/>
                </a:spcAft>
                <a:buNone/>
              </a:pPr>
              <a:r>
                <a:rPr lang="ar-SA" sz="1500" b="1" dirty="0">
                  <a:latin typeface="Abar Mid" pitchFamily="50" charset="-78"/>
                  <a:ea typeface="Abar Mid" pitchFamily="50" charset="-78"/>
                  <a:cs typeface="Abar Mid" pitchFamily="50" charset="-78"/>
                  <a:sym typeface="IBM Plex Sans Arabic"/>
                </a:rPr>
                <a:t>لا ينطبق</a:t>
              </a:r>
              <a:endParaRPr sz="1500" b="1" dirty="0">
                <a:latin typeface="Abar Mid" pitchFamily="50" charset="-78"/>
                <a:ea typeface="Abar Mid" pitchFamily="50" charset="-78"/>
                <a:cs typeface="Abar Mid" pitchFamily="50" charset="-78"/>
                <a:sym typeface="IBM Plex Sans Arabic"/>
              </a:endParaRPr>
            </a:p>
          </p:txBody>
        </p:sp>
      </p:grpSp>
      <p:graphicFrame>
        <p:nvGraphicFramePr>
          <p:cNvPr id="16" name="Google Shape;114;p4">
            <a:extLst>
              <a:ext uri="{FF2B5EF4-FFF2-40B4-BE49-F238E27FC236}">
                <a16:creationId xmlns:a16="http://schemas.microsoft.com/office/drawing/2014/main" id="{472DE911-6650-F735-836C-292BCF891E15}"/>
              </a:ext>
            </a:extLst>
          </p:cNvPr>
          <p:cNvGraphicFramePr/>
          <p:nvPr>
            <p:extLst>
              <p:ext uri="{D42A27DB-BD31-4B8C-83A1-F6EECF244321}">
                <p14:modId xmlns:p14="http://schemas.microsoft.com/office/powerpoint/2010/main" val="1809586921"/>
              </p:ext>
            </p:extLst>
          </p:nvPr>
        </p:nvGraphicFramePr>
        <p:xfrm>
          <a:off x="209969" y="1927851"/>
          <a:ext cx="7133807" cy="8921748"/>
        </p:xfrm>
        <a:graphic>
          <a:graphicData uri="http://schemas.openxmlformats.org/drawingml/2006/table">
            <a:tbl>
              <a:tblPr>
                <a:noFill/>
              </a:tblPr>
              <a:tblGrid>
                <a:gridCol w="1877317">
                  <a:extLst>
                    <a:ext uri="{9D8B030D-6E8A-4147-A177-3AD203B41FA5}">
                      <a16:colId xmlns:a16="http://schemas.microsoft.com/office/drawing/2014/main" val="20000"/>
                    </a:ext>
                  </a:extLst>
                </a:gridCol>
                <a:gridCol w="608849">
                  <a:extLst>
                    <a:ext uri="{9D8B030D-6E8A-4147-A177-3AD203B41FA5}">
                      <a16:colId xmlns:a16="http://schemas.microsoft.com/office/drawing/2014/main" val="20001"/>
                    </a:ext>
                  </a:extLst>
                </a:gridCol>
                <a:gridCol w="3988048">
                  <a:extLst>
                    <a:ext uri="{9D8B030D-6E8A-4147-A177-3AD203B41FA5}">
                      <a16:colId xmlns:a16="http://schemas.microsoft.com/office/drawing/2014/main" val="20002"/>
                    </a:ext>
                  </a:extLst>
                </a:gridCol>
                <a:gridCol w="659593">
                  <a:extLst>
                    <a:ext uri="{9D8B030D-6E8A-4147-A177-3AD203B41FA5}">
                      <a16:colId xmlns:a16="http://schemas.microsoft.com/office/drawing/2014/main" val="20003"/>
                    </a:ext>
                  </a:extLst>
                </a:gridCol>
              </a:tblGrid>
              <a:tr h="214428">
                <a:tc gridSpan="4">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100" kern="1200" dirty="0">
                          <a:solidFill>
                            <a:srgbClr val="00080B"/>
                          </a:solidFill>
                          <a:latin typeface="Abar Mid" pitchFamily="2" charset="-78"/>
                          <a:ea typeface="Abar Mid" pitchFamily="2" charset="-78"/>
                          <a:cs typeface="Abar Mid" pitchFamily="2" charset="-78"/>
                          <a:sym typeface="IBM Plex Sans Arabic"/>
                        </a:rPr>
                        <a:t>وكالة تطوير الأعمال وخدمة المستفيدين</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4E7D7"/>
                    </a:solidFill>
                  </a:tcPr>
                </a:tc>
                <a:tc hMerge="1">
                  <a:txBody>
                    <a:bodyPr/>
                    <a:lstStyle/>
                    <a:p>
                      <a:pPr marL="0" lvl="0" indent="0" algn="ctr" rtl="1">
                        <a:lnSpc>
                          <a:spcPct val="100000"/>
                        </a:lnSpc>
                        <a:spcBef>
                          <a:spcPts val="0"/>
                        </a:spcBef>
                        <a:spcAft>
                          <a:spcPts val="0"/>
                        </a:spcAft>
                        <a:buNone/>
                      </a:pPr>
                      <a:endParaRPr sz="800" b="1">
                        <a:solidFill>
                          <a:srgbClr val="FFFFFF"/>
                        </a:solidFill>
                        <a:latin typeface="Abar Mid" pitchFamily="50" charset="-78"/>
                        <a:ea typeface="Abar Mid" pitchFamily="50" charset="-78"/>
                        <a:cs typeface="Abar Mid" pitchFamily="50" charset="-78"/>
                        <a:sym typeface="IBM Plex Sans Arabic"/>
                      </a:endParaRPr>
                    </a:p>
                  </a:txBody>
                  <a:tcPr marL="91425" marR="91425"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hMerge="1">
                  <a:txBody>
                    <a:bodyPr/>
                    <a:lstStyle/>
                    <a:p>
                      <a:pPr marL="0" lvl="0" indent="0" algn="ctr" rtl="1">
                        <a:lnSpc>
                          <a:spcPct val="100000"/>
                        </a:lnSpc>
                        <a:spcBef>
                          <a:spcPts val="0"/>
                        </a:spcBef>
                        <a:spcAft>
                          <a:spcPts val="0"/>
                        </a:spcAft>
                        <a:buNone/>
                      </a:pPr>
                      <a:endParaRPr sz="800" b="1" dirty="0">
                        <a:solidFill>
                          <a:srgbClr val="FFFFFF"/>
                        </a:solidFill>
                        <a:latin typeface="Abar Mid" pitchFamily="50" charset="-78"/>
                        <a:ea typeface="Abar Mid" pitchFamily="50" charset="-78"/>
                        <a:cs typeface="Abar Mid" pitchFamily="50" charset="-78"/>
                        <a:sym typeface="IBM Plex Sans Arabic"/>
                      </a:endParaRPr>
                    </a:p>
                  </a:txBody>
                  <a:tcPr marL="91425" marR="91425"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hMerge="1">
                  <a:txBody>
                    <a:bodyPr/>
                    <a:lstStyle/>
                    <a:p>
                      <a:pPr marL="0" lvl="0" indent="0" algn="ctr" rtl="1">
                        <a:lnSpc>
                          <a:spcPct val="100000"/>
                        </a:lnSpc>
                        <a:spcBef>
                          <a:spcPts val="0"/>
                        </a:spcBef>
                        <a:spcAft>
                          <a:spcPts val="0"/>
                        </a:spcAft>
                        <a:buNone/>
                      </a:pPr>
                      <a:endParaRPr sz="800" b="1" dirty="0">
                        <a:solidFill>
                          <a:srgbClr val="FFFFFF"/>
                        </a:solidFill>
                        <a:latin typeface="Abar Mid" pitchFamily="50" charset="-78"/>
                        <a:ea typeface="Abar Mid" pitchFamily="50" charset="-78"/>
                        <a:cs typeface="Abar Mid" pitchFamily="50" charset="-78"/>
                        <a:sym typeface="IBM Plex Sans Arabic"/>
                      </a:endParaRPr>
                    </a:p>
                  </a:txBody>
                  <a:tcPr marL="91425" marR="91425" marT="91425" marB="91425" anchor="ctr">
                    <a:lnL w="9525" cap="flat" cmpd="sng" algn="ctr">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extLst>
                  <a:ext uri="{0D108BD9-81ED-4DB2-BD59-A6C34878D82A}">
                    <a16:rowId xmlns:a16="http://schemas.microsoft.com/office/drawing/2014/main" val="2244213555"/>
                  </a:ext>
                </a:extLst>
              </a:tr>
              <a:tr h="182156">
                <a:tc>
                  <a:txBody>
                    <a:bodyPr/>
                    <a:lstStyle/>
                    <a:p>
                      <a:pPr marL="0" lvl="0" indent="0" algn="ctr" rtl="1">
                        <a:lnSpc>
                          <a:spcPct val="100000"/>
                        </a:lnSpc>
                        <a:spcBef>
                          <a:spcPts val="0"/>
                        </a:spcBef>
                        <a:spcAft>
                          <a:spcPts val="0"/>
                        </a:spcAft>
                        <a:buNone/>
                      </a:pPr>
                      <a:r>
                        <a:rPr lang="ar-SA" sz="1100" b="1">
                          <a:solidFill>
                            <a:srgbClr val="FFFFFF"/>
                          </a:solidFill>
                          <a:latin typeface="Abar Mid" pitchFamily="50" charset="-78"/>
                          <a:ea typeface="Abar Mid" pitchFamily="50" charset="-78"/>
                          <a:cs typeface="Abar Mid" pitchFamily="50" charset="-78"/>
                          <a:sym typeface="IBM Plex Sans Arabic"/>
                        </a:rPr>
                        <a:t>أساس التقييم</a:t>
                      </a:r>
                      <a:endParaRPr sz="1100" b="1">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a:txBody>
                    <a:bodyPr/>
                    <a:lstStyle/>
                    <a:p>
                      <a:pPr marL="0" lvl="0" indent="0" algn="ctr" rtl="1">
                        <a:lnSpc>
                          <a:spcPct val="100000"/>
                        </a:lnSpc>
                        <a:spcBef>
                          <a:spcPts val="0"/>
                        </a:spcBef>
                        <a:spcAft>
                          <a:spcPts val="0"/>
                        </a:spcAft>
                        <a:buNone/>
                      </a:pPr>
                      <a:r>
                        <a:rPr lang="ar-SA" sz="1100" b="1">
                          <a:solidFill>
                            <a:srgbClr val="FFFFFF"/>
                          </a:solidFill>
                          <a:latin typeface="Abar Mid" pitchFamily="50" charset="-78"/>
                          <a:ea typeface="Abar Mid" pitchFamily="50" charset="-78"/>
                          <a:cs typeface="Abar Mid" pitchFamily="50" charset="-78"/>
                          <a:sym typeface="IBM Plex Sans Arabic"/>
                        </a:rPr>
                        <a:t>الإنجاز</a:t>
                      </a:r>
                      <a:endParaRPr sz="1100" b="1">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a:txBody>
                    <a:bodyPr/>
                    <a:lstStyle/>
                    <a:p>
                      <a:pPr marL="0" lvl="0" indent="0" algn="ctr" rtl="1">
                        <a:lnSpc>
                          <a:spcPct val="100000"/>
                        </a:lnSpc>
                        <a:spcBef>
                          <a:spcPts val="0"/>
                        </a:spcBef>
                        <a:spcAft>
                          <a:spcPts val="0"/>
                        </a:spcAft>
                        <a:buNone/>
                      </a:pPr>
                      <a:r>
                        <a:rPr lang="ar-SA" sz="1100" b="1" dirty="0">
                          <a:solidFill>
                            <a:srgbClr val="FFFFFF"/>
                          </a:solidFill>
                          <a:latin typeface="Abar Mid" pitchFamily="50" charset="-78"/>
                          <a:ea typeface="Abar Mid" pitchFamily="50" charset="-78"/>
                          <a:cs typeface="Abar Mid" pitchFamily="50" charset="-78"/>
                          <a:sym typeface="IBM Plex Sans Arabic"/>
                        </a:rPr>
                        <a:t>المهمة</a:t>
                      </a:r>
                      <a:endParaRPr sz="1100" b="1" dirty="0">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a:txBody>
                    <a:bodyPr/>
                    <a:lstStyle/>
                    <a:p>
                      <a:pPr marL="0" lvl="0" indent="0" algn="ctr" rtl="1">
                        <a:lnSpc>
                          <a:spcPct val="100000"/>
                        </a:lnSpc>
                        <a:spcBef>
                          <a:spcPts val="0"/>
                        </a:spcBef>
                        <a:spcAft>
                          <a:spcPts val="0"/>
                        </a:spcAft>
                        <a:buNone/>
                      </a:pPr>
                      <a:r>
                        <a:rPr lang="ar-SA" sz="1100" b="1">
                          <a:solidFill>
                            <a:srgbClr val="FFFFFF"/>
                          </a:solidFill>
                          <a:latin typeface="Abar Mid" pitchFamily="50" charset="-78"/>
                          <a:ea typeface="Abar Mid" pitchFamily="50" charset="-78"/>
                          <a:cs typeface="Abar Mid" pitchFamily="50" charset="-78"/>
                          <a:sym typeface="IBM Plex Sans Arabic"/>
                        </a:rPr>
                        <a:t>م</a:t>
                      </a:r>
                      <a:endParaRPr sz="1100" b="1">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extLst>
                  <a:ext uri="{0D108BD9-81ED-4DB2-BD59-A6C34878D82A}">
                    <a16:rowId xmlns:a16="http://schemas.microsoft.com/office/drawing/2014/main" val="10000"/>
                  </a:ext>
                </a:extLst>
              </a:tr>
              <a:tr h="182156">
                <a:tc gridSpan="4">
                  <a:txBody>
                    <a:bodyPr/>
                    <a:lstStyle/>
                    <a:p>
                      <a:pPr marL="0" lvl="0" indent="0" algn="r" rtl="1">
                        <a:lnSpc>
                          <a:spcPct val="100000"/>
                        </a:lnSpc>
                        <a:spcBef>
                          <a:spcPts val="0"/>
                        </a:spcBef>
                        <a:spcAft>
                          <a:spcPts val="0"/>
                        </a:spcAft>
                        <a:buNone/>
                      </a:pPr>
                      <a:r>
                        <a:rPr lang="ar-SA" sz="1100" b="1" dirty="0">
                          <a:solidFill>
                            <a:srgbClr val="FFFFFF"/>
                          </a:solidFill>
                          <a:latin typeface="Abar Mid" pitchFamily="50" charset="-78"/>
                          <a:ea typeface="Abar Mid" pitchFamily="50" charset="-78"/>
                          <a:cs typeface="Abar Mid" pitchFamily="50" charset="-78"/>
                          <a:sym typeface="IBM Plex Sans Arabic"/>
                        </a:rPr>
                        <a:t>التعامل مع الشكاوى: 15%</a:t>
                      </a:r>
                      <a:endParaRPr sz="1100" b="1" dirty="0">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B47B5F"/>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11"/>
                  </a:ext>
                </a:extLst>
              </a:tr>
              <a:tr h="498733">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الإعداد والاعتماد مكتملان؛ منشور في 2 من 6 قنوات</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43%</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دليل الشروط والأحكام لكل قناة (CS-01..09)</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1</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2"/>
                  </a:ext>
                </a:extLst>
              </a:tr>
              <a:tr h="498733">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نشر جزئي في البوابة ونسك؛ ترسية كراسة مركز الاتصال لم تتم</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30%</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عدد قنوات استقبال الشكاوى (CS-10..17)</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2</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3"/>
                  </a:ext>
                </a:extLst>
              </a:tr>
              <a:tr h="337369">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نشر جزئي في البوابة الخارجية</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25%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ساعات العمل لاستقبال الشكاوى (CS-18..23)</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3</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4"/>
                  </a:ext>
                </a:extLst>
              </a:tr>
              <a:tr h="498733">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الطلب مرسل؛ التقرير لدى التحول الرقمي</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نسبة إتاحة منظومة الشكاوى (CS-24..25)</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4</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5"/>
                  </a:ext>
                </a:extLst>
              </a:tr>
              <a:tr h="498733">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المتطلبات لدى التقنية؛ التطوير والتقرير لم يكتملا</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متوسط زمن الاستجابة للشكوى (CS-26..29)</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5</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241875935"/>
                  </a:ext>
                </a:extLst>
              </a:tr>
              <a:tr h="498733">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عينة مايو جاهزة؛ الدليل النهائي بعد الترسية</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نسبة الفقد للتفاعلات (CS-30..32)</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6</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577533624"/>
                  </a:ext>
                </a:extLst>
              </a:tr>
              <a:tr h="498733">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الطلب مرسل؛ التقرير لدى التحول الرقمي</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نسبة إشغال الدائرة الهاتفية( SIP </a:t>
                      </a:r>
                      <a:r>
                        <a:rPr lang="ar-SA" sz="1100" dirty="0" err="1">
                          <a:solidFill>
                            <a:srgbClr val="211C16"/>
                          </a:solidFill>
                          <a:latin typeface="Abar Mid" pitchFamily="50" charset="-78"/>
                          <a:ea typeface="Abar Mid" pitchFamily="50" charset="-78"/>
                          <a:cs typeface="Abar Mid" pitchFamily="50" charset="-78"/>
                          <a:sym typeface="IBM Plex Sans Arabic"/>
                        </a:rPr>
                        <a:t>Trunk</a:t>
                      </a:r>
                      <a:r>
                        <a:rPr lang="ar-SA" sz="1100" dirty="0">
                          <a:solidFill>
                            <a:srgbClr val="211C16"/>
                          </a:solidFill>
                          <a:latin typeface="Abar Mid" pitchFamily="50" charset="-78"/>
                          <a:ea typeface="Abar Mid" pitchFamily="50" charset="-78"/>
                          <a:cs typeface="Abar Mid" pitchFamily="50" charset="-78"/>
                          <a:sym typeface="IBM Plex Sans Arabic"/>
                        </a:rPr>
                        <a:t> CS-33..34)</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7</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3710388382"/>
                  </a:ext>
                </a:extLst>
              </a:tr>
              <a:tr h="498733">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المتطلبات لدى التقنية ومضمنة في الكراسة</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نسبة الشكاوى التي يتم الرد عليها آليا 1/2 (CS-35..40)</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8</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419737506"/>
                  </a:ext>
                </a:extLst>
              </a:tr>
              <a:tr h="337369">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تقرير التفاعلات الآلية لم يبدأ</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نسبة الشكاوى التي يتم الرد عليها آليا 2/2 (CS-41)</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9</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496609023"/>
                  </a:ext>
                </a:extLst>
              </a:tr>
              <a:tr h="498733">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المتطلبات لدى التقنية؛ الاتصال المرئي ضمن الكراسة</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آلية رصد الشكاوى وتصنيف فئات المستفيدين (CS-42..47)</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10</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3523810008"/>
                  </a:ext>
                </a:extLst>
              </a:tr>
              <a:tr h="498733">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تقرير نظام إدارة علاقات العملاء مكتمل؛ تحديث الاتفاقيات قائم</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36%</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الالتزام باتفاقيات مستوى الخدمة (CS-48..52)</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11</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4019939892"/>
                  </a:ext>
                </a:extLst>
              </a:tr>
              <a:tr h="498733">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عينات يدوية جاهزة؛ التطوير والتقرير لم يكتملا</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متوسط زمن الحل للشكوى (CS-53..57)</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12</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846076332"/>
                  </a:ext>
                </a:extLst>
              </a:tr>
              <a:tr h="498733">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المتطلبات والعينات مطلوبة من التقنية</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حل المشكلة من أول تواصل FCR (CS-58..63)</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13</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310818346"/>
                  </a:ext>
                </a:extLst>
              </a:tr>
              <a:tr h="337369">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رصد المرئيات قيد العمل</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مبادرات تطوير منظومة الشكاوى من مرئيات المستفيدين (CS-64..65)</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14</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491406185"/>
                  </a:ext>
                </a:extLst>
              </a:tr>
              <a:tr h="337369">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الحصر قيد العمل</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مبادرات معالجة مسببات الشكاوى (CS-66)</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15</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3246441579"/>
                  </a:ext>
                </a:extLst>
              </a:tr>
              <a:tr h="498733">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يعتمد على قائمة الخدمات من مركز منصة نسك</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نسبة الشكاوى على الخدمات الرقمية (CS-67..70)</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16</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836815457"/>
                  </a:ext>
                </a:extLst>
              </a:tr>
              <a:tr h="337369">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رصد المرئيات قيد العمل</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تطوير رحلة المستفيد (CS-71..72)</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17</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311811202"/>
                  </a:ext>
                </a:extLst>
              </a:tr>
              <a:tr h="337369">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الدليل 70%؛ النشر لم يبدأ</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25%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دليل استقبال الشكاوى عربي وإنجليزي (CS-73..80)</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18</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3431531616"/>
                  </a:ext>
                </a:extLst>
              </a:tr>
            </a:tbl>
          </a:graphicData>
        </a:graphic>
      </p:graphicFrame>
      <p:graphicFrame>
        <p:nvGraphicFramePr>
          <p:cNvPr id="18" name="Table 17">
            <a:extLst>
              <a:ext uri="{FF2B5EF4-FFF2-40B4-BE49-F238E27FC236}">
                <a16:creationId xmlns:a16="http://schemas.microsoft.com/office/drawing/2014/main" id="{2F797DAF-DED0-3750-CCBA-969E83F90704}"/>
              </a:ext>
            </a:extLst>
          </p:cNvPr>
          <p:cNvGraphicFramePr>
            <a:graphicFrameLocks/>
          </p:cNvGraphicFramePr>
          <p:nvPr>
            <p:extLst>
              <p:ext uri="{D42A27DB-BD31-4B8C-83A1-F6EECF244321}">
                <p14:modId xmlns:p14="http://schemas.microsoft.com/office/powerpoint/2010/main" val="3495620688"/>
              </p:ext>
            </p:extLst>
          </p:nvPr>
        </p:nvGraphicFramePr>
        <p:xfrm>
          <a:off x="172018" y="10849599"/>
          <a:ext cx="7139737" cy="1878724"/>
        </p:xfrm>
        <a:graphic>
          <a:graphicData uri="http://schemas.openxmlformats.org/drawingml/2006/table">
            <a:tbl>
              <a:tblPr rtl="1"/>
              <a:tblGrid>
                <a:gridCol w="383974">
                  <a:extLst>
                    <a:ext uri="{9D8B030D-6E8A-4147-A177-3AD203B41FA5}">
                      <a16:colId xmlns:a16="http://schemas.microsoft.com/office/drawing/2014/main" val="3562085196"/>
                    </a:ext>
                  </a:extLst>
                </a:gridCol>
                <a:gridCol w="6755763">
                  <a:extLst>
                    <a:ext uri="{9D8B030D-6E8A-4147-A177-3AD203B41FA5}">
                      <a16:colId xmlns:a16="http://schemas.microsoft.com/office/drawing/2014/main" val="374937463"/>
                    </a:ext>
                  </a:extLst>
                </a:gridCol>
              </a:tblGrid>
              <a:tr h="235359">
                <a:tc gridSpan="2">
                  <a:txBody>
                    <a:bodyPr/>
                    <a:lstStyle/>
                    <a:p>
                      <a:pPr algn="r" rtl="1">
                        <a:lnSpc>
                          <a:spcPct val="105000"/>
                        </a:lnSpc>
                      </a:pPr>
                      <a:r>
                        <a:rPr lang="ar-SA" sz="1100" b="1" dirty="0">
                          <a:solidFill>
                            <a:srgbClr val="000000"/>
                          </a:solidFill>
                          <a:latin typeface="Abar Mid" pitchFamily="50" charset="-78"/>
                          <a:ea typeface="Abar Mid" pitchFamily="50" charset="-78"/>
                          <a:cs typeface="Abar Mid" pitchFamily="50" charset="-78"/>
                        </a:rPr>
                        <a:t>التحديات</a:t>
                      </a:r>
                    </a:p>
                  </a:txBody>
                  <a:tcPr marL="10800" marT="10800" marB="10800" anchor="ctr">
                    <a:lnL w="57150" cap="flat" cmpd="sng" algn="ctr">
                      <a:solidFill>
                        <a:srgbClr val="D9A86A"/>
                      </a:solid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r" rtl="1">
                        <a:lnSpc>
                          <a:spcPct val="105000"/>
                        </a:lnSpc>
                      </a:pPr>
                      <a:endParaRPr lang="ar-SA" sz="1000" b="1" dirty="0">
                        <a:solidFill>
                          <a:srgbClr val="000000"/>
                        </a:solidFill>
                        <a:latin typeface="Abar Mid" pitchFamily="50" charset="-78"/>
                        <a:ea typeface="Abar Mid" pitchFamily="50" charset="-78"/>
                        <a:cs typeface="Abar Mid" pitchFamily="50" charset="-78"/>
                      </a:endParaRPr>
                    </a:p>
                  </a:txBody>
                  <a:tcPr marL="45720" anchor="ctr">
                    <a:lnL w="57150" cap="flat" cmpd="sng" algn="ctr">
                      <a:no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1772843"/>
                  </a:ext>
                </a:extLst>
              </a:tr>
              <a:tr h="235359">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en-US" sz="1100" b="1" dirty="0">
                          <a:solidFill>
                            <a:srgbClr val="FFFFFF"/>
                          </a:solidFill>
                          <a:latin typeface="Abar Mid" pitchFamily="50" charset="-78"/>
                          <a:ea typeface="Abar Mid" pitchFamily="50" charset="-78"/>
                          <a:cs typeface="Abar Mid" pitchFamily="50" charset="-78"/>
                        </a:rPr>
                        <a:t>#</a:t>
                      </a:r>
                    </a:p>
                  </a:txBody>
                  <a:tcPr marL="10800" marR="4572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p>
                      <a:pPr algn="ctr" rtl="1">
                        <a:lnSpc>
                          <a:spcPct val="105000"/>
                        </a:lnSpc>
                      </a:pPr>
                      <a:r>
                        <a:rPr lang="ar-SA" sz="1100" b="1" dirty="0">
                          <a:solidFill>
                            <a:srgbClr val="FFFFFF"/>
                          </a:solidFill>
                          <a:latin typeface="Abar Mid" pitchFamily="50" charset="-78"/>
                          <a:ea typeface="Abar Mid" pitchFamily="50" charset="-78"/>
                          <a:cs typeface="Abar Mid" pitchFamily="50" charset="-78"/>
                        </a:rPr>
                        <a:t>التحدي</a:t>
                      </a:r>
                    </a:p>
                  </a:txBody>
                  <a:tcPr marL="10800" marR="4572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441743">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1</a:t>
                      </a:r>
                    </a:p>
                  </a:txBody>
                  <a:tcPr marL="10800" marR="4572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ar-SA" sz="1100" b="0" i="0" u="none" strike="noStrike" kern="1200" dirty="0">
                          <a:solidFill>
                            <a:srgbClr val="000000"/>
                          </a:solidFill>
                          <a:effectLst/>
                          <a:latin typeface="Abar Mid" pitchFamily="50" charset="-78"/>
                          <a:ea typeface="Abar Mid" pitchFamily="50" charset="-78"/>
                          <a:cs typeface="Abar Mid" pitchFamily="50" charset="-78"/>
                        </a:rPr>
                        <a:t>توحيد مركز الاتصال الآن قد يرفع الضغط ويؤثر على تقييم الوزارة في فبراير، وإبقاؤه منفصلا غير مستدام؛ يتطلب قرارا على مستوى الوزارة</a:t>
                      </a:r>
                    </a:p>
                  </a:txBody>
                  <a:tcPr marL="10800" marR="4572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441743">
                <a:tc>
                  <a:txBody>
                    <a:bodyPr/>
                    <a:lstStyle/>
                    <a:p>
                      <a:pPr algn="ctr" rtl="1" fontAlgn="ctr">
                        <a:buNone/>
                      </a:pPr>
                      <a:r>
                        <a:rPr lang="ar-SA" sz="1100" b="0" i="0" u="none" strike="noStrike" dirty="0">
                          <a:solidFill>
                            <a:srgbClr val="000000"/>
                          </a:solidFill>
                          <a:effectLst/>
                          <a:latin typeface="Abar Mid" pitchFamily="50" charset="-78"/>
                          <a:ea typeface="Abar Mid" pitchFamily="50" charset="-78"/>
                          <a:cs typeface="Abar Mid" pitchFamily="50" charset="-78"/>
                        </a:rPr>
                        <a:t>2</a:t>
                      </a:r>
                      <a:endParaRPr lang="en-US" sz="1100" b="0" i="0" u="none" strike="noStrike" dirty="0">
                        <a:solidFill>
                          <a:srgbClr val="000000"/>
                        </a:solidFill>
                        <a:effectLst/>
                        <a:latin typeface="Abar Mid" pitchFamily="50" charset="-78"/>
                        <a:ea typeface="Abar Mid" pitchFamily="50" charset="-78"/>
                        <a:cs typeface="Abar Mid" pitchFamily="50" charset="-78"/>
                      </a:endParaRPr>
                    </a:p>
                  </a:txBody>
                  <a:tcPr marL="10800" marR="4572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15" rtl="1" eaLnBrk="1" fontAlgn="ctr" latinLnBrk="0" hangingPunct="1">
                        <a:lnSpc>
                          <a:spcPct val="100000"/>
                        </a:lnSpc>
                        <a:spcBef>
                          <a:spcPts val="0"/>
                        </a:spcBef>
                        <a:spcAft>
                          <a:spcPts val="0"/>
                        </a:spcAft>
                        <a:buClrTx/>
                        <a:buSzTx/>
                        <a:buFontTx/>
                        <a:buNone/>
                        <a:tabLst/>
                        <a:defRPr/>
                      </a:pPr>
                      <a:r>
                        <a:rPr lang="ar-SA" sz="1100" dirty="0">
                          <a:solidFill>
                            <a:srgbClr val="211C16"/>
                          </a:solidFill>
                          <a:latin typeface="Abar Mid" pitchFamily="50" charset="-78"/>
                          <a:ea typeface="Abar Mid" pitchFamily="50" charset="-78"/>
                          <a:cs typeface="Abar Mid" pitchFamily="50" charset="-78"/>
                          <a:sym typeface="IBM Plex Sans Arabic"/>
                        </a:rPr>
                        <a:t>تعدد التقاطعات مع تقنية المعلومات والمنفذين واتفاقيات مستوى الخدمة؛ 7 مؤشرات تعتمد على تطويرات تقنية وترسية كراسة مركز الاتصال</a:t>
                      </a:r>
                    </a:p>
                    <a:p>
                      <a:pPr algn="r" rtl="1" fontAlgn="ctr">
                        <a:buNone/>
                      </a:pPr>
                      <a:endParaRPr lang="ar-SA" sz="1100" b="0" i="0" u="none" strike="noStrike" kern="1200" dirty="0">
                        <a:solidFill>
                          <a:srgbClr val="000000"/>
                        </a:solidFill>
                        <a:effectLst/>
                        <a:latin typeface="Abar Mid" pitchFamily="50" charset="-78"/>
                        <a:ea typeface="Abar Mid" pitchFamily="50" charset="-78"/>
                        <a:cs typeface="Abar Mid" pitchFamily="50" charset="-78"/>
                      </a:endParaRPr>
                    </a:p>
                  </a:txBody>
                  <a:tcPr marL="10800" marR="4572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90359212"/>
                  </a:ext>
                </a:extLst>
              </a:tr>
              <a:tr h="441743">
                <a:tc>
                  <a:txBody>
                    <a:bodyPr/>
                    <a:lstStyle/>
                    <a:p>
                      <a:pPr algn="ctr" rtl="1" fontAlgn="ctr">
                        <a:buNone/>
                      </a:pPr>
                      <a:r>
                        <a:rPr lang="ar-SA" sz="1100" b="0" i="0" u="none" strike="noStrike" dirty="0">
                          <a:solidFill>
                            <a:srgbClr val="000000"/>
                          </a:solidFill>
                          <a:effectLst/>
                          <a:latin typeface="Abar Mid" pitchFamily="50" charset="-78"/>
                          <a:ea typeface="Abar Mid" pitchFamily="50" charset="-78"/>
                          <a:cs typeface="Abar Mid" pitchFamily="50" charset="-78"/>
                        </a:rPr>
                        <a:t>3</a:t>
                      </a:r>
                      <a:endParaRPr lang="en-US" sz="1100" b="0" i="0" u="none" strike="noStrike" dirty="0">
                        <a:solidFill>
                          <a:srgbClr val="000000"/>
                        </a:solidFill>
                        <a:effectLst/>
                        <a:latin typeface="Abar Mid" pitchFamily="50" charset="-78"/>
                        <a:ea typeface="Abar Mid" pitchFamily="50" charset="-78"/>
                        <a:cs typeface="Abar Mid" pitchFamily="50" charset="-78"/>
                      </a:endParaRPr>
                    </a:p>
                  </a:txBody>
                  <a:tcPr marL="10800" marR="4572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15" rtl="1" eaLnBrk="1" fontAlgn="ctr" latinLnBrk="0" hangingPunct="1">
                        <a:lnSpc>
                          <a:spcPct val="100000"/>
                        </a:lnSpc>
                        <a:spcBef>
                          <a:spcPts val="0"/>
                        </a:spcBef>
                        <a:spcAft>
                          <a:spcPts val="0"/>
                        </a:spcAft>
                        <a:buClrTx/>
                        <a:buSzTx/>
                        <a:buFontTx/>
                        <a:buNone/>
                        <a:tabLst/>
                        <a:defRPr/>
                      </a:pPr>
                      <a:r>
                        <a:rPr lang="ar-SA" sz="1100" dirty="0">
                          <a:solidFill>
                            <a:srgbClr val="211C16"/>
                          </a:solidFill>
                          <a:latin typeface="Abar Mid" pitchFamily="50" charset="-78"/>
                          <a:ea typeface="Abar Mid" pitchFamily="50" charset="-78"/>
                          <a:cs typeface="Abar Mid" pitchFamily="50" charset="-78"/>
                          <a:sym typeface="IBM Plex Sans Arabic"/>
                        </a:rPr>
                        <a:t> النسبة تحتسب على مستوى المؤشر وفق الدليل النهائي؛ الطلبات والاجتماعات والعينات وتضمين الكراسة تعد جاهزية</a:t>
                      </a:r>
                    </a:p>
                    <a:p>
                      <a:pPr algn="r" rtl="1" fontAlgn="ctr">
                        <a:buNone/>
                      </a:pPr>
                      <a:endParaRPr lang="ar-SA" sz="1100" b="0" i="0" u="none" strike="noStrike" kern="1200" dirty="0">
                        <a:solidFill>
                          <a:srgbClr val="000000"/>
                        </a:solidFill>
                        <a:effectLst/>
                        <a:latin typeface="Abar Mid" pitchFamily="50" charset="-78"/>
                        <a:ea typeface="Abar Mid" pitchFamily="50" charset="-78"/>
                        <a:cs typeface="Abar Mid" pitchFamily="50" charset="-78"/>
                      </a:endParaRPr>
                    </a:p>
                  </a:txBody>
                  <a:tcPr marL="10800" marR="4572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92737208"/>
                  </a:ext>
                </a:extLst>
              </a:tr>
            </a:tbl>
          </a:graphicData>
        </a:graphic>
      </p:graphicFrame>
    </p:spTree>
    <p:extLst>
      <p:ext uri="{BB962C8B-B14F-4D97-AF65-F5344CB8AC3E}">
        <p14:creationId xmlns:p14="http://schemas.microsoft.com/office/powerpoint/2010/main" val="268570808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EDBCD-0ABE-D3FF-BEE2-A1CB09855BF0}"/>
            </a:ext>
          </a:extLst>
        </p:cNvPr>
        <p:cNvGrpSpPr/>
        <p:nvPr/>
      </p:nvGrpSpPr>
      <p:grpSpPr>
        <a:xfrm>
          <a:off x="0" y="0"/>
          <a:ext cx="0" cy="0"/>
          <a:chOff x="0" y="0"/>
          <a:chExt cx="0" cy="0"/>
        </a:xfrm>
      </p:grpSpPr>
      <p:graphicFrame>
        <p:nvGraphicFramePr>
          <p:cNvPr id="7" name="Google Shape;190;p8">
            <a:extLst>
              <a:ext uri="{FF2B5EF4-FFF2-40B4-BE49-F238E27FC236}">
                <a16:creationId xmlns:a16="http://schemas.microsoft.com/office/drawing/2014/main" id="{2519B531-4189-87AB-9AFC-04E2A707CEA3}"/>
              </a:ext>
            </a:extLst>
          </p:cNvPr>
          <p:cNvGraphicFramePr/>
          <p:nvPr>
            <p:extLst>
              <p:ext uri="{D42A27DB-BD31-4B8C-83A1-F6EECF244321}">
                <p14:modId xmlns:p14="http://schemas.microsoft.com/office/powerpoint/2010/main" val="2644752252"/>
              </p:ext>
            </p:extLst>
          </p:nvPr>
        </p:nvGraphicFramePr>
        <p:xfrm>
          <a:off x="213928" y="1927850"/>
          <a:ext cx="7129849" cy="7687122"/>
        </p:xfrm>
        <a:graphic>
          <a:graphicData uri="http://schemas.openxmlformats.org/drawingml/2006/table">
            <a:tbl>
              <a:tblPr>
                <a:noFill/>
              </a:tblPr>
              <a:tblGrid>
                <a:gridCol w="1876276">
                  <a:extLst>
                    <a:ext uri="{9D8B030D-6E8A-4147-A177-3AD203B41FA5}">
                      <a16:colId xmlns:a16="http://schemas.microsoft.com/office/drawing/2014/main" val="20000"/>
                    </a:ext>
                  </a:extLst>
                </a:gridCol>
                <a:gridCol w="608511">
                  <a:extLst>
                    <a:ext uri="{9D8B030D-6E8A-4147-A177-3AD203B41FA5}">
                      <a16:colId xmlns:a16="http://schemas.microsoft.com/office/drawing/2014/main" val="20001"/>
                    </a:ext>
                  </a:extLst>
                </a:gridCol>
                <a:gridCol w="3985835">
                  <a:extLst>
                    <a:ext uri="{9D8B030D-6E8A-4147-A177-3AD203B41FA5}">
                      <a16:colId xmlns:a16="http://schemas.microsoft.com/office/drawing/2014/main" val="20002"/>
                    </a:ext>
                  </a:extLst>
                </a:gridCol>
                <a:gridCol w="659227">
                  <a:extLst>
                    <a:ext uri="{9D8B030D-6E8A-4147-A177-3AD203B41FA5}">
                      <a16:colId xmlns:a16="http://schemas.microsoft.com/office/drawing/2014/main" val="20003"/>
                    </a:ext>
                  </a:extLst>
                </a:gridCol>
              </a:tblGrid>
              <a:tr h="262136">
                <a:tc gridSpan="4">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100" kern="1200" noProof="0" dirty="0">
                          <a:solidFill>
                            <a:srgbClr val="00080B"/>
                          </a:solidFill>
                          <a:latin typeface="Abar Mid" pitchFamily="2" charset="-78"/>
                          <a:ea typeface="Abar Mid" pitchFamily="2" charset="-78"/>
                          <a:cs typeface="Abar Mid" pitchFamily="2" charset="-78"/>
                          <a:sym typeface="IBM Plex Sans Arabic"/>
                        </a:rPr>
                        <a:t>مركز منصة نسك الرقمية (2/1) </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4E7D7"/>
                    </a:solidFill>
                  </a:tcPr>
                </a:tc>
                <a:tc hMerge="1">
                  <a:txBody>
                    <a:bodyPr/>
                    <a:lstStyle/>
                    <a:p>
                      <a:pPr marL="0" lvl="0" indent="0" algn="ctr" rtl="1">
                        <a:lnSpc>
                          <a:spcPct val="100000"/>
                        </a:lnSpc>
                        <a:spcBef>
                          <a:spcPts val="0"/>
                        </a:spcBef>
                        <a:spcAft>
                          <a:spcPts val="0"/>
                        </a:spcAft>
                        <a:buNone/>
                      </a:pPr>
                      <a:endParaRPr sz="800" b="1">
                        <a:solidFill>
                          <a:srgbClr val="FFFFFF"/>
                        </a:solidFill>
                        <a:latin typeface="Abar Mid" pitchFamily="50" charset="-78"/>
                        <a:ea typeface="Abar Mid" pitchFamily="50" charset="-78"/>
                        <a:cs typeface="Abar Mid" pitchFamily="50" charset="-78"/>
                        <a:sym typeface="IBM Plex Sans Arabic"/>
                      </a:endParaRPr>
                    </a:p>
                  </a:txBody>
                  <a:tcPr marL="91425" marR="91425"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hMerge="1">
                  <a:txBody>
                    <a:bodyPr/>
                    <a:lstStyle/>
                    <a:p>
                      <a:pPr marL="0" lvl="0" indent="0" algn="ctr" rtl="1">
                        <a:lnSpc>
                          <a:spcPct val="100000"/>
                        </a:lnSpc>
                        <a:spcBef>
                          <a:spcPts val="0"/>
                        </a:spcBef>
                        <a:spcAft>
                          <a:spcPts val="0"/>
                        </a:spcAft>
                        <a:buNone/>
                      </a:pPr>
                      <a:endParaRPr sz="800" b="1" dirty="0">
                        <a:solidFill>
                          <a:srgbClr val="FFFFFF"/>
                        </a:solidFill>
                        <a:latin typeface="Abar Mid" pitchFamily="50" charset="-78"/>
                        <a:ea typeface="Abar Mid" pitchFamily="50" charset="-78"/>
                        <a:cs typeface="Abar Mid" pitchFamily="50" charset="-78"/>
                        <a:sym typeface="IBM Plex Sans Arabic"/>
                      </a:endParaRPr>
                    </a:p>
                  </a:txBody>
                  <a:tcPr marL="91425" marR="91425"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hMerge="1">
                  <a:txBody>
                    <a:bodyPr/>
                    <a:lstStyle/>
                    <a:p>
                      <a:pPr marL="0" lvl="0" indent="0" algn="ctr" rtl="1">
                        <a:lnSpc>
                          <a:spcPct val="100000"/>
                        </a:lnSpc>
                        <a:spcBef>
                          <a:spcPts val="0"/>
                        </a:spcBef>
                        <a:spcAft>
                          <a:spcPts val="0"/>
                        </a:spcAft>
                        <a:buNone/>
                      </a:pPr>
                      <a:endParaRPr sz="800" b="1" dirty="0">
                        <a:solidFill>
                          <a:srgbClr val="FFFFFF"/>
                        </a:solidFill>
                        <a:latin typeface="Abar Mid" pitchFamily="50" charset="-78"/>
                        <a:ea typeface="Abar Mid" pitchFamily="50" charset="-78"/>
                        <a:cs typeface="Abar Mid" pitchFamily="50" charset="-78"/>
                        <a:sym typeface="IBM Plex Sans Arabic"/>
                      </a:endParaRPr>
                    </a:p>
                  </a:txBody>
                  <a:tcPr marL="91425" marR="91425" marT="91425" marB="91425" anchor="ctr">
                    <a:lnL w="9525" cap="flat" cmpd="sng" algn="ctr">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extLst>
                  <a:ext uri="{0D108BD9-81ED-4DB2-BD59-A6C34878D82A}">
                    <a16:rowId xmlns:a16="http://schemas.microsoft.com/office/drawing/2014/main" val="175536208"/>
                  </a:ext>
                </a:extLst>
              </a:tr>
              <a:tr h="262136">
                <a:tc>
                  <a:txBody>
                    <a:bodyPr/>
                    <a:lstStyle/>
                    <a:p>
                      <a:pPr marL="0" lvl="0" indent="0" algn="ctr" rtl="1">
                        <a:lnSpc>
                          <a:spcPct val="100000"/>
                        </a:lnSpc>
                        <a:spcBef>
                          <a:spcPts val="0"/>
                        </a:spcBef>
                        <a:spcAft>
                          <a:spcPts val="0"/>
                        </a:spcAft>
                        <a:buNone/>
                      </a:pPr>
                      <a:r>
                        <a:rPr lang="ar-SA" sz="1100" b="1" dirty="0">
                          <a:solidFill>
                            <a:srgbClr val="FFFFFF"/>
                          </a:solidFill>
                          <a:latin typeface="Abar Mid" pitchFamily="50" charset="-78"/>
                          <a:ea typeface="Abar Mid" pitchFamily="50" charset="-78"/>
                          <a:cs typeface="Abar Mid" pitchFamily="50" charset="-78"/>
                          <a:sym typeface="IBM Plex Sans Arabic"/>
                        </a:rPr>
                        <a:t>أساس التقييم</a:t>
                      </a:r>
                      <a:endParaRPr sz="1100" b="1" dirty="0">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a:txBody>
                    <a:bodyPr/>
                    <a:lstStyle/>
                    <a:p>
                      <a:pPr marL="0" lvl="0" indent="0" algn="ctr" rtl="1">
                        <a:lnSpc>
                          <a:spcPct val="100000"/>
                        </a:lnSpc>
                        <a:spcBef>
                          <a:spcPts val="0"/>
                        </a:spcBef>
                        <a:spcAft>
                          <a:spcPts val="0"/>
                        </a:spcAft>
                        <a:buNone/>
                      </a:pPr>
                      <a:r>
                        <a:rPr lang="ar-SA" sz="1100" b="1" dirty="0">
                          <a:solidFill>
                            <a:srgbClr val="FFFFFF"/>
                          </a:solidFill>
                          <a:latin typeface="Abar Mid" pitchFamily="50" charset="-78"/>
                          <a:ea typeface="Abar Mid" pitchFamily="50" charset="-78"/>
                          <a:cs typeface="Abar Mid" pitchFamily="50" charset="-78"/>
                          <a:sym typeface="IBM Plex Sans Arabic"/>
                        </a:rPr>
                        <a:t>الإنجاز</a:t>
                      </a:r>
                      <a:endParaRPr sz="1100" b="1" dirty="0">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a:txBody>
                    <a:bodyPr/>
                    <a:lstStyle/>
                    <a:p>
                      <a:pPr marL="0" lvl="0" indent="0" algn="ctr" rtl="1">
                        <a:lnSpc>
                          <a:spcPct val="100000"/>
                        </a:lnSpc>
                        <a:spcBef>
                          <a:spcPts val="0"/>
                        </a:spcBef>
                        <a:spcAft>
                          <a:spcPts val="0"/>
                        </a:spcAft>
                        <a:buNone/>
                      </a:pPr>
                      <a:r>
                        <a:rPr lang="ar-SA" sz="1100" b="1" dirty="0">
                          <a:solidFill>
                            <a:srgbClr val="FFFFFF"/>
                          </a:solidFill>
                          <a:latin typeface="Abar Mid" pitchFamily="50" charset="-78"/>
                          <a:ea typeface="Abar Mid" pitchFamily="50" charset="-78"/>
                          <a:cs typeface="Abar Mid" pitchFamily="50" charset="-78"/>
                          <a:sym typeface="IBM Plex Sans Arabic"/>
                        </a:rPr>
                        <a:t>المهمة</a:t>
                      </a:r>
                      <a:endParaRPr sz="1100" b="1" dirty="0">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a:txBody>
                    <a:bodyPr/>
                    <a:lstStyle/>
                    <a:p>
                      <a:pPr marL="0" lvl="0" indent="0" algn="ctr" rtl="1">
                        <a:lnSpc>
                          <a:spcPct val="100000"/>
                        </a:lnSpc>
                        <a:spcBef>
                          <a:spcPts val="0"/>
                        </a:spcBef>
                        <a:spcAft>
                          <a:spcPts val="0"/>
                        </a:spcAft>
                        <a:buNone/>
                      </a:pPr>
                      <a:r>
                        <a:rPr lang="ar-SA" sz="1100" b="1" dirty="0">
                          <a:solidFill>
                            <a:srgbClr val="FFFFFF"/>
                          </a:solidFill>
                          <a:latin typeface="Abar Mid" pitchFamily="50" charset="-78"/>
                          <a:ea typeface="Abar Mid" pitchFamily="50" charset="-78"/>
                          <a:cs typeface="Abar Mid" pitchFamily="50" charset="-78"/>
                          <a:sym typeface="IBM Plex Sans Arabic"/>
                        </a:rPr>
                        <a:t>م</a:t>
                      </a:r>
                      <a:endParaRPr sz="1100" b="1" dirty="0">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extLst>
                  <a:ext uri="{0D108BD9-81ED-4DB2-BD59-A6C34878D82A}">
                    <a16:rowId xmlns:a16="http://schemas.microsoft.com/office/drawing/2014/main" val="10000"/>
                  </a:ext>
                </a:extLst>
              </a:tr>
              <a:tr h="262136">
                <a:tc gridSpan="4">
                  <a:txBody>
                    <a:bodyPr/>
                    <a:lstStyle/>
                    <a:p>
                      <a:pPr marL="0" lvl="0" indent="0" algn="r" rtl="1">
                        <a:lnSpc>
                          <a:spcPct val="100000"/>
                        </a:lnSpc>
                        <a:spcBef>
                          <a:spcPts val="0"/>
                        </a:spcBef>
                        <a:spcAft>
                          <a:spcPts val="0"/>
                        </a:spcAft>
                        <a:buNone/>
                      </a:pPr>
                      <a:r>
                        <a:rPr lang="ar-SA" sz="1100" b="1" dirty="0">
                          <a:solidFill>
                            <a:srgbClr val="FFFFFF"/>
                          </a:solidFill>
                          <a:latin typeface="Abar Mid" pitchFamily="50" charset="-78"/>
                          <a:ea typeface="Abar Mid" pitchFamily="50" charset="-78"/>
                          <a:cs typeface="Abar Mid" pitchFamily="50" charset="-78"/>
                          <a:sym typeface="IBM Plex Sans Arabic"/>
                        </a:rPr>
                        <a:t>تجربة المستخدم: 26%</a:t>
                      </a:r>
                      <a:endParaRPr sz="1100" b="1" dirty="0">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E5BC8D"/>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1"/>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تقدم فعلي في التنفيذ</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80%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التصفح والبحث: مسار التصفح والقوائم وسلوك البحث</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W-01</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تقدم فعلي في التنفيذ</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80%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اتساق التصميم والأيقونات والمحاذاة</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W-02</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تقدم فعلي في التنفيذ</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80%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المحتوى والطباعة والتباين وأدلة الخدمات</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W-03</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تقدم فعلي في التنفيذ</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80%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التفاعلات غير المتوقعة واستجابة المنصة</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W-04</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رسائل الأخطاء ووسائل المساعدة</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W-05</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تقدم فعلي في التنفيذ</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25%</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الخصوصية والثقة: الروابط الثابتة والإشعار عند جمع البيانات</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W-06</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تقدم فعلي في التنفيذ</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25%</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حالات الأزرار وبنية البطاقات والقوائم وتحسين محركات البحث</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W-07</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تقدم فعلي في التنفيذ</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25%</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التكبير 200% وترتيب التنقل بلوحة المفاتيح وأحجام الأزرار</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W-08</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9"/>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تقدم فعلي في التنفيذ</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50%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النافذة الواحدة وحفظ الطلب ومؤشرات الأثر الرقمي</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W-09</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0"/>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سجل البحث وشاهدت مؤخرا والحفظ المؤقت والمفضلة</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W-10</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1"/>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استبدال مكون اختيار التاريخ في منصة نسك</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W-11</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2"/>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البحث والتصفح في التطبيق</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A-01</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3"/>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المحتوى والتباين والمساحات والألوان والترجمة</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A-02</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4"/>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مؤشر التقدم وأزرار التنقل والرجوع وحفظ المسودة</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A-03</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5"/>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الحقول الإلزامية ورسائل الأخطاء وقواعد التحقق</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A-04</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6"/>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دليل الخدمة المصور وسياسة الخصوصية في التطبيق</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A-05</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7"/>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إتاحة التطبيق على مختلف الأجهزة</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A-06</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8"/>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مؤشرات الأثر الرقمي وحفظ الطلب في التطبيق</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A-07</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9"/>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المفضلة والحفظ المؤقت في التطبيق</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A-08</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20"/>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استبدال مكون اختيار التاريخ في التطبيق</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A-09</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21"/>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معالجة 85% من الحالات</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85%</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ملاحظات إمكانية الوصول التقنية في منصة نسك (15 ملاحظة، 499 حالة)</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TD-01..15</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22"/>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نسك مسار: أزرار الرجوع والمحاذاة والتوجيه والتنبيهات ومكون التاريخ</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MSR-01</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23"/>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نسك مسار: حقول الإدخال والنصوص الإرشادية في نماذج التسجيل</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MSR-02</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24"/>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نسك مسار: البطاقات والتباين والخط العربي والنص البديل</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MSR-03</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25"/>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نسك مسار: أحجام الأزرار وترتيب التنقل ومؤشر التركيز والترجمات النصية</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MSR-04</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26"/>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نسك مسار: التخصيص والمفضلة ومؤشرات الأثر الرقمي</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MSR-05</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27"/>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ملاحظات إمكانية الوصول التقنية في نسك مسار (15 ملاحظة، 177 حالة)</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TD-01..15</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28"/>
                  </a:ext>
                </a:extLst>
              </a:tr>
            </a:tbl>
          </a:graphicData>
        </a:graphic>
      </p:graphicFrame>
      <p:grpSp>
        <p:nvGrpSpPr>
          <p:cNvPr id="2" name="Group 1">
            <a:extLst>
              <a:ext uri="{FF2B5EF4-FFF2-40B4-BE49-F238E27FC236}">
                <a16:creationId xmlns:a16="http://schemas.microsoft.com/office/drawing/2014/main" id="{E272D563-896E-C2F7-4A9D-6C79EDF72FF3}"/>
              </a:ext>
            </a:extLst>
          </p:cNvPr>
          <p:cNvGrpSpPr/>
          <p:nvPr/>
        </p:nvGrpSpPr>
        <p:grpSpPr>
          <a:xfrm>
            <a:off x="917571" y="676842"/>
            <a:ext cx="5724532" cy="517476"/>
            <a:chOff x="1079493" y="4415868"/>
            <a:chExt cx="5724532" cy="1042296"/>
          </a:xfrm>
        </p:grpSpPr>
        <p:sp>
          <p:nvSpPr>
            <p:cNvPr id="3" name="btfpRowHeaderBoxText438126">
              <a:extLst>
                <a:ext uri="{FF2B5EF4-FFF2-40B4-BE49-F238E27FC236}">
                  <a16:creationId xmlns:a16="http://schemas.microsoft.com/office/drawing/2014/main" id="{EFBFFFDB-DA91-D165-B2C2-6EA51470A6E0}"/>
                </a:ext>
              </a:extLst>
            </p:cNvPr>
            <p:cNvSpPr txBox="1"/>
            <p:nvPr>
              <p:custDataLst>
                <p:tags r:id="rId1"/>
              </p:custDataLst>
            </p:nvPr>
          </p:nvSpPr>
          <p:spPr>
            <a:xfrm flipH="1">
              <a:off x="1079493"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400" b="1" dirty="0">
                  <a:solidFill>
                    <a:schemeClr val="tx1"/>
                  </a:solidFill>
                  <a:latin typeface="Abar Mid" pitchFamily="2" charset="-78"/>
                  <a:ea typeface="Abar Mid" pitchFamily="2" charset="-78"/>
                  <a:cs typeface="Abar Mid" pitchFamily="2" charset="-78"/>
                </a:rPr>
                <a:t>تفاصيل مؤشر نضج التجربة الرقمية</a:t>
              </a:r>
            </a:p>
          </p:txBody>
        </p:sp>
        <p:cxnSp>
          <p:nvCxnSpPr>
            <p:cNvPr id="4" name="Straight Connector 3">
              <a:extLst>
                <a:ext uri="{FF2B5EF4-FFF2-40B4-BE49-F238E27FC236}">
                  <a16:creationId xmlns:a16="http://schemas.microsoft.com/office/drawing/2014/main" id="{2D82C318-FD1A-EB58-6D85-8D392B0C9925}"/>
                </a:ext>
              </a:extLst>
            </p:cNvPr>
            <p:cNvCxnSpPr>
              <a:cxnSpLocks/>
            </p:cNvCxnSpPr>
            <p:nvPr/>
          </p:nvCxnSpPr>
          <p:spPr>
            <a:xfrm>
              <a:off x="3300100" y="5458164"/>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grpSp>
        <p:nvGrpSpPr>
          <p:cNvPr id="14" name="Group 13">
            <a:extLst>
              <a:ext uri="{FF2B5EF4-FFF2-40B4-BE49-F238E27FC236}">
                <a16:creationId xmlns:a16="http://schemas.microsoft.com/office/drawing/2014/main" id="{9CFE3599-76E0-FE9A-9A92-FB8B35B2BC0E}"/>
              </a:ext>
            </a:extLst>
          </p:cNvPr>
          <p:cNvGrpSpPr/>
          <p:nvPr/>
        </p:nvGrpSpPr>
        <p:grpSpPr>
          <a:xfrm>
            <a:off x="565787" y="1301135"/>
            <a:ext cx="6428100" cy="519900"/>
            <a:chOff x="737128" y="1301135"/>
            <a:chExt cx="6428100" cy="519900"/>
          </a:xfrm>
        </p:grpSpPr>
        <p:sp>
          <p:nvSpPr>
            <p:cNvPr id="6" name="Google Shape;109;p4">
              <a:extLst>
                <a:ext uri="{FF2B5EF4-FFF2-40B4-BE49-F238E27FC236}">
                  <a16:creationId xmlns:a16="http://schemas.microsoft.com/office/drawing/2014/main" id="{06BFC975-26A9-6329-8EA7-261D8051776C}"/>
                </a:ext>
              </a:extLst>
            </p:cNvPr>
            <p:cNvSpPr/>
            <p:nvPr/>
          </p:nvSpPr>
          <p:spPr>
            <a:xfrm>
              <a:off x="5615128" y="1301135"/>
              <a:ext cx="1550100" cy="519900"/>
            </a:xfrm>
            <a:prstGeom prst="roundRect">
              <a:avLst>
                <a:gd name="adj" fmla="val 16667"/>
              </a:avLst>
            </a:prstGeom>
            <a:solidFill>
              <a:srgbClr val="E5BC8D"/>
            </a:solidFill>
            <a:ln>
              <a:noFill/>
            </a:ln>
          </p:spPr>
          <p:txBody>
            <a:bodyPr spcFirstLastPara="1" wrap="square" lIns="91425" tIns="91425" rIns="91425" bIns="91425" anchor="ctr" anchorCtr="0">
              <a:noAutofit/>
            </a:bodyPr>
            <a:lstStyle/>
            <a:p>
              <a:pPr marL="0" lvl="0" indent="0" algn="ctr" rtl="1">
                <a:lnSpc>
                  <a:spcPct val="100000"/>
                </a:lnSpc>
                <a:spcBef>
                  <a:spcPts val="0"/>
                </a:spcBef>
                <a:spcAft>
                  <a:spcPts val="0"/>
                </a:spcAft>
                <a:buNone/>
              </a:pPr>
              <a:r>
                <a:rPr lang="ar-SA" sz="800" b="1" dirty="0">
                  <a:solidFill>
                    <a:srgbClr val="FFFFFF"/>
                  </a:solidFill>
                  <a:latin typeface="Abar Mid" pitchFamily="50" charset="-78"/>
                  <a:ea typeface="Abar Mid" pitchFamily="50" charset="-78"/>
                  <a:cs typeface="Abar Mid" pitchFamily="50" charset="-78"/>
                  <a:sym typeface="IBM Plex Sans Arabic"/>
                </a:rPr>
                <a:t>تجربة المستخدم</a:t>
              </a:r>
              <a:endParaRPr sz="800" b="1" dirty="0">
                <a:solidFill>
                  <a:srgbClr val="FFFFFF"/>
                </a:solidFill>
                <a:latin typeface="Abar Mid" pitchFamily="50" charset="-78"/>
                <a:ea typeface="Abar Mid" pitchFamily="50" charset="-78"/>
                <a:cs typeface="Abar Mid" pitchFamily="50" charset="-78"/>
                <a:sym typeface="IBM Plex Sans Arabic"/>
              </a:endParaRPr>
            </a:p>
            <a:p>
              <a:pPr marL="0" lvl="0" indent="0" algn="ctr" rtl="1">
                <a:lnSpc>
                  <a:spcPct val="100000"/>
                </a:lnSpc>
                <a:spcBef>
                  <a:spcPts val="0"/>
                </a:spcBef>
                <a:spcAft>
                  <a:spcPts val="0"/>
                </a:spcAft>
                <a:buNone/>
              </a:pPr>
              <a:r>
                <a:rPr lang="ar-SA" sz="1500" b="1" dirty="0">
                  <a:solidFill>
                    <a:srgbClr val="FFFFFF"/>
                  </a:solidFill>
                  <a:latin typeface="Abar Mid" pitchFamily="50" charset="-78"/>
                  <a:ea typeface="Abar Mid" pitchFamily="50" charset="-78"/>
                  <a:cs typeface="Abar Mid" pitchFamily="50" charset="-78"/>
                  <a:sym typeface="IBM Plex Sans Arabic"/>
                </a:rPr>
                <a:t>26%</a:t>
              </a:r>
              <a:endParaRPr sz="1500" b="1" dirty="0">
                <a:solidFill>
                  <a:srgbClr val="FFFFFF"/>
                </a:solidFill>
                <a:latin typeface="Abar Mid" pitchFamily="50" charset="-78"/>
                <a:ea typeface="Abar Mid" pitchFamily="50" charset="-78"/>
                <a:cs typeface="Abar Mid" pitchFamily="50" charset="-78"/>
                <a:sym typeface="IBM Plex Sans Arabic"/>
              </a:endParaRPr>
            </a:p>
          </p:txBody>
        </p:sp>
        <p:sp>
          <p:nvSpPr>
            <p:cNvPr id="8" name="Google Shape;110;p4">
              <a:extLst>
                <a:ext uri="{FF2B5EF4-FFF2-40B4-BE49-F238E27FC236}">
                  <a16:creationId xmlns:a16="http://schemas.microsoft.com/office/drawing/2014/main" id="{EDF7D837-5A9F-2A84-C82E-668C1D6E459B}"/>
                </a:ext>
              </a:extLst>
            </p:cNvPr>
            <p:cNvSpPr/>
            <p:nvPr/>
          </p:nvSpPr>
          <p:spPr>
            <a:xfrm>
              <a:off x="3989128" y="1301135"/>
              <a:ext cx="1550100" cy="519900"/>
            </a:xfrm>
            <a:prstGeom prst="roundRect">
              <a:avLst>
                <a:gd name="adj" fmla="val 16667"/>
              </a:avLst>
            </a:prstGeom>
            <a:solidFill>
              <a:srgbClr val="386F67"/>
            </a:solidFill>
            <a:ln>
              <a:noFill/>
            </a:ln>
          </p:spPr>
          <p:txBody>
            <a:bodyPr spcFirstLastPara="1" wrap="square" lIns="91425" tIns="91425" rIns="91425" bIns="91425" anchor="ctr" anchorCtr="0">
              <a:noAutofit/>
            </a:bodyPr>
            <a:lstStyle/>
            <a:p>
              <a:pPr marL="0" lvl="0" indent="0" algn="ctr" rtl="1">
                <a:lnSpc>
                  <a:spcPct val="100000"/>
                </a:lnSpc>
                <a:spcBef>
                  <a:spcPts val="0"/>
                </a:spcBef>
                <a:spcAft>
                  <a:spcPts val="0"/>
                </a:spcAft>
                <a:buNone/>
              </a:pPr>
              <a:r>
                <a:rPr lang="ar-SA" sz="800" b="1" dirty="0">
                  <a:solidFill>
                    <a:srgbClr val="FFFFFF"/>
                  </a:solidFill>
                  <a:latin typeface="Abar Mid" pitchFamily="50" charset="-78"/>
                  <a:ea typeface="Abar Mid" pitchFamily="50" charset="-78"/>
                  <a:cs typeface="Abar Mid" pitchFamily="50" charset="-78"/>
                  <a:sym typeface="IBM Plex Sans Arabic"/>
                </a:rPr>
                <a:t>رضا المستفيد</a:t>
              </a:r>
              <a:endParaRPr sz="800" b="1" dirty="0">
                <a:solidFill>
                  <a:srgbClr val="FFFFFF"/>
                </a:solidFill>
                <a:latin typeface="Abar Mid" pitchFamily="50" charset="-78"/>
                <a:ea typeface="Abar Mid" pitchFamily="50" charset="-78"/>
                <a:cs typeface="Abar Mid" pitchFamily="50" charset="-78"/>
                <a:sym typeface="IBM Plex Sans Arabic"/>
              </a:endParaRPr>
            </a:p>
            <a:p>
              <a:pPr marL="0" lvl="0" indent="0" algn="ctr" rtl="1">
                <a:lnSpc>
                  <a:spcPct val="100000"/>
                </a:lnSpc>
                <a:spcBef>
                  <a:spcPts val="0"/>
                </a:spcBef>
                <a:spcAft>
                  <a:spcPts val="0"/>
                </a:spcAft>
                <a:buNone/>
              </a:pPr>
              <a:r>
                <a:rPr lang="ar-SA" sz="1500" b="1" dirty="0">
                  <a:solidFill>
                    <a:srgbClr val="FFFFFF"/>
                  </a:solidFill>
                  <a:latin typeface="Abar Mid" pitchFamily="50" charset="-78"/>
                  <a:ea typeface="Abar Mid" pitchFamily="50" charset="-78"/>
                  <a:cs typeface="Abar Mid" pitchFamily="50" charset="-78"/>
                  <a:sym typeface="IBM Plex Sans Arabic"/>
                </a:rPr>
                <a:t>15%</a:t>
              </a:r>
              <a:endParaRPr sz="1500" b="1" dirty="0">
                <a:solidFill>
                  <a:srgbClr val="FFFFFF"/>
                </a:solidFill>
                <a:latin typeface="Abar Mid" pitchFamily="50" charset="-78"/>
                <a:ea typeface="Abar Mid" pitchFamily="50" charset="-78"/>
                <a:cs typeface="Abar Mid" pitchFamily="50" charset="-78"/>
                <a:sym typeface="IBM Plex Sans Arabic"/>
              </a:endParaRPr>
            </a:p>
          </p:txBody>
        </p:sp>
        <p:sp>
          <p:nvSpPr>
            <p:cNvPr id="10" name="Google Shape;111;p4">
              <a:extLst>
                <a:ext uri="{FF2B5EF4-FFF2-40B4-BE49-F238E27FC236}">
                  <a16:creationId xmlns:a16="http://schemas.microsoft.com/office/drawing/2014/main" id="{A87D1FDE-B4B5-D8F4-A7D7-C9F09C0E7062}"/>
                </a:ext>
              </a:extLst>
            </p:cNvPr>
            <p:cNvSpPr/>
            <p:nvPr/>
          </p:nvSpPr>
          <p:spPr>
            <a:xfrm>
              <a:off x="2363128" y="1301135"/>
              <a:ext cx="1550100" cy="519900"/>
            </a:xfrm>
            <a:prstGeom prst="roundRect">
              <a:avLst>
                <a:gd name="adj" fmla="val 16667"/>
              </a:avLst>
            </a:prstGeom>
            <a:solidFill>
              <a:srgbClr val="B47B5F"/>
            </a:solidFill>
            <a:ln>
              <a:noFill/>
            </a:ln>
          </p:spPr>
          <p:txBody>
            <a:bodyPr spcFirstLastPara="1" wrap="square" lIns="91425" tIns="91425" rIns="91425" bIns="91425" anchor="ctr" anchorCtr="0">
              <a:noAutofit/>
            </a:bodyPr>
            <a:lstStyle/>
            <a:p>
              <a:pPr marL="0" lvl="0" indent="0" algn="ctr" rtl="1">
                <a:lnSpc>
                  <a:spcPct val="100000"/>
                </a:lnSpc>
                <a:spcBef>
                  <a:spcPts val="0"/>
                </a:spcBef>
                <a:spcAft>
                  <a:spcPts val="0"/>
                </a:spcAft>
                <a:buNone/>
              </a:pPr>
              <a:r>
                <a:rPr lang="ar-SA" sz="800" b="1" dirty="0">
                  <a:solidFill>
                    <a:srgbClr val="FFFFFF"/>
                  </a:solidFill>
                  <a:latin typeface="Abar Mid" pitchFamily="50" charset="-78"/>
                  <a:ea typeface="Abar Mid" pitchFamily="50" charset="-78"/>
                  <a:cs typeface="Abar Mid" pitchFamily="50" charset="-78"/>
                  <a:sym typeface="IBM Plex Sans Arabic"/>
                </a:rPr>
                <a:t>التعامل مع الشكاوى</a:t>
              </a:r>
              <a:endParaRPr sz="800" b="1" dirty="0">
                <a:solidFill>
                  <a:srgbClr val="FFFFFF"/>
                </a:solidFill>
                <a:latin typeface="Abar Mid" pitchFamily="50" charset="-78"/>
                <a:ea typeface="Abar Mid" pitchFamily="50" charset="-78"/>
                <a:cs typeface="Abar Mid" pitchFamily="50" charset="-78"/>
                <a:sym typeface="IBM Plex Sans Arabic"/>
              </a:endParaRPr>
            </a:p>
            <a:p>
              <a:pPr marL="0" lvl="0" indent="0" algn="ctr" rtl="1">
                <a:lnSpc>
                  <a:spcPct val="100000"/>
                </a:lnSpc>
                <a:spcBef>
                  <a:spcPts val="0"/>
                </a:spcBef>
                <a:spcAft>
                  <a:spcPts val="0"/>
                </a:spcAft>
                <a:buNone/>
              </a:pPr>
              <a:r>
                <a:rPr lang="ar-SA" sz="1500" b="1" dirty="0">
                  <a:solidFill>
                    <a:srgbClr val="FFFFFF"/>
                  </a:solidFill>
                  <a:latin typeface="Abar Mid" pitchFamily="50" charset="-78"/>
                  <a:ea typeface="Abar Mid" pitchFamily="50" charset="-78"/>
                  <a:cs typeface="Abar Mid" pitchFamily="50" charset="-78"/>
                  <a:sym typeface="IBM Plex Sans Arabic"/>
                </a:rPr>
                <a:t>30%</a:t>
              </a:r>
              <a:endParaRPr sz="1500" b="1" dirty="0">
                <a:solidFill>
                  <a:srgbClr val="FFFFFF"/>
                </a:solidFill>
                <a:latin typeface="Abar Mid" pitchFamily="50" charset="-78"/>
                <a:ea typeface="Abar Mid" pitchFamily="50" charset="-78"/>
                <a:cs typeface="Abar Mid" pitchFamily="50" charset="-78"/>
                <a:sym typeface="IBM Plex Sans Arabic"/>
              </a:endParaRPr>
            </a:p>
          </p:txBody>
        </p:sp>
        <p:sp>
          <p:nvSpPr>
            <p:cNvPr id="12" name="Google Shape;112;p4">
              <a:extLst>
                <a:ext uri="{FF2B5EF4-FFF2-40B4-BE49-F238E27FC236}">
                  <a16:creationId xmlns:a16="http://schemas.microsoft.com/office/drawing/2014/main" id="{40FB9C28-58E1-6BC3-1374-C1DADD7E59BD}"/>
                </a:ext>
              </a:extLst>
            </p:cNvPr>
            <p:cNvSpPr/>
            <p:nvPr/>
          </p:nvSpPr>
          <p:spPr>
            <a:xfrm>
              <a:off x="737128" y="1301135"/>
              <a:ext cx="1550100" cy="519900"/>
            </a:xfrm>
            <a:prstGeom prst="roundRect">
              <a:avLst>
                <a:gd name="adj" fmla="val 16667"/>
              </a:avLst>
            </a:prstGeom>
            <a:solidFill>
              <a:srgbClr val="8EBADB"/>
            </a:solidFill>
            <a:ln>
              <a:noFill/>
            </a:ln>
          </p:spPr>
          <p:txBody>
            <a:bodyPr spcFirstLastPara="1" wrap="square" lIns="91425" tIns="91425" rIns="91425" bIns="91425" anchor="ctr" anchorCtr="0">
              <a:noAutofit/>
            </a:bodyPr>
            <a:lstStyle/>
            <a:p>
              <a:pPr marL="0" lvl="0" indent="0" algn="ctr" rtl="1">
                <a:lnSpc>
                  <a:spcPct val="100000"/>
                </a:lnSpc>
                <a:spcBef>
                  <a:spcPts val="0"/>
                </a:spcBef>
                <a:spcAft>
                  <a:spcPts val="0"/>
                </a:spcAft>
                <a:buNone/>
              </a:pPr>
              <a:r>
                <a:rPr lang="ar-SA" sz="800" b="1" dirty="0">
                  <a:solidFill>
                    <a:srgbClr val="FFFFFF"/>
                  </a:solidFill>
                  <a:latin typeface="Abar Mid" pitchFamily="50" charset="-78"/>
                  <a:ea typeface="Abar Mid" pitchFamily="50" charset="-78"/>
                  <a:cs typeface="Abar Mid" pitchFamily="50" charset="-78"/>
                  <a:sym typeface="IBM Plex Sans Arabic"/>
                </a:rPr>
                <a:t>التقنيات والأدوات</a:t>
              </a:r>
              <a:endParaRPr sz="800" b="1" dirty="0">
                <a:solidFill>
                  <a:srgbClr val="FFFFFF"/>
                </a:solidFill>
                <a:latin typeface="Abar Mid" pitchFamily="50" charset="-78"/>
                <a:ea typeface="Abar Mid" pitchFamily="50" charset="-78"/>
                <a:cs typeface="Abar Mid" pitchFamily="50" charset="-78"/>
                <a:sym typeface="IBM Plex Sans Arabic"/>
              </a:endParaRPr>
            </a:p>
            <a:p>
              <a:pPr marL="0" lvl="0" indent="0" algn="ctr" rtl="1">
                <a:lnSpc>
                  <a:spcPct val="100000"/>
                </a:lnSpc>
                <a:spcBef>
                  <a:spcPts val="0"/>
                </a:spcBef>
                <a:spcAft>
                  <a:spcPts val="0"/>
                </a:spcAft>
                <a:buNone/>
              </a:pPr>
              <a:r>
                <a:rPr lang="ar-SA" sz="1500" b="1" dirty="0">
                  <a:solidFill>
                    <a:srgbClr val="FFFFFF"/>
                  </a:solidFill>
                  <a:latin typeface="Abar Mid" pitchFamily="50" charset="-78"/>
                  <a:ea typeface="Abar Mid" pitchFamily="50" charset="-78"/>
                  <a:cs typeface="Abar Mid" pitchFamily="50" charset="-78"/>
                  <a:sym typeface="IBM Plex Sans Arabic"/>
                </a:rPr>
                <a:t>75%</a:t>
              </a:r>
              <a:endParaRPr sz="1500" b="1" dirty="0">
                <a:solidFill>
                  <a:srgbClr val="FFFFFF"/>
                </a:solidFill>
                <a:latin typeface="Abar Mid" pitchFamily="50" charset="-78"/>
                <a:ea typeface="Abar Mid" pitchFamily="50" charset="-78"/>
                <a:cs typeface="Abar Mid" pitchFamily="50" charset="-78"/>
                <a:sym typeface="IBM Plex Sans Arabic"/>
              </a:endParaRPr>
            </a:p>
          </p:txBody>
        </p:sp>
      </p:grpSp>
      <p:graphicFrame>
        <p:nvGraphicFramePr>
          <p:cNvPr id="9" name="Table 8">
            <a:extLst>
              <a:ext uri="{FF2B5EF4-FFF2-40B4-BE49-F238E27FC236}">
                <a16:creationId xmlns:a16="http://schemas.microsoft.com/office/drawing/2014/main" id="{692CC905-1130-B840-B195-776C259C3AF8}"/>
              </a:ext>
            </a:extLst>
          </p:cNvPr>
          <p:cNvGraphicFramePr>
            <a:graphicFrameLocks/>
          </p:cNvGraphicFramePr>
          <p:nvPr>
            <p:extLst>
              <p:ext uri="{D42A27DB-BD31-4B8C-83A1-F6EECF244321}">
                <p14:modId xmlns:p14="http://schemas.microsoft.com/office/powerpoint/2010/main" val="281548865"/>
              </p:ext>
            </p:extLst>
          </p:nvPr>
        </p:nvGraphicFramePr>
        <p:xfrm>
          <a:off x="209969" y="9721787"/>
          <a:ext cx="7139737" cy="1354204"/>
        </p:xfrm>
        <a:graphic>
          <a:graphicData uri="http://schemas.openxmlformats.org/drawingml/2006/table">
            <a:tbl>
              <a:tblPr rtl="1"/>
              <a:tblGrid>
                <a:gridCol w="383974">
                  <a:extLst>
                    <a:ext uri="{9D8B030D-6E8A-4147-A177-3AD203B41FA5}">
                      <a16:colId xmlns:a16="http://schemas.microsoft.com/office/drawing/2014/main" val="3562085196"/>
                    </a:ext>
                  </a:extLst>
                </a:gridCol>
                <a:gridCol w="6755763">
                  <a:extLst>
                    <a:ext uri="{9D8B030D-6E8A-4147-A177-3AD203B41FA5}">
                      <a16:colId xmlns:a16="http://schemas.microsoft.com/office/drawing/2014/main" val="374937463"/>
                    </a:ext>
                  </a:extLst>
                </a:gridCol>
              </a:tblGrid>
              <a:tr h="235359">
                <a:tc gridSpan="2">
                  <a:txBody>
                    <a:bodyPr/>
                    <a:lstStyle/>
                    <a:p>
                      <a:pPr algn="r" rtl="1">
                        <a:lnSpc>
                          <a:spcPct val="105000"/>
                        </a:lnSpc>
                      </a:pPr>
                      <a:r>
                        <a:rPr lang="ar-SA" sz="1100" b="1" dirty="0">
                          <a:solidFill>
                            <a:srgbClr val="000000"/>
                          </a:solidFill>
                          <a:latin typeface="Abar Mid" pitchFamily="50" charset="-78"/>
                          <a:ea typeface="Abar Mid" pitchFamily="50" charset="-78"/>
                          <a:cs typeface="Abar Mid" pitchFamily="50" charset="-78"/>
                        </a:rPr>
                        <a:t>التحديات</a:t>
                      </a:r>
                    </a:p>
                  </a:txBody>
                  <a:tcPr marL="10800" marR="10800" marT="10800" marB="10800" anchor="ctr">
                    <a:lnL w="57150" cap="flat" cmpd="sng" algn="ctr">
                      <a:solidFill>
                        <a:srgbClr val="D9A86A"/>
                      </a:solid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r" rtl="1">
                        <a:lnSpc>
                          <a:spcPct val="105000"/>
                        </a:lnSpc>
                      </a:pPr>
                      <a:endParaRPr lang="ar-SA" sz="1000" b="1" dirty="0">
                        <a:solidFill>
                          <a:srgbClr val="000000"/>
                        </a:solidFill>
                        <a:latin typeface="Abar Mid" pitchFamily="50" charset="-78"/>
                        <a:ea typeface="Abar Mid" pitchFamily="50" charset="-78"/>
                        <a:cs typeface="Abar Mid" pitchFamily="50" charset="-78"/>
                      </a:endParaRPr>
                    </a:p>
                  </a:txBody>
                  <a:tcPr marL="45720" anchor="ctr">
                    <a:lnL w="57150" cap="flat" cmpd="sng" algn="ctr">
                      <a:no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1772843"/>
                  </a:ext>
                </a:extLst>
              </a:tr>
              <a:tr h="235359">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en-US" sz="1100" b="1" dirty="0">
                          <a:solidFill>
                            <a:srgbClr val="FFFFFF"/>
                          </a:solidFill>
                          <a:latin typeface="Abar Mid" pitchFamily="50" charset="-78"/>
                          <a:ea typeface="Abar Mid" pitchFamily="50" charset="-78"/>
                          <a:cs typeface="Abar Mid" pitchFamily="50" charset="-78"/>
                        </a:rPr>
                        <a:t>#</a:t>
                      </a:r>
                    </a:p>
                  </a:txBody>
                  <a:tcPr marL="10800" marR="1080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p>
                      <a:pPr algn="ctr" rtl="1">
                        <a:lnSpc>
                          <a:spcPct val="105000"/>
                        </a:lnSpc>
                      </a:pPr>
                      <a:r>
                        <a:rPr lang="ar-SA" sz="1100" b="1" dirty="0">
                          <a:solidFill>
                            <a:srgbClr val="FFFFFF"/>
                          </a:solidFill>
                          <a:latin typeface="Abar Mid" pitchFamily="50" charset="-78"/>
                          <a:ea typeface="Abar Mid" pitchFamily="50" charset="-78"/>
                          <a:cs typeface="Abar Mid" pitchFamily="50" charset="-78"/>
                        </a:rPr>
                        <a:t>التحدي</a:t>
                      </a:r>
                    </a:p>
                  </a:txBody>
                  <a:tcPr marL="10800" marR="1080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441743">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1</a:t>
                      </a:r>
                    </a:p>
                  </a:txBody>
                  <a:tcPr marL="10800" marR="1080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لا يوجد مالك محتوى موحد لجميع الصفحات المرتبطة بنسك، مما يؤثر على مهام المحتوى والاتساق (</a:t>
                      </a:r>
                      <a:r>
                        <a:rPr lang="en-US" sz="1100" dirty="0">
                          <a:solidFill>
                            <a:srgbClr val="211C16"/>
                          </a:solidFill>
                          <a:latin typeface="Abar Mid" pitchFamily="50" charset="-78"/>
                          <a:ea typeface="Abar Mid" pitchFamily="50" charset="-78"/>
                          <a:cs typeface="Abar Mid" pitchFamily="50" charset="-78"/>
                          <a:sym typeface="IBM Plex Sans Arabic"/>
                        </a:rPr>
                        <a:t>W-03، S-02)</a:t>
                      </a:r>
                    </a:p>
                  </a:txBody>
                  <a:tcPr marL="10800" marR="1080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441743">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2</a:t>
                      </a:r>
                    </a:p>
                  </a:txBody>
                  <a:tcPr marL="10800" marR="1080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تحديد </a:t>
                      </a:r>
                      <a:r>
                        <a:rPr lang="ar-SA" sz="1100" dirty="0">
                          <a:solidFill>
                            <a:srgbClr val="211C16"/>
                          </a:solidFill>
                          <a:latin typeface="Abar Mid" pitchFamily="50" charset="-78"/>
                          <a:ea typeface="Abar Mid" pitchFamily="50" charset="-78"/>
                          <a:cs typeface="Abar Mid" pitchFamily="50" charset="-78"/>
                          <a:sym typeface="IBM Plex Sans Arabic"/>
                        </a:rPr>
                        <a:t>تواريخ مهام المركز لم يبدأ؛ ترتفع المهام غير المبدوءة من 10% إلى 15% فور اعتمادها</a:t>
                      </a:r>
                    </a:p>
                  </a:txBody>
                  <a:tcPr marL="10800" marR="1080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777937494"/>
                  </a:ext>
                </a:extLst>
              </a:tr>
            </a:tbl>
          </a:graphicData>
        </a:graphic>
      </p:graphicFrame>
    </p:spTree>
    <p:extLst>
      <p:ext uri="{BB962C8B-B14F-4D97-AF65-F5344CB8AC3E}">
        <p14:creationId xmlns:p14="http://schemas.microsoft.com/office/powerpoint/2010/main" val="178060576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E07A83-D8D4-A175-E653-8CFA14F2C13D}"/>
            </a:ext>
          </a:extLst>
        </p:cNvPr>
        <p:cNvGrpSpPr/>
        <p:nvPr/>
      </p:nvGrpSpPr>
      <p:grpSpPr>
        <a:xfrm>
          <a:off x="0" y="0"/>
          <a:ext cx="0" cy="0"/>
          <a:chOff x="0" y="0"/>
          <a:chExt cx="0" cy="0"/>
        </a:xfrm>
      </p:grpSpPr>
      <p:graphicFrame>
        <p:nvGraphicFramePr>
          <p:cNvPr id="9" name="Google Shape;209;p9">
            <a:extLst>
              <a:ext uri="{FF2B5EF4-FFF2-40B4-BE49-F238E27FC236}">
                <a16:creationId xmlns:a16="http://schemas.microsoft.com/office/drawing/2014/main" id="{E0E2E327-4EFD-7C3F-E6AD-F1FA66585D57}"/>
              </a:ext>
            </a:extLst>
          </p:cNvPr>
          <p:cNvGraphicFramePr/>
          <p:nvPr>
            <p:extLst>
              <p:ext uri="{D42A27DB-BD31-4B8C-83A1-F6EECF244321}">
                <p14:modId xmlns:p14="http://schemas.microsoft.com/office/powerpoint/2010/main" val="3952570764"/>
              </p:ext>
            </p:extLst>
          </p:nvPr>
        </p:nvGraphicFramePr>
        <p:xfrm>
          <a:off x="211425" y="1927849"/>
          <a:ext cx="7129849" cy="7300728"/>
        </p:xfrm>
        <a:graphic>
          <a:graphicData uri="http://schemas.openxmlformats.org/drawingml/2006/table">
            <a:tbl>
              <a:tblPr>
                <a:noFill/>
              </a:tblPr>
              <a:tblGrid>
                <a:gridCol w="1876276">
                  <a:extLst>
                    <a:ext uri="{9D8B030D-6E8A-4147-A177-3AD203B41FA5}">
                      <a16:colId xmlns:a16="http://schemas.microsoft.com/office/drawing/2014/main" val="20000"/>
                    </a:ext>
                  </a:extLst>
                </a:gridCol>
                <a:gridCol w="608511">
                  <a:extLst>
                    <a:ext uri="{9D8B030D-6E8A-4147-A177-3AD203B41FA5}">
                      <a16:colId xmlns:a16="http://schemas.microsoft.com/office/drawing/2014/main" val="20001"/>
                    </a:ext>
                  </a:extLst>
                </a:gridCol>
                <a:gridCol w="3985835">
                  <a:extLst>
                    <a:ext uri="{9D8B030D-6E8A-4147-A177-3AD203B41FA5}">
                      <a16:colId xmlns:a16="http://schemas.microsoft.com/office/drawing/2014/main" val="20002"/>
                    </a:ext>
                  </a:extLst>
                </a:gridCol>
                <a:gridCol w="659227">
                  <a:extLst>
                    <a:ext uri="{9D8B030D-6E8A-4147-A177-3AD203B41FA5}">
                      <a16:colId xmlns:a16="http://schemas.microsoft.com/office/drawing/2014/main" val="20003"/>
                    </a:ext>
                  </a:extLst>
                </a:gridCol>
              </a:tblGrid>
              <a:tr h="0">
                <a:tc gridSpan="4">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100" kern="1200" noProof="0" dirty="0">
                          <a:solidFill>
                            <a:srgbClr val="00080B"/>
                          </a:solidFill>
                          <a:latin typeface="Abar Mid" pitchFamily="2" charset="-78"/>
                          <a:ea typeface="Abar Mid" pitchFamily="2" charset="-78"/>
                          <a:cs typeface="Abar Mid" pitchFamily="2" charset="-78"/>
                          <a:sym typeface="IBM Plex Sans Arabic"/>
                        </a:rPr>
                        <a:t>مركز منصة نسك الرقمية (2/2) </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4E7D7"/>
                    </a:solidFill>
                  </a:tcPr>
                </a:tc>
                <a:tc hMerge="1">
                  <a:txBody>
                    <a:bodyPr/>
                    <a:lstStyle/>
                    <a:p>
                      <a:pPr marL="0" lvl="0" indent="0" algn="ctr" rtl="1">
                        <a:lnSpc>
                          <a:spcPct val="100000"/>
                        </a:lnSpc>
                        <a:spcBef>
                          <a:spcPts val="0"/>
                        </a:spcBef>
                        <a:spcAft>
                          <a:spcPts val="0"/>
                        </a:spcAft>
                        <a:buNone/>
                      </a:pPr>
                      <a:endParaRPr sz="800" b="1">
                        <a:solidFill>
                          <a:srgbClr val="FFFFFF"/>
                        </a:solidFill>
                        <a:latin typeface="Abar Mid" pitchFamily="50" charset="-78"/>
                        <a:ea typeface="Abar Mid" pitchFamily="50" charset="-78"/>
                        <a:cs typeface="Abar Mid" pitchFamily="50" charset="-78"/>
                        <a:sym typeface="IBM Plex Sans Arabic"/>
                      </a:endParaRPr>
                    </a:p>
                  </a:txBody>
                  <a:tcPr marL="91425" marR="91425"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hMerge="1">
                  <a:txBody>
                    <a:bodyPr/>
                    <a:lstStyle/>
                    <a:p>
                      <a:pPr marL="0" lvl="0" indent="0" algn="ctr" rtl="1">
                        <a:lnSpc>
                          <a:spcPct val="100000"/>
                        </a:lnSpc>
                        <a:spcBef>
                          <a:spcPts val="0"/>
                        </a:spcBef>
                        <a:spcAft>
                          <a:spcPts val="0"/>
                        </a:spcAft>
                        <a:buNone/>
                      </a:pPr>
                      <a:endParaRPr sz="800" b="1" dirty="0">
                        <a:solidFill>
                          <a:srgbClr val="FFFFFF"/>
                        </a:solidFill>
                        <a:latin typeface="Abar Mid" pitchFamily="50" charset="-78"/>
                        <a:ea typeface="Abar Mid" pitchFamily="50" charset="-78"/>
                        <a:cs typeface="Abar Mid" pitchFamily="50" charset="-78"/>
                        <a:sym typeface="IBM Plex Sans Arabic"/>
                      </a:endParaRPr>
                    </a:p>
                  </a:txBody>
                  <a:tcPr marL="91425" marR="91425"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hMerge="1">
                  <a:txBody>
                    <a:bodyPr/>
                    <a:lstStyle/>
                    <a:p>
                      <a:pPr marL="0" lvl="0" indent="0" algn="ctr" rtl="1">
                        <a:lnSpc>
                          <a:spcPct val="100000"/>
                        </a:lnSpc>
                        <a:spcBef>
                          <a:spcPts val="0"/>
                        </a:spcBef>
                        <a:spcAft>
                          <a:spcPts val="0"/>
                        </a:spcAft>
                        <a:buNone/>
                      </a:pPr>
                      <a:endParaRPr sz="800" b="1" dirty="0">
                        <a:solidFill>
                          <a:srgbClr val="FFFFFF"/>
                        </a:solidFill>
                        <a:latin typeface="Abar Mid" pitchFamily="50" charset="-78"/>
                        <a:ea typeface="Abar Mid" pitchFamily="50" charset="-78"/>
                        <a:cs typeface="Abar Mid" pitchFamily="50" charset="-78"/>
                        <a:sym typeface="IBM Plex Sans Arabic"/>
                      </a:endParaRPr>
                    </a:p>
                  </a:txBody>
                  <a:tcPr marL="91425" marR="91425" marT="91425" marB="91425" anchor="ctr">
                    <a:lnL w="9525" cap="flat" cmpd="sng" algn="ctr">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extLst>
                  <a:ext uri="{0D108BD9-81ED-4DB2-BD59-A6C34878D82A}">
                    <a16:rowId xmlns:a16="http://schemas.microsoft.com/office/drawing/2014/main" val="879350354"/>
                  </a:ext>
                </a:extLst>
              </a:tr>
              <a:tr h="0">
                <a:tc>
                  <a:txBody>
                    <a:bodyPr/>
                    <a:lstStyle/>
                    <a:p>
                      <a:pPr marL="0" lvl="0" indent="0" algn="ctr" rtl="1">
                        <a:lnSpc>
                          <a:spcPct val="100000"/>
                        </a:lnSpc>
                        <a:spcBef>
                          <a:spcPts val="0"/>
                        </a:spcBef>
                        <a:spcAft>
                          <a:spcPts val="0"/>
                        </a:spcAft>
                        <a:buNone/>
                      </a:pPr>
                      <a:r>
                        <a:rPr lang="ar-SA" sz="1100" b="1" dirty="0">
                          <a:solidFill>
                            <a:srgbClr val="FFFFFF"/>
                          </a:solidFill>
                          <a:latin typeface="Abar Mid" pitchFamily="50" charset="-78"/>
                          <a:ea typeface="Abar Mid" pitchFamily="50" charset="-78"/>
                          <a:cs typeface="Abar Mid" pitchFamily="50" charset="-78"/>
                          <a:sym typeface="IBM Plex Sans Arabic"/>
                        </a:rPr>
                        <a:t>أساس التقييم</a:t>
                      </a:r>
                      <a:endParaRPr sz="1100" b="1" dirty="0">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a:txBody>
                    <a:bodyPr/>
                    <a:lstStyle/>
                    <a:p>
                      <a:pPr marL="0" lvl="0" indent="0" algn="ctr" rtl="1">
                        <a:lnSpc>
                          <a:spcPct val="100000"/>
                        </a:lnSpc>
                        <a:spcBef>
                          <a:spcPts val="0"/>
                        </a:spcBef>
                        <a:spcAft>
                          <a:spcPts val="0"/>
                        </a:spcAft>
                        <a:buNone/>
                      </a:pPr>
                      <a:r>
                        <a:rPr lang="ar-SA" sz="1100" b="1" dirty="0">
                          <a:solidFill>
                            <a:srgbClr val="FFFFFF"/>
                          </a:solidFill>
                          <a:latin typeface="Abar Mid" pitchFamily="50" charset="-78"/>
                          <a:ea typeface="Abar Mid" pitchFamily="50" charset="-78"/>
                          <a:cs typeface="Abar Mid" pitchFamily="50" charset="-78"/>
                          <a:sym typeface="IBM Plex Sans Arabic"/>
                        </a:rPr>
                        <a:t>الإنجاز</a:t>
                      </a:r>
                      <a:endParaRPr sz="1100" b="1" dirty="0">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a:txBody>
                    <a:bodyPr/>
                    <a:lstStyle/>
                    <a:p>
                      <a:pPr marL="0" lvl="0" indent="0" algn="ctr" rtl="1">
                        <a:lnSpc>
                          <a:spcPct val="100000"/>
                        </a:lnSpc>
                        <a:spcBef>
                          <a:spcPts val="0"/>
                        </a:spcBef>
                        <a:spcAft>
                          <a:spcPts val="0"/>
                        </a:spcAft>
                        <a:buNone/>
                      </a:pPr>
                      <a:r>
                        <a:rPr lang="ar-SA" sz="1100" b="1" dirty="0">
                          <a:solidFill>
                            <a:srgbClr val="FFFFFF"/>
                          </a:solidFill>
                          <a:latin typeface="Abar Mid" pitchFamily="50" charset="-78"/>
                          <a:ea typeface="Abar Mid" pitchFamily="50" charset="-78"/>
                          <a:cs typeface="Abar Mid" pitchFamily="50" charset="-78"/>
                          <a:sym typeface="IBM Plex Sans Arabic"/>
                        </a:rPr>
                        <a:t>المهمة</a:t>
                      </a:r>
                      <a:endParaRPr sz="1100" b="1" dirty="0">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a:txBody>
                    <a:bodyPr/>
                    <a:lstStyle/>
                    <a:p>
                      <a:pPr marL="0" lvl="0" indent="0" algn="ctr" rtl="1">
                        <a:lnSpc>
                          <a:spcPct val="100000"/>
                        </a:lnSpc>
                        <a:spcBef>
                          <a:spcPts val="0"/>
                        </a:spcBef>
                        <a:spcAft>
                          <a:spcPts val="0"/>
                        </a:spcAft>
                        <a:buNone/>
                      </a:pPr>
                      <a:r>
                        <a:rPr lang="ar-SA" sz="1100" b="1" dirty="0">
                          <a:solidFill>
                            <a:srgbClr val="FFFFFF"/>
                          </a:solidFill>
                          <a:latin typeface="Abar Mid" pitchFamily="50" charset="-78"/>
                          <a:ea typeface="Abar Mid" pitchFamily="50" charset="-78"/>
                          <a:cs typeface="Abar Mid" pitchFamily="50" charset="-78"/>
                          <a:sym typeface="IBM Plex Sans Arabic"/>
                        </a:rPr>
                        <a:t>م</a:t>
                      </a:r>
                      <a:endParaRPr sz="1100" b="1" dirty="0">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extLst>
                  <a:ext uri="{0D108BD9-81ED-4DB2-BD59-A6C34878D82A}">
                    <a16:rowId xmlns:a16="http://schemas.microsoft.com/office/drawing/2014/main" val="10000"/>
                  </a:ext>
                </a:extLst>
              </a:tr>
              <a:tr h="0">
                <a:tc gridSpan="4">
                  <a:txBody>
                    <a:bodyPr/>
                    <a:lstStyle/>
                    <a:p>
                      <a:pPr marL="0" lvl="0" indent="0" algn="r" rtl="1">
                        <a:lnSpc>
                          <a:spcPct val="100000"/>
                        </a:lnSpc>
                        <a:spcBef>
                          <a:spcPts val="0"/>
                        </a:spcBef>
                        <a:spcAft>
                          <a:spcPts val="0"/>
                        </a:spcAft>
                        <a:buNone/>
                      </a:pPr>
                      <a:r>
                        <a:rPr lang="ar-SA" sz="1100" b="1" dirty="0">
                          <a:solidFill>
                            <a:srgbClr val="FFFFFF"/>
                          </a:solidFill>
                          <a:latin typeface="Abar Mid" pitchFamily="50" charset="-78"/>
                          <a:ea typeface="Abar Mid" pitchFamily="50" charset="-78"/>
                          <a:cs typeface="Abar Mid" pitchFamily="50" charset="-78"/>
                          <a:sym typeface="IBM Plex Sans Arabic"/>
                        </a:rPr>
                        <a:t>رضا المستفيد: 15% (10 مهام)</a:t>
                      </a:r>
                      <a:endParaRPr sz="1100" b="1" dirty="0">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386F67"/>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1"/>
                  </a:ext>
                </a:extLst>
              </a:tr>
              <a:tr h="0">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الاستبانة جاهزة؛ التفعيل بالنافذة المنبثقة قائم</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40%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نشر استبانة (قيم تجربتك الرقمية) على المنصة والتطبيق</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S-01</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مرتبط بتعيين مالك المحتوى</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15%</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تحديث المحتوى والمعلومات وضمان دقتها وحداثتها</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S-02</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0">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مرتبط بمهام التحول الرقمي INF-01 و INF-02</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15%</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رفع سرعة التصفح والتنقل والأداء وخفض الأخطاء</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S-03</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0">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فاعلية الدعم وسرعة الاستجابة على القنوات الرقمية</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S-04</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0">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أنشطة قائمة؛ دليل القياس لم يكتمل</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20%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إشراك المستفيدين في الأنشطة الرقمية وقياس تلبية التطلعات</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S-05</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0">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 (لكل مهمة)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نسك مسار: الاستبانة، المحتوى، الأداء، الدعم، إشراك المستفيدين (5 مهام)</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DS-01..05</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0">
                <a:tc gridSpan="4">
                  <a:txBody>
                    <a:bodyPr/>
                    <a:lstStyle/>
                    <a:p>
                      <a:pPr marL="0" lvl="0" indent="0" algn="r" rtl="1">
                        <a:lnSpc>
                          <a:spcPct val="100000"/>
                        </a:lnSpc>
                        <a:spcBef>
                          <a:spcPts val="0"/>
                        </a:spcBef>
                        <a:spcAft>
                          <a:spcPts val="0"/>
                        </a:spcAft>
                        <a:buNone/>
                      </a:pPr>
                      <a:r>
                        <a:rPr lang="ar-SA" sz="1100" b="1" dirty="0">
                          <a:solidFill>
                            <a:srgbClr val="FFFFFF"/>
                          </a:solidFill>
                          <a:latin typeface="Abar Mid" pitchFamily="50" charset="-78"/>
                          <a:ea typeface="Abar Mid" pitchFamily="50" charset="-78"/>
                          <a:cs typeface="Abar Mid" pitchFamily="50" charset="-78"/>
                          <a:sym typeface="IBM Plex Sans Arabic"/>
                        </a:rPr>
                        <a:t>التعامل مع الشكاوى: 30%</a:t>
                      </a:r>
                      <a:endParaRPr sz="1100" b="1" dirty="0">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B47B5F"/>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8"/>
                  </a:ext>
                </a:extLst>
              </a:tr>
              <a:tr h="0">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منشور</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نشر دليل الشروط والأحكام في منصة نسك</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CS-07</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9"/>
                  </a:ext>
                </a:extLst>
              </a:tr>
              <a:tr h="0">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صفحة التواصل مشتركة مع المنصة (CS-14)</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46%</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نشر دليل الشروط والأحكام في تطبيق نسك</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CS-08</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0"/>
                  </a:ext>
                </a:extLst>
              </a:tr>
              <a:tr h="0">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نشر دليل الشروط والأحكام في نسك مسار</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CS-09</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1"/>
                  </a:ext>
                </a:extLst>
              </a:tr>
              <a:tr h="0">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تقدم فعلي في التنفيذ</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46%</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نشر قنوات استقبال الشكاوى في منصة وتطبيق نسك</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CS-14</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2"/>
                  </a:ext>
                </a:extLst>
              </a:tr>
              <a:tr h="0">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نشر قنوات استقبال الشكاوى في نسك مسار</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CS-15</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3"/>
                  </a:ext>
                </a:extLst>
              </a:tr>
              <a:tr h="0">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صفحة التواصل مشتركة مع المنصة (CS-14)</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46%</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نشر ساعات العمل في منصة وتطبيق نسك</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CS-22</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4"/>
                  </a:ext>
                </a:extLst>
              </a:tr>
              <a:tr h="0">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نشر ساعات العمل في نسك مسار</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CS-23</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5"/>
                  </a:ext>
                </a:extLst>
              </a:tr>
              <a:tr h="0">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مطلوبة لمؤشري اتفاقيات الخدمة ونسبة الشكاوى</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إصدار قائمة الخدمات وعدد الطلبات لكل خدمة</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CS-52</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6"/>
                  </a:ext>
                </a:extLst>
              </a:tr>
              <a:tr h="0">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بانتظار اكتمال الدليل من وكالة الخدمات</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نشر دليل استقبال الشكاوى في منصة نسك</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CS-78</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7"/>
                  </a:ext>
                </a:extLst>
              </a:tr>
              <a:tr h="0">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بانتظار اكتمال الدليل من وكالة الخدمات</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نشر دليل استقبال الشكاوى في تطبيق نسك</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CS-79</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8"/>
                  </a:ext>
                </a:extLst>
              </a:tr>
              <a:tr h="0">
                <a:tc gridSpan="4">
                  <a:txBody>
                    <a:bodyPr/>
                    <a:lstStyle/>
                    <a:p>
                      <a:pPr marL="0" lvl="0" indent="0" algn="r" rtl="1">
                        <a:lnSpc>
                          <a:spcPct val="100000"/>
                        </a:lnSpc>
                        <a:spcBef>
                          <a:spcPts val="0"/>
                        </a:spcBef>
                        <a:spcAft>
                          <a:spcPts val="0"/>
                        </a:spcAft>
                        <a:buNone/>
                      </a:pPr>
                      <a:r>
                        <a:rPr lang="ar-SA" sz="1100" b="1" dirty="0">
                          <a:solidFill>
                            <a:srgbClr val="FFFFFF"/>
                          </a:solidFill>
                          <a:latin typeface="Abar Mid" pitchFamily="50" charset="-78"/>
                          <a:ea typeface="Abar Mid" pitchFamily="50" charset="-78"/>
                          <a:cs typeface="Abar Mid" pitchFamily="50" charset="-78"/>
                          <a:sym typeface="IBM Plex Sans Arabic"/>
                        </a:rPr>
                        <a:t>التقنيات والأدوات: 75%</a:t>
                      </a:r>
                      <a:endParaRPr sz="1100" b="1" dirty="0">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8EBADB"/>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19"/>
                  </a:ext>
                </a:extLst>
              </a:tr>
              <a:tr h="0">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دليل دورة 2026 قائم؛ التحديث قيد العمل</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90%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استراتيجية التقنية والمبادئ ورصد التقنيات الناشئة والأتمتة (نسك ونسك مسار)</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N-01</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20"/>
                  </a:ext>
                </a:extLst>
              </a:tr>
              <a:tr h="0">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دليل دورة 2026 قائم؛ التحديث قيد العمل</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70%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إطار جمع البيانات وتصنيفها وحوكمتها وسياسة الخصوصية</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N-02</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21"/>
                  </a:ext>
                </a:extLst>
              </a:tr>
              <a:tr h="0">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اللوحات قائمة؛ التحليلات التنبؤية قيد البناء</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60%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أدوات التحليل ولوحات ذكاء الأعمال والتحليلات التنبؤية</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N-03</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22"/>
                  </a:ext>
                </a:extLst>
              </a:tr>
              <a:tr h="0">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دليل دورة 2026 قائم؛ التحديث قيد العمل</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75%</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منهجية وأدوات تصميم الرحلات والتصميم التشاركي</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N-04</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23"/>
                  </a:ext>
                </a:extLst>
              </a:tr>
              <a:tr h="0">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دليل دورة 2026 قائم؛ التحديث قيد العمل</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80%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أدوات الاستماع الاجتماعي وأنظمة التجربة الرقمية</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N-05</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24"/>
                  </a:ext>
                </a:extLst>
              </a:tr>
            </a:tbl>
          </a:graphicData>
        </a:graphic>
      </p:graphicFrame>
      <p:grpSp>
        <p:nvGrpSpPr>
          <p:cNvPr id="2" name="Group 1">
            <a:extLst>
              <a:ext uri="{FF2B5EF4-FFF2-40B4-BE49-F238E27FC236}">
                <a16:creationId xmlns:a16="http://schemas.microsoft.com/office/drawing/2014/main" id="{611A07D5-72EF-C260-2F6E-3A2CD2505E1E}"/>
              </a:ext>
            </a:extLst>
          </p:cNvPr>
          <p:cNvGrpSpPr/>
          <p:nvPr/>
        </p:nvGrpSpPr>
        <p:grpSpPr>
          <a:xfrm>
            <a:off x="917571" y="676842"/>
            <a:ext cx="5724532" cy="517476"/>
            <a:chOff x="1079493" y="4415868"/>
            <a:chExt cx="5724532" cy="1042296"/>
          </a:xfrm>
        </p:grpSpPr>
        <p:sp>
          <p:nvSpPr>
            <p:cNvPr id="3" name="btfpRowHeaderBoxText438126">
              <a:extLst>
                <a:ext uri="{FF2B5EF4-FFF2-40B4-BE49-F238E27FC236}">
                  <a16:creationId xmlns:a16="http://schemas.microsoft.com/office/drawing/2014/main" id="{4F07EABA-2AF3-8335-7CBD-D52FADDF5CAB}"/>
                </a:ext>
              </a:extLst>
            </p:cNvPr>
            <p:cNvSpPr txBox="1"/>
            <p:nvPr>
              <p:custDataLst>
                <p:tags r:id="rId1"/>
              </p:custDataLst>
            </p:nvPr>
          </p:nvSpPr>
          <p:spPr>
            <a:xfrm flipH="1">
              <a:off x="1079493"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400" b="1" dirty="0">
                  <a:solidFill>
                    <a:schemeClr val="tx1"/>
                  </a:solidFill>
                  <a:latin typeface="Abar Mid" pitchFamily="2" charset="-78"/>
                  <a:ea typeface="Abar Mid" pitchFamily="2" charset="-78"/>
                  <a:cs typeface="Abar Mid" pitchFamily="2" charset="-78"/>
                </a:rPr>
                <a:t>تفاصيل مؤشر نضج التجربة الرقمية</a:t>
              </a:r>
            </a:p>
          </p:txBody>
        </p:sp>
        <p:cxnSp>
          <p:nvCxnSpPr>
            <p:cNvPr id="4" name="Straight Connector 3">
              <a:extLst>
                <a:ext uri="{FF2B5EF4-FFF2-40B4-BE49-F238E27FC236}">
                  <a16:creationId xmlns:a16="http://schemas.microsoft.com/office/drawing/2014/main" id="{87BB11B8-B340-3400-8816-A7DA11699E79}"/>
                </a:ext>
              </a:extLst>
            </p:cNvPr>
            <p:cNvCxnSpPr>
              <a:cxnSpLocks/>
            </p:cNvCxnSpPr>
            <p:nvPr/>
          </p:nvCxnSpPr>
          <p:spPr>
            <a:xfrm>
              <a:off x="3300100" y="5458164"/>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grpSp>
        <p:nvGrpSpPr>
          <p:cNvPr id="14" name="Group 13">
            <a:extLst>
              <a:ext uri="{FF2B5EF4-FFF2-40B4-BE49-F238E27FC236}">
                <a16:creationId xmlns:a16="http://schemas.microsoft.com/office/drawing/2014/main" id="{AABEDCBA-1A09-9FB6-6418-97C6F3A33E3A}"/>
              </a:ext>
            </a:extLst>
          </p:cNvPr>
          <p:cNvGrpSpPr/>
          <p:nvPr/>
        </p:nvGrpSpPr>
        <p:grpSpPr>
          <a:xfrm>
            <a:off x="565787" y="1301135"/>
            <a:ext cx="6428100" cy="519900"/>
            <a:chOff x="737128" y="1301135"/>
            <a:chExt cx="6428100" cy="519900"/>
          </a:xfrm>
        </p:grpSpPr>
        <p:sp>
          <p:nvSpPr>
            <p:cNvPr id="6" name="Google Shape;109;p4">
              <a:extLst>
                <a:ext uri="{FF2B5EF4-FFF2-40B4-BE49-F238E27FC236}">
                  <a16:creationId xmlns:a16="http://schemas.microsoft.com/office/drawing/2014/main" id="{0A232BF7-1D38-66CE-7030-22EE58DA272F}"/>
                </a:ext>
              </a:extLst>
            </p:cNvPr>
            <p:cNvSpPr/>
            <p:nvPr/>
          </p:nvSpPr>
          <p:spPr>
            <a:xfrm>
              <a:off x="5615128" y="1301135"/>
              <a:ext cx="1550100" cy="519900"/>
            </a:xfrm>
            <a:prstGeom prst="roundRect">
              <a:avLst>
                <a:gd name="adj" fmla="val 16667"/>
              </a:avLst>
            </a:prstGeom>
            <a:solidFill>
              <a:srgbClr val="E5BC8D"/>
            </a:solidFill>
            <a:ln>
              <a:noFill/>
            </a:ln>
          </p:spPr>
          <p:txBody>
            <a:bodyPr spcFirstLastPara="1" wrap="square" lIns="91425" tIns="91425" rIns="91425" bIns="91425" anchor="ctr" anchorCtr="0">
              <a:noAutofit/>
            </a:bodyPr>
            <a:lstStyle/>
            <a:p>
              <a:pPr marL="0" lvl="0" indent="0" algn="ctr" rtl="1">
                <a:lnSpc>
                  <a:spcPct val="100000"/>
                </a:lnSpc>
                <a:spcBef>
                  <a:spcPts val="0"/>
                </a:spcBef>
                <a:spcAft>
                  <a:spcPts val="0"/>
                </a:spcAft>
                <a:buNone/>
              </a:pPr>
              <a:r>
                <a:rPr lang="ar-SA" sz="800" b="1" dirty="0">
                  <a:solidFill>
                    <a:srgbClr val="FFFFFF"/>
                  </a:solidFill>
                  <a:latin typeface="Abar Mid" pitchFamily="50" charset="-78"/>
                  <a:ea typeface="Abar Mid" pitchFamily="50" charset="-78"/>
                  <a:cs typeface="Abar Mid" pitchFamily="50" charset="-78"/>
                  <a:sym typeface="IBM Plex Sans Arabic"/>
                </a:rPr>
                <a:t>تجربة المستخدم</a:t>
              </a:r>
              <a:endParaRPr sz="800" b="1" dirty="0">
                <a:solidFill>
                  <a:srgbClr val="FFFFFF"/>
                </a:solidFill>
                <a:latin typeface="Abar Mid" pitchFamily="50" charset="-78"/>
                <a:ea typeface="Abar Mid" pitchFamily="50" charset="-78"/>
                <a:cs typeface="Abar Mid" pitchFamily="50" charset="-78"/>
                <a:sym typeface="IBM Plex Sans Arabic"/>
              </a:endParaRPr>
            </a:p>
            <a:p>
              <a:pPr marL="0" lvl="0" indent="0" algn="ctr" rtl="1">
                <a:lnSpc>
                  <a:spcPct val="100000"/>
                </a:lnSpc>
                <a:spcBef>
                  <a:spcPts val="0"/>
                </a:spcBef>
                <a:spcAft>
                  <a:spcPts val="0"/>
                </a:spcAft>
                <a:buNone/>
              </a:pPr>
              <a:r>
                <a:rPr lang="ar-SA" sz="1500" b="1" dirty="0">
                  <a:solidFill>
                    <a:srgbClr val="FFFFFF"/>
                  </a:solidFill>
                  <a:latin typeface="Abar Mid" pitchFamily="50" charset="-78"/>
                  <a:ea typeface="Abar Mid" pitchFamily="50" charset="-78"/>
                  <a:cs typeface="Abar Mid" pitchFamily="50" charset="-78"/>
                  <a:sym typeface="IBM Plex Sans Arabic"/>
                </a:rPr>
                <a:t>26%</a:t>
              </a:r>
              <a:endParaRPr sz="1500" b="1" dirty="0">
                <a:solidFill>
                  <a:srgbClr val="FFFFFF"/>
                </a:solidFill>
                <a:latin typeface="Abar Mid" pitchFamily="50" charset="-78"/>
                <a:ea typeface="Abar Mid" pitchFamily="50" charset="-78"/>
                <a:cs typeface="Abar Mid" pitchFamily="50" charset="-78"/>
                <a:sym typeface="IBM Plex Sans Arabic"/>
              </a:endParaRPr>
            </a:p>
          </p:txBody>
        </p:sp>
        <p:sp>
          <p:nvSpPr>
            <p:cNvPr id="8" name="Google Shape;110;p4">
              <a:extLst>
                <a:ext uri="{FF2B5EF4-FFF2-40B4-BE49-F238E27FC236}">
                  <a16:creationId xmlns:a16="http://schemas.microsoft.com/office/drawing/2014/main" id="{387A1070-8F0C-0066-3491-DC1804B0C88F}"/>
                </a:ext>
              </a:extLst>
            </p:cNvPr>
            <p:cNvSpPr/>
            <p:nvPr/>
          </p:nvSpPr>
          <p:spPr>
            <a:xfrm>
              <a:off x="3989128" y="1301135"/>
              <a:ext cx="1550100" cy="519900"/>
            </a:xfrm>
            <a:prstGeom prst="roundRect">
              <a:avLst>
                <a:gd name="adj" fmla="val 16667"/>
              </a:avLst>
            </a:prstGeom>
            <a:solidFill>
              <a:srgbClr val="386F67"/>
            </a:solidFill>
            <a:ln>
              <a:noFill/>
            </a:ln>
          </p:spPr>
          <p:txBody>
            <a:bodyPr spcFirstLastPara="1" wrap="square" lIns="91425" tIns="91425" rIns="91425" bIns="91425" anchor="ctr" anchorCtr="0">
              <a:noAutofit/>
            </a:bodyPr>
            <a:lstStyle/>
            <a:p>
              <a:pPr marL="0" lvl="0" indent="0" algn="ctr" rtl="1">
                <a:lnSpc>
                  <a:spcPct val="100000"/>
                </a:lnSpc>
                <a:spcBef>
                  <a:spcPts val="0"/>
                </a:spcBef>
                <a:spcAft>
                  <a:spcPts val="0"/>
                </a:spcAft>
                <a:buNone/>
              </a:pPr>
              <a:r>
                <a:rPr lang="ar-SA" sz="800" b="1" dirty="0">
                  <a:solidFill>
                    <a:srgbClr val="FFFFFF"/>
                  </a:solidFill>
                  <a:latin typeface="Abar Mid" pitchFamily="50" charset="-78"/>
                  <a:ea typeface="Abar Mid" pitchFamily="50" charset="-78"/>
                  <a:cs typeface="Abar Mid" pitchFamily="50" charset="-78"/>
                  <a:sym typeface="IBM Plex Sans Arabic"/>
                </a:rPr>
                <a:t>رضا المستفيد</a:t>
              </a:r>
              <a:endParaRPr sz="800" b="1" dirty="0">
                <a:solidFill>
                  <a:srgbClr val="FFFFFF"/>
                </a:solidFill>
                <a:latin typeface="Abar Mid" pitchFamily="50" charset="-78"/>
                <a:ea typeface="Abar Mid" pitchFamily="50" charset="-78"/>
                <a:cs typeface="Abar Mid" pitchFamily="50" charset="-78"/>
                <a:sym typeface="IBM Plex Sans Arabic"/>
              </a:endParaRPr>
            </a:p>
            <a:p>
              <a:pPr marL="0" lvl="0" indent="0" algn="ctr" rtl="1">
                <a:lnSpc>
                  <a:spcPct val="100000"/>
                </a:lnSpc>
                <a:spcBef>
                  <a:spcPts val="0"/>
                </a:spcBef>
                <a:spcAft>
                  <a:spcPts val="0"/>
                </a:spcAft>
                <a:buNone/>
              </a:pPr>
              <a:r>
                <a:rPr lang="ar-SA" sz="1500" b="1" dirty="0">
                  <a:solidFill>
                    <a:srgbClr val="FFFFFF"/>
                  </a:solidFill>
                  <a:latin typeface="Abar Mid" pitchFamily="50" charset="-78"/>
                  <a:ea typeface="Abar Mid" pitchFamily="50" charset="-78"/>
                  <a:cs typeface="Abar Mid" pitchFamily="50" charset="-78"/>
                  <a:sym typeface="IBM Plex Sans Arabic"/>
                </a:rPr>
                <a:t>15%</a:t>
              </a:r>
              <a:endParaRPr sz="1500" b="1" dirty="0">
                <a:solidFill>
                  <a:srgbClr val="FFFFFF"/>
                </a:solidFill>
                <a:latin typeface="Abar Mid" pitchFamily="50" charset="-78"/>
                <a:ea typeface="Abar Mid" pitchFamily="50" charset="-78"/>
                <a:cs typeface="Abar Mid" pitchFamily="50" charset="-78"/>
                <a:sym typeface="IBM Plex Sans Arabic"/>
              </a:endParaRPr>
            </a:p>
          </p:txBody>
        </p:sp>
        <p:sp>
          <p:nvSpPr>
            <p:cNvPr id="10" name="Google Shape;111;p4">
              <a:extLst>
                <a:ext uri="{FF2B5EF4-FFF2-40B4-BE49-F238E27FC236}">
                  <a16:creationId xmlns:a16="http://schemas.microsoft.com/office/drawing/2014/main" id="{B62430D7-89AF-79AD-0309-9BE098747764}"/>
                </a:ext>
              </a:extLst>
            </p:cNvPr>
            <p:cNvSpPr/>
            <p:nvPr/>
          </p:nvSpPr>
          <p:spPr>
            <a:xfrm>
              <a:off x="2363128" y="1301135"/>
              <a:ext cx="1550100" cy="519900"/>
            </a:xfrm>
            <a:prstGeom prst="roundRect">
              <a:avLst>
                <a:gd name="adj" fmla="val 16667"/>
              </a:avLst>
            </a:prstGeom>
            <a:solidFill>
              <a:srgbClr val="B47B5F"/>
            </a:solidFill>
            <a:ln>
              <a:noFill/>
            </a:ln>
          </p:spPr>
          <p:txBody>
            <a:bodyPr spcFirstLastPara="1" wrap="square" lIns="91425" tIns="91425" rIns="91425" bIns="91425" anchor="ctr" anchorCtr="0">
              <a:noAutofit/>
            </a:bodyPr>
            <a:lstStyle/>
            <a:p>
              <a:pPr marL="0" lvl="0" indent="0" algn="ctr" rtl="1">
                <a:lnSpc>
                  <a:spcPct val="100000"/>
                </a:lnSpc>
                <a:spcBef>
                  <a:spcPts val="0"/>
                </a:spcBef>
                <a:spcAft>
                  <a:spcPts val="0"/>
                </a:spcAft>
                <a:buNone/>
              </a:pPr>
              <a:r>
                <a:rPr lang="ar-SA" sz="800" b="1" dirty="0">
                  <a:solidFill>
                    <a:srgbClr val="FFFFFF"/>
                  </a:solidFill>
                  <a:latin typeface="Abar Mid" pitchFamily="50" charset="-78"/>
                  <a:ea typeface="Abar Mid" pitchFamily="50" charset="-78"/>
                  <a:cs typeface="Abar Mid" pitchFamily="50" charset="-78"/>
                  <a:sym typeface="IBM Plex Sans Arabic"/>
                </a:rPr>
                <a:t>التعامل مع الشكاوى</a:t>
              </a:r>
              <a:endParaRPr sz="800" b="1" dirty="0">
                <a:solidFill>
                  <a:srgbClr val="FFFFFF"/>
                </a:solidFill>
                <a:latin typeface="Abar Mid" pitchFamily="50" charset="-78"/>
                <a:ea typeface="Abar Mid" pitchFamily="50" charset="-78"/>
                <a:cs typeface="Abar Mid" pitchFamily="50" charset="-78"/>
                <a:sym typeface="IBM Plex Sans Arabic"/>
              </a:endParaRPr>
            </a:p>
            <a:p>
              <a:pPr marL="0" lvl="0" indent="0" algn="ctr" rtl="1">
                <a:lnSpc>
                  <a:spcPct val="100000"/>
                </a:lnSpc>
                <a:spcBef>
                  <a:spcPts val="0"/>
                </a:spcBef>
                <a:spcAft>
                  <a:spcPts val="0"/>
                </a:spcAft>
                <a:buNone/>
              </a:pPr>
              <a:r>
                <a:rPr lang="ar-SA" sz="1500" b="1" dirty="0">
                  <a:solidFill>
                    <a:srgbClr val="FFFFFF"/>
                  </a:solidFill>
                  <a:latin typeface="Abar Mid" pitchFamily="50" charset="-78"/>
                  <a:ea typeface="Abar Mid" pitchFamily="50" charset="-78"/>
                  <a:cs typeface="Abar Mid" pitchFamily="50" charset="-78"/>
                  <a:sym typeface="IBM Plex Sans Arabic"/>
                </a:rPr>
                <a:t>30%</a:t>
              </a:r>
              <a:endParaRPr sz="1500" b="1" dirty="0">
                <a:solidFill>
                  <a:srgbClr val="FFFFFF"/>
                </a:solidFill>
                <a:latin typeface="Abar Mid" pitchFamily="50" charset="-78"/>
                <a:ea typeface="Abar Mid" pitchFamily="50" charset="-78"/>
                <a:cs typeface="Abar Mid" pitchFamily="50" charset="-78"/>
                <a:sym typeface="IBM Plex Sans Arabic"/>
              </a:endParaRPr>
            </a:p>
          </p:txBody>
        </p:sp>
        <p:sp>
          <p:nvSpPr>
            <p:cNvPr id="12" name="Google Shape;112;p4">
              <a:extLst>
                <a:ext uri="{FF2B5EF4-FFF2-40B4-BE49-F238E27FC236}">
                  <a16:creationId xmlns:a16="http://schemas.microsoft.com/office/drawing/2014/main" id="{5700C8AF-E444-7526-1AE1-72AD9A9EB4F3}"/>
                </a:ext>
              </a:extLst>
            </p:cNvPr>
            <p:cNvSpPr/>
            <p:nvPr/>
          </p:nvSpPr>
          <p:spPr>
            <a:xfrm>
              <a:off x="737128" y="1301135"/>
              <a:ext cx="1550100" cy="519900"/>
            </a:xfrm>
            <a:prstGeom prst="roundRect">
              <a:avLst>
                <a:gd name="adj" fmla="val 16667"/>
              </a:avLst>
            </a:prstGeom>
            <a:solidFill>
              <a:srgbClr val="8EBADB"/>
            </a:solidFill>
            <a:ln>
              <a:noFill/>
            </a:ln>
          </p:spPr>
          <p:txBody>
            <a:bodyPr spcFirstLastPara="1" wrap="square" lIns="91425" tIns="91425" rIns="91425" bIns="91425" anchor="ctr" anchorCtr="0">
              <a:noAutofit/>
            </a:bodyPr>
            <a:lstStyle/>
            <a:p>
              <a:pPr marL="0" lvl="0" indent="0" algn="ctr" rtl="1">
                <a:lnSpc>
                  <a:spcPct val="100000"/>
                </a:lnSpc>
                <a:spcBef>
                  <a:spcPts val="0"/>
                </a:spcBef>
                <a:spcAft>
                  <a:spcPts val="0"/>
                </a:spcAft>
                <a:buNone/>
              </a:pPr>
              <a:r>
                <a:rPr lang="ar-SA" sz="800" b="1" dirty="0">
                  <a:solidFill>
                    <a:srgbClr val="FFFFFF"/>
                  </a:solidFill>
                  <a:latin typeface="Abar Mid" pitchFamily="50" charset="-78"/>
                  <a:ea typeface="Abar Mid" pitchFamily="50" charset="-78"/>
                  <a:cs typeface="Abar Mid" pitchFamily="50" charset="-78"/>
                  <a:sym typeface="IBM Plex Sans Arabic"/>
                </a:rPr>
                <a:t>التقنيات والأدوات</a:t>
              </a:r>
              <a:endParaRPr sz="800" b="1" dirty="0">
                <a:solidFill>
                  <a:srgbClr val="FFFFFF"/>
                </a:solidFill>
                <a:latin typeface="Abar Mid" pitchFamily="50" charset="-78"/>
                <a:ea typeface="Abar Mid" pitchFamily="50" charset="-78"/>
                <a:cs typeface="Abar Mid" pitchFamily="50" charset="-78"/>
                <a:sym typeface="IBM Plex Sans Arabic"/>
              </a:endParaRPr>
            </a:p>
            <a:p>
              <a:pPr marL="0" lvl="0" indent="0" algn="ctr" rtl="1">
                <a:lnSpc>
                  <a:spcPct val="100000"/>
                </a:lnSpc>
                <a:spcBef>
                  <a:spcPts val="0"/>
                </a:spcBef>
                <a:spcAft>
                  <a:spcPts val="0"/>
                </a:spcAft>
                <a:buNone/>
              </a:pPr>
              <a:r>
                <a:rPr lang="ar-SA" sz="1500" b="1" dirty="0">
                  <a:solidFill>
                    <a:srgbClr val="FFFFFF"/>
                  </a:solidFill>
                  <a:latin typeface="Abar Mid" pitchFamily="50" charset="-78"/>
                  <a:ea typeface="Abar Mid" pitchFamily="50" charset="-78"/>
                  <a:cs typeface="Abar Mid" pitchFamily="50" charset="-78"/>
                  <a:sym typeface="IBM Plex Sans Arabic"/>
                </a:rPr>
                <a:t>75%</a:t>
              </a:r>
              <a:endParaRPr sz="1500" b="1" dirty="0">
                <a:solidFill>
                  <a:srgbClr val="FFFFFF"/>
                </a:solidFill>
                <a:latin typeface="Abar Mid" pitchFamily="50" charset="-78"/>
                <a:ea typeface="Abar Mid" pitchFamily="50" charset="-78"/>
                <a:cs typeface="Abar Mid" pitchFamily="50" charset="-78"/>
                <a:sym typeface="IBM Plex Sans Arabic"/>
              </a:endParaRPr>
            </a:p>
          </p:txBody>
        </p:sp>
      </p:grpSp>
      <p:graphicFrame>
        <p:nvGraphicFramePr>
          <p:cNvPr id="13" name="Table 12">
            <a:extLst>
              <a:ext uri="{FF2B5EF4-FFF2-40B4-BE49-F238E27FC236}">
                <a16:creationId xmlns:a16="http://schemas.microsoft.com/office/drawing/2014/main" id="{A7585655-91D3-0C76-775C-7E54878FA787}"/>
              </a:ext>
            </a:extLst>
          </p:cNvPr>
          <p:cNvGraphicFramePr>
            <a:graphicFrameLocks/>
          </p:cNvGraphicFramePr>
          <p:nvPr>
            <p:extLst>
              <p:ext uri="{D42A27DB-BD31-4B8C-83A1-F6EECF244321}">
                <p14:modId xmlns:p14="http://schemas.microsoft.com/office/powerpoint/2010/main" val="3247051392"/>
              </p:ext>
            </p:extLst>
          </p:nvPr>
        </p:nvGraphicFramePr>
        <p:xfrm>
          <a:off x="209969" y="9335391"/>
          <a:ext cx="7139737" cy="1354204"/>
        </p:xfrm>
        <a:graphic>
          <a:graphicData uri="http://schemas.openxmlformats.org/drawingml/2006/table">
            <a:tbl>
              <a:tblPr rtl="1"/>
              <a:tblGrid>
                <a:gridCol w="383974">
                  <a:extLst>
                    <a:ext uri="{9D8B030D-6E8A-4147-A177-3AD203B41FA5}">
                      <a16:colId xmlns:a16="http://schemas.microsoft.com/office/drawing/2014/main" val="3562085196"/>
                    </a:ext>
                  </a:extLst>
                </a:gridCol>
                <a:gridCol w="6755763">
                  <a:extLst>
                    <a:ext uri="{9D8B030D-6E8A-4147-A177-3AD203B41FA5}">
                      <a16:colId xmlns:a16="http://schemas.microsoft.com/office/drawing/2014/main" val="374937463"/>
                    </a:ext>
                  </a:extLst>
                </a:gridCol>
              </a:tblGrid>
              <a:tr h="235359">
                <a:tc gridSpan="2">
                  <a:txBody>
                    <a:bodyPr/>
                    <a:lstStyle/>
                    <a:p>
                      <a:pPr algn="r" rtl="1">
                        <a:lnSpc>
                          <a:spcPct val="105000"/>
                        </a:lnSpc>
                      </a:pPr>
                      <a:r>
                        <a:rPr lang="ar-SA" sz="1100" b="1" dirty="0">
                          <a:solidFill>
                            <a:srgbClr val="000000"/>
                          </a:solidFill>
                          <a:latin typeface="Abar Mid" pitchFamily="50" charset="-78"/>
                          <a:ea typeface="Abar Mid" pitchFamily="50" charset="-78"/>
                          <a:cs typeface="Abar Mid" pitchFamily="50" charset="-78"/>
                        </a:rPr>
                        <a:t>التحديات</a:t>
                      </a:r>
                    </a:p>
                  </a:txBody>
                  <a:tcPr marL="10800" marR="10800" marT="10800" marB="10800" anchor="ctr">
                    <a:lnL w="57150" cap="flat" cmpd="sng" algn="ctr">
                      <a:solidFill>
                        <a:srgbClr val="D9A86A"/>
                      </a:solid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r" rtl="1">
                        <a:lnSpc>
                          <a:spcPct val="105000"/>
                        </a:lnSpc>
                      </a:pPr>
                      <a:endParaRPr lang="ar-SA" sz="1000" b="1" dirty="0">
                        <a:solidFill>
                          <a:srgbClr val="000000"/>
                        </a:solidFill>
                        <a:latin typeface="Abar Mid" pitchFamily="50" charset="-78"/>
                        <a:ea typeface="Abar Mid" pitchFamily="50" charset="-78"/>
                        <a:cs typeface="Abar Mid" pitchFamily="50" charset="-78"/>
                      </a:endParaRPr>
                    </a:p>
                  </a:txBody>
                  <a:tcPr marL="45720" anchor="ctr">
                    <a:lnL w="57150" cap="flat" cmpd="sng" algn="ctr">
                      <a:no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1772843"/>
                  </a:ext>
                </a:extLst>
              </a:tr>
              <a:tr h="235359">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en-US" sz="1100" b="1" dirty="0">
                          <a:solidFill>
                            <a:srgbClr val="FFFFFF"/>
                          </a:solidFill>
                          <a:latin typeface="Abar Mid" pitchFamily="50" charset="-78"/>
                          <a:ea typeface="Abar Mid" pitchFamily="50" charset="-78"/>
                          <a:cs typeface="Abar Mid" pitchFamily="50" charset="-78"/>
                        </a:rPr>
                        <a:t>#</a:t>
                      </a:r>
                    </a:p>
                  </a:txBody>
                  <a:tcPr marL="10800" marR="1080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p>
                      <a:pPr algn="ctr" rtl="1">
                        <a:lnSpc>
                          <a:spcPct val="105000"/>
                        </a:lnSpc>
                      </a:pPr>
                      <a:r>
                        <a:rPr lang="ar-SA" sz="1100" b="1" dirty="0">
                          <a:solidFill>
                            <a:srgbClr val="FFFFFF"/>
                          </a:solidFill>
                          <a:latin typeface="Abar Mid" pitchFamily="50" charset="-78"/>
                          <a:ea typeface="Abar Mid" pitchFamily="50" charset="-78"/>
                          <a:cs typeface="Abar Mid" pitchFamily="50" charset="-78"/>
                        </a:rPr>
                        <a:t>التحدي</a:t>
                      </a:r>
                    </a:p>
                  </a:txBody>
                  <a:tcPr marL="10800" marR="1080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441743">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1</a:t>
                      </a:r>
                    </a:p>
                  </a:txBody>
                  <a:tcPr marL="10800" marR="1080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مهام المحتوى في رضا المستفيد (</a:t>
                      </a:r>
                      <a:r>
                        <a:rPr lang="en-US" sz="1100" dirty="0">
                          <a:solidFill>
                            <a:srgbClr val="211C16"/>
                          </a:solidFill>
                          <a:latin typeface="Abar Mid" pitchFamily="50" charset="-78"/>
                          <a:ea typeface="Abar Mid" pitchFamily="50" charset="-78"/>
                          <a:cs typeface="Abar Mid" pitchFamily="50" charset="-78"/>
                          <a:sym typeface="IBM Plex Sans Arabic"/>
                        </a:rPr>
                        <a:t>S-02</a:t>
                      </a:r>
                      <a:r>
                        <a:rPr lang="ar-SA" sz="1100" dirty="0">
                          <a:solidFill>
                            <a:srgbClr val="211C16"/>
                          </a:solidFill>
                          <a:latin typeface="Abar Mid" pitchFamily="50" charset="-78"/>
                          <a:ea typeface="Abar Mid" pitchFamily="50" charset="-78"/>
                          <a:cs typeface="Abar Mid" pitchFamily="50" charset="-78"/>
                          <a:sym typeface="IBM Plex Sans Arabic"/>
                        </a:rPr>
                        <a:t>) مرتبطة بتعيين مالك محتوى موحد لصفحات نسك</a:t>
                      </a:r>
                    </a:p>
                  </a:txBody>
                  <a:tcPr marL="10800" marR="1080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441743">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2</a:t>
                      </a:r>
                    </a:p>
                  </a:txBody>
                  <a:tcPr marL="10800" marR="1080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ar-SA" sz="1100" dirty="0">
                          <a:solidFill>
                            <a:srgbClr val="211C16"/>
                          </a:solidFill>
                          <a:latin typeface="Abar Mid" pitchFamily="50" charset="-78"/>
                          <a:ea typeface="Abar Mid" pitchFamily="50" charset="-78"/>
                          <a:cs typeface="Abar Mid" pitchFamily="50" charset="-78"/>
                          <a:sym typeface="IBM Plex Sans Arabic"/>
                        </a:rPr>
                        <a:t>نشر دليل استقبال الشكاوى في المنصة والتطبيق مرتبط باكتماله من وكالة الخدمات، وقائمة الخدمات (CS-52) مدخل لمؤشرين في منظور الشكاوى</a:t>
                      </a:r>
                      <a:endParaRPr lang="ar-SA" sz="1100" b="0" i="0" u="none" strike="noStrike" kern="1200" dirty="0">
                        <a:solidFill>
                          <a:srgbClr val="000000"/>
                        </a:solidFill>
                        <a:effectLst/>
                        <a:latin typeface="Abar Mid" pitchFamily="50" charset="-78"/>
                        <a:ea typeface="Abar Mid" pitchFamily="50" charset="-78"/>
                        <a:cs typeface="Abar Mid" pitchFamily="50" charset="-78"/>
                      </a:endParaRPr>
                    </a:p>
                  </a:txBody>
                  <a:tcPr marL="10800" marR="1080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777937494"/>
                  </a:ext>
                </a:extLst>
              </a:tr>
            </a:tbl>
          </a:graphicData>
        </a:graphic>
      </p:graphicFrame>
    </p:spTree>
    <p:extLst>
      <p:ext uri="{BB962C8B-B14F-4D97-AF65-F5344CB8AC3E}">
        <p14:creationId xmlns:p14="http://schemas.microsoft.com/office/powerpoint/2010/main" val="325511826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6819622-E910-FEF4-C5AD-0D521245A34B}"/>
              </a:ext>
            </a:extLst>
          </p:cNvPr>
          <p:cNvSpPr txBox="1"/>
          <p:nvPr/>
        </p:nvSpPr>
        <p:spPr>
          <a:xfrm>
            <a:off x="2045241" y="6721475"/>
            <a:ext cx="3469205" cy="923330"/>
          </a:xfrm>
          <a:prstGeom prst="rect">
            <a:avLst/>
          </a:prstGeom>
          <a:noFill/>
        </p:spPr>
        <p:txBody>
          <a:bodyPr wrap="square" lIns="0" tIns="0" rIns="0" bIns="0" anchor="ctr">
            <a:spAutoFit/>
          </a:bodyPr>
          <a:lstStyle/>
          <a:p>
            <a:pPr algn="ctr" defTabSz="977875" rtl="1"/>
            <a:r>
              <a:rPr lang="ar-SA" sz="6000" b="1" dirty="0">
                <a:solidFill>
                  <a:srgbClr val="FFFFFF"/>
                </a:solidFill>
                <a:latin typeface="Abar Mid" pitchFamily="2" charset="-78"/>
                <a:ea typeface="Abar Mid" pitchFamily="2" charset="-78"/>
                <a:cs typeface="Abar Mid" pitchFamily="2" charset="-78"/>
              </a:rPr>
              <a:t>شكرا لكم</a:t>
            </a:r>
            <a:endParaRPr sz="6000" b="1" dirty="0">
              <a:solidFill>
                <a:srgbClr val="FFFFFF"/>
              </a:solidFill>
              <a:latin typeface="Abar Mid" pitchFamily="2" charset="-78"/>
              <a:ea typeface="Abar Mid" pitchFamily="2" charset="-78"/>
              <a:cs typeface="Abar Mid" pitchFamily="2" charset="-78"/>
            </a:endParaRPr>
          </a:p>
        </p:txBody>
      </p:sp>
      <p:cxnSp>
        <p:nvCxnSpPr>
          <p:cNvPr id="2" name="Straight Connector 1">
            <a:extLst>
              <a:ext uri="{FF2B5EF4-FFF2-40B4-BE49-F238E27FC236}">
                <a16:creationId xmlns:a16="http://schemas.microsoft.com/office/drawing/2014/main" id="{C64976DF-2BD2-67AA-4707-8B5214620052}"/>
              </a:ext>
            </a:extLst>
          </p:cNvPr>
          <p:cNvCxnSpPr>
            <a:cxnSpLocks/>
          </p:cNvCxnSpPr>
          <p:nvPr/>
        </p:nvCxnSpPr>
        <p:spPr>
          <a:xfrm>
            <a:off x="3138176" y="7958289"/>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spTree>
    <p:extLst>
      <p:ext uri="{BB962C8B-B14F-4D97-AF65-F5344CB8AC3E}">
        <p14:creationId xmlns:p14="http://schemas.microsoft.com/office/powerpoint/2010/main" val="3001195978"/>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POWER_USER_CONTEXTUAL_SHAPES_AGENDA_DESIGNER" val="{&quot;Version&quot;:3,&quot;Divider1&quot;:{&quot;Title&quot;:{&quot;AutoShapeType&quot;:1,&quot;CalloutType&quot;:1,&quot;CalloutAngle&quot;:2,&quot;CalloutGap&quot;:-3.40282347E+38,&quot;Visible&quot;:-1,&quot;LockAspectRatio&quot;:0,&quot;CanUpdateAdjustments&quot;:true,&quot;Adjustment1&quot;:-1.0,&quot;Adjustment2&quot;:-1.0,&quot;Adjustment3&quot;:-1.0,&quot;Adjustment4&quot;:-1.0,&quot;CanManagePosition&quot;:true,&quot;Left&quot;:148.8125,&quot;Top&quot;:423.35,&quot;Rotation&quot;:-1.0,&quot;CanManageSize&quot;:true,&quot;Width&quot;:426.4375,&quot;Height&quot;:211.675,&quot;TextFrame2AutoSize&quot;:1,&quot;TextFrame2TextRangeFontName&quot;:&quot;&quot;,&quot;TextFrameMarginTop&quot;:0.0,&quot;TextFrameMarginLeft&quot;:0.0,&quot;TextFrameMarginRight&quot;:0.0,&quot;TextFrameMarginBottom&quot;:0.0,&quot;TextFrameWordWrap&quot;:-1,&quot;TextFrameTextRangeFontSize&quot;:30.0,&quot;TextFrameTextRangeFontColorHexa&quot;:&quot;#000000&quot;,&quot;TextFrameTextRangeFontHighlightColorHexa&quot;:&quot;&quot;,&quot;TextFrameTextRangeFontBold&quot;:0,&quot;TextFrameTextRangeFontItalic&quot;:0,&quot;TextFrameTextRangeFontUnderline&quot;:0,&quot;TextFrameVerticalAnchor&quot;:1,&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1,&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true},&quot;Number&quot;:{&quot;AutoShapeType&quot;:1,&quot;CalloutType&quot;:1,&quot;CalloutAngle&quot;:2,&quot;CalloutGap&quot;:-3.40282347E+38,&quot;Visible&quot;:-1,&quot;LockAspectRatio&quot;:0,&quot;CanUpdateAdjustments&quot;:true,&quot;Adjustment1&quot;:-1.0,&quot;Adjustment2&quot;:-1.0,&quot;Adjustment3&quot;:-1.0,&quot;Adjustment4&quot;:-1.0,&quot;CanManagePosition&quot;:true,&quot;Left&quot;:71.43,&quot;Top&quot;:423.35,&quot;Rotation&quot;:-1.0,&quot;CanManageSize&quot;:true,&quot;Width&quot;:89.2875,&quot;Height&quot;:158.756256,&quot;TextFrame2AutoSize&quot;:0,&quot;TextFrame2TextRangeFontName&quot;:&quot;&quot;,&quot;TextFrameMarginTop&quot;:0.0,&quot;TextFrameMarginLeft&quot;:0.0,&quot;TextFrameMarginRight&quot;:0.0,&quot;TextFrameMarginBottom&quot;:0.0,&quot;TextFrameWordWrap&quot;:0,&quot;TextFrameTextRangeFontSize&quot;:30.0,&quot;TextFrameTextRangeFontColorHexa&quot;:&quot;#FFFFFF&quot;,&quot;TextFrameTextRangeFontHighlightColorHexa&quot;:&quot;&quot;,&quot;TextFrameTextRangeFontBold&quot;:0,&quot;TextFrameTextRangeFontItalic&quot;:0,&quot;TextFrameTextRangeFontUnderline&quot;:0,&quot;TextFrameVerticalAnchor&quot;:3,&quot;TextFrameHorizontalAnchor&quot;:2,&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1,&quot;FillForeColorHexa&quot;:&quot;#156082&quot;,&quot;FillTransparency&quot;:0.0,&quot;LineVisible&quot;:0,&quot;LineForeColorHexa&quot;:null,&quot;LineWeight&quot;:0.0,&quot;LineDashStyle&quot;:1,&quot;LineEndArrowheadStyle&quot;:1,&quot;LineBeginArrowheadStyle&quot;:1,&quot;ShouldSendToBack&quot;:false,&quot;NeedsApplyToAll&quot;:true},&quot;Line&quot;:{&quot;AutoShapeType&quot;:1,&quot;CalloutType&quot;:1,&quot;CalloutAngle&quot;:2,&quot;CalloutGap&quot;:-3.40282347E+38,&quot;Visible&quot;:-1,&quot;LockAspectRatio&quot;:0,&quot;CanUpdateAdjustments&quot;:true,&quot;Adjustment1&quot;:-1.0,&quot;Adjustment2&quot;:-1.0,&quot;Adjustment3&quot;:-1.0,&quot;Adjustment4&quot;:-1.0,&quot;CanManagePosition&quot;:true,&quot;Left&quot;:148.8125,&quot;Top&quot;:642.025,&quot;Rotation&quot;:-1.0,&quot;CanManageSize&quot;:true,&quot;Width&quot;:426.4375,&quot;Height&quot;:0.0,&quot;TextFrame2AutoSize&quot;:0,&quot;TextFrame2TextRangeFontName&quot;:&quot;&quot;,&quot;TextFrameMarginTop&quot;:0.0,&quot;TextFrameMarginLeft&quot;:0.0,&quot;TextFrameMarginRight&quot;:0.0,&quot;TextFrameMarginBottom&quot;:0.0,&quot;TextFrameWordWrap&quot;:-1,&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0,&quot;FillForeColorHexa&quot;:&quot;#000000&quot;,&quot;FillTransparency&quot;:0.0,&quot;LineVisible&quot;:-1,&quot;LineForeColorHexa&quot;:&quot;#156082&quot;,&quot;LineWeight&quot;:0.0,&quot;LineDashStyle&quot;:1,&quot;LineEndArrowheadStyle&quot;:1,&quot;LineBeginArrowheadStyle&quot;:1,&quot;ShouldSendToBack&quot;:false,&quot;NeedsApplyToAll&quot;:false},&quot;FontSizeShapeRatio&quot;:1.4},&quot;TableOfContent1&quot;:{&quot;Title&quot;:{&quot;AutoShapeType&quot;:1,&quot;CalloutType&quot;:1,&quot;CalloutAngle&quot;:2,&quot;CalloutGap&quot;:-3.40282347E+38,&quot;Visible&quot;:-1,&quot;LockAspectRatio&quot;:0,&quot;CanUpdateAdjustments&quot;:true,&quot;Adjustment1&quot;:-1.0,&quot;Adjustment2&quot;:-1.0,&quot;Adjustment3&quot;:-1.0,&quot;Adjustment4&quot;:-1.0,&quot;CanManagePosition&quot;:true,&quot;Left&quot;:47.62,&quot;Top&quot;:105.8375,&quot;Rotation&quot;:0.0,&quot;CanManageSize&quot;:true,&quot;Width&quot;:476.2,&quot;Height&quot;:30.0,&quot;TextFrame2AutoSize&quot;:0,&quot;TextFrame2TextRangeFontName&quot;:&quot;&quot;,&quot;TextFrameMarginTop&quot;:0.0,&quot;TextFrameMarginLeft&quot;:0.0,&quot;TextFrameMarginRight&quot;:0.0,&quot;TextFrameMarginBottom&quot;:0.0,&quot;TextFrameWordWrap&quot;:-1,&quot;TextFrameTextRangeFontSize&quot;:32.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1,&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true},&quot;SectionTitle&quot;:{&quot;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7.0,&quot;TextFrameMarginRight&quot;:0.0,&quot;TextFrameMarginBottom&quot;:0.0,&quot;TextFrameWordWrap&quot;:-1,&quot;TextFrameTextRangeFontSize&quot;:18.0,&quot;TextFrameTextRangeFontColorHexa&quot;:&quot;#FFFFFF&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1,&quot;TextFrameTextRangeFontTransparency&quot;:0.0,&quot;ZOrderPosition&quot;:-2147483648,&quot;CanChangeZOrderPosition&quot;:true,&quot;FillVisible&quot;:0,&quot;FillForeColorHexa&quot;:&quot;#000000&quot;,&quot;FillTransparency&quot;:0.0,&quot;LineVisible&quot;:0,&quot;LineForeColorHexa&quot;:null,&quot;LineWeight&quot;:0.0,&quot;LineDashStyle&quot;:1,&quot;LineEndArrowheadStyle&quot;:1,&quot;LineBeginArrowheadStyle&quot;:1,&quot;ShouldSendToBack&quot;:false,&quot;NeedsApplyToAll&quot;:false}],&quot;In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7.0,&quot;TextFrameMarginRight&quot;:0.0,&quot;TextFrameMarginBottom&quot;:0.0,&quot;TextFrameWordWrap&quot;:-1,&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1,&quot;TextFrameTextRangeFontTransparency&quot;:0.0,&quot;ZOrderPosition&quot;:-2147483648,&quot;CanChangeZOrderPosition&quot;:true,&quot;FillVisible&quot;:0,&quot;FillForeColorHexa&quot;:&quot;#000000&quot;,&quot;FillTransparency&quot;:0.0,&quot;LineVisible&quot;:0,&quot;LineForeColorHexa&quot;:null,&quot;LineWeight&quot;:0.0,&quot;LineDashStyle&quot;:1,&quot;LineEndArrowheadStyle&quot;:1,&quot;LineBeginArrowheadStyle&quot;:1,&quot;ShouldSendToBack&quot;:false,&quot;NeedsApplyToAll&quot;:false}],&quot;CoverPag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7.0,&quot;TextFrameMarginRight&quot;:0.0,&quot;TextFrameMarginBottom&quot;:0.0,&quot;TextFrameWordWrap&quot;:-1,&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1,&quot;TextFrameTextRangeFontTransparency&quot;:0.0,&quot;ZOrderPosition&quot;:-2147483648,&quot;CanChangeZOrderPosition&quot;:true,&quot;FillVisible&quot;:0,&quot;FillForeColorHexa&quot;:&quot;#000000&quot;,&quot;FillTransparency&quot;:0.0,&quot;LineVisible&quot;:0,&quot;LineForeColorHexa&quot;:null,&quot;LineWeight&quot;:0.0,&quot;LineDashStyle&quot;:1,&quot;LineEndArrowheadStyle&quot;:1,&quot;LineBeginArrowheadStyle&quot;:1,&quot;ShouldSendToBack&quot;:false,&quot;NeedsApplyToAll&quot;:false}]},&quot;Back&quot;:{&quot;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1,&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1,&quot;FillForeColorHexa&quot;:&quot;#156082&quot;,&quot;FillTransparency&quot;:0.0,&quot;LineVisible&quot;:0,&quot;LineForeColorHexa&quot;:null,&quot;LineWeight&quot;:0.0,&quot;LineDashStyle&quot;:1,&quot;LineEndArrowheadStyle&quot;:1,&quot;LineBeginArrowheadStyle&quot;:1,&quot;ShouldSendToBack&quot;:true,&quot;NeedsApplyToAll&quot;:false}],&quot;InactiveDesigns&quot;:[{&quot;AutoShapeType&quot;:1,&quot;CalloutType&quot;:1,&quot;CalloutAngle&quot;:2,&quot;CalloutGap&quot;:-3.40282347E+38,&quot;Visible&quot;:0,&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1,&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1,&quot;FillForeColorHexa&quot;:&quot;#000000&quot;,&quot;FillTransparency&quot;:0.0,&quot;LineVisible&quot;:-1,&quot;LineForeColorHexa&quot;:null,&quot;LineWeight&quot;:0.0,&quot;LineDashStyle&quot;:1,&quot;LineEndArrowheadStyle&quot;:1,&quot;LineBeginArrowheadStyle&quot;:1,&quot;ShouldSendToBack&quot;:true,&quot;NeedsApplyToAll&quot;:false}],&quot;CoverPageDesigns&quot;:[{&quot;AutoShapeType&quot;:1,&quot;CalloutType&quot;:1,&quot;CalloutAngle&quot;:2,&quot;CalloutGap&quot;:-3.40282347E+38,&quot;Visible&quot;:0,&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1,&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1,&quot;FillForeColorHexa&quot;:&quot;#000000&quot;,&quot;FillTransparency&quot;:0.0,&quot;LineVisible&quot;:-1,&quot;LineForeColorHexa&quot;:null,&quot;LineWeight&quot;:0.0,&quot;LineDashStyle&quot;:1,&quot;LineEndArrowheadStyle&quot;:1,&quot;LineBeginArrowheadStyle&quot;:1,&quot;ShouldSendToBack&quot;:true,&quot;NeedsApplyToAll&quot;:false}]},&quot;Number&quot;:{&quot;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FFFFFF&quot;,&quot;TextFrameTextRangeFontHighlightColorHexa&quot;:&quot;&quot;,&quot;TextFrameTextRangeFontBold&quot;:-1,&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1,&quot;FillForeColorHexa&quot;:&quot;#156082&quot;,&quot;FillTransparency&quot;:0.0,&quot;LineVisible&quot;:0,&quot;LineForeColorHexa&quot;:null,&quot;LineWeight&quot;:0.0,&quot;LineDashStyle&quot;:1,&quot;LineEndArrowheadStyle&quot;:1,&quot;LineBeginArrowheadStyle&quot;:1,&quot;ShouldSendToBack&quot;:false,&quot;NeedsApplyToAll&quot;:false}],&quot;In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FFFFFF&quot;,&quot;TextFrameTextRangeFontHighlightColorHexa&quot;:&quot;&quot;,&quot;TextFrameTextRangeFontBold&quot;:-1,&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1,&quot;FillForeColorHexa&quot;:&quot;#D9D9D9&quot;,&quot;FillTransparency&quot;:0.0,&quot;LineVisible&quot;:0,&quot;LineForeColorHexa&quot;:null,&quot;LineWeight&quot;:0.0,&quot;LineDashStyle&quot;:1,&quot;LineEndArrowheadStyle&quot;:1,&quot;LineBeginArrowheadStyle&quot;:1,&quot;ShouldSendToBack&quot;:false,&quot;NeedsApplyToAll&quot;:false}],&quot;CoverPag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FFFFFF&quot;,&quot;TextFrameTextRangeFontHighlightColorHexa&quot;:&quot;&quot;,&quot;TextFrameTextRangeFontBold&quot;:-1,&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1,&quot;FillForeColorHexa&quot;:&quot;#156082&quot;,&quot;FillTransparency&quot;:0.0,&quot;LineVisible&quot;:0,&quot;LineForeColorHexa&quot;:null,&quot;LineWeight&quot;:0.0,&quot;LineDashStyle&quot;:1,&quot;LineEndArrowheadStyle&quot;:1,&quot;LineBeginArrowheadStyle&quot;:1,&quot;ShouldSendToBack&quot;:false,&quot;NeedsApplyToAll&quot;:false}]},&quot;SlideIndex&quot;:{&quot;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FFFFFF&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0,&quot;FillForeColorHexa&quot;:&quot;#000000&quot;,&quot;FillTransparency&quot;:0.0,&quot;LineVisible&quot;:0,&quot;LineForeColorHexa&quot;:null,&quot;LineWeight&quot;:0.0,&quot;LineDashStyle&quot;:1,&quot;LineEndArrowheadStyle&quot;:1,&quot;LineBeginArrowheadStyle&quot;:1,&quot;ShouldSendToBack&quot;:false,&quot;NeedsApplyToAll&quot;:false}],&quot;In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false}],&quot;CoverPag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false}]},&quot;MarginLeft&quot;:48.0,&quot;MarginRight&quot;:47.25,&quot;MarginTop&quot;:169.0,&quot;MarginBottom&quot;:42.375,&quot;AgendaAlignment&quot;:1,&quot;FontSizeShapeRatio&quot;:1.4},&quot;TableOfContent3&quot;:{&quot;Title&quot;:{&quot;AutoShapeType&quot;:1,&quot;CalloutType&quot;:1,&quot;CalloutAngle&quot;:2,&quot;CalloutGap&quot;:-3.40282347E+38,&quot;Visible&quot;:-1,&quot;LockAspectRatio&quot;:0,&quot;CanUpdateAdjustments&quot;:true,&quot;Adjustment1&quot;:-1.0,&quot;Adjustment2&quot;:-1.0,&quot;Adjustment3&quot;:-1.0,&quot;Adjustment4&quot;:-1.0,&quot;CanManagePosition&quot;:true,&quot;Left&quot;:47.62,&quot;Top&quot;:105.8375,&quot;Rotation&quot;:0.0,&quot;CanManageSize&quot;:true,&quot;Width&quot;:476.2,&quot;Height&quot;:30.0,&quot;TextFrame2AutoSize&quot;:0,&quot;TextFrame2TextRangeFontName&quot;:&quot;&quot;,&quot;TextFrameMarginTop&quot;:0.0,&quot;TextFrameMarginLeft&quot;:0.0,&quot;TextFrameMarginRight&quot;:0.0,&quot;TextFrameMarginBottom&quot;:0.0,&quot;TextFrameWordWrap&quot;:-1,&quot;TextFrameTextRangeFontSize&quot;:32.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1,&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true},&quot;SectionTitle&quot;:{&quot;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7.0,&quot;TextFrameMarginRight&quot;:0.0,&quot;TextFrameMarginBottom&quot;:0.0,&quot;TextFrameWordWrap&quot;:-1,&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1,&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false}],&quot;In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7.0,&quot;TextFrameMarginRight&quot;:0.0,&quot;TextFrameMarginBottom&quot;:0.0,&quot;TextFrameWordWrap&quot;:-1,&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1,&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false}],&quot;CoverPag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7.0,&quot;TextFrameMarginRight&quot;:0.0,&quot;TextFrameMarginBottom&quot;:0.0,&quot;TextFrameWordWrap&quot;:-1,&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1,&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false}]},&quot;Number&quot;:{&quot;ActiveDesigns&quot;:[{&quot;AutoShapeType&quot;:9,&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FFFFFF&quot;,&quot;TextFrameTextRangeFontHighlightColorHexa&quot;:&quot;&quot;,&quot;TextFrameTextRangeFontBold&quot;:-1,&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1,&quot;FillForeColorHexa&quot;:&quot;#156082&quot;,&quot;FillTransparency&quot;:0.0,&quot;LineVisible&quot;:-1,&quot;LineForeColorHexa&quot;:&quot;#156082&quot;,&quot;LineWeight&quot;:2.0,&quot;LineDashStyle&quot;:1,&quot;LineEndArrowheadStyle&quot;:1,&quot;LineBeginArrowheadStyle&quot;:1,&quot;ShouldSendToBack&quot;:false,&quot;NeedsApplyToAll&quot;:false}],&quot;InactiveDesigns&quot;:[{&quot;AutoShapeType&quot;:9,&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156082&quot;,&quot;TextFrameTextRangeFontHighlightColorHexa&quot;:&quot;&quot;,&quot;TextFrameTextRangeFontBold&quot;:-1,&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1,&quot;FillForeColorHexa&quot;:&quot;#FFFFFF&quot;,&quot;FillTransparency&quot;:0.0,&quot;LineVisible&quot;:-1,&quot;LineForeColorHexa&quot;:&quot;#156082&quot;,&quot;LineWeight&quot;:2.0,&quot;LineDashStyle&quot;:1,&quot;LineEndArrowheadStyle&quot;:1,&quot;LineBeginArrowheadStyle&quot;:1,&quot;ShouldSendToBack&quot;:false,&quot;NeedsApplyToAll&quot;:false}],&quot;CoverPageDesigns&quot;:[{&quot;AutoShapeType&quot;:9,&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FFFFFF&quot;,&quot;TextFrameTextRangeFontHighlightColorHexa&quot;:&quot;&quot;,&quot;TextFrameTextRangeFontBold&quot;:-1,&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1,&quot;FillForeColorHexa&quot;:&quot;#156082&quot;,&quot;FillTransparency&quot;:0.0,&quot;LineVisible&quot;:-1,&quot;LineForeColorHexa&quot;:&quot;#156082&quot;,&quot;LineWeight&quot;:2.0,&quot;LineDashStyle&quot;:1,&quot;LineEndArrowheadStyle&quot;:1,&quot;LineBeginArrowheadStyle&quot;:1,&quot;ShouldSendToBack&quot;:false,&quot;NeedsApplyToAll&quot;:false}]},&quot;SlideIndex&quot;:{&quot;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false}],&quot;In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false}],&quot;CoverPag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false}]},&quot;Line&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1,&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0,&quot;FillForeColorHexa&quot;:&quot;#000000&quot;,&quot;FillTransparency&quot;:0.0,&quot;LineVisible&quot;:-1,&quot;LineForeColorHexa&quot;:&quot;#156082&quot;,&quot;LineWeight&quot;:2.0,&quot;LineDashStyle&quot;:1,&quot;LineEndArrowheadStyle&quot;:1,&quot;LineBeginArrowheadStyle&quot;:1,&quot;ShouldSendToBack&quot;:true,&quot;NeedsApplyToAll&quot;:false},&quot;MarginLeft&quot;:47.62,&quot;MarginRight&quot;:47.62,&quot;MarginTop&quot;:169.34,&quot;MarginBottom&quot;:42.335,&quot;AgendaAlignment&quot;:1,&quot;FontSizeShapeRatio&quot;:1.4},&quot;TableOfContent4&quot;:{&quot;Title&quot;:{&quot;AutoShapeType&quot;:1,&quot;CalloutType&quot;:1,&quot;CalloutAngle&quot;:2,&quot;CalloutGap&quot;:-3.40282347E+38,&quot;Visible&quot;:-1,&quot;LockAspectRatio&quot;:0,&quot;CanUpdateAdjustments&quot;:true,&quot;Adjustment1&quot;:-1.0,&quot;Adjustment2&quot;:-1.0,&quot;Adjustment3&quot;:-1.0,&quot;Adjustment4&quot;:-1.0,&quot;CanManagePosition&quot;:true,&quot;Left&quot;:47.62,&quot;Top&quot;:105.8375,&quot;Rotation&quot;:0.0,&quot;CanManageSize&quot;:true,&quot;Width&quot;:476.2,&quot;Height&quot;:30.0,&quot;TextFrame2AutoSize&quot;:0,&quot;TextFrame2TextRangeFontName&quot;:&quot;&quot;,&quot;TextFrameMarginTop&quot;:0.0,&quot;TextFrameMarginLeft&quot;:0.0,&quot;TextFrameMarginRight&quot;:0.0,&quot;TextFrameMarginBottom&quot;:0.0,&quot;TextFrameWordWrap&quot;:-1,&quot;TextFrameTextRangeFontSize&quot;:32.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1,&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true},&quot;SectionTitle&quot;:{&quot;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7.0,&quot;TextFrameMarginRight&quot;:0.0,&quot;TextFrameMarginBottom&quot;:0.0,&quot;TextFrameWordWrap&quot;:-1,&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1,&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false}],&quot;In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7.0,&quot;TextFrameMarginRight&quot;:0.0,&quot;TextFrameMarginBottom&quot;:0.0,&quot;TextFrameWordWrap&quot;:-1,&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1,&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false}],&quot;CoverPag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7.0,&quot;TextFrameMarginRight&quot;:0.0,&quot;TextFrameMarginBottom&quot;:0.0,&quot;TextFrameWordWrap&quot;:-1,&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1,&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false}]},&quot;Number&quot;:{&quot;ActiveDesigns&quot;:[{&quot;AutoShapeType&quot;:9,&quot;CalloutType&quot;:1,&quot;CalloutAngle&quot;:2,&quot;CalloutGap&quot;:-3.40282347E+38,&quot;Visible&quot;:-1,&quot;LockAspectRatio&quot;:-1,&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FFFFFF&quot;,&quot;TextFrameTextRangeFontHighlightColorHexa&quot;:&quot;&quot;,&quot;TextFrameTextRangeFontBold&quot;:-1,&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1,&quot;FillForeColorHexa&quot;:&quot;#156082&quot;,&quot;FillTransparency&quot;:0.0,&quot;LineVisible&quot;:-1,&quot;LineForeColorHexa&quot;:&quot;#156082&quot;,&quot;LineWeight&quot;:2.0,&quot;LineDashStyle&quot;:1,&quot;LineEndArrowheadStyle&quot;:1,&quot;LineBeginArrowheadStyle&quot;:1,&quot;ShouldSendToBack&quot;:false,&quot;NeedsApplyToAll&quot;:false}],&quot;InactiveDesigns&quot;:[{&quot;AutoShapeType&quot;:9,&quot;CalloutType&quot;:1,&quot;CalloutAngle&quot;:2,&quot;CalloutGap&quot;:-3.40282347E+38,&quot;Visible&quot;:-1,&quot;LockAspectRatio&quot;:-1,&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156082&quot;,&quot;TextFrameTextRangeFontHighlightColorHexa&quot;:&quot;&quot;,&quot;TextFrameTextRangeFontBold&quot;:-1,&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1,&quot;FillForeColorHexa&quot;:&quot;#FFFFFF&quot;,&quot;FillTransparency&quot;:0.0,&quot;LineVisible&quot;:-1,&quot;LineForeColorHexa&quot;:&quot;#156082&quot;,&quot;LineWeight&quot;:2.0,&quot;LineDashStyle&quot;:1,&quot;LineEndArrowheadStyle&quot;:1,&quot;LineBeginArrowheadStyle&quot;:1,&quot;ShouldSendToBack&quot;:false,&quot;NeedsApplyToAll&quot;:false}],&quot;CoverPageDesigns&quot;:[{&quot;AutoShapeType&quot;:9,&quot;CalloutType&quot;:1,&quot;CalloutAngle&quot;:2,&quot;CalloutGap&quot;:-3.40282347E+38,&quot;Visible&quot;:-1,&quot;LockAspectRatio&quot;:-1,&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FFFFFF&quot;,&quot;TextFrameTextRangeFontHighlightColorHexa&quot;:&quot;&quot;,&quot;TextFrameTextRangeFontBold&quot;:-1,&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1,&quot;FillForeColorHexa&quot;:&quot;#156082&quot;,&quot;FillTransparency&quot;:0.0,&quot;LineVisible&quot;:-1,&quot;LineForeColorHexa&quot;:&quot;#156082&quot;,&quot;LineWeight&quot;:2.0,&quot;LineDashStyle&quot;:1,&quot;LineEndArrowheadStyle&quot;:1,&quot;LineBeginArrowheadStyle&quot;:1,&quot;ShouldSendToBack&quot;:false,&quot;NeedsApplyToAll&quot;:false}]},&quot;SlideIndex&quot;:{&quot;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false}],&quot;In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false}],&quot;CoverPag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false}]},&quot;Arc&quot;:{&quot;AutoShapeType&quot;:25,&quot;CalloutType&quot;:1,&quot;CalloutAngle&quot;:2,&quot;CalloutGap&quot;:-3.40282347E+38,&quot;Visible&quot;:-1,&quot;LockAspectRatio&quot;:0,&quot;CanUpdateAdjustments&quot;:fals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1,&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0,&quot;FillForeColorHexa&quot;:&quot;#000000&quot;,&quot;FillTransparency&quot;:0.0,&quot;LineVisible&quot;:-1,&quot;LineForeColorHexa&quot;:&quot;#156082&quot;,&quot;LineWeight&quot;:2.0,&quot;LineDashStyle&quot;:1,&quot;LineEndArrowheadStyle&quot;:1,&quot;LineBeginArrowheadStyle&quot;:1,&quot;ShouldSendToBack&quot;:true,&quot;NeedsApplyToAll&quot;:false},&quot;MarginLeft&quot;:47.62,&quot;MarginRight&quot;:47.62,&quot;MarginTop&quot;:169.34,&quot;MarginBottom&quot;:42.335,&quot;AgendaAlignment&quot;:1,&quot;FontSizeShapeRatio&quot;:1.4},&quot;Breadcrumb&quot;:{&quot;ShapeDesign&quot;:{&quot;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0.0,&quot;Top&quot;:0.0,&quot;Rotation&quot;:-1.0,&quot;CanManageSize&quot;:true,&quot;Width&quot;:0.0,&quot;Height&quot;:20.0,&quot;TextFrame2AutoSize&quot;:1,&quot;TextFrame2TextRangeFontName&quot;:&quot;&quot;,&quot;TextFrameMarginTop&quot;:0.0,&quot;TextFrameMarginLeft&quot;:7.08,&quot;TextFrameMarginRight&quot;:7.08,&quot;TextFrameMarginBottom&quot;:0.0,&quot;TextFrameWordWrap&quot;:0,&quot;TextFrameTextRangeFontSize&quot;:12.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1.0,&quot;TextFrameTextRangeParagraphFormatLineRuleAfter&quot;:0,&quot;TextFrameTextRangeParagraphFormatSpaceAfter&quot;:-3.40282347E+38,&quot;TextFrameTextRangeParagraphFormatLineRuleBefore&quot;:0,&quot;TextFrameTextRangeParagraphFormatSpaceBefore&quot;:0.0,&quot;TextFrameTextRangeParagraphs1ParagraphFormatAlignment&quot;:1,&quot;TextFrameTextRangeFontTransparency&quot;:0.0,&quot;ZOrderPosition&quot;:-2147483648,&quot;CanChangeZOrderPosition&quot;:false,&quot;FillVisible&quot;:-1,&quot;FillForeColorHexa&quot;:&quot;#000000&quot;,&quot;FillTransparency&quot;:1.0,&quot;LineVisible&quot;:0,&quot;LineForeColorHexa&quot;:null,&quot;LineWeight&quot;:0.0,&quot;LineDashStyle&quot;:1,&quot;LineEndArrowheadStyle&quot;:1,&quot;LineBeginArrowheadStyle&quot;:1,&quot;ShouldSendToBack&quot;:false,&quot;NeedsApplyToAll&quot;:false}],&quot;In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0.0,&quot;Top&quot;:0.0,&quot;Rotation&quot;:-1.0,&quot;CanManageSize&quot;:true,&quot;Width&quot;:0.0,&quot;Height&quot;:20.0,&quot;TextFrame2AutoSize&quot;:1,&quot;TextFrame2TextRangeFontName&quot;:&quot;&quot;,&quot;TextFrameMarginTop&quot;:0.0,&quot;TextFrameMarginLeft&quot;:7.08,&quot;TextFrameMarginRight&quot;:7.08,&quot;TextFrameMarginBottom&quot;:0.0,&quot;TextFrameWordWrap&quot;:0,&quot;TextFrameTextRangeFontSize&quot;:12.0,&quot;TextFrameTextRangeFontColorHexa&quot;:&quot;#A6A6A6&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1.0,&quot;TextFrameTextRangeParagraphFormatLineRuleAfter&quot;:0,&quot;TextFrameTextRangeParagraphFormatSpaceAfter&quot;:-3.40282347E+38,&quot;TextFrameTextRangeParagraphFormatLineRuleBefore&quot;:0,&quot;TextFrameTextRangeParagraphFormatSpaceBefore&quot;:0.0,&quot;TextFrameTextRangeParagraphs1ParagraphFormatAlignment&quot;:1,&quot;TextFrameTextRangeFontTransparency&quot;:0.0,&quot;ZOrderPosition&quot;:-2147483648,&quot;CanChangeZOrderPosition&quot;:false,&quot;FillVisible&quot;:-1,&quot;FillForeColorHexa&quot;:&quot;#000000&quot;,&quot;FillTransparency&quot;:1.0,&quot;LineVisible&quot;:0,&quot;LineForeColorHexa&quot;:null,&quot;LineWeight&quot;:0.0,&quot;LineDashStyle&quot;:1,&quot;LineEndArrowheadStyle&quot;:1,&quot;LineBeginArrowheadStyle&quot;:1,&quot;ShouldSendToBack&quot;:false,&quot;NeedsApplyToAll&quot;:false}],&quot;CoverPageDesigns&quot;:[]},&quot;LeftOffsetAfterFirstShape&quot;:0.0,&quot;Left&quot;:0.0,&quot;Top&quot;:0.0,&quot;Active&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0.0,&quot;Top&quot;:0.0,&quot;Rotation&quot;:-1.0,&quot;CanManageSize&quot;:true,&quot;Width&quot;:0.0,&quot;Height&quot;:20.0,&quot;TextFrame2AutoSize&quot;:1,&quot;TextFrame2TextRangeFontName&quot;:&quot;&quot;,&quot;TextFrameMarginTop&quot;:0.0,&quot;TextFrameMarginLeft&quot;:7.08,&quot;TextFrameMarginRight&quot;:7.08,&quot;TextFrameMarginBottom&quot;:0.0,&quot;TextFrameWordWrap&quot;:0,&quot;TextFrameTextRangeFontSize&quot;:12.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1.0,&quot;TextFrameTextRangeParagraphFormatLineRuleAfter&quot;:0,&quot;TextFrameTextRangeParagraphFormatSpaceAfter&quot;:-3.40282347E+38,&quot;TextFrameTextRangeParagraphFormatLineRuleBefore&quot;:0,&quot;TextFrameTextRangeParagraphFormatSpaceBefore&quot;:0.0,&quot;TextFrameTextRangeParagraphs1ParagraphFormatAlignment&quot;:1,&quot;TextFrameTextRangeFontTransparency&quot;:0.0,&quot;ZOrderPosition&quot;:-2147483648,&quot;CanChangeZOrderPosition&quot;:false,&quot;FillVisible&quot;:-1,&quot;FillForeColorHexa&quot;:&quot;#000000&quot;,&quot;FillTransparency&quot;:1.0,&quot;LineVisible&quot;:0,&quot;LineForeColorHexa&quot;:null,&quot;LineWeight&quot;:0.0,&quot;LineDashStyle&quot;:1,&quot;LineEndArrowheadStyle&quot;:1,&quot;LineBeginArrowheadStyle&quot;:1,&quot;ShouldSendToBack&quot;:false,&quot;NeedsApplyToAll&quot;:false},&quot;Inactive&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0.0,&quot;Top&quot;:0.0,&quot;Rotation&quot;:-1.0,&quot;CanManageSize&quot;:true,&quot;Width&quot;:0.0,&quot;Height&quot;:20.0,&quot;TextFrame2AutoSize&quot;:1,&quot;TextFrame2TextRangeFontName&quot;:&quot;&quot;,&quot;TextFrameMarginTop&quot;:0.0,&quot;TextFrameMarginLeft&quot;:7.08,&quot;TextFrameMarginRight&quot;:7.08,&quot;TextFrameMarginBottom&quot;:0.0,&quot;TextFrameWordWrap&quot;:0,&quot;TextFrameTextRangeFontSize&quot;:12.0,&quot;TextFrameTextRangeFontColorHexa&quot;:&quot;#A6A6A6&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1.0,&quot;TextFrameTextRangeParagraphFormatLineRuleAfter&quot;:0,&quot;TextFrameTextRangeParagraphFormatSpaceAfter&quot;:-3.40282347E+38,&quot;TextFrameTextRangeParagraphFormatLineRuleBefore&quot;:0,&quot;TextFrameTextRangeParagraphFormatSpaceBefore&quot;:0.0,&quot;TextFrameTextRangeParagraphs1ParagraphFormatAlignment&quot;:1,&quot;TextFrameTextRangeFontTransparency&quot;:0.0,&quot;ZOrderPosition&quot;:-2147483648,&quot;CanChangeZOrderPosition&quot;:false,&quot;FillVisible&quot;:-1,&quot;FillForeColorHexa&quot;:&quot;#000000&quot;,&quot;FillTransparency&quot;:1.0,&quot;LineVisible&quot;:0,&quot;LineForeColorHexa&quot;:null,&quot;LineWeight&quot;:0.0,&quot;LineDashStyle&quot;:1,&quot;LineEndArrowheadStyle&quot;:1,&quot;LineBeginArrowheadStyle&quot;:1,&quot;ShouldSendToBack&quot;:false,&quot;NeedsApplyToAll&quot;:false},&quot;FontSizeShapeRatio&quot;:1.4}}"/>
  <p:tag name="POWER_USER_PPT_AGENDA_PRESENTATION_SHOW_BREADCRUMB_CHECKED_TAG" val="AllSections"/>
  <p:tag name="POWER_USER_LINKS_STATUS_TAG" val="&lt;?xml version=&quot;1.0&quot; encoding=&quot;utf-16&quot;?&gt;&#10;&lt;PuLinks xmlns:xsd=&quot;http://www.w3.org/2001/XMLSchema&quot; xmlns:xsi=&quot;http://www.w3.org/2001/XMLSchema-instance&quot;&gt;&#10;  &lt;PuLink status=&quot;1&quot; id=&quot;POWER_USER_LINK_55558452_5EEB_43E3_B17B_AFCE618899C7&quot; /&gt;&#10;  &lt;PuLink status=&quot;1&quot; id=&quot;POWER_USER_LINK_15298569_15DF_4D7E_B155_87E4D9E08999&quot; /&gt;&#10;&lt;/PuLinks&gt;"/>
</p:tagLst>
</file>

<file path=ppt/tags/tag2.xml><?xml version="1.0" encoding="utf-8"?>
<p:tagLst xmlns:a="http://schemas.openxmlformats.org/drawingml/2006/main" xmlns:r="http://schemas.openxmlformats.org/officeDocument/2006/relationships" xmlns:p="http://schemas.openxmlformats.org/presentationml/2006/main">
  <p:tag name="AS_UNIQUEID" val="114598"/>
</p:tagLst>
</file>

<file path=ppt/tags/tag3.xml><?xml version="1.0" encoding="utf-8"?>
<p:tagLst xmlns:a="http://schemas.openxmlformats.org/drawingml/2006/main" xmlns:r="http://schemas.openxmlformats.org/officeDocument/2006/relationships" xmlns:p="http://schemas.openxmlformats.org/presentationml/2006/main">
  <p:tag name="POWER_USER_TAGS_ICONS" val="button*wireframes*mockup"/>
</p:tagLst>
</file>

<file path=ppt/tags/tag4.xml><?xml version="1.0" encoding="utf-8"?>
<p:tagLst xmlns:a="http://schemas.openxmlformats.org/drawingml/2006/main" xmlns:r="http://schemas.openxmlformats.org/officeDocument/2006/relationships" xmlns:p="http://schemas.openxmlformats.org/presentationml/2006/main">
  <p:tag name="POWER_USER_TAGS_ICONS" val="button*wireframes*mockup"/>
</p:tagLst>
</file>

<file path=ppt/tags/tag5.xml><?xml version="1.0" encoding="utf-8"?>
<p:tagLst xmlns:a="http://schemas.openxmlformats.org/drawingml/2006/main" xmlns:r="http://schemas.openxmlformats.org/officeDocument/2006/relationships" xmlns:p="http://schemas.openxmlformats.org/presentationml/2006/main">
  <p:tag name="POWER_USER_TAGS_ICONS" val="button*wireframes*mockup"/>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AS_UNIQUEID" val="114598"/>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xml><?xml version="1.0" encoding="utf-8"?>
<p:tagLst xmlns:a="http://schemas.openxmlformats.org/drawingml/2006/main" xmlns:r="http://schemas.openxmlformats.org/officeDocument/2006/relationships" xmlns:p="http://schemas.openxmlformats.org/presentationml/2006/main">
  <p:tag name="AS_UNIQUEID" val="114598"/>
</p:tagLst>
</file>

<file path=ppt/tags/tag10.xml><?xml version="1.0" encoding="utf-8"?>
<p:tagLst xmlns:a="http://schemas.openxmlformats.org/drawingml/2006/main" xmlns:r="http://schemas.openxmlformats.org/officeDocument/2006/relationships" xmlns:p="http://schemas.openxmlformats.org/presentationml/2006/main">
  <p:tag name="AS_UNIQUEID" val="114598"/>
</p:tagLst>
</file>

<file path=ppt/tags/tag11.xml><?xml version="1.0" encoding="utf-8"?>
<p:tagLst xmlns:a="http://schemas.openxmlformats.org/drawingml/2006/main" xmlns:r="http://schemas.openxmlformats.org/officeDocument/2006/relationships" xmlns:p="http://schemas.openxmlformats.org/presentationml/2006/main">
  <p:tag name="AS_UNIQUEID" val="114598"/>
</p:tagLst>
</file>

<file path=ppt/tags/tag12.xml><?xml version="1.0" encoding="utf-8"?>
<p:tagLst xmlns:a="http://schemas.openxmlformats.org/drawingml/2006/main" xmlns:r="http://schemas.openxmlformats.org/officeDocument/2006/relationships" xmlns:p="http://schemas.openxmlformats.org/presentationml/2006/main">
  <p:tag name="AS_UNIQUEID" val="114598"/>
</p:tagLst>
</file>

<file path=ppt/tags/tag13.xml><?xml version="1.0" encoding="utf-8"?>
<p:tagLst xmlns:a="http://schemas.openxmlformats.org/drawingml/2006/main" xmlns:r="http://schemas.openxmlformats.org/officeDocument/2006/relationships" xmlns:p="http://schemas.openxmlformats.org/presentationml/2006/main">
  <p:tag name="AS_UNIQUEID" val="114598"/>
</p:tagLst>
</file>

<file path=ppt/tags/tag14.xml><?xml version="1.0" encoding="utf-8"?>
<p:tagLst xmlns:a="http://schemas.openxmlformats.org/drawingml/2006/main" xmlns:r="http://schemas.openxmlformats.org/officeDocument/2006/relationships" xmlns:p="http://schemas.openxmlformats.org/presentationml/2006/main">
  <p:tag name="AS_UNIQUEID" val="114598"/>
</p:tagLst>
</file>

<file path=ppt/tags/tag15.xml><?xml version="1.0" encoding="utf-8"?>
<p:tagLst xmlns:a="http://schemas.openxmlformats.org/drawingml/2006/main" xmlns:r="http://schemas.openxmlformats.org/officeDocument/2006/relationships" xmlns:p="http://schemas.openxmlformats.org/presentationml/2006/main">
  <p:tag name="AS_UNIQUEID" val="114598"/>
</p:tagLst>
</file>

<file path=ppt/tags/tag16.xml><?xml version="1.0" encoding="utf-8"?>
<p:tagLst xmlns:a="http://schemas.openxmlformats.org/drawingml/2006/main" xmlns:r="http://schemas.openxmlformats.org/officeDocument/2006/relationships" xmlns:p="http://schemas.openxmlformats.org/presentationml/2006/main">
  <p:tag name="AS_UNIQUEID" val="114598"/>
</p:tagLst>
</file>

<file path=ppt/tags/tag17.xml><?xml version="1.0" encoding="utf-8"?>
<p:tagLst xmlns:a="http://schemas.openxmlformats.org/drawingml/2006/main" xmlns:r="http://schemas.openxmlformats.org/officeDocument/2006/relationships" xmlns:p="http://schemas.openxmlformats.org/presentationml/2006/main">
  <p:tag name="AS_UNIQUEID" val="114598"/>
</p:tagLst>
</file>

<file path=ppt/tags/tag18.xml><?xml version="1.0" encoding="utf-8"?>
<p:tagLst xmlns:a="http://schemas.openxmlformats.org/drawingml/2006/main" xmlns:r="http://schemas.openxmlformats.org/officeDocument/2006/relationships" xmlns:p="http://schemas.openxmlformats.org/presentationml/2006/main">
  <p:tag name="AS_UNIQUEID" val="114598"/>
</p:tagLst>
</file>

<file path=ppt/theme/theme1.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MOHU">
    <a:dk1>
      <a:srgbClr val="163E35"/>
    </a:dk1>
    <a:lt1>
      <a:srgbClr val="FFFFFF"/>
    </a:lt1>
    <a:dk2>
      <a:srgbClr val="008263"/>
    </a:dk2>
    <a:lt2>
      <a:srgbClr val="ACC9B8"/>
    </a:lt2>
    <a:accent1>
      <a:srgbClr val="00080B"/>
    </a:accent1>
    <a:accent2>
      <a:srgbClr val="D7A562"/>
    </a:accent2>
    <a:accent3>
      <a:srgbClr val="004545"/>
    </a:accent3>
    <a:accent4>
      <a:srgbClr val="038061"/>
    </a:accent4>
    <a:accent5>
      <a:srgbClr val="174766"/>
    </a:accent5>
    <a:accent6>
      <a:srgbClr val="87452B"/>
    </a:accent6>
    <a:hlink>
      <a:srgbClr val="D6DEE5"/>
    </a:hlink>
    <a:folHlink>
      <a:srgbClr val="F5EDE3"/>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MOHU">
    <a:dk1>
      <a:srgbClr val="163E35"/>
    </a:dk1>
    <a:lt1>
      <a:srgbClr val="FFFFFF"/>
    </a:lt1>
    <a:dk2>
      <a:srgbClr val="008263"/>
    </a:dk2>
    <a:lt2>
      <a:srgbClr val="ACC9B8"/>
    </a:lt2>
    <a:accent1>
      <a:srgbClr val="00080B"/>
    </a:accent1>
    <a:accent2>
      <a:srgbClr val="D7A562"/>
    </a:accent2>
    <a:accent3>
      <a:srgbClr val="004545"/>
    </a:accent3>
    <a:accent4>
      <a:srgbClr val="038061"/>
    </a:accent4>
    <a:accent5>
      <a:srgbClr val="174766"/>
    </a:accent5>
    <a:accent6>
      <a:srgbClr val="87452B"/>
    </a:accent6>
    <a:hlink>
      <a:srgbClr val="D6DEE5"/>
    </a:hlink>
    <a:folHlink>
      <a:srgbClr val="F5EDE3"/>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3.xml><?xml version="1.0" encoding="utf-8"?>
<a:themeOverride xmlns:a="http://schemas.openxmlformats.org/drawingml/2006/main">
  <a:clrScheme name="MOHU">
    <a:dk1>
      <a:srgbClr val="163E35"/>
    </a:dk1>
    <a:lt1>
      <a:srgbClr val="FFFFFF"/>
    </a:lt1>
    <a:dk2>
      <a:srgbClr val="008263"/>
    </a:dk2>
    <a:lt2>
      <a:srgbClr val="ACC9B8"/>
    </a:lt2>
    <a:accent1>
      <a:srgbClr val="00080B"/>
    </a:accent1>
    <a:accent2>
      <a:srgbClr val="D7A562"/>
    </a:accent2>
    <a:accent3>
      <a:srgbClr val="004545"/>
    </a:accent3>
    <a:accent4>
      <a:srgbClr val="038061"/>
    </a:accent4>
    <a:accent5>
      <a:srgbClr val="174766"/>
    </a:accent5>
    <a:accent6>
      <a:srgbClr val="87452B"/>
    </a:accent6>
    <a:hlink>
      <a:srgbClr val="D6DEE5"/>
    </a:hlink>
    <a:folHlink>
      <a:srgbClr val="F5EDE3"/>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F5CE64B34CF6EC44A199F338B72EDEB5" ma:contentTypeVersion="13" ma:contentTypeDescription="Create a new document." ma:contentTypeScope="" ma:versionID="3f4b9e014ff65a4ea3c0e512a7f292a9">
  <xsd:schema xmlns:xsd="http://www.w3.org/2001/XMLSchema" xmlns:xs="http://www.w3.org/2001/XMLSchema" xmlns:p="http://schemas.microsoft.com/office/2006/metadata/properties" xmlns:ns2="eddcb049-de32-468e-a2a1-70a63145ae32" xmlns:ns3="2f6d02a0-59ef-494b-8458-690fa2dbc213" targetNamespace="http://schemas.microsoft.com/office/2006/metadata/properties" ma:root="true" ma:fieldsID="4438d69b347d6f7105c41aa14e58a461" ns2:_="" ns3:_="">
    <xsd:import namespace="eddcb049-de32-468e-a2a1-70a63145ae32"/>
    <xsd:import namespace="2f6d02a0-59ef-494b-8458-690fa2dbc213"/>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3:TaxCatchAll" minOccurs="0"/>
                <xsd:element ref="ns2:MediaServiceGenerationTime" minOccurs="0"/>
                <xsd:element ref="ns2:MediaServiceEventHashCode" minOccurs="0"/>
                <xsd:element ref="ns2:MediaLengthInSeconds" minOccurs="0"/>
                <xsd:element ref="ns2:MediaServiceOCR" minOccurs="0"/>
                <xsd:element ref="ns2:_Flow_SignoffStatu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dcb049-de32-468e-a2a1-70a63145ae3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f15cc7d9-54bd-481d-a51c-d3ab4800245b" ma:termSetId="09814cd3-568e-fe90-9814-8d621ff8fb84" ma:anchorId="fba54fb3-c3e1-fe81-a776-ca4b69148c4d" ma:open="true" ma:isKeyword="false">
      <xsd:complexType>
        <xsd:sequence>
          <xsd:element ref="pc:Terms" minOccurs="0" maxOccurs="1"/>
        </xsd:sequence>
      </xsd:complex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OCR" ma:index="18" nillable="true" ma:displayName="Extracted Text" ma:internalName="MediaServiceOCR" ma:readOnly="true">
      <xsd:simpleType>
        <xsd:restriction base="dms:Note">
          <xsd:maxLength value="255"/>
        </xsd:restriction>
      </xsd:simpleType>
    </xsd:element>
    <xsd:element name="_Flow_SignoffStatus" ma:index="19" nillable="true" ma:displayName="Sign-off status" ma:internalName="_x0024_Resources_x003a_core_x002c_Signoff_Status">
      <xsd:simpleType>
        <xsd:restriction base="dms:Text"/>
      </xsd:simpleType>
    </xsd:element>
    <xsd:element name="MediaServiceLocation" ma:index="20"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2f6d02a0-59ef-494b-8458-690fa2dbc213"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6f63078d-e739-44c7-952a-bfa7a1ce5c02}" ma:internalName="TaxCatchAll" ma:showField="CatchAllData" ma:web="2f6d02a0-59ef-494b-8458-690fa2dbc213">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eddcb049-de32-468e-a2a1-70a63145ae32">
      <Terms xmlns="http://schemas.microsoft.com/office/infopath/2007/PartnerControls"/>
    </lcf76f155ced4ddcb4097134ff3c332f>
    <_Flow_SignoffStatus xmlns="eddcb049-de32-468e-a2a1-70a63145ae32" xsi:nil="true"/>
    <TaxCatchAll xmlns="2f6d02a0-59ef-494b-8458-690fa2dbc213"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5231825B-29AE-464A-87C5-77B1ED10B87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dcb049-de32-468e-a2a1-70a63145ae32"/>
    <ds:schemaRef ds:uri="2f6d02a0-59ef-494b-8458-690fa2dbc21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D605B090-E725-431D-8F7D-A82706FB17C1}">
  <ds:schemaRefs>
    <ds:schemaRef ds:uri="24029d3c-7a44-447d-9afd-66984a7e0b95"/>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 ds:uri="eddcb049-de32-468e-a2a1-70a63145ae32"/>
    <ds:schemaRef ds:uri="2f6d02a0-59ef-494b-8458-690fa2dbc213"/>
  </ds:schemaRefs>
</ds:datastoreItem>
</file>

<file path=customXml/itemProps3.xml><?xml version="1.0" encoding="utf-8"?>
<ds:datastoreItem xmlns:ds="http://schemas.openxmlformats.org/officeDocument/2006/customXml" ds:itemID="{F36AC9A5-35D0-4F75-B6C5-37E5961DA866}">
  <ds:schemaRefs>
    <ds:schemaRef ds:uri="http://schemas.microsoft.com/sharepoint/v3/contenttype/forms"/>
  </ds:schemaRefs>
</ds:datastoreItem>
</file>

<file path=docMetadata/LabelInfo.xml><?xml version="1.0" encoding="utf-8"?>
<clbl:labelList xmlns:clbl="http://schemas.microsoft.com/office/2020/mipLabelMetadata">
  <clbl:label id="{95653b52-df9b-47d2-8549-8de78ac04e21}" enabled="1" method="Standard" siteId="{deff24bb-2089-4400-8c8e-f71e680378b2}" removed="0"/>
</clbl:labelList>
</file>

<file path=docProps/app.xml><?xml version="1.0" encoding="utf-8"?>
<Properties xmlns="http://schemas.openxmlformats.org/officeDocument/2006/extended-properties" xmlns:vt="http://schemas.openxmlformats.org/officeDocument/2006/docPropsVTypes">
  <Template/>
  <TotalTime>881</TotalTime>
  <Words>4509</Words>
  <Application>Microsoft Office PowerPoint</Application>
  <PresentationFormat>Custom</PresentationFormat>
  <Paragraphs>1022</Paragraphs>
  <Slides>18</Slides>
  <Notes>17</Notes>
  <HiddenSlides>0</HiddenSlides>
  <MMClips>0</MMClips>
  <ScaleCrop>false</ScaleCrop>
  <HeadingPairs>
    <vt:vector size="8" baseType="variant">
      <vt:variant>
        <vt:lpstr>Fonts Used</vt:lpstr>
      </vt:variant>
      <vt:variant>
        <vt:i4>6</vt:i4>
      </vt:variant>
      <vt:variant>
        <vt:lpstr>Theme</vt:lpstr>
      </vt:variant>
      <vt:variant>
        <vt:i4>1</vt:i4>
      </vt:variant>
      <vt:variant>
        <vt:lpstr>Embedded OLE Servers</vt:lpstr>
      </vt:variant>
      <vt:variant>
        <vt:i4>1</vt:i4>
      </vt:variant>
      <vt:variant>
        <vt:lpstr>Slide Titles</vt:lpstr>
      </vt:variant>
      <vt:variant>
        <vt:i4>18</vt:i4>
      </vt:variant>
    </vt:vector>
  </HeadingPairs>
  <TitlesOfParts>
    <vt:vector size="26" baseType="lpstr">
      <vt:lpstr>Abar Mid</vt:lpstr>
      <vt:lpstr>Aptos</vt:lpstr>
      <vt:lpstr>Arial</vt:lpstr>
      <vt:lpstr>Calibri</vt:lpstr>
      <vt:lpstr>Century Gothic</vt:lpstr>
      <vt:lpstr>Sakkal Majalla</vt:lpstr>
      <vt:lpstr>Custom Design</vt:lpstr>
      <vt:lpstr>think-cell Slide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Jamjoom, Mamdouh</dc:creator>
  <cp:keywords/>
  <dc:description>generated using python-pptx</dc:description>
  <cp:lastModifiedBy>Baraa Fayez Bakhsh</cp:lastModifiedBy>
  <cp:revision>2</cp:revision>
  <dcterms:created xsi:type="dcterms:W3CDTF">2013-01-27T09:14:16Z</dcterms:created>
  <dcterms:modified xsi:type="dcterms:W3CDTF">2026-10-22T08:29:20Z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0x010100F5CE64B34CF6EC44A199F338B72EDEB5</vt:lpwstr>
  </property>
  <property fmtid="{D5CDD505-2E9C-101B-9397-08002B2CF9AE}" pid="3" name="MediaServiceImageTags">
    <vt:lpwstr/>
  </property>
</Properties>
</file>