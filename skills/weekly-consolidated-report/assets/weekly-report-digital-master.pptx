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3.xml" ContentType="application/vnd.openxmlformats-officedocument.themeOverr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style4.xml" ContentType="application/vnd.ms-office.chartstyle+xml"/>
  <Override PartName="/ppt/charts/colors4.xml" ContentType="application/vnd.ms-office.chartcolorstyl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notesSlides/notesSlide7.xml" ContentType="application/vnd.openxmlformats-officedocument.presentationml.notesSlide+xml"/>
  <Override PartName="/ppt/tags/tag10.xml" ContentType="application/vnd.openxmlformats-officedocument.presentationml.tags+xml"/>
  <Override PartName="/ppt/notesSlides/notesSlide8.xml" ContentType="application/vnd.openxmlformats-officedocument.presentationml.notesSlide+xml"/>
  <Override PartName="/ppt/tags/tag11.xml" ContentType="application/vnd.openxmlformats-officedocument.presentationml.tags+xml"/>
  <Override PartName="/ppt/notesSlides/notesSlide9.xml" ContentType="application/vnd.openxmlformats-officedocument.presentationml.notesSlide+xml"/>
  <Override PartName="/ppt/tags/tag12.xml" ContentType="application/vnd.openxmlformats-officedocument.presentationml.tags+xml"/>
  <Override PartName="/ppt/notesSlides/notesSlide10.xml" ContentType="application/vnd.openxmlformats-officedocument.presentationml.notesSlide+xml"/>
  <Override PartName="/ppt/tags/tag13.xml" ContentType="application/vnd.openxmlformats-officedocument.presentationml.tags+xml"/>
  <Override PartName="/ppt/notesSlides/notesSlide11.xml" ContentType="application/vnd.openxmlformats-officedocument.presentationml.notesSlide+xml"/>
  <Override PartName="/ppt/tags/tag14.xml" ContentType="application/vnd.openxmlformats-officedocument.presentationml.tags+xml"/>
  <Override PartName="/ppt/notesSlides/notesSlide12.xml" ContentType="application/vnd.openxmlformats-officedocument.presentationml.notesSlide+xml"/>
  <Override PartName="/ppt/tags/tag15.xml" ContentType="application/vnd.openxmlformats-officedocument.presentationml.tags+xml"/>
  <Override PartName="/ppt/notesSlides/notesSlide13.xml" ContentType="application/vnd.openxmlformats-officedocument.presentationml.notesSlide+xml"/>
  <Override PartName="/ppt/tags/tag16.xml" ContentType="application/vnd.openxmlformats-officedocument.presentationml.tags+xml"/>
  <Override PartName="/ppt/notesSlides/notesSlide14.xml" ContentType="application/vnd.openxmlformats-officedocument.presentationml.notesSlide+xml"/>
  <Override PartName="/ppt/tags/tag17.xml" ContentType="application/vnd.openxmlformats-officedocument.presentationml.tags+xml"/>
  <Override PartName="/ppt/notesSlides/notesSlide15.xml" ContentType="application/vnd.openxmlformats-officedocument.presentationml.notesSlide+xml"/>
  <Override PartName="/ppt/tags/tag18.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8" r:id="rId4"/>
  </p:sldMasterIdLst>
  <p:notesMasterIdLst>
    <p:notesMasterId r:id="rId23"/>
  </p:notesMasterIdLst>
  <p:sldIdLst>
    <p:sldId id="256" r:id="rId5"/>
    <p:sldId id="282" r:id="rId6"/>
    <p:sldId id="276" r:id="rId7"/>
    <p:sldId id="277" r:id="rId8"/>
    <p:sldId id="305" r:id="rId9"/>
    <p:sldId id="289" r:id="rId10"/>
    <p:sldId id="278" r:id="rId11"/>
    <p:sldId id="297" r:id="rId12"/>
    <p:sldId id="288" r:id="rId13"/>
    <p:sldId id="300" r:id="rId14"/>
    <p:sldId id="296" r:id="rId15"/>
    <p:sldId id="306" r:id="rId16"/>
    <p:sldId id="307" r:id="rId17"/>
    <p:sldId id="311" r:id="rId18"/>
    <p:sldId id="310" r:id="rId19"/>
    <p:sldId id="308" r:id="rId20"/>
    <p:sldId id="309" r:id="rId21"/>
    <p:sldId id="301" r:id="rId22"/>
  </p:sldIdLst>
  <p:sldSz cx="7559675" cy="13441363"/>
  <p:notesSz cx="6858000" cy="9144000"/>
  <p:custDataLst>
    <p:tags r:id="rId24"/>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A667E2-3517-406A-85DE-E7FCA1602895}">
          <p14:sldIdLst>
            <p14:sldId id="256"/>
            <p14:sldId id="282"/>
            <p14:sldId id="276"/>
            <p14:sldId id="277"/>
            <p14:sldId id="305"/>
            <p14:sldId id="289"/>
          </p14:sldIdLst>
        </p14:section>
        <p14:section name="تفاصيل المهام" id="{E5FE2408-8E6D-4155-815E-311FC0B69DA8}">
          <p14:sldIdLst>
            <p14:sldId id="278"/>
            <p14:sldId id="297"/>
          </p14:sldIdLst>
        </p14:section>
        <p14:section name="تفاصيل مشاريع سهيل" id="{F8044DF7-87B1-4C3D-88CA-397A49253FF4}">
          <p14:sldIdLst>
            <p14:sldId id="288"/>
            <p14:sldId id="300"/>
            <p14:sldId id="296"/>
          </p14:sldIdLst>
        </p14:section>
        <p14:section name="تفاصيل مؤشر التجربة الرقمية" id="{68FEDB31-7657-4CC9-B494-3DE568F3BBA0}">
          <p14:sldIdLst>
            <p14:sldId id="306"/>
            <p14:sldId id="307"/>
            <p14:sldId id="311"/>
            <p14:sldId id="310"/>
            <p14:sldId id="308"/>
            <p14:sldId id="309"/>
          </p14:sldIdLst>
        </p14:section>
        <p14:section name="الخاتمة" id="{7BDD06FA-8243-4972-8BC4-8A717A79C206}">
          <p14:sldIdLst>
            <p14:sldId id="301"/>
          </p14:sldIdLst>
        </p14:section>
      </p14:sectionLst>
    </p:ext>
    <p:ext uri="{EFAFB233-063F-42B5-8137-9DF3F51BA10A}">
      <p15:sldGuideLst xmlns:p15="http://schemas.microsoft.com/office/powerpoint/2012/main">
        <p15:guide id="1" orient="horz" pos="2753"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DCDB"/>
    <a:srgbClr val="96552F"/>
    <a:srgbClr val="DCDCDC"/>
    <a:srgbClr val="F4E7D7"/>
    <a:srgbClr val="F2F2F2"/>
    <a:srgbClr val="D9A86A"/>
    <a:srgbClr val="D9D9D9"/>
    <a:srgbClr val="1F4D6B"/>
    <a:srgbClr val="004545"/>
    <a:srgbClr val="66A5C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010AF5-008B-4A9B-BEF6-4F2603988938}" v="63" dt="2026-10-22T09:53:30.404"/>
  </p1510:revLst>
</p1510:revInfo>
</file>

<file path=ppt/tableStyles.xml><?xml version="1.0" encoding="utf-8"?>
<a:tblStyleLst xmlns:a="http://schemas.openxmlformats.org/drawingml/2006/main" def="{5C22544A-7EE6-4342-B048-85BDC9FD1C3A}">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86" autoAdjust="0"/>
    <p:restoredTop sz="96521" autoAdjust="0"/>
  </p:normalViewPr>
  <p:slideViewPr>
    <p:cSldViewPr snapToGrid="0">
      <p:cViewPr>
        <p:scale>
          <a:sx n="150" d="100"/>
          <a:sy n="150" d="100"/>
        </p:scale>
        <p:origin x="485" y="-4541"/>
      </p:cViewPr>
      <p:guideLst>
        <p:guide orient="horz" pos="2753"/>
        <p:guide pos="2880"/>
      </p:guideLst>
    </p:cSldViewPr>
  </p:slideViewPr>
  <p:notesTextViewPr>
    <p:cViewPr>
      <p:scale>
        <a:sx n="3" d="2"/>
        <a:sy n="3" d="2"/>
      </p:scale>
      <p:origin x="0" y="-5"/>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mdouh Jamjoom" userId="4f83adfd-8daa-4f62-9189-dd97c2009acc" providerId="ADAL" clId="{C50D1312-49B6-4843-BF8F-FF2439C740DC}"/>
    <pc:docChg chg="undo redo custSel addSld delSld modSld sldOrd modMainMaster addSection delSection modSection">
      <pc:chgData name="Mamdouh Jamjoom" userId="4f83adfd-8daa-4f62-9189-dd97c2009acc" providerId="ADAL" clId="{C50D1312-49B6-4843-BF8F-FF2439C740DC}" dt="2026-10-15T08:41:24.104" v="2693" actId="1076"/>
      <pc:docMkLst>
        <pc:docMk/>
      </pc:docMkLst>
      <pc:sldChg chg="modSp add del mod">
        <pc:chgData name="Mamdouh Jamjoom" userId="4f83adfd-8daa-4f62-9189-dd97c2009acc" providerId="ADAL" clId="{C50D1312-49B6-4843-BF8F-FF2439C740DC}" dt="2026-09-28T12:18:31.382" v="297" actId="465"/>
        <pc:sldMkLst>
          <pc:docMk/>
          <pc:sldMk cId="1320534220" sldId="276"/>
        </pc:sldMkLst>
        <pc:graphicFrameChg chg="mod">
          <ac:chgData name="Mamdouh Jamjoom" userId="4f83adfd-8daa-4f62-9189-dd97c2009acc" providerId="ADAL" clId="{C50D1312-49B6-4843-BF8F-FF2439C740DC}" dt="2026-09-28T12:17:42.227" v="296"/>
          <ac:graphicFrameMkLst>
            <pc:docMk/>
            <pc:sldMk cId="1320534220" sldId="276"/>
            <ac:graphicFrameMk id="4" creationId="{00BA627B-32AA-1ADA-50CC-F62281CD6958}"/>
          </ac:graphicFrameMkLst>
        </pc:graphicFrameChg>
        <pc:graphicFrameChg chg="mod">
          <ac:chgData name="Mamdouh Jamjoom" userId="4f83adfd-8daa-4f62-9189-dd97c2009acc" providerId="ADAL" clId="{C50D1312-49B6-4843-BF8F-FF2439C740DC}" dt="2026-09-28T12:18:31.382" v="297" actId="465"/>
          <ac:graphicFrameMkLst>
            <pc:docMk/>
            <pc:sldMk cId="1320534220" sldId="276"/>
            <ac:graphicFrameMk id="23" creationId="{CF546488-1D51-FC1E-8268-FEB36D923228}"/>
          </ac:graphicFrameMkLst>
        </pc:graphicFrameChg>
      </pc:sldChg>
      <pc:sldChg chg="addSp modSp add del mod ord">
        <pc:chgData name="Mamdouh Jamjoom" userId="4f83adfd-8daa-4f62-9189-dd97c2009acc" providerId="ADAL" clId="{C50D1312-49B6-4843-BF8F-FF2439C740DC}" dt="2026-09-28T12:01:25.551" v="205"/>
        <pc:sldMkLst>
          <pc:docMk/>
          <pc:sldMk cId="3891141108" sldId="277"/>
        </pc:sldMkLst>
        <pc:graphicFrameChg chg="add mod modGraphic">
          <ac:chgData name="Mamdouh Jamjoom" userId="4f83adfd-8daa-4f62-9189-dd97c2009acc" providerId="ADAL" clId="{C50D1312-49B6-4843-BF8F-FF2439C740DC}" dt="2026-09-28T11:24:58.406" v="193" actId="14100"/>
          <ac:graphicFrameMkLst>
            <pc:docMk/>
            <pc:sldMk cId="3891141108" sldId="277"/>
            <ac:graphicFrameMk id="4" creationId="{2519BF84-6971-AC64-49A5-6B524042ED21}"/>
          </ac:graphicFrameMkLst>
        </pc:graphicFrameChg>
      </pc:sldChg>
      <pc:sldChg chg="addSp delSp modSp mod">
        <pc:chgData name="Mamdouh Jamjoom" userId="4f83adfd-8daa-4f62-9189-dd97c2009acc" providerId="ADAL" clId="{C50D1312-49B6-4843-BF8F-FF2439C740DC}" dt="2026-09-28T12:01:56.462" v="208" actId="3064"/>
        <pc:sldMkLst>
          <pc:docMk/>
          <pc:sldMk cId="3565859656" sldId="278"/>
        </pc:sldMkLst>
        <pc:graphicFrameChg chg="mod modGraphic">
          <ac:chgData name="Mamdouh Jamjoom" userId="4f83adfd-8daa-4f62-9189-dd97c2009acc" providerId="ADAL" clId="{C50D1312-49B6-4843-BF8F-FF2439C740DC}" dt="2026-09-28T12:01:56.462" v="208" actId="3064"/>
          <ac:graphicFrameMkLst>
            <pc:docMk/>
            <pc:sldMk cId="3565859656" sldId="278"/>
            <ac:graphicFrameMk id="30" creationId="{24C18B9B-64F6-22FD-45B3-540606A7AC0A}"/>
          </ac:graphicFrameMkLst>
        </pc:graphicFrameChg>
      </pc:sldChg>
      <pc:sldChg chg="addSp delSp modSp add del mod modClrScheme chgLayout">
        <pc:chgData name="Mamdouh Jamjoom" userId="4f83adfd-8daa-4f62-9189-dd97c2009acc" providerId="ADAL" clId="{C50D1312-49B6-4843-BF8F-FF2439C740DC}" dt="2026-10-15T08:38:54.552" v="2688" actId="700"/>
        <pc:sldMkLst>
          <pc:docMk/>
          <pc:sldMk cId="903101738" sldId="282"/>
        </pc:sldMkLst>
        <pc:spChg chg="mod">
          <ac:chgData name="Mamdouh Jamjoom" userId="4f83adfd-8daa-4f62-9189-dd97c2009acc" providerId="ADAL" clId="{C50D1312-49B6-4843-BF8F-FF2439C740DC}" dt="2026-10-13T12:47:58.061" v="309" actId="164"/>
          <ac:spMkLst>
            <pc:docMk/>
            <pc:sldMk cId="903101738" sldId="282"/>
            <ac:spMk id="5" creationId="{183ABFA4-9FD9-4674-4F06-18013E630531}"/>
          </ac:spMkLst>
        </pc:spChg>
        <pc:spChg chg="mod">
          <ac:chgData name="Mamdouh Jamjoom" userId="4f83adfd-8daa-4f62-9189-dd97c2009acc" providerId="ADAL" clId="{C50D1312-49B6-4843-BF8F-FF2439C740DC}" dt="2026-10-13T12:47:58.061" v="309" actId="164"/>
          <ac:spMkLst>
            <pc:docMk/>
            <pc:sldMk cId="903101738" sldId="282"/>
            <ac:spMk id="6" creationId="{4F3CCE75-1975-5AD9-B4C2-968F0999F69F}"/>
          </ac:spMkLst>
        </pc:spChg>
        <pc:spChg chg="mod">
          <ac:chgData name="Mamdouh Jamjoom" userId="4f83adfd-8daa-4f62-9189-dd97c2009acc" providerId="ADAL" clId="{C50D1312-49B6-4843-BF8F-FF2439C740DC}" dt="2026-10-13T12:47:58.061" v="309" actId="164"/>
          <ac:spMkLst>
            <pc:docMk/>
            <pc:sldMk cId="903101738" sldId="282"/>
            <ac:spMk id="9" creationId="{DBE8DE5E-2B01-B9ED-4358-98F661013026}"/>
          </ac:spMkLst>
        </pc:spChg>
        <pc:spChg chg="mod">
          <ac:chgData name="Mamdouh Jamjoom" userId="4f83adfd-8daa-4f62-9189-dd97c2009acc" providerId="ADAL" clId="{C50D1312-49B6-4843-BF8F-FF2439C740DC}" dt="2026-10-13T12:47:58.061" v="309" actId="164"/>
          <ac:spMkLst>
            <pc:docMk/>
            <pc:sldMk cId="903101738" sldId="282"/>
            <ac:spMk id="11" creationId="{6C213196-8A04-2FAD-FBDD-8A229F8D1EE9}"/>
          </ac:spMkLst>
        </pc:spChg>
        <pc:spChg chg="mod">
          <ac:chgData name="Mamdouh Jamjoom" userId="4f83adfd-8daa-4f62-9189-dd97c2009acc" providerId="ADAL" clId="{C50D1312-49B6-4843-BF8F-FF2439C740DC}" dt="2026-10-13T12:47:58.061" v="309" actId="164"/>
          <ac:spMkLst>
            <pc:docMk/>
            <pc:sldMk cId="903101738" sldId="282"/>
            <ac:spMk id="13" creationId="{8D681E39-ADD8-C594-716B-73D2C9C8F370}"/>
          </ac:spMkLst>
        </pc:spChg>
        <pc:spChg chg="mod">
          <ac:chgData name="Mamdouh Jamjoom" userId="4f83adfd-8daa-4f62-9189-dd97c2009acc" providerId="ADAL" clId="{C50D1312-49B6-4843-BF8F-FF2439C740DC}" dt="2026-10-13T12:47:58.061" v="309" actId="164"/>
          <ac:spMkLst>
            <pc:docMk/>
            <pc:sldMk cId="903101738" sldId="282"/>
            <ac:spMk id="14" creationId="{A2C514DC-97F6-3889-8180-0BE9B2B9C750}"/>
          </ac:spMkLst>
        </pc:spChg>
        <pc:spChg chg="mod">
          <ac:chgData name="Mamdouh Jamjoom" userId="4f83adfd-8daa-4f62-9189-dd97c2009acc" providerId="ADAL" clId="{C50D1312-49B6-4843-BF8F-FF2439C740DC}" dt="2026-10-13T12:47:58.061" v="309" actId="164"/>
          <ac:spMkLst>
            <pc:docMk/>
            <pc:sldMk cId="903101738" sldId="282"/>
            <ac:spMk id="15" creationId="{F7A44687-1040-2384-2F7D-A4CEAA69D440}"/>
          </ac:spMkLst>
        </pc:spChg>
        <pc:spChg chg="mod">
          <ac:chgData name="Mamdouh Jamjoom" userId="4f83adfd-8daa-4f62-9189-dd97c2009acc" providerId="ADAL" clId="{C50D1312-49B6-4843-BF8F-FF2439C740DC}" dt="2026-10-13T12:47:58.061" v="309" actId="164"/>
          <ac:spMkLst>
            <pc:docMk/>
            <pc:sldMk cId="903101738" sldId="282"/>
            <ac:spMk id="16" creationId="{655EFD64-72CE-5B02-038F-E3EF346E6808}"/>
          </ac:spMkLst>
        </pc:spChg>
        <pc:spChg chg="mod">
          <ac:chgData name="Mamdouh Jamjoom" userId="4f83adfd-8daa-4f62-9189-dd97c2009acc" providerId="ADAL" clId="{C50D1312-49B6-4843-BF8F-FF2439C740DC}" dt="2026-10-13T12:47:58.061" v="309" actId="164"/>
          <ac:spMkLst>
            <pc:docMk/>
            <pc:sldMk cId="903101738" sldId="282"/>
            <ac:spMk id="18" creationId="{50813D75-5E58-FFC7-F847-86C86BFF7ED5}"/>
          </ac:spMkLst>
        </pc:spChg>
        <pc:spChg chg="mod">
          <ac:chgData name="Mamdouh Jamjoom" userId="4f83adfd-8daa-4f62-9189-dd97c2009acc" providerId="ADAL" clId="{C50D1312-49B6-4843-BF8F-FF2439C740DC}" dt="2026-10-13T12:47:58.061" v="309" actId="164"/>
          <ac:spMkLst>
            <pc:docMk/>
            <pc:sldMk cId="903101738" sldId="282"/>
            <ac:spMk id="19" creationId="{F4E04539-090F-D1A9-DD9C-824C2F987424}"/>
          </ac:spMkLst>
        </pc:spChg>
        <pc:graphicFrameChg chg="add mod">
          <ac:chgData name="Mamdouh Jamjoom" userId="4f83adfd-8daa-4f62-9189-dd97c2009acc" providerId="ADAL" clId="{C50D1312-49B6-4843-BF8F-FF2439C740DC}" dt="2026-09-28T12:18:36.036" v="298" actId="465"/>
          <ac:graphicFrameMkLst>
            <pc:docMk/>
            <pc:sldMk cId="903101738" sldId="282"/>
            <ac:graphicFrameMk id="8" creationId="{24B98477-BCD3-FB0B-D64E-B319BEBECA61}"/>
          </ac:graphicFrameMkLst>
        </pc:graphicFrameChg>
        <pc:graphicFrameChg chg="mod">
          <ac:chgData name="Mamdouh Jamjoom" userId="4f83adfd-8daa-4f62-9189-dd97c2009acc" providerId="ADAL" clId="{C50D1312-49B6-4843-BF8F-FF2439C740DC}" dt="2026-09-28T12:20:15.968" v="307"/>
          <ac:graphicFrameMkLst>
            <pc:docMk/>
            <pc:sldMk cId="903101738" sldId="282"/>
            <ac:graphicFrameMk id="10" creationId="{29852CAF-D388-3E18-BA70-6C9E5FB343F7}"/>
          </ac:graphicFrameMkLst>
        </pc:graphicFrameChg>
        <pc:graphicFrameChg chg="mod">
          <ac:chgData name="Mamdouh Jamjoom" userId="4f83adfd-8daa-4f62-9189-dd97c2009acc" providerId="ADAL" clId="{C50D1312-49B6-4843-BF8F-FF2439C740DC}" dt="2026-09-28T12:18:36.036" v="298" actId="465"/>
          <ac:graphicFrameMkLst>
            <pc:docMk/>
            <pc:sldMk cId="903101738" sldId="282"/>
            <ac:graphicFrameMk id="23" creationId="{DB91C56E-189A-ACA9-8953-B0CDCB57F1CA}"/>
          </ac:graphicFrameMkLst>
        </pc:graphicFrameChg>
        <pc:graphicFrameChg chg="mod">
          <ac:chgData name="Mamdouh Jamjoom" userId="4f83adfd-8daa-4f62-9189-dd97c2009acc" providerId="ADAL" clId="{C50D1312-49B6-4843-BF8F-FF2439C740DC}" dt="2026-10-13T12:54:11.905" v="382" actId="1076"/>
          <ac:graphicFrameMkLst>
            <pc:docMk/>
            <pc:sldMk cId="903101738" sldId="282"/>
            <ac:graphicFrameMk id="24" creationId="{32CE81B1-22BE-1895-001C-B7932DE22516}"/>
          </ac:graphicFrameMkLst>
        </pc:graphicFrameChg>
        <pc:graphicFrameChg chg="add mod modGraphic">
          <ac:chgData name="Mamdouh Jamjoom" userId="4f83adfd-8daa-4f62-9189-dd97c2009acc" providerId="ADAL" clId="{C50D1312-49B6-4843-BF8F-FF2439C740DC}" dt="2026-09-28T12:17:32.015" v="294" actId="572"/>
          <ac:graphicFrameMkLst>
            <pc:docMk/>
            <pc:sldMk cId="903101738" sldId="282"/>
            <ac:graphicFrameMk id="25" creationId="{3C308FE4-692D-D8D9-9C96-48B1DE6F32DD}"/>
          </ac:graphicFrameMkLst>
        </pc:graphicFrameChg>
      </pc:sldChg>
      <pc:sldChg chg="addSp delSp modSp mod">
        <pc:chgData name="Mamdouh Jamjoom" userId="4f83adfd-8daa-4f62-9189-dd97c2009acc" providerId="ADAL" clId="{C50D1312-49B6-4843-BF8F-FF2439C740DC}" dt="2026-09-28T12:02:37.617" v="217" actId="3064"/>
        <pc:sldMkLst>
          <pc:docMk/>
          <pc:sldMk cId="2014544344" sldId="288"/>
        </pc:sldMkLst>
        <pc:graphicFrameChg chg="mod modGraphic">
          <ac:chgData name="Mamdouh Jamjoom" userId="4f83adfd-8daa-4f62-9189-dd97c2009acc" providerId="ADAL" clId="{C50D1312-49B6-4843-BF8F-FF2439C740DC}" dt="2026-09-28T12:02:37.617" v="217" actId="3064"/>
          <ac:graphicFrameMkLst>
            <pc:docMk/>
            <pc:sldMk cId="2014544344" sldId="288"/>
            <ac:graphicFrameMk id="30" creationId="{D7281D2F-F619-25D8-133B-D92BC8DF9E70}"/>
          </ac:graphicFrameMkLst>
        </pc:graphicFrameChg>
      </pc:sldChg>
      <pc:sldChg chg="modSp mod">
        <pc:chgData name="Mamdouh Jamjoom" userId="4f83adfd-8daa-4f62-9189-dd97c2009acc" providerId="ADAL" clId="{C50D1312-49B6-4843-BF8F-FF2439C740DC}" dt="2026-09-28T12:03:19.573" v="237" actId="3064"/>
        <pc:sldMkLst>
          <pc:docMk/>
          <pc:sldMk cId="2014544344" sldId="296"/>
        </pc:sldMkLst>
        <pc:graphicFrameChg chg="mod modGraphic">
          <ac:chgData name="Mamdouh Jamjoom" userId="4f83adfd-8daa-4f62-9189-dd97c2009acc" providerId="ADAL" clId="{C50D1312-49B6-4843-BF8F-FF2439C740DC}" dt="2026-09-28T12:02:56.641" v="225" actId="3064"/>
          <ac:graphicFrameMkLst>
            <pc:docMk/>
            <pc:sldMk cId="2014544344" sldId="296"/>
            <ac:graphicFrameMk id="30" creationId="{6CED6B66-1642-4103-9585-EEFD107A28B7}"/>
          </ac:graphicFrameMkLst>
        </pc:graphicFrameChg>
        <pc:graphicFrameChg chg="mod modGraphic">
          <ac:chgData name="Mamdouh Jamjoom" userId="4f83adfd-8daa-4f62-9189-dd97c2009acc" providerId="ADAL" clId="{C50D1312-49B6-4843-BF8F-FF2439C740DC}" dt="2026-09-28T12:03:06.286" v="229" actId="3064"/>
          <ac:graphicFrameMkLst>
            <pc:docMk/>
            <pc:sldMk cId="2014544344" sldId="296"/>
            <ac:graphicFrameMk id="31" creationId="{1A2D0F6A-29CC-F521-F79A-1F53075353B8}"/>
          </ac:graphicFrameMkLst>
        </pc:graphicFrameChg>
        <pc:graphicFrameChg chg="mod modGraphic">
          <ac:chgData name="Mamdouh Jamjoom" userId="4f83adfd-8daa-4f62-9189-dd97c2009acc" providerId="ADAL" clId="{C50D1312-49B6-4843-BF8F-FF2439C740DC}" dt="2026-09-28T12:03:13.625" v="233" actId="3064"/>
          <ac:graphicFrameMkLst>
            <pc:docMk/>
            <pc:sldMk cId="2014544344" sldId="296"/>
            <ac:graphicFrameMk id="32" creationId="{694D8959-2FDE-5CF0-BF1F-1DC1B05721A8}"/>
          </ac:graphicFrameMkLst>
        </pc:graphicFrameChg>
        <pc:graphicFrameChg chg="mod modGraphic">
          <ac:chgData name="Mamdouh Jamjoom" userId="4f83adfd-8daa-4f62-9189-dd97c2009acc" providerId="ADAL" clId="{C50D1312-49B6-4843-BF8F-FF2439C740DC}" dt="2026-09-28T12:03:19.573" v="237" actId="3064"/>
          <ac:graphicFrameMkLst>
            <pc:docMk/>
            <pc:sldMk cId="2014544344" sldId="296"/>
            <ac:graphicFrameMk id="33" creationId="{16560A80-6509-8BA6-B3C3-A36FD4D4C70B}"/>
          </ac:graphicFrameMkLst>
        </pc:graphicFrameChg>
      </pc:sldChg>
      <pc:sldChg chg="modSp mod">
        <pc:chgData name="Mamdouh Jamjoom" userId="4f83adfd-8daa-4f62-9189-dd97c2009acc" providerId="ADAL" clId="{C50D1312-49B6-4843-BF8F-FF2439C740DC}" dt="2026-09-28T12:02:24.495" v="213" actId="3064"/>
        <pc:sldMkLst>
          <pc:docMk/>
          <pc:sldMk cId="3565859656" sldId="297"/>
        </pc:sldMkLst>
        <pc:graphicFrameChg chg="mod modGraphic">
          <ac:chgData name="Mamdouh Jamjoom" userId="4f83adfd-8daa-4f62-9189-dd97c2009acc" providerId="ADAL" clId="{C50D1312-49B6-4843-BF8F-FF2439C740DC}" dt="2026-09-28T11:22:54.442" v="184"/>
          <ac:graphicFrameMkLst>
            <pc:docMk/>
            <pc:sldMk cId="3565859656" sldId="297"/>
            <ac:graphicFrameMk id="3" creationId="{8382319D-4674-617E-33AB-0E790D75F602}"/>
          </ac:graphicFrameMkLst>
        </pc:graphicFrameChg>
        <pc:graphicFrameChg chg="mod modGraphic">
          <ac:chgData name="Mamdouh Jamjoom" userId="4f83adfd-8daa-4f62-9189-dd97c2009acc" providerId="ADAL" clId="{C50D1312-49B6-4843-BF8F-FF2439C740DC}" dt="2026-09-28T11:22:55.652" v="185"/>
          <ac:graphicFrameMkLst>
            <pc:docMk/>
            <pc:sldMk cId="3565859656" sldId="297"/>
            <ac:graphicFrameMk id="4" creationId="{236F631E-D50A-7F0D-EE08-691BB58CB619}"/>
          </ac:graphicFrameMkLst>
        </pc:graphicFrameChg>
        <pc:graphicFrameChg chg="mod modGraphic">
          <ac:chgData name="Mamdouh Jamjoom" userId="4f83adfd-8daa-4f62-9189-dd97c2009acc" providerId="ADAL" clId="{C50D1312-49B6-4843-BF8F-FF2439C740DC}" dt="2026-09-28T12:02:24.495" v="213" actId="3064"/>
          <ac:graphicFrameMkLst>
            <pc:docMk/>
            <pc:sldMk cId="3565859656" sldId="297"/>
            <ac:graphicFrameMk id="30" creationId="{24C18B9B-64F6-22FD-45B3-540606A7AC0A}"/>
          </ac:graphicFrameMkLst>
        </pc:graphicFrameChg>
      </pc:sldChg>
      <pc:sldChg chg="addSp delSp modSp mod">
        <pc:chgData name="Mamdouh Jamjoom" userId="4f83adfd-8daa-4f62-9189-dd97c2009acc" providerId="ADAL" clId="{C50D1312-49B6-4843-BF8F-FF2439C740DC}" dt="2026-09-28T12:03:45.346" v="249" actId="3064"/>
        <pc:sldMkLst>
          <pc:docMk/>
          <pc:sldMk cId="2014544344" sldId="300"/>
        </pc:sldMkLst>
        <pc:graphicFrameChg chg="mod modGraphic">
          <ac:chgData name="Mamdouh Jamjoom" userId="4f83adfd-8daa-4f62-9189-dd97c2009acc" providerId="ADAL" clId="{C50D1312-49B6-4843-BF8F-FF2439C740DC}" dt="2026-09-28T12:02:47.348" v="221" actId="3064"/>
          <ac:graphicFrameMkLst>
            <pc:docMk/>
            <pc:sldMk cId="2014544344" sldId="300"/>
            <ac:graphicFrameMk id="30" creationId="{D7281D2F-F619-25D8-133B-D92BC8DF9E70}"/>
          </ac:graphicFrameMkLst>
        </pc:graphicFrameChg>
        <pc:graphicFrameChg chg="mod modGraphic">
          <ac:chgData name="Mamdouh Jamjoom" userId="4f83adfd-8daa-4f62-9189-dd97c2009acc" providerId="ADAL" clId="{C50D1312-49B6-4843-BF8F-FF2439C740DC}" dt="2026-09-28T12:03:30.559" v="241" actId="3064"/>
          <ac:graphicFrameMkLst>
            <pc:docMk/>
            <pc:sldMk cId="2014544344" sldId="300"/>
            <ac:graphicFrameMk id="31" creationId="{3E66C75A-F78E-DDF4-95E9-67543B2DA0BE}"/>
          </ac:graphicFrameMkLst>
        </pc:graphicFrameChg>
        <pc:graphicFrameChg chg="mod modGraphic">
          <ac:chgData name="Mamdouh Jamjoom" userId="4f83adfd-8daa-4f62-9189-dd97c2009acc" providerId="ADAL" clId="{C50D1312-49B6-4843-BF8F-FF2439C740DC}" dt="2026-09-28T12:03:37.742" v="245" actId="3064"/>
          <ac:graphicFrameMkLst>
            <pc:docMk/>
            <pc:sldMk cId="2014544344" sldId="300"/>
            <ac:graphicFrameMk id="32" creationId="{BD3B8E98-7822-6066-CDA7-8D291CE1013B}"/>
          </ac:graphicFrameMkLst>
        </pc:graphicFrameChg>
        <pc:graphicFrameChg chg="mod modGraphic">
          <ac:chgData name="Mamdouh Jamjoom" userId="4f83adfd-8daa-4f62-9189-dd97c2009acc" providerId="ADAL" clId="{C50D1312-49B6-4843-BF8F-FF2439C740DC}" dt="2026-09-28T12:03:45.346" v="249" actId="3064"/>
          <ac:graphicFrameMkLst>
            <pc:docMk/>
            <pc:sldMk cId="2014544344" sldId="300"/>
            <ac:graphicFrameMk id="33" creationId="{6CED6B66-1642-4103-9585-EEFD107A28B7}"/>
          </ac:graphicFrameMkLst>
        </pc:graphicFrameChg>
      </pc:sldChg>
      <pc:sldChg chg="add">
        <pc:chgData name="Mamdouh Jamjoom" userId="4f83adfd-8daa-4f62-9189-dd97c2009acc" providerId="ADAL" clId="{C50D1312-49B6-4843-BF8F-FF2439C740DC}" dt="2026-09-28T11:28:18.096" v="202"/>
        <pc:sldMkLst>
          <pc:docMk/>
          <pc:sldMk cId="3001195978" sldId="301"/>
        </pc:sldMkLst>
      </pc:sldChg>
      <pc:sldChg chg="addSp delSp modSp add mod ord">
        <pc:chgData name="Mamdouh Jamjoom" userId="4f83adfd-8daa-4f62-9189-dd97c2009acc" providerId="ADAL" clId="{C50D1312-49B6-4843-BF8F-FF2439C740DC}" dt="2026-10-15T08:39:07.527" v="2689" actId="478"/>
        <pc:sldMkLst>
          <pc:docMk/>
          <pc:sldMk cId="2100585411" sldId="305"/>
        </pc:sldMkLst>
        <pc:spChg chg="mod">
          <ac:chgData name="Mamdouh Jamjoom" userId="4f83adfd-8daa-4f62-9189-dd97c2009acc" providerId="ADAL" clId="{C50D1312-49B6-4843-BF8F-FF2439C740DC}" dt="2026-10-14T11:51:27.264" v="2304" actId="14100"/>
          <ac:spMkLst>
            <pc:docMk/>
            <pc:sldMk cId="2100585411" sldId="305"/>
            <ac:spMk id="2" creationId="{63BC0C05-872B-47E6-FD17-A07450091850}"/>
          </ac:spMkLst>
        </pc:spChg>
        <pc:spChg chg="mod">
          <ac:chgData name="Mamdouh Jamjoom" userId="4f83adfd-8daa-4f62-9189-dd97c2009acc" providerId="ADAL" clId="{C50D1312-49B6-4843-BF8F-FF2439C740DC}" dt="2026-10-14T11:53:42.266" v="2604" actId="207"/>
          <ac:spMkLst>
            <pc:docMk/>
            <pc:sldMk cId="2100585411" sldId="305"/>
            <ac:spMk id="3" creationId="{B1390335-FEDF-6056-BC94-ECD9E1A34F21}"/>
          </ac:spMkLst>
        </pc:spChg>
        <pc:spChg chg="mod">
          <ac:chgData name="Mamdouh Jamjoom" userId="4f83adfd-8daa-4f62-9189-dd97c2009acc" providerId="ADAL" clId="{C50D1312-49B6-4843-BF8F-FF2439C740DC}" dt="2026-10-14T11:51:27.264" v="2304" actId="14100"/>
          <ac:spMkLst>
            <pc:docMk/>
            <pc:sldMk cId="2100585411" sldId="305"/>
            <ac:spMk id="8" creationId="{0CDA777E-D48A-35E3-F35D-C493F700579C}"/>
          </ac:spMkLst>
        </pc:spChg>
        <pc:spChg chg="mod">
          <ac:chgData name="Mamdouh Jamjoom" userId="4f83adfd-8daa-4f62-9189-dd97c2009acc" providerId="ADAL" clId="{C50D1312-49B6-4843-BF8F-FF2439C740DC}" dt="2026-10-14T11:51:27.264" v="2304" actId="14100"/>
          <ac:spMkLst>
            <pc:docMk/>
            <pc:sldMk cId="2100585411" sldId="305"/>
            <ac:spMk id="9" creationId="{348A93E9-DBD2-E2C3-2285-EC67CC340B56}"/>
          </ac:spMkLst>
        </pc:spChg>
        <pc:spChg chg="mod">
          <ac:chgData name="Mamdouh Jamjoom" userId="4f83adfd-8daa-4f62-9189-dd97c2009acc" providerId="ADAL" clId="{C50D1312-49B6-4843-BF8F-FF2439C740DC}" dt="2026-10-14T11:47:46.588" v="2263" actId="207"/>
          <ac:spMkLst>
            <pc:docMk/>
            <pc:sldMk cId="2100585411" sldId="305"/>
            <ac:spMk id="11" creationId="{46F6ECAB-0443-153B-43E7-BE9F76E707C2}"/>
          </ac:spMkLst>
        </pc:spChg>
        <pc:spChg chg="mod">
          <ac:chgData name="Mamdouh Jamjoom" userId="4f83adfd-8daa-4f62-9189-dd97c2009acc" providerId="ADAL" clId="{C50D1312-49B6-4843-BF8F-FF2439C740DC}" dt="2026-10-14T11:47:54.922" v="2265" actId="208"/>
          <ac:spMkLst>
            <pc:docMk/>
            <pc:sldMk cId="2100585411" sldId="305"/>
            <ac:spMk id="13" creationId="{352EE0A9-871E-6ECF-FF79-EC291FB636E8}"/>
          </ac:spMkLst>
        </pc:spChg>
        <pc:spChg chg="mod ord">
          <ac:chgData name="Mamdouh Jamjoom" userId="4f83adfd-8daa-4f62-9189-dd97c2009acc" providerId="ADAL" clId="{C50D1312-49B6-4843-BF8F-FF2439C740DC}" dt="2026-10-14T11:52:57.163" v="2580"/>
          <ac:spMkLst>
            <pc:docMk/>
            <pc:sldMk cId="2100585411" sldId="305"/>
            <ac:spMk id="23" creationId="{DC145411-10C8-3433-960F-17B0BE6FE099}"/>
          </ac:spMkLst>
        </pc:spChg>
        <pc:spChg chg="mod">
          <ac:chgData name="Mamdouh Jamjoom" userId="4f83adfd-8daa-4f62-9189-dd97c2009acc" providerId="ADAL" clId="{C50D1312-49B6-4843-BF8F-FF2439C740DC}" dt="2026-10-14T11:53:43.270" v="2606" actId="207"/>
          <ac:spMkLst>
            <pc:docMk/>
            <pc:sldMk cId="2100585411" sldId="305"/>
            <ac:spMk id="25" creationId="{6EEF22BF-9B0A-EA1D-5B42-969A0E9E9A43}"/>
          </ac:spMkLst>
        </pc:spChg>
        <pc:spChg chg="mod">
          <ac:chgData name="Mamdouh Jamjoom" userId="4f83adfd-8daa-4f62-9189-dd97c2009acc" providerId="ADAL" clId="{C50D1312-49B6-4843-BF8F-FF2439C740DC}" dt="2026-10-14T11:51:27.264" v="2304" actId="14100"/>
          <ac:spMkLst>
            <pc:docMk/>
            <pc:sldMk cId="2100585411" sldId="305"/>
            <ac:spMk id="39" creationId="{3E318CEF-FCC1-1F06-1D8E-A9C37AEBD7FC}"/>
          </ac:spMkLst>
        </pc:spChg>
        <pc:spChg chg="mod ord">
          <ac:chgData name="Mamdouh Jamjoom" userId="4f83adfd-8daa-4f62-9189-dd97c2009acc" providerId="ADAL" clId="{C50D1312-49B6-4843-BF8F-FF2439C740DC}" dt="2026-10-14T11:52:58.457" v="2588"/>
          <ac:spMkLst>
            <pc:docMk/>
            <pc:sldMk cId="2100585411" sldId="305"/>
            <ac:spMk id="47" creationId="{3ACFD9DD-3129-BBAB-BB36-913C70B3E25B}"/>
          </ac:spMkLst>
        </pc:spChg>
        <pc:spChg chg="mod">
          <ac:chgData name="Mamdouh Jamjoom" userId="4f83adfd-8daa-4f62-9189-dd97c2009acc" providerId="ADAL" clId="{C50D1312-49B6-4843-BF8F-FF2439C740DC}" dt="2026-10-14T11:48:38.178" v="2272" actId="207"/>
          <ac:spMkLst>
            <pc:docMk/>
            <pc:sldMk cId="2100585411" sldId="305"/>
            <ac:spMk id="55" creationId="{913B1D46-65C4-5BA7-FD7D-0ABA99136552}"/>
          </ac:spMkLst>
        </pc:spChg>
        <pc:spChg chg="mod">
          <ac:chgData name="Mamdouh Jamjoom" userId="4f83adfd-8daa-4f62-9189-dd97c2009acc" providerId="ADAL" clId="{C50D1312-49B6-4843-BF8F-FF2439C740DC}" dt="2026-10-14T11:48:07.541" v="2266" actId="207"/>
          <ac:spMkLst>
            <pc:docMk/>
            <pc:sldMk cId="2100585411" sldId="305"/>
            <ac:spMk id="57" creationId="{C7346229-AD99-4FA8-CD68-83011175FC88}"/>
          </ac:spMkLst>
        </pc:spChg>
        <pc:spChg chg="mod">
          <ac:chgData name="Mamdouh Jamjoom" userId="4f83adfd-8daa-4f62-9189-dd97c2009acc" providerId="ADAL" clId="{C50D1312-49B6-4843-BF8F-FF2439C740DC}" dt="2026-10-14T11:48:12.684" v="2267" actId="208"/>
          <ac:spMkLst>
            <pc:docMk/>
            <pc:sldMk cId="2100585411" sldId="305"/>
            <ac:spMk id="59" creationId="{3C6EA22C-A4EC-6989-F8BC-4E8F0EC0AEB3}"/>
          </ac:spMkLst>
        </pc:spChg>
        <pc:spChg chg="mod">
          <ac:chgData name="Mamdouh Jamjoom" userId="4f83adfd-8daa-4f62-9189-dd97c2009acc" providerId="ADAL" clId="{C50D1312-49B6-4843-BF8F-FF2439C740DC}" dt="2026-10-14T11:51:27.264" v="2304" actId="14100"/>
          <ac:spMkLst>
            <pc:docMk/>
            <pc:sldMk cId="2100585411" sldId="305"/>
            <ac:spMk id="67" creationId="{E49F8266-1BAB-06A2-305F-DCF3F900F398}"/>
          </ac:spMkLst>
        </pc:spChg>
        <pc:spChg chg="mod ord">
          <ac:chgData name="Mamdouh Jamjoom" userId="4f83adfd-8daa-4f62-9189-dd97c2009acc" providerId="ADAL" clId="{C50D1312-49B6-4843-BF8F-FF2439C740DC}" dt="2026-10-14T11:52:58.457" v="2590"/>
          <ac:spMkLst>
            <pc:docMk/>
            <pc:sldMk cId="2100585411" sldId="305"/>
            <ac:spMk id="69" creationId="{C1A89673-FC34-CF4F-B112-A8ED3F859F27}"/>
          </ac:spMkLst>
        </pc:spChg>
        <pc:spChg chg="mod">
          <ac:chgData name="Mamdouh Jamjoom" userId="4f83adfd-8daa-4f62-9189-dd97c2009acc" providerId="ADAL" clId="{C50D1312-49B6-4843-BF8F-FF2439C740DC}" dt="2026-10-14T11:51:27.264" v="2304" actId="14100"/>
          <ac:spMkLst>
            <pc:docMk/>
            <pc:sldMk cId="2100585411" sldId="305"/>
            <ac:spMk id="71" creationId="{C36CC6EE-7A2D-DB33-AE4E-CE82ACF69869}"/>
          </ac:spMkLst>
        </pc:spChg>
        <pc:spChg chg="mod">
          <ac:chgData name="Mamdouh Jamjoom" userId="4f83adfd-8daa-4f62-9189-dd97c2009acc" providerId="ADAL" clId="{C50D1312-49B6-4843-BF8F-FF2439C740DC}" dt="2026-10-14T11:48:23.324" v="2269" actId="207"/>
          <ac:spMkLst>
            <pc:docMk/>
            <pc:sldMk cId="2100585411" sldId="305"/>
            <ac:spMk id="77" creationId="{FF3BBA8E-545D-74AE-CF78-E4D8AC786DE5}"/>
          </ac:spMkLst>
        </pc:spChg>
        <pc:spChg chg="mod">
          <ac:chgData name="Mamdouh Jamjoom" userId="4f83adfd-8daa-4f62-9189-dd97c2009acc" providerId="ADAL" clId="{C50D1312-49B6-4843-BF8F-FF2439C740DC}" dt="2026-10-14T11:48:43.719" v="2273" actId="207"/>
          <ac:spMkLst>
            <pc:docMk/>
            <pc:sldMk cId="2100585411" sldId="305"/>
            <ac:spMk id="79" creationId="{DE066D82-6C01-F76A-1602-436A1293A360}"/>
          </ac:spMkLst>
        </pc:spChg>
        <pc:spChg chg="mod">
          <ac:chgData name="Mamdouh Jamjoom" userId="4f83adfd-8daa-4f62-9189-dd97c2009acc" providerId="ADAL" clId="{C50D1312-49B6-4843-BF8F-FF2439C740DC}" dt="2026-10-14T11:48:51.251" v="2275" actId="208"/>
          <ac:spMkLst>
            <pc:docMk/>
            <pc:sldMk cId="2100585411" sldId="305"/>
            <ac:spMk id="81" creationId="{368704EC-8BCD-0AC7-5406-A411B7011711}"/>
          </ac:spMkLst>
        </pc:spChg>
        <pc:spChg chg="mod">
          <ac:chgData name="Mamdouh Jamjoom" userId="4f83adfd-8daa-4f62-9189-dd97c2009acc" providerId="ADAL" clId="{C50D1312-49B6-4843-BF8F-FF2439C740DC}" dt="2026-10-14T11:51:27.264" v="2304" actId="14100"/>
          <ac:spMkLst>
            <pc:docMk/>
            <pc:sldMk cId="2100585411" sldId="305"/>
            <ac:spMk id="89" creationId="{AB95FCC8-371B-FC85-63F6-49EB88F0B9B7}"/>
          </ac:spMkLst>
        </pc:spChg>
        <pc:spChg chg="mod ord">
          <ac:chgData name="Mamdouh Jamjoom" userId="4f83adfd-8daa-4f62-9189-dd97c2009acc" providerId="ADAL" clId="{C50D1312-49B6-4843-BF8F-FF2439C740DC}" dt="2026-10-14T11:52:58.459" v="2592"/>
          <ac:spMkLst>
            <pc:docMk/>
            <pc:sldMk cId="2100585411" sldId="305"/>
            <ac:spMk id="91" creationId="{58E618C3-D6B7-D4B9-E755-58C1B60AE0F7}"/>
          </ac:spMkLst>
        </pc:spChg>
        <pc:grpChg chg="mod">
          <ac:chgData name="Mamdouh Jamjoom" userId="4f83adfd-8daa-4f62-9189-dd97c2009acc" providerId="ADAL" clId="{C50D1312-49B6-4843-BF8F-FF2439C740DC}" dt="2026-10-14T11:54:25.922" v="2624" actId="1037"/>
          <ac:grpSpMkLst>
            <pc:docMk/>
            <pc:sldMk cId="2100585411" sldId="305"/>
            <ac:grpSpMk id="98" creationId="{F91D8688-BE95-CCBE-5149-1031B39A6145}"/>
          </ac:grpSpMkLst>
        </pc:grpChg>
        <pc:graphicFrameChg chg="mod">
          <ac:chgData name="Mamdouh Jamjoom" userId="4f83adfd-8daa-4f62-9189-dd97c2009acc" providerId="ADAL" clId="{C50D1312-49B6-4843-BF8F-FF2439C740DC}" dt="2026-10-14T11:48:34.437" v="2271" actId="207"/>
          <ac:graphicFrameMkLst>
            <pc:docMk/>
            <pc:sldMk cId="2100585411" sldId="305"/>
            <ac:graphicFrameMk id="51" creationId="{5ADC4D71-F3BD-CB53-A163-D61CBBBAA2A8}"/>
          </ac:graphicFrameMkLst>
        </pc:graphicFrameChg>
        <pc:graphicFrameChg chg="mod">
          <ac:chgData name="Mamdouh Jamjoom" userId="4f83adfd-8daa-4f62-9189-dd97c2009acc" providerId="ADAL" clId="{C50D1312-49B6-4843-BF8F-FF2439C740DC}" dt="2026-10-14T11:48:16.734" v="2268" actId="207"/>
          <ac:graphicFrameMkLst>
            <pc:docMk/>
            <pc:sldMk cId="2100585411" sldId="305"/>
            <ac:graphicFrameMk id="73" creationId="{CCDF5BCB-6AF7-EFCD-0947-B8B8A8EE7C65}"/>
          </ac:graphicFrameMkLst>
        </pc:graphicFrameChg>
        <pc:graphicFrameChg chg="mod">
          <ac:chgData name="Mamdouh Jamjoom" userId="4f83adfd-8daa-4f62-9189-dd97c2009acc" providerId="ADAL" clId="{C50D1312-49B6-4843-BF8F-FF2439C740DC}" dt="2026-10-14T11:54:29.935" v="2625"/>
          <ac:graphicFrameMkLst>
            <pc:docMk/>
            <pc:sldMk cId="2100585411" sldId="305"/>
            <ac:graphicFrameMk id="93" creationId="{CFF678BD-DAB1-6191-0210-AD8B8A2C703B}"/>
          </ac:graphicFrameMkLst>
        </pc:graphicFrameChg>
        <pc:graphicFrameChg chg="mod modGraphic">
          <ac:chgData name="Mamdouh Jamjoom" userId="4f83adfd-8daa-4f62-9189-dd97c2009acc" providerId="ADAL" clId="{C50D1312-49B6-4843-BF8F-FF2439C740DC}" dt="2026-10-14T11:54:17.805" v="2615" actId="14100"/>
          <ac:graphicFrameMkLst>
            <pc:docMk/>
            <pc:sldMk cId="2100585411" sldId="305"/>
            <ac:graphicFrameMk id="99" creationId="{6FEA0175-EE25-8783-E1F7-A3B7EEDFDC70}"/>
          </ac:graphicFrameMkLst>
        </pc:graphicFrameChg>
      </pc:sldChg>
      <pc:sldMasterChg chg="addSldLayout modSldLayout sldLayoutOrd">
        <pc:chgData name="Mamdouh Jamjoom" userId="4f83adfd-8daa-4f62-9189-dd97c2009acc" providerId="ADAL" clId="{C50D1312-49B6-4843-BF8F-FF2439C740DC}" dt="2026-10-15T08:41:24.104" v="2693" actId="1076"/>
        <pc:sldMasterMkLst>
          <pc:docMk/>
          <pc:sldMasterMk cId="3574706131" sldId="2147483668"/>
        </pc:sldMasterMkLst>
        <pc:sldLayoutChg chg="addSp delSp modSp mod">
          <pc:chgData name="Mamdouh Jamjoom" userId="4f83adfd-8daa-4f62-9189-dd97c2009acc" providerId="ADAL" clId="{C50D1312-49B6-4843-BF8F-FF2439C740DC}" dt="2026-10-15T08:41:24.104" v="2693" actId="1076"/>
          <pc:sldLayoutMkLst>
            <pc:docMk/>
            <pc:sldMasterMk cId="3574706131" sldId="2147483668"/>
            <pc:sldLayoutMk cId="2936374816" sldId="2147483686"/>
          </pc:sldLayoutMkLst>
          <pc:spChg chg="add mod topLvl">
            <ac:chgData name="Mamdouh Jamjoom" userId="4f83adfd-8daa-4f62-9189-dd97c2009acc" providerId="ADAL" clId="{C50D1312-49B6-4843-BF8F-FF2439C740DC}" dt="2026-10-13T20:14:24.803" v="1945"/>
            <ac:spMkLst>
              <pc:docMk/>
              <pc:sldMasterMk cId="3574706131" sldId="2147483668"/>
              <pc:sldLayoutMk cId="2936374816" sldId="2147483686"/>
              <ac:spMk id="8" creationId="{F07887D5-4371-3456-3A99-F65130EC509C}"/>
            </ac:spMkLst>
          </pc:spChg>
          <pc:spChg chg="add mod topLvl">
            <ac:chgData name="Mamdouh Jamjoom" userId="4f83adfd-8daa-4f62-9189-dd97c2009acc" providerId="ADAL" clId="{C50D1312-49B6-4843-BF8F-FF2439C740DC}" dt="2026-10-13T20:14:24.803" v="1945"/>
            <ac:spMkLst>
              <pc:docMk/>
              <pc:sldMasterMk cId="3574706131" sldId="2147483668"/>
              <pc:sldLayoutMk cId="2936374816" sldId="2147483686"/>
              <ac:spMk id="9" creationId="{6ACECB9F-2595-FC0A-B818-97D53690AE2E}"/>
            </ac:spMkLst>
          </pc:spChg>
          <pc:spChg chg="add">
            <ac:chgData name="Mamdouh Jamjoom" userId="4f83adfd-8daa-4f62-9189-dd97c2009acc" providerId="ADAL" clId="{C50D1312-49B6-4843-BF8F-FF2439C740DC}" dt="2026-10-15T08:41:18.318" v="2691" actId="22"/>
            <ac:spMkLst>
              <pc:docMk/>
              <pc:sldMasterMk cId="3574706131" sldId="2147483668"/>
              <pc:sldLayoutMk cId="2936374816" sldId="2147483686"/>
              <ac:spMk id="12" creationId="{FC17D182-6603-23E9-B8CD-E86F73A8F14E}"/>
            </ac:spMkLst>
          </pc:spChg>
          <pc:spChg chg="add">
            <ac:chgData name="Mamdouh Jamjoom" userId="4f83adfd-8daa-4f62-9189-dd97c2009acc" providerId="ADAL" clId="{C50D1312-49B6-4843-BF8F-FF2439C740DC}" dt="2026-10-15T08:41:18.318" v="2691" actId="22"/>
            <ac:spMkLst>
              <pc:docMk/>
              <pc:sldMasterMk cId="3574706131" sldId="2147483668"/>
              <pc:sldLayoutMk cId="2936374816" sldId="2147483686"/>
              <ac:spMk id="14" creationId="{11606CB2-343F-650E-4BE0-93662901B4D6}"/>
            </ac:spMkLst>
          </pc:spChg>
          <pc:spChg chg="mod">
            <ac:chgData name="Mamdouh Jamjoom" userId="4f83adfd-8daa-4f62-9189-dd97c2009acc" providerId="ADAL" clId="{C50D1312-49B6-4843-BF8F-FF2439C740DC}" dt="2026-10-13T13:20:11.312" v="1195" actId="207"/>
            <ac:spMkLst>
              <pc:docMk/>
              <pc:sldMasterMk cId="3574706131" sldId="2147483668"/>
              <pc:sldLayoutMk cId="2936374816" sldId="2147483686"/>
              <ac:spMk id="23" creationId="{D84AC8B4-ED73-847F-4BBF-50224AEF97AF}"/>
            </ac:spMkLst>
          </pc:spChg>
          <pc:spChg chg="mod topLvl">
            <ac:chgData name="Mamdouh Jamjoom" userId="4f83adfd-8daa-4f62-9189-dd97c2009acc" providerId="ADAL" clId="{C50D1312-49B6-4843-BF8F-FF2439C740DC}" dt="2026-10-15T08:34:35.092" v="2629" actId="1076"/>
            <ac:spMkLst>
              <pc:docMk/>
              <pc:sldMasterMk cId="3574706131" sldId="2147483668"/>
              <pc:sldLayoutMk cId="2936374816" sldId="2147483686"/>
              <ac:spMk id="36" creationId="{73FBB6E0-029E-5C36-7D3C-C3086DCB8F61}"/>
            </ac:spMkLst>
          </pc:spChg>
          <pc:spChg chg="mod topLvl">
            <ac:chgData name="Mamdouh Jamjoom" userId="4f83adfd-8daa-4f62-9189-dd97c2009acc" providerId="ADAL" clId="{C50D1312-49B6-4843-BF8F-FF2439C740DC}" dt="2026-10-15T08:34:35.092" v="2629" actId="1076"/>
            <ac:spMkLst>
              <pc:docMk/>
              <pc:sldMasterMk cId="3574706131" sldId="2147483668"/>
              <pc:sldLayoutMk cId="2936374816" sldId="2147483686"/>
              <ac:spMk id="39" creationId="{287B7D5A-9F83-7330-C9C8-0D07342A1615}"/>
            </ac:spMkLst>
          </pc:spChg>
          <pc:spChg chg="mod topLvl">
            <ac:chgData name="Mamdouh Jamjoom" userId="4f83adfd-8daa-4f62-9189-dd97c2009acc" providerId="ADAL" clId="{C50D1312-49B6-4843-BF8F-FF2439C740DC}" dt="2026-10-15T08:34:35.092" v="2629" actId="1076"/>
            <ac:spMkLst>
              <pc:docMk/>
              <pc:sldMasterMk cId="3574706131" sldId="2147483668"/>
              <pc:sldLayoutMk cId="2936374816" sldId="2147483686"/>
              <ac:spMk id="42" creationId="{0756BCB3-9F89-B1B5-EEF9-9DAA906AC2E4}"/>
            </ac:spMkLst>
          </pc:spChg>
          <pc:spChg chg="mod topLvl">
            <ac:chgData name="Mamdouh Jamjoom" userId="4f83adfd-8daa-4f62-9189-dd97c2009acc" providerId="ADAL" clId="{C50D1312-49B6-4843-BF8F-FF2439C740DC}" dt="2026-10-15T08:41:21.764" v="2692" actId="1076"/>
            <ac:spMkLst>
              <pc:docMk/>
              <pc:sldMasterMk cId="3574706131" sldId="2147483668"/>
              <pc:sldLayoutMk cId="2936374816" sldId="2147483686"/>
              <ac:spMk id="43" creationId="{A064E357-EB14-F530-0142-67201D5CC85C}"/>
            </ac:spMkLst>
          </pc:spChg>
          <pc:spChg chg="mod topLvl">
            <ac:chgData name="Mamdouh Jamjoom" userId="4f83adfd-8daa-4f62-9189-dd97c2009acc" providerId="ADAL" clId="{C50D1312-49B6-4843-BF8F-FF2439C740DC}" dt="2026-10-13T20:14:24.803" v="1949"/>
            <ac:spMkLst>
              <pc:docMk/>
              <pc:sldMasterMk cId="3574706131" sldId="2147483668"/>
              <pc:sldLayoutMk cId="2936374816" sldId="2147483686"/>
              <ac:spMk id="45" creationId="{F2657A36-C429-A67C-74B1-D61CFD41FBB1}"/>
            </ac:spMkLst>
          </pc:spChg>
          <pc:spChg chg="mod topLvl">
            <ac:chgData name="Mamdouh Jamjoom" userId="4f83adfd-8daa-4f62-9189-dd97c2009acc" providerId="ADAL" clId="{C50D1312-49B6-4843-BF8F-FF2439C740DC}" dt="2026-10-15T08:41:24.104" v="2693" actId="1076"/>
            <ac:spMkLst>
              <pc:docMk/>
              <pc:sldMasterMk cId="3574706131" sldId="2147483668"/>
              <pc:sldLayoutMk cId="2936374816" sldId="2147483686"/>
              <ac:spMk id="46" creationId="{2A1D9F59-1C83-02D7-5789-17E50739D4F5}"/>
            </ac:spMkLst>
          </pc:spChg>
          <pc:grpChg chg="add mod ord">
            <ac:chgData name="Mamdouh Jamjoom" userId="4f83adfd-8daa-4f62-9189-dd97c2009acc" providerId="ADAL" clId="{C50D1312-49B6-4843-BF8F-FF2439C740DC}" dt="2026-10-15T08:34:35.092" v="2629" actId="1076"/>
            <ac:grpSpMkLst>
              <pc:docMk/>
              <pc:sldMasterMk cId="3574706131" sldId="2147483668"/>
              <pc:sldLayoutMk cId="2936374816" sldId="2147483686"/>
              <ac:grpSpMk id="10" creationId="{2B6679C8-5764-1053-6B26-97897A3A8CEB}"/>
            </ac:grpSpMkLst>
          </pc:grpChg>
          <pc:grpChg chg="add mod ord">
            <ac:chgData name="Mamdouh Jamjoom" userId="4f83adfd-8daa-4f62-9189-dd97c2009acc" providerId="ADAL" clId="{C50D1312-49B6-4843-BF8F-FF2439C740DC}" dt="2026-10-15T08:34:35.092" v="2629" actId="1076"/>
            <ac:grpSpMkLst>
              <pc:docMk/>
              <pc:sldMasterMk cId="3574706131" sldId="2147483668"/>
              <pc:sldLayoutMk cId="2936374816" sldId="2147483686"/>
              <ac:grpSpMk id="11" creationId="{0414CACC-B735-29B9-DD30-9AC8813DA266}"/>
            </ac:grpSpMkLst>
          </pc:grpChg>
        </pc:sldLayoutChg>
        <pc:sldLayoutChg chg="addSp delSp modSp mod ord">
          <pc:chgData name="Mamdouh Jamjoom" userId="4f83adfd-8daa-4f62-9189-dd97c2009acc" providerId="ADAL" clId="{C50D1312-49B6-4843-BF8F-FF2439C740DC}" dt="2026-10-15T08:36:41.729" v="2654" actId="207"/>
          <pc:sldLayoutMkLst>
            <pc:docMk/>
            <pc:sldMasterMk cId="3574706131" sldId="2147483668"/>
            <pc:sldLayoutMk cId="530765436" sldId="2147483687"/>
          </pc:sldLayoutMkLst>
          <pc:spChg chg="add mod">
            <ac:chgData name="Mamdouh Jamjoom" userId="4f83adfd-8daa-4f62-9189-dd97c2009acc" providerId="ADAL" clId="{C50D1312-49B6-4843-BF8F-FF2439C740DC}" dt="2026-10-15T08:36:38.525" v="2653" actId="207"/>
            <ac:spMkLst>
              <pc:docMk/>
              <pc:sldMasterMk cId="3574706131" sldId="2147483668"/>
              <pc:sldLayoutMk cId="530765436" sldId="2147483687"/>
              <ac:spMk id="2" creationId="{14D5667A-757E-5196-3B68-9E4D5195DE37}"/>
            </ac:spMkLst>
          </pc:spChg>
          <pc:spChg chg="add mod">
            <ac:chgData name="Mamdouh Jamjoom" userId="4f83adfd-8daa-4f62-9189-dd97c2009acc" providerId="ADAL" clId="{C50D1312-49B6-4843-BF8F-FF2439C740DC}" dt="2026-10-15T08:36:33.548" v="2652" actId="1076"/>
            <ac:spMkLst>
              <pc:docMk/>
              <pc:sldMasterMk cId="3574706131" sldId="2147483668"/>
              <pc:sldLayoutMk cId="530765436" sldId="2147483687"/>
              <ac:spMk id="3" creationId="{5E490353-743C-8F2D-5981-18C34E882679}"/>
            </ac:spMkLst>
          </pc:spChg>
          <pc:spChg chg="add mod">
            <ac:chgData name="Mamdouh Jamjoom" userId="4f83adfd-8daa-4f62-9189-dd97c2009acc" providerId="ADAL" clId="{C50D1312-49B6-4843-BF8F-FF2439C740DC}" dt="2026-10-15T08:36:41.729" v="2654" actId="207"/>
            <ac:spMkLst>
              <pc:docMk/>
              <pc:sldMasterMk cId="3574706131" sldId="2147483668"/>
              <pc:sldLayoutMk cId="530765436" sldId="2147483687"/>
              <ac:spMk id="8" creationId="{07DA3773-1C89-D902-CFA9-4558AC886A64}"/>
            </ac:spMkLst>
          </pc:spChg>
          <pc:spChg chg="add mod">
            <ac:chgData name="Mamdouh Jamjoom" userId="4f83adfd-8daa-4f62-9189-dd97c2009acc" providerId="ADAL" clId="{C50D1312-49B6-4843-BF8F-FF2439C740DC}" dt="2026-10-15T08:36:28.624" v="2650" actId="113"/>
            <ac:spMkLst>
              <pc:docMk/>
              <pc:sldMasterMk cId="3574706131" sldId="2147483668"/>
              <pc:sldLayoutMk cId="530765436" sldId="2147483687"/>
              <ac:spMk id="10" creationId="{9BB5C87E-F518-46E3-3BAD-06642924FCB5}"/>
            </ac:spMkLst>
          </pc:spChg>
          <pc:spChg chg="add mod">
            <ac:chgData name="Mamdouh Jamjoom" userId="4f83adfd-8daa-4f62-9189-dd97c2009acc" providerId="ADAL" clId="{C50D1312-49B6-4843-BF8F-FF2439C740DC}" dt="2026-10-15T08:36:16.029" v="2646"/>
            <ac:spMkLst>
              <pc:docMk/>
              <pc:sldMasterMk cId="3574706131" sldId="2147483668"/>
              <pc:sldLayoutMk cId="530765436" sldId="2147483687"/>
              <ac:spMk id="12" creationId="{1378A7EC-331B-BDC9-12C9-84D4A6C5F2DF}"/>
            </ac:spMkLst>
          </pc:spChg>
          <pc:spChg chg="add mod">
            <ac:chgData name="Mamdouh Jamjoom" userId="4f83adfd-8daa-4f62-9189-dd97c2009acc" providerId="ADAL" clId="{C50D1312-49B6-4843-BF8F-FF2439C740DC}" dt="2026-10-15T08:36:16.029" v="2646"/>
            <ac:spMkLst>
              <pc:docMk/>
              <pc:sldMasterMk cId="3574706131" sldId="2147483668"/>
              <pc:sldLayoutMk cId="530765436" sldId="2147483687"/>
              <ac:spMk id="14" creationId="{44B5CA6F-6061-63DA-A569-100F3DDDA013}"/>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18" creationId="{29E5C90B-636B-326B-CFD5-F384044CAE94}"/>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20" creationId="{B45086CF-7DDB-311C-F525-D0903F7338A7}"/>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26" creationId="{26BF74D5-CD53-D5E7-D822-64EC30E82B19}"/>
            </ac:spMkLst>
          </pc:spChg>
          <pc:spChg chg="mod">
            <ac:chgData name="Mamdouh Jamjoom" userId="4f83adfd-8daa-4f62-9189-dd97c2009acc" providerId="ADAL" clId="{C50D1312-49B6-4843-BF8F-FF2439C740DC}" dt="2026-10-15T08:36:16.029" v="2646"/>
            <ac:spMkLst>
              <pc:docMk/>
              <pc:sldMasterMk cId="3574706131" sldId="2147483668"/>
              <pc:sldLayoutMk cId="530765436" sldId="2147483687"/>
              <ac:spMk id="28" creationId="{A6C5F163-935C-D949-FED5-63A28E638E75}"/>
            </ac:spMkLst>
          </pc:spChg>
        </pc:sldLayoutChg>
        <pc:sldLayoutChg chg="addSp delSp modSp mod ord">
          <pc:chgData name="Mamdouh Jamjoom" userId="4f83adfd-8daa-4f62-9189-dd97c2009acc" providerId="ADAL" clId="{C50D1312-49B6-4843-BF8F-FF2439C740DC}" dt="2026-10-15T08:37:15.117" v="2665" actId="207"/>
          <pc:sldLayoutMkLst>
            <pc:docMk/>
            <pc:sldMasterMk cId="3574706131" sldId="2147483668"/>
            <pc:sldLayoutMk cId="188970420" sldId="2147483688"/>
          </pc:sldLayoutMkLst>
          <pc:spChg chg="add mod">
            <ac:chgData name="Mamdouh Jamjoom" userId="4f83adfd-8daa-4f62-9189-dd97c2009acc" providerId="ADAL" clId="{C50D1312-49B6-4843-BF8F-FF2439C740DC}" dt="2026-10-15T08:36:52.989" v="2657"/>
            <ac:spMkLst>
              <pc:docMk/>
              <pc:sldMasterMk cId="3574706131" sldId="2147483668"/>
              <pc:sldLayoutMk cId="188970420" sldId="2147483688"/>
              <ac:spMk id="2" creationId="{BFE8A468-6E0F-B1F0-93DD-50F15BEFF1DF}"/>
            </ac:spMkLst>
          </pc:spChg>
          <pc:spChg chg="add mod">
            <ac:chgData name="Mamdouh Jamjoom" userId="4f83adfd-8daa-4f62-9189-dd97c2009acc" providerId="ADAL" clId="{C50D1312-49B6-4843-BF8F-FF2439C740DC}" dt="2026-10-15T08:36:52.989" v="2657"/>
            <ac:spMkLst>
              <pc:docMk/>
              <pc:sldMasterMk cId="3574706131" sldId="2147483668"/>
              <pc:sldLayoutMk cId="188970420" sldId="2147483688"/>
              <ac:spMk id="3" creationId="{2BEEC85B-92B3-FA55-C0B7-95CB46F60EE2}"/>
            </ac:spMkLst>
          </pc:spChg>
          <pc:spChg chg="add mod">
            <ac:chgData name="Mamdouh Jamjoom" userId="4f83adfd-8daa-4f62-9189-dd97c2009acc" providerId="ADAL" clId="{C50D1312-49B6-4843-BF8F-FF2439C740DC}" dt="2026-10-15T08:37:11.445" v="2664" actId="14100"/>
            <ac:spMkLst>
              <pc:docMk/>
              <pc:sldMasterMk cId="3574706131" sldId="2147483668"/>
              <pc:sldLayoutMk cId="188970420" sldId="2147483688"/>
              <ac:spMk id="4" creationId="{07D6242F-DBCF-EE8F-7AD3-631CB63F8DFC}"/>
            </ac:spMkLst>
          </pc:spChg>
          <pc:spChg chg="add mod">
            <ac:chgData name="Mamdouh Jamjoom" userId="4f83adfd-8daa-4f62-9189-dd97c2009acc" providerId="ADAL" clId="{C50D1312-49B6-4843-BF8F-FF2439C740DC}" dt="2026-10-15T08:37:04.378" v="2662" actId="1076"/>
            <ac:spMkLst>
              <pc:docMk/>
              <pc:sldMasterMk cId="3574706131" sldId="2147483668"/>
              <pc:sldLayoutMk cId="188970420" sldId="2147483688"/>
              <ac:spMk id="5" creationId="{863E3B64-443B-12BD-E347-2924071EBBC3}"/>
            </ac:spMkLst>
          </pc:spChg>
          <pc:spChg chg="add mod">
            <ac:chgData name="Mamdouh Jamjoom" userId="4f83adfd-8daa-4f62-9189-dd97c2009acc" providerId="ADAL" clId="{C50D1312-49B6-4843-BF8F-FF2439C740DC}" dt="2026-10-15T08:37:15.117" v="2665" actId="207"/>
            <ac:spMkLst>
              <pc:docMk/>
              <pc:sldMasterMk cId="3574706131" sldId="2147483668"/>
              <pc:sldLayoutMk cId="188970420" sldId="2147483688"/>
              <ac:spMk id="10" creationId="{01B695D0-D629-57A3-B3F7-ED2D1ADF01B0}"/>
            </ac:spMkLst>
          </pc:spChg>
          <pc:spChg chg="add mod">
            <ac:chgData name="Mamdouh Jamjoom" userId="4f83adfd-8daa-4f62-9189-dd97c2009acc" providerId="ADAL" clId="{C50D1312-49B6-4843-BF8F-FF2439C740DC}" dt="2026-10-15T08:37:01.408" v="2660" actId="1076"/>
            <ac:spMkLst>
              <pc:docMk/>
              <pc:sldMasterMk cId="3574706131" sldId="2147483668"/>
              <pc:sldLayoutMk cId="188970420" sldId="2147483688"/>
              <ac:spMk id="12" creationId="{23F35AD4-AA43-1C08-EF79-8E43767C31B6}"/>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4" creationId="{A3EB29BD-CA40-28F4-1580-885A1F4E6C51}"/>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5" creationId="{12BA3B7C-E4A3-DD57-EAF6-5427D6C2C0DC}"/>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7" creationId="{F4D5B238-6AD3-618C-1CB6-FFDA501F0D78}"/>
            </ac:spMkLst>
          </pc:spChg>
          <pc:spChg chg="mod">
            <ac:chgData name="Mamdouh Jamjoom" userId="4f83adfd-8daa-4f62-9189-dd97c2009acc" providerId="ADAL" clId="{C50D1312-49B6-4843-BF8F-FF2439C740DC}" dt="2026-10-15T08:36:52.989" v="2657"/>
            <ac:spMkLst>
              <pc:docMk/>
              <pc:sldMasterMk cId="3574706131" sldId="2147483668"/>
              <pc:sldLayoutMk cId="188970420" sldId="2147483688"/>
              <ac:spMk id="18" creationId="{B4BBF8EB-1CE9-C393-A28B-74B30D3FD3B9}"/>
            </ac:spMkLst>
          </pc:spChg>
        </pc:sldLayoutChg>
        <pc:sldLayoutChg chg="addSp delSp modSp mod">
          <pc:chgData name="Mamdouh Jamjoom" userId="4f83adfd-8daa-4f62-9189-dd97c2009acc" providerId="ADAL" clId="{C50D1312-49B6-4843-BF8F-FF2439C740DC}" dt="2026-10-15T08:38:17.044" v="2681"/>
          <pc:sldLayoutMkLst>
            <pc:docMk/>
            <pc:sldMasterMk cId="3574706131" sldId="2147483668"/>
            <pc:sldLayoutMk cId="2480571018" sldId="2147483689"/>
          </pc:sldLayoutMkLst>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1" creationId="{6DEB5D5E-408C-7493-F923-B6EF1756E94C}"/>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2" creationId="{75A9EE37-1238-9E76-9BEA-0AC584517351}"/>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5" creationId="{E7328497-8372-CD3C-E567-69C91E6C3018}"/>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6" creationId="{49783F3E-3FAA-2E68-CBE6-C3307F94B90D}"/>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7" creationId="{68F2E0A9-FF17-A0C4-FF12-60F648D47400}"/>
            </ac:spMkLst>
          </pc:spChg>
          <pc:spChg chg="add mod">
            <ac:chgData name="Mamdouh Jamjoom" userId="4f83adfd-8daa-4f62-9189-dd97c2009acc" providerId="ADAL" clId="{C50D1312-49B6-4843-BF8F-FF2439C740DC}" dt="2026-10-15T08:38:17.044" v="2681"/>
            <ac:spMkLst>
              <pc:docMk/>
              <pc:sldMasterMk cId="3574706131" sldId="2147483668"/>
              <pc:sldLayoutMk cId="2480571018" sldId="2147483689"/>
              <ac:spMk id="29" creationId="{EF476831-BA76-F5C3-6380-3E987FC80E78}"/>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3" creationId="{B6BDA8DD-3222-6E8C-911B-BEB643873AA4}"/>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5" creationId="{0D941AA8-CDBB-05C5-E21A-9667BEAC078B}"/>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8" creationId="{7879FC86-B1B2-60FA-5318-67BE3F17536B}"/>
            </ac:spMkLst>
          </pc:spChg>
          <pc:spChg chg="mod">
            <ac:chgData name="Mamdouh Jamjoom" userId="4f83adfd-8daa-4f62-9189-dd97c2009acc" providerId="ADAL" clId="{C50D1312-49B6-4843-BF8F-FF2439C740DC}" dt="2026-10-15T08:38:17.044" v="2681"/>
            <ac:spMkLst>
              <pc:docMk/>
              <pc:sldMasterMk cId="3574706131" sldId="2147483668"/>
              <pc:sldLayoutMk cId="2480571018" sldId="2147483689"/>
              <ac:spMk id="39" creationId="{9671A10D-21EF-A92C-9753-FA0E3F39EBFF}"/>
            </ac:spMkLst>
          </pc:spChg>
        </pc:sldLayoutChg>
        <pc:sldLayoutChg chg="addSp delSp modSp mod">
          <pc:chgData name="Mamdouh Jamjoom" userId="4f83adfd-8daa-4f62-9189-dd97c2009acc" providerId="ADAL" clId="{C50D1312-49B6-4843-BF8F-FF2439C740DC}" dt="2026-10-15T08:38:07.678" v="2679" actId="571"/>
          <pc:sldLayoutMkLst>
            <pc:docMk/>
            <pc:sldMasterMk cId="3574706131" sldId="2147483668"/>
            <pc:sldLayoutMk cId="451760298" sldId="2147483701"/>
          </pc:sldLayoutMkLst>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2" creationId="{03088236-BA75-35CE-DDAA-7ED8A960D08D}"/>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5" creationId="{C03ABDF5-1017-CCEF-794B-A37D5EE253A6}"/>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6" creationId="{D542A77B-0CBE-CDEE-2A74-ED3D00111DF3}"/>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7" creationId="{AFB72780-4EFB-D592-1BFA-B062FBE0212F}"/>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9" creationId="{F3BF7CC4-2185-67F1-29AB-11C81B0172CB}"/>
            </ac:spMkLst>
          </pc:spChg>
          <pc:spChg chg="add mod">
            <ac:chgData name="Mamdouh Jamjoom" userId="4f83adfd-8daa-4f62-9189-dd97c2009acc" providerId="ADAL" clId="{C50D1312-49B6-4843-BF8F-FF2439C740DC}" dt="2026-10-15T08:37:30.414" v="2667"/>
            <ac:spMkLst>
              <pc:docMk/>
              <pc:sldMasterMk cId="3574706131" sldId="2147483668"/>
              <pc:sldLayoutMk cId="451760298" sldId="2147483701"/>
              <ac:spMk id="10" creationId="{5848E4B1-BEA9-332E-E959-86FDC50E2942}"/>
            </ac:spMkLst>
          </pc:spChg>
          <pc:spChg chg="mod">
            <ac:chgData name="Mamdouh Jamjoom" userId="4f83adfd-8daa-4f62-9189-dd97c2009acc" providerId="ADAL" clId="{C50D1312-49B6-4843-BF8F-FF2439C740DC}" dt="2026-10-15T08:37:42.408" v="2670" actId="207"/>
            <ac:spMkLst>
              <pc:docMk/>
              <pc:sldMasterMk cId="3574706131" sldId="2147483668"/>
              <pc:sldLayoutMk cId="451760298" sldId="2147483701"/>
              <ac:spMk id="14" creationId="{2BD34CA2-F5B4-943E-1DD2-60D039F1E619}"/>
            </ac:spMkLst>
          </pc:spChg>
          <pc:spChg chg="mod">
            <ac:chgData name="Mamdouh Jamjoom" userId="4f83adfd-8daa-4f62-9189-dd97c2009acc" providerId="ADAL" clId="{C50D1312-49B6-4843-BF8F-FF2439C740DC}" dt="2026-10-15T08:37:43.553" v="2671" actId="113"/>
            <ac:spMkLst>
              <pc:docMk/>
              <pc:sldMasterMk cId="3574706131" sldId="2147483668"/>
              <pc:sldLayoutMk cId="451760298" sldId="2147483701"/>
              <ac:spMk id="16" creationId="{17489BBC-7558-68F5-37AE-D4C48EB1AF04}"/>
            </ac:spMkLst>
          </pc:spChg>
          <pc:spChg chg="mod">
            <ac:chgData name="Mamdouh Jamjoom" userId="4f83adfd-8daa-4f62-9189-dd97c2009acc" providerId="ADAL" clId="{C50D1312-49B6-4843-BF8F-FF2439C740DC}" dt="2026-10-15T08:37:54.853" v="2675" actId="14100"/>
            <ac:spMkLst>
              <pc:docMk/>
              <pc:sldMasterMk cId="3574706131" sldId="2147483668"/>
              <pc:sldLayoutMk cId="451760298" sldId="2147483701"/>
              <ac:spMk id="20" creationId="{11402A0A-22D3-2723-F6C2-B1077FFC5700}"/>
            </ac:spMkLst>
          </pc:spChg>
          <pc:spChg chg="mod">
            <ac:chgData name="Mamdouh Jamjoom" userId="4f83adfd-8daa-4f62-9189-dd97c2009acc" providerId="ADAL" clId="{C50D1312-49B6-4843-BF8F-FF2439C740DC}" dt="2026-10-15T08:37:56.919" v="2676" actId="1076"/>
            <ac:spMkLst>
              <pc:docMk/>
              <pc:sldMasterMk cId="3574706131" sldId="2147483668"/>
              <pc:sldLayoutMk cId="451760298" sldId="2147483701"/>
              <ac:spMk id="22" creationId="{A4041D52-E849-CE37-AC3B-8816B37FEC0A}"/>
            </ac:spMkLst>
          </pc:spChg>
        </pc:sldLayoutChg>
        <pc:sldLayoutChg chg="delSp mod">
          <pc:chgData name="Mamdouh Jamjoom" userId="4f83adfd-8daa-4f62-9189-dd97c2009acc" providerId="ADAL" clId="{C50D1312-49B6-4843-BF8F-FF2439C740DC}" dt="2026-09-28T10:46:46.682" v="4" actId="478"/>
          <pc:sldLayoutMkLst>
            <pc:docMk/>
            <pc:sldMasterMk cId="3574706131" sldId="2147483668"/>
            <pc:sldLayoutMk cId="3734601892" sldId="2147483703"/>
          </pc:sldLayoutMkLst>
        </pc:sldLayoutChg>
        <pc:sldLayoutChg chg="addSp delSp modSp add mod ord modTransition">
          <pc:chgData name="Mamdouh Jamjoom" userId="4f83adfd-8daa-4f62-9189-dd97c2009acc" providerId="ADAL" clId="{C50D1312-49B6-4843-BF8F-FF2439C740DC}" dt="2026-10-15T08:36:02.494" v="2643" actId="207"/>
          <pc:sldLayoutMkLst>
            <pc:docMk/>
            <pc:sldMasterMk cId="3574706131" sldId="2147483668"/>
            <pc:sldLayoutMk cId="4190469686" sldId="2147483704"/>
          </pc:sldLayoutMkLst>
          <pc:spChg chg="mod">
            <ac:chgData name="Mamdouh Jamjoom" userId="4f83adfd-8daa-4f62-9189-dd97c2009acc" providerId="ADAL" clId="{C50D1312-49B6-4843-BF8F-FF2439C740DC}" dt="2026-10-15T08:35:36.038" v="2637" actId="207"/>
            <ac:spMkLst>
              <pc:docMk/>
              <pc:sldMasterMk cId="3574706131" sldId="2147483668"/>
              <pc:sldLayoutMk cId="4190469686" sldId="2147483704"/>
              <ac:spMk id="8" creationId="{F07887D5-4371-3456-3A99-F65130EC509C}"/>
            </ac:spMkLst>
          </pc:spChg>
          <pc:spChg chg="mod">
            <ac:chgData name="Mamdouh Jamjoom" userId="4f83adfd-8daa-4f62-9189-dd97c2009acc" providerId="ADAL" clId="{C50D1312-49B6-4843-BF8F-FF2439C740DC}" dt="2026-10-15T08:35:28.126" v="2636" actId="113"/>
            <ac:spMkLst>
              <pc:docMk/>
              <pc:sldMasterMk cId="3574706131" sldId="2147483668"/>
              <pc:sldLayoutMk cId="4190469686" sldId="2147483704"/>
              <ac:spMk id="9" creationId="{6ACECB9F-2595-FC0A-B818-97D53690AE2E}"/>
            </ac:spMkLst>
          </pc:spChg>
          <pc:spChg chg="add">
            <ac:chgData name="Mamdouh Jamjoom" userId="4f83adfd-8daa-4f62-9189-dd97c2009acc" providerId="ADAL" clId="{C50D1312-49B6-4843-BF8F-FF2439C740DC}" dt="2026-10-15T08:35:17.145" v="2633" actId="22"/>
            <ac:spMkLst>
              <pc:docMk/>
              <pc:sldMasterMk cId="3574706131" sldId="2147483668"/>
              <pc:sldLayoutMk cId="4190469686" sldId="2147483704"/>
              <ac:spMk id="12" creationId="{2FB554FF-AF4A-1EC4-5B82-2E08D8E47F8B}"/>
            </ac:spMkLst>
          </pc:spChg>
          <pc:spChg chg="mod">
            <ac:chgData name="Mamdouh Jamjoom" userId="4f83adfd-8daa-4f62-9189-dd97c2009acc" providerId="ADAL" clId="{C50D1312-49B6-4843-BF8F-FF2439C740DC}" dt="2026-10-15T08:36:02.494" v="2643" actId="207"/>
            <ac:spMkLst>
              <pc:docMk/>
              <pc:sldMasterMk cId="3574706131" sldId="2147483668"/>
              <pc:sldLayoutMk cId="4190469686" sldId="2147483704"/>
              <ac:spMk id="36" creationId="{73FBB6E0-029E-5C36-7D3C-C3086DCB8F61}"/>
            </ac:spMkLst>
          </pc:spChg>
          <pc:spChg chg="mod">
            <ac:chgData name="Mamdouh Jamjoom" userId="4f83adfd-8daa-4f62-9189-dd97c2009acc" providerId="ADAL" clId="{C50D1312-49B6-4843-BF8F-FF2439C740DC}" dt="2026-10-15T08:35:50.893" v="2641" actId="1076"/>
            <ac:spMkLst>
              <pc:docMk/>
              <pc:sldMasterMk cId="3574706131" sldId="2147483668"/>
              <pc:sldLayoutMk cId="4190469686" sldId="2147483704"/>
              <ac:spMk id="37" creationId="{E9738941-90D8-D1A5-278D-AF8BB2B0923A}"/>
            </ac:spMkLst>
          </pc:spChg>
        </pc:sldLayoutChg>
      </pc:sldMasterChg>
    </pc:docChg>
  </pc:docChgLst>
  <pc:docChgLst>
    <pc:chgData name="Baraa Fayez Bakhsh" userId="b9aaab7b-6818-4bdd-903a-1ab14bd1342d" providerId="ADAL" clId="{5189D8EB-F4BB-4ED1-BE3E-2FE4F8A8F623}"/>
    <pc:docChg chg="undo custSel addSld delSld modSld sldOrd addSection modSection">
      <pc:chgData name="Baraa Fayez Bakhsh" userId="b9aaab7b-6818-4bdd-903a-1ab14bd1342d" providerId="ADAL" clId="{5189D8EB-F4BB-4ED1-BE3E-2FE4F8A8F623}" dt="2026-10-22T09:59:03.253" v="698" actId="790"/>
      <pc:docMkLst>
        <pc:docMk/>
      </pc:docMkLst>
      <pc:sldChg chg="addSp modSp">
        <pc:chgData name="Baraa Fayez Bakhsh" userId="b9aaab7b-6818-4bdd-903a-1ab14bd1342d" providerId="ADAL" clId="{5189D8EB-F4BB-4ED1-BE3E-2FE4F8A8F623}" dt="2026-10-22T08:09:33.775" v="529" actId="767"/>
        <pc:sldMkLst>
          <pc:docMk/>
          <pc:sldMk cId="1320534220" sldId="276"/>
        </pc:sldMkLst>
        <pc:spChg chg="add mod">
          <ac:chgData name="Baraa Fayez Bakhsh" userId="b9aaab7b-6818-4bdd-903a-1ab14bd1342d" providerId="ADAL" clId="{5189D8EB-F4BB-4ED1-BE3E-2FE4F8A8F623}" dt="2026-10-22T08:09:33.775" v="529" actId="767"/>
          <ac:spMkLst>
            <pc:docMk/>
            <pc:sldMk cId="1320534220" sldId="276"/>
            <ac:spMk id="3" creationId="{2832924D-F6D3-E820-2F90-9F0165663363}"/>
          </ac:spMkLst>
        </pc:spChg>
      </pc:sldChg>
      <pc:sldChg chg="addSp delSp modSp mod">
        <pc:chgData name="Baraa Fayez Bakhsh" userId="b9aaab7b-6818-4bdd-903a-1ab14bd1342d" providerId="ADAL" clId="{5189D8EB-F4BB-4ED1-BE3E-2FE4F8A8F623}" dt="2026-10-22T09:53:58.519" v="618" actId="207"/>
        <pc:sldMkLst>
          <pc:docMk/>
          <pc:sldMk cId="3565859656" sldId="278"/>
        </pc:sldMkLst>
        <pc:spChg chg="add del mod">
          <ac:chgData name="Baraa Fayez Bakhsh" userId="b9aaab7b-6818-4bdd-903a-1ab14bd1342d" providerId="ADAL" clId="{5189D8EB-F4BB-4ED1-BE3E-2FE4F8A8F623}" dt="2026-10-22T09:53:16.961" v="613"/>
          <ac:spMkLst>
            <pc:docMk/>
            <pc:sldMk cId="3565859656" sldId="278"/>
            <ac:spMk id="3" creationId="{AAC70AA6-66EE-4676-A9EA-F17649F2E791}"/>
          </ac:spMkLst>
        </pc:spChg>
        <pc:spChg chg="add del mod">
          <ac:chgData name="Baraa Fayez Bakhsh" userId="b9aaab7b-6818-4bdd-903a-1ab14bd1342d" providerId="ADAL" clId="{5189D8EB-F4BB-4ED1-BE3E-2FE4F8A8F623}" dt="2026-10-22T09:53:33.962" v="616" actId="478"/>
          <ac:spMkLst>
            <pc:docMk/>
            <pc:sldMk cId="3565859656" sldId="278"/>
            <ac:spMk id="4" creationId="{80F4747B-DC37-2BFB-F674-A7BB4C9BC2C3}"/>
          </ac:spMkLst>
        </pc:spChg>
        <pc:spChg chg="add mod">
          <ac:chgData name="Baraa Fayez Bakhsh" userId="b9aaab7b-6818-4bdd-903a-1ab14bd1342d" providerId="ADAL" clId="{5189D8EB-F4BB-4ED1-BE3E-2FE4F8A8F623}" dt="2026-10-22T09:53:58.519" v="618" actId="207"/>
          <ac:spMkLst>
            <pc:docMk/>
            <pc:sldMk cId="3565859656" sldId="278"/>
            <ac:spMk id="5" creationId="{86CF06BF-730A-6C1D-88DB-22FA06FDA6A3}"/>
          </ac:spMkLst>
        </pc:spChg>
      </pc:sldChg>
      <pc:sldChg chg="addSp modSp mod">
        <pc:chgData name="Baraa Fayez Bakhsh" userId="b9aaab7b-6818-4bdd-903a-1ab14bd1342d" providerId="ADAL" clId="{5189D8EB-F4BB-4ED1-BE3E-2FE4F8A8F623}" dt="2026-10-22T08:09:16.081" v="527" actId="767"/>
        <pc:sldMkLst>
          <pc:docMk/>
          <pc:sldMk cId="903101738" sldId="282"/>
        </pc:sldMkLst>
        <pc:spChg chg="add mod">
          <ac:chgData name="Baraa Fayez Bakhsh" userId="b9aaab7b-6818-4bdd-903a-1ab14bd1342d" providerId="ADAL" clId="{5189D8EB-F4BB-4ED1-BE3E-2FE4F8A8F623}" dt="2026-10-22T08:09:16.081" v="527" actId="767"/>
          <ac:spMkLst>
            <pc:docMk/>
            <pc:sldMk cId="903101738" sldId="282"/>
            <ac:spMk id="4" creationId="{C1C2862D-2827-560D-4DAF-9D745AEA1B57}"/>
          </ac:spMkLst>
        </pc:spChg>
        <pc:graphicFrameChg chg="modGraphic">
          <ac:chgData name="Baraa Fayez Bakhsh" userId="b9aaab7b-6818-4bdd-903a-1ab14bd1342d" providerId="ADAL" clId="{5189D8EB-F4BB-4ED1-BE3E-2FE4F8A8F623}" dt="2026-10-22T07:31:02.034" v="491" actId="790"/>
          <ac:graphicFrameMkLst>
            <pc:docMk/>
            <pc:sldMk cId="903101738" sldId="282"/>
            <ac:graphicFrameMk id="25" creationId="{3C308FE4-692D-D8D9-9C96-48B1DE6F32DD}"/>
          </ac:graphicFrameMkLst>
        </pc:graphicFrameChg>
      </pc:sldChg>
      <pc:sldChg chg="addSp modSp mod">
        <pc:chgData name="Baraa Fayez Bakhsh" userId="b9aaab7b-6818-4bdd-903a-1ab14bd1342d" providerId="ADAL" clId="{5189D8EB-F4BB-4ED1-BE3E-2FE4F8A8F623}" dt="2026-10-22T08:10:57.149" v="545" actId="20577"/>
        <pc:sldMkLst>
          <pc:docMk/>
          <pc:sldMk cId="3030618534" sldId="289"/>
        </pc:sldMkLst>
        <pc:spChg chg="add mod">
          <ac:chgData name="Baraa Fayez Bakhsh" userId="b9aaab7b-6818-4bdd-903a-1ab14bd1342d" providerId="ADAL" clId="{5189D8EB-F4BB-4ED1-BE3E-2FE4F8A8F623}" dt="2026-10-22T08:10:57.149" v="545" actId="20577"/>
          <ac:spMkLst>
            <pc:docMk/>
            <pc:sldMk cId="3030618534" sldId="289"/>
            <ac:spMk id="2" creationId="{A8A73B11-3952-F761-4F69-108B3CC84D69}"/>
          </ac:spMkLst>
        </pc:spChg>
        <pc:spChg chg="mod">
          <ac:chgData name="Baraa Fayez Bakhsh" userId="b9aaab7b-6818-4bdd-903a-1ab14bd1342d" providerId="ADAL" clId="{5189D8EB-F4BB-4ED1-BE3E-2FE4F8A8F623}" dt="2026-10-22T06:36:58.922" v="1" actId="1076"/>
          <ac:spMkLst>
            <pc:docMk/>
            <pc:sldMk cId="3030618534" sldId="289"/>
            <ac:spMk id="4" creationId="{110DA5B9-E25D-5800-7B25-B3F6F4619E86}"/>
          </ac:spMkLst>
        </pc:spChg>
        <pc:spChg chg="mod">
          <ac:chgData name="Baraa Fayez Bakhsh" userId="b9aaab7b-6818-4bdd-903a-1ab14bd1342d" providerId="ADAL" clId="{5189D8EB-F4BB-4ED1-BE3E-2FE4F8A8F623}" dt="2026-10-22T06:36:58.922" v="1" actId="1076"/>
          <ac:spMkLst>
            <pc:docMk/>
            <pc:sldMk cId="3030618534" sldId="289"/>
            <ac:spMk id="34" creationId="{52BC4D38-F772-B28E-3672-B5D7FC8ADA37}"/>
          </ac:spMkLst>
        </pc:spChg>
      </pc:sldChg>
      <pc:sldChg chg="modSp mod">
        <pc:chgData name="Baraa Fayez Bakhsh" userId="b9aaab7b-6818-4bdd-903a-1ab14bd1342d" providerId="ADAL" clId="{5189D8EB-F4BB-4ED1-BE3E-2FE4F8A8F623}" dt="2026-10-22T07:05:49.167" v="278" actId="207"/>
        <pc:sldMkLst>
          <pc:docMk/>
          <pc:sldMk cId="2014544344" sldId="296"/>
        </pc:sldMkLst>
        <pc:graphicFrameChg chg="mod modGraphic">
          <ac:chgData name="Baraa Fayez Bakhsh" userId="b9aaab7b-6818-4bdd-903a-1ab14bd1342d" providerId="ADAL" clId="{5189D8EB-F4BB-4ED1-BE3E-2FE4F8A8F623}" dt="2026-10-22T07:05:49.167" v="278" actId="207"/>
          <ac:graphicFrameMkLst>
            <pc:docMk/>
            <pc:sldMk cId="2014544344" sldId="296"/>
            <ac:graphicFrameMk id="30" creationId="{6CED6B66-1642-4103-9585-EEFD107A28B7}"/>
          </ac:graphicFrameMkLst>
        </pc:graphicFrameChg>
      </pc:sldChg>
      <pc:sldChg chg="addSp modSp mod">
        <pc:chgData name="Baraa Fayez Bakhsh" userId="b9aaab7b-6818-4bdd-903a-1ab14bd1342d" providerId="ADAL" clId="{5189D8EB-F4BB-4ED1-BE3E-2FE4F8A8F623}" dt="2026-10-22T09:59:03.253" v="698" actId="790"/>
        <pc:sldMkLst>
          <pc:docMk/>
          <pc:sldMk cId="2100585411" sldId="305"/>
        </pc:sldMkLst>
        <pc:spChg chg="mod">
          <ac:chgData name="Baraa Fayez Bakhsh" userId="b9aaab7b-6818-4bdd-903a-1ab14bd1342d" providerId="ADAL" clId="{5189D8EB-F4BB-4ED1-BE3E-2FE4F8A8F623}" dt="2026-10-22T09:57:32.622" v="643" actId="1035"/>
          <ac:spMkLst>
            <pc:docMk/>
            <pc:sldMk cId="2100585411" sldId="305"/>
            <ac:spMk id="6" creationId="{3BA5BDBB-8695-4C7D-CB1D-0C4E71996FE2}"/>
          </ac:spMkLst>
        </pc:spChg>
        <pc:spChg chg="add mod">
          <ac:chgData name="Baraa Fayez Bakhsh" userId="b9aaab7b-6818-4bdd-903a-1ab14bd1342d" providerId="ADAL" clId="{5189D8EB-F4BB-4ED1-BE3E-2FE4F8A8F623}" dt="2026-10-22T09:58:41.926" v="697" actId="1035"/>
          <ac:spMkLst>
            <pc:docMk/>
            <pc:sldMk cId="2100585411" sldId="305"/>
            <ac:spMk id="7" creationId="{3E33AF67-FC82-C8C5-81D0-AA20F3EAB1EC}"/>
          </ac:spMkLst>
        </pc:spChg>
        <pc:spChg chg="mod">
          <ac:chgData name="Baraa Fayez Bakhsh" userId="b9aaab7b-6818-4bdd-903a-1ab14bd1342d" providerId="ADAL" clId="{5189D8EB-F4BB-4ED1-BE3E-2FE4F8A8F623}" dt="2026-10-22T09:57:32.622" v="643" actId="1035"/>
          <ac:spMkLst>
            <pc:docMk/>
            <pc:sldMk cId="2100585411" sldId="305"/>
            <ac:spMk id="8" creationId="{0CDA777E-D48A-35E3-F35D-C493F700579C}"/>
          </ac:spMkLst>
        </pc:spChg>
        <pc:spChg chg="mod">
          <ac:chgData name="Baraa Fayez Bakhsh" userId="b9aaab7b-6818-4bdd-903a-1ab14bd1342d" providerId="ADAL" clId="{5189D8EB-F4BB-4ED1-BE3E-2FE4F8A8F623}" dt="2026-10-22T09:57:32.622" v="643" actId="1035"/>
          <ac:spMkLst>
            <pc:docMk/>
            <pc:sldMk cId="2100585411" sldId="305"/>
            <ac:spMk id="23" creationId="{DC145411-10C8-3433-960F-17B0BE6FE099}"/>
          </ac:spMkLst>
        </pc:spChg>
        <pc:spChg chg="mod">
          <ac:chgData name="Baraa Fayez Bakhsh" userId="b9aaab7b-6818-4bdd-903a-1ab14bd1342d" providerId="ADAL" clId="{5189D8EB-F4BB-4ED1-BE3E-2FE4F8A8F623}" dt="2026-10-22T09:59:03.253" v="698" actId="790"/>
          <ac:spMkLst>
            <pc:docMk/>
            <pc:sldMk cId="2100585411" sldId="305"/>
            <ac:spMk id="25" creationId="{6EEF22BF-9B0A-EA1D-5B42-969A0E9E9A43}"/>
          </ac:spMkLst>
        </pc:spChg>
        <pc:spChg chg="mod">
          <ac:chgData name="Baraa Fayez Bakhsh" userId="b9aaab7b-6818-4bdd-903a-1ab14bd1342d" providerId="ADAL" clId="{5189D8EB-F4BB-4ED1-BE3E-2FE4F8A8F623}" dt="2026-10-22T09:57:32.622" v="643" actId="1035"/>
          <ac:spMkLst>
            <pc:docMk/>
            <pc:sldMk cId="2100585411" sldId="305"/>
            <ac:spMk id="31" creationId="{A5DAD3C7-F1F1-6064-5440-BF9FDBF2249F}"/>
          </ac:spMkLst>
        </pc:spChg>
        <pc:spChg chg="mod">
          <ac:chgData name="Baraa Fayez Bakhsh" userId="b9aaab7b-6818-4bdd-903a-1ab14bd1342d" providerId="ADAL" clId="{5189D8EB-F4BB-4ED1-BE3E-2FE4F8A8F623}" dt="2026-10-22T09:59:03.253" v="698" actId="790"/>
          <ac:spMkLst>
            <pc:docMk/>
            <pc:sldMk cId="2100585411" sldId="305"/>
            <ac:spMk id="35" creationId="{90D56BDD-3C11-7385-40F2-0950C79B85A1}"/>
          </ac:spMkLst>
        </pc:spChg>
        <pc:spChg chg="mod">
          <ac:chgData name="Baraa Fayez Bakhsh" userId="b9aaab7b-6818-4bdd-903a-1ab14bd1342d" providerId="ADAL" clId="{5189D8EB-F4BB-4ED1-BE3E-2FE4F8A8F623}" dt="2026-10-22T09:57:32.622" v="643" actId="1035"/>
          <ac:spMkLst>
            <pc:docMk/>
            <pc:sldMk cId="2100585411" sldId="305"/>
            <ac:spMk id="55" creationId="{913B1D46-65C4-5BA7-FD7D-0ABA99136552}"/>
          </ac:spMkLst>
        </pc:spChg>
        <pc:spChg chg="mod">
          <ac:chgData name="Baraa Fayez Bakhsh" userId="b9aaab7b-6818-4bdd-903a-1ab14bd1342d" providerId="ADAL" clId="{5189D8EB-F4BB-4ED1-BE3E-2FE4F8A8F623}" dt="2026-10-22T09:57:32.622" v="643" actId="1035"/>
          <ac:spMkLst>
            <pc:docMk/>
            <pc:sldMk cId="2100585411" sldId="305"/>
            <ac:spMk id="67" creationId="{E49F8266-1BAB-06A2-305F-DCF3F900F398}"/>
          </ac:spMkLst>
        </pc:spChg>
        <pc:spChg chg="mod">
          <ac:chgData name="Baraa Fayez Bakhsh" userId="b9aaab7b-6818-4bdd-903a-1ab14bd1342d" providerId="ADAL" clId="{5189D8EB-F4BB-4ED1-BE3E-2FE4F8A8F623}" dt="2026-10-22T09:57:32.622" v="643" actId="1035"/>
          <ac:spMkLst>
            <pc:docMk/>
            <pc:sldMk cId="2100585411" sldId="305"/>
            <ac:spMk id="69" creationId="{C1A89673-FC34-CF4F-B112-A8ED3F859F27}"/>
          </ac:spMkLst>
        </pc:spChg>
        <pc:spChg chg="mod">
          <ac:chgData name="Baraa Fayez Bakhsh" userId="b9aaab7b-6818-4bdd-903a-1ab14bd1342d" providerId="ADAL" clId="{5189D8EB-F4BB-4ED1-BE3E-2FE4F8A8F623}" dt="2026-10-22T09:57:32.622" v="643" actId="1035"/>
          <ac:spMkLst>
            <pc:docMk/>
            <pc:sldMk cId="2100585411" sldId="305"/>
            <ac:spMk id="71" creationId="{C36CC6EE-7A2D-DB33-AE4E-CE82ACF69869}"/>
          </ac:spMkLst>
        </pc:spChg>
        <pc:spChg chg="mod">
          <ac:chgData name="Baraa Fayez Bakhsh" userId="b9aaab7b-6818-4bdd-903a-1ab14bd1342d" providerId="ADAL" clId="{5189D8EB-F4BB-4ED1-BE3E-2FE4F8A8F623}" dt="2026-10-22T09:59:03.253" v="698" actId="790"/>
          <ac:spMkLst>
            <pc:docMk/>
            <pc:sldMk cId="2100585411" sldId="305"/>
            <ac:spMk id="77" creationId="{FF3BBA8E-545D-74AE-CF78-E4D8AC786DE5}"/>
          </ac:spMkLst>
        </pc:spChg>
        <pc:spChg chg="mod">
          <ac:chgData name="Baraa Fayez Bakhsh" userId="b9aaab7b-6818-4bdd-903a-1ab14bd1342d" providerId="ADAL" clId="{5189D8EB-F4BB-4ED1-BE3E-2FE4F8A8F623}" dt="2026-10-22T09:59:03.253" v="698" actId="790"/>
          <ac:spMkLst>
            <pc:docMk/>
            <pc:sldMk cId="2100585411" sldId="305"/>
            <ac:spMk id="91" creationId="{58E618C3-D6B7-D4B9-E755-58C1B60AE0F7}"/>
          </ac:spMkLst>
        </pc:spChg>
        <pc:spChg chg="mod">
          <ac:chgData name="Baraa Fayez Bakhsh" userId="b9aaab7b-6818-4bdd-903a-1ab14bd1342d" providerId="ADAL" clId="{5189D8EB-F4BB-4ED1-BE3E-2FE4F8A8F623}" dt="2026-10-22T09:59:03.253" v="698" actId="790"/>
          <ac:spMkLst>
            <pc:docMk/>
            <pc:sldMk cId="2100585411" sldId="305"/>
            <ac:spMk id="102" creationId="{EF3FE0D4-F813-E2C9-E7B1-A55033A08BEF}"/>
          </ac:spMkLst>
        </pc:spChg>
        <pc:spChg chg="mod">
          <ac:chgData name="Baraa Fayez Bakhsh" userId="b9aaab7b-6818-4bdd-903a-1ab14bd1342d" providerId="ADAL" clId="{5189D8EB-F4BB-4ED1-BE3E-2FE4F8A8F623}" dt="2026-10-22T09:59:03.253" v="698" actId="790"/>
          <ac:spMkLst>
            <pc:docMk/>
            <pc:sldMk cId="2100585411" sldId="305"/>
            <ac:spMk id="104" creationId="{592B4629-F2E0-C631-3B54-E0CC83C79961}"/>
          </ac:spMkLst>
        </pc:spChg>
        <pc:spChg chg="mod">
          <ac:chgData name="Baraa Fayez Bakhsh" userId="b9aaab7b-6818-4bdd-903a-1ab14bd1342d" providerId="ADAL" clId="{5189D8EB-F4BB-4ED1-BE3E-2FE4F8A8F623}" dt="2026-10-22T09:59:03.253" v="698" actId="790"/>
          <ac:spMkLst>
            <pc:docMk/>
            <pc:sldMk cId="2100585411" sldId="305"/>
            <ac:spMk id="106" creationId="{DE5972E9-E8B7-5BC2-455B-67233D74D815}"/>
          </ac:spMkLst>
        </pc:spChg>
        <pc:spChg chg="mod">
          <ac:chgData name="Baraa Fayez Bakhsh" userId="b9aaab7b-6818-4bdd-903a-1ab14bd1342d" providerId="ADAL" clId="{5189D8EB-F4BB-4ED1-BE3E-2FE4F8A8F623}" dt="2026-10-22T09:59:03.253" v="698" actId="790"/>
          <ac:spMkLst>
            <pc:docMk/>
            <pc:sldMk cId="2100585411" sldId="305"/>
            <ac:spMk id="108" creationId="{E9758B04-9A00-33AE-1EAD-848BFE69B1DA}"/>
          </ac:spMkLst>
        </pc:spChg>
        <pc:spChg chg="mod">
          <ac:chgData name="Baraa Fayez Bakhsh" userId="b9aaab7b-6818-4bdd-903a-1ab14bd1342d" providerId="ADAL" clId="{5189D8EB-F4BB-4ED1-BE3E-2FE4F8A8F623}" dt="2026-10-22T09:59:03.253" v="698" actId="790"/>
          <ac:spMkLst>
            <pc:docMk/>
            <pc:sldMk cId="2100585411" sldId="305"/>
            <ac:spMk id="113" creationId="{06332EB5-7974-EB8E-1621-AF3AB46F1EB0}"/>
          </ac:spMkLst>
        </pc:spChg>
        <pc:spChg chg="mod">
          <ac:chgData name="Baraa Fayez Bakhsh" userId="b9aaab7b-6818-4bdd-903a-1ab14bd1342d" providerId="ADAL" clId="{5189D8EB-F4BB-4ED1-BE3E-2FE4F8A8F623}" dt="2026-10-22T09:59:03.253" v="698" actId="790"/>
          <ac:spMkLst>
            <pc:docMk/>
            <pc:sldMk cId="2100585411" sldId="305"/>
            <ac:spMk id="117" creationId="{0C9C8122-EEF8-702C-1478-DBC72E33AA23}"/>
          </ac:spMkLst>
        </pc:spChg>
      </pc:sldChg>
      <pc:sldChg chg="addSp delSp modSp add mod">
        <pc:chgData name="Baraa Fayez Bakhsh" userId="b9aaab7b-6818-4bdd-903a-1ab14bd1342d" providerId="ADAL" clId="{5189D8EB-F4BB-4ED1-BE3E-2FE4F8A8F623}" dt="2026-10-22T09:51:11.900" v="609" actId="478"/>
        <pc:sldMkLst>
          <pc:docMk/>
          <pc:sldMk cId="3974899931" sldId="306"/>
        </pc:sldMkLst>
        <pc:spChg chg="mod">
          <ac:chgData name="Baraa Fayez Bakhsh" userId="b9aaab7b-6818-4bdd-903a-1ab14bd1342d" providerId="ADAL" clId="{5189D8EB-F4BB-4ED1-BE3E-2FE4F8A8F623}" dt="2026-10-22T06:39:12.187" v="59" actId="20577"/>
          <ac:spMkLst>
            <pc:docMk/>
            <pc:sldMk cId="3974899931" sldId="306"/>
            <ac:spMk id="3" creationId="{F0288FAB-1D39-8211-132F-1911E662968F}"/>
          </ac:spMkLst>
        </pc:spChg>
        <pc:spChg chg="add mod">
          <ac:chgData name="Baraa Fayez Bakhsh" userId="b9aaab7b-6818-4bdd-903a-1ab14bd1342d" providerId="ADAL" clId="{5189D8EB-F4BB-4ED1-BE3E-2FE4F8A8F623}" dt="2026-10-22T06:43:36.939" v="101" actId="2711"/>
          <ac:spMkLst>
            <pc:docMk/>
            <pc:sldMk cId="3974899931" sldId="306"/>
            <ac:spMk id="6" creationId="{55AC9F17-50BE-96C2-C8BD-E212A544E78A}"/>
          </ac:spMkLst>
        </pc:spChg>
        <pc:spChg chg="add del mod">
          <ac:chgData name="Baraa Fayez Bakhsh" userId="b9aaab7b-6818-4bdd-903a-1ab14bd1342d" providerId="ADAL" clId="{5189D8EB-F4BB-4ED1-BE3E-2FE4F8A8F623}" dt="2026-10-22T09:51:11.900" v="609" actId="478"/>
          <ac:spMkLst>
            <pc:docMk/>
            <pc:sldMk cId="3974899931" sldId="306"/>
            <ac:spMk id="7" creationId="{359FFA0D-CAF8-20EC-042E-BCB1FC4F966B}"/>
          </ac:spMkLst>
        </pc:spChg>
        <pc:spChg chg="add mod">
          <ac:chgData name="Baraa Fayez Bakhsh" userId="b9aaab7b-6818-4bdd-903a-1ab14bd1342d" providerId="ADAL" clId="{5189D8EB-F4BB-4ED1-BE3E-2FE4F8A8F623}" dt="2026-10-22T06:43:36.939" v="101" actId="2711"/>
          <ac:spMkLst>
            <pc:docMk/>
            <pc:sldMk cId="3974899931" sldId="306"/>
            <ac:spMk id="8" creationId="{274CF96A-7342-031E-61A0-B6AB5B022CF5}"/>
          </ac:spMkLst>
        </pc:spChg>
        <pc:spChg chg="add mod">
          <ac:chgData name="Baraa Fayez Bakhsh" userId="b9aaab7b-6818-4bdd-903a-1ab14bd1342d" providerId="ADAL" clId="{5189D8EB-F4BB-4ED1-BE3E-2FE4F8A8F623}" dt="2026-10-22T06:43:36.939" v="101" actId="2711"/>
          <ac:spMkLst>
            <pc:docMk/>
            <pc:sldMk cId="3974899931" sldId="306"/>
            <ac:spMk id="10" creationId="{B3482A15-32A8-6C97-626F-2B0718B6F51D}"/>
          </ac:spMkLst>
        </pc:spChg>
        <pc:spChg chg="add mod">
          <ac:chgData name="Baraa Fayez Bakhsh" userId="b9aaab7b-6818-4bdd-903a-1ab14bd1342d" providerId="ADAL" clId="{5189D8EB-F4BB-4ED1-BE3E-2FE4F8A8F623}" dt="2026-10-22T06:43:36.939" v="101" actId="2711"/>
          <ac:spMkLst>
            <pc:docMk/>
            <pc:sldMk cId="3974899931" sldId="306"/>
            <ac:spMk id="12" creationId="{55BFCABA-3852-BE98-4900-56A90660A268}"/>
          </ac:spMkLst>
        </pc:spChg>
        <pc:spChg chg="add del mod">
          <ac:chgData name="Baraa Fayez Bakhsh" userId="b9aaab7b-6818-4bdd-903a-1ab14bd1342d" providerId="ADAL" clId="{5189D8EB-F4BB-4ED1-BE3E-2FE4F8A8F623}" dt="2026-10-22T06:46:36.431" v="142" actId="478"/>
          <ac:spMkLst>
            <pc:docMk/>
            <pc:sldMk cId="3974899931" sldId="306"/>
            <ac:spMk id="13" creationId="{11F3DB6A-4133-6521-3529-87251D7E06E0}"/>
          </ac:spMkLst>
        </pc:spChg>
        <pc:grpChg chg="add mod">
          <ac:chgData name="Baraa Fayez Bakhsh" userId="b9aaab7b-6818-4bdd-903a-1ab14bd1342d" providerId="ADAL" clId="{5189D8EB-F4BB-4ED1-BE3E-2FE4F8A8F623}" dt="2026-10-22T06:42:57.510" v="100" actId="12788"/>
          <ac:grpSpMkLst>
            <pc:docMk/>
            <pc:sldMk cId="3974899931" sldId="306"/>
            <ac:grpSpMk id="14" creationId="{64FB35A3-E107-CF58-8AB9-401613A1AC32}"/>
          </ac:grpSpMkLst>
        </pc:grpChg>
        <pc:graphicFrameChg chg="add mod modGraphic">
          <ac:chgData name="Baraa Fayez Bakhsh" userId="b9aaab7b-6818-4bdd-903a-1ab14bd1342d" providerId="ADAL" clId="{5189D8EB-F4BB-4ED1-BE3E-2FE4F8A8F623}" dt="2026-10-22T07:10:16.080" v="319" actId="3064"/>
          <ac:graphicFrameMkLst>
            <pc:docMk/>
            <pc:sldMk cId="3974899931" sldId="306"/>
            <ac:graphicFrameMk id="16" creationId="{3F02CA16-7223-F3A1-86A0-83DA7F712726}"/>
          </ac:graphicFrameMkLst>
        </pc:graphicFrameChg>
        <pc:graphicFrameChg chg="add mod modGraphic">
          <ac:chgData name="Baraa Fayez Bakhsh" userId="b9aaab7b-6818-4bdd-903a-1ab14bd1342d" providerId="ADAL" clId="{5189D8EB-F4BB-4ED1-BE3E-2FE4F8A8F623}" dt="2026-10-22T07:18:20.450" v="413" actId="3064"/>
          <ac:graphicFrameMkLst>
            <pc:docMk/>
            <pc:sldMk cId="3974899931" sldId="306"/>
            <ac:graphicFrameMk id="18" creationId="{56F53AE8-90EB-9173-B764-ED3B50C9E9A0}"/>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0" creationId="{5716B926-1384-A1F9-8149-B66DDAAF36A4}"/>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1" creationId="{7DB383D5-3B30-31DF-DFD7-1C54C4874545}"/>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2" creationId="{61EA3673-EFF6-1866-0E1F-1F2D365DEAE2}"/>
          </ac:graphicFrameMkLst>
        </pc:graphicFrameChg>
        <pc:graphicFrameChg chg="del">
          <ac:chgData name="Baraa Fayez Bakhsh" userId="b9aaab7b-6818-4bdd-903a-1ab14bd1342d" providerId="ADAL" clId="{5189D8EB-F4BB-4ED1-BE3E-2FE4F8A8F623}" dt="2026-10-22T06:40:03.501" v="60" actId="478"/>
          <ac:graphicFrameMkLst>
            <pc:docMk/>
            <pc:sldMk cId="3974899931" sldId="306"/>
            <ac:graphicFrameMk id="33" creationId="{BE6F3067-427B-F06C-C39E-167019E62D1A}"/>
          </ac:graphicFrameMkLst>
        </pc:graphicFrameChg>
        <pc:cxnChg chg="mod">
          <ac:chgData name="Baraa Fayez Bakhsh" userId="b9aaab7b-6818-4bdd-903a-1ab14bd1342d" providerId="ADAL" clId="{5189D8EB-F4BB-4ED1-BE3E-2FE4F8A8F623}" dt="2026-10-22T06:41:06.144" v="65" actId="1076"/>
          <ac:cxnSpMkLst>
            <pc:docMk/>
            <pc:sldMk cId="3974899931" sldId="306"/>
            <ac:cxnSpMk id="4" creationId="{0706F082-B59A-AA67-1C96-E1243612BDC6}"/>
          </ac:cxnSpMkLst>
        </pc:cxnChg>
      </pc:sldChg>
      <pc:sldChg chg="addSp delSp modSp add mod">
        <pc:chgData name="Baraa Fayez Bakhsh" userId="b9aaab7b-6818-4bdd-903a-1ab14bd1342d" providerId="ADAL" clId="{5189D8EB-F4BB-4ED1-BE3E-2FE4F8A8F623}" dt="2026-10-22T07:31:35.140" v="493" actId="790"/>
        <pc:sldMkLst>
          <pc:docMk/>
          <pc:sldMk cId="353652607" sldId="307"/>
        </pc:sldMkLst>
        <pc:spChg chg="mod">
          <ac:chgData name="Baraa Fayez Bakhsh" userId="b9aaab7b-6818-4bdd-903a-1ab14bd1342d" providerId="ADAL" clId="{5189D8EB-F4BB-4ED1-BE3E-2FE4F8A8F623}" dt="2026-10-22T07:04:21.097" v="275" actId="207"/>
          <ac:spMkLst>
            <pc:docMk/>
            <pc:sldMk cId="353652607" sldId="307"/>
            <ac:spMk id="12" creationId="{7EA60537-6741-210B-21E9-E4C0081ABBAC}"/>
          </ac:spMkLst>
        </pc:spChg>
        <pc:graphicFrameChg chg="mod modGraphic">
          <ac:chgData name="Baraa Fayez Bakhsh" userId="b9aaab7b-6818-4bdd-903a-1ab14bd1342d" providerId="ADAL" clId="{5189D8EB-F4BB-4ED1-BE3E-2FE4F8A8F623}" dt="2026-10-22T07:31:35.140" v="493" actId="790"/>
          <ac:graphicFrameMkLst>
            <pc:docMk/>
            <pc:sldMk cId="353652607" sldId="307"/>
            <ac:graphicFrameMk id="16" creationId="{BD803AF5-89CC-24DC-207D-BE5A010A4C29}"/>
          </ac:graphicFrameMkLst>
        </pc:graphicFrameChg>
        <pc:graphicFrameChg chg="add del mod modGraphic">
          <ac:chgData name="Baraa Fayez Bakhsh" userId="b9aaab7b-6818-4bdd-903a-1ab14bd1342d" providerId="ADAL" clId="{5189D8EB-F4BB-4ED1-BE3E-2FE4F8A8F623}" dt="2026-10-22T07:17:16.850" v="397" actId="3064"/>
          <ac:graphicFrameMkLst>
            <pc:docMk/>
            <pc:sldMk cId="353652607" sldId="307"/>
            <ac:graphicFrameMk id="18" creationId="{CACB8D5B-962D-8BB5-B63A-2E02EC622AED}"/>
          </ac:graphicFrameMkLst>
        </pc:graphicFrameChg>
      </pc:sldChg>
      <pc:sldChg chg="add del">
        <pc:chgData name="Baraa Fayez Bakhsh" userId="b9aaab7b-6818-4bdd-903a-1ab14bd1342d" providerId="ADAL" clId="{5189D8EB-F4BB-4ED1-BE3E-2FE4F8A8F623}" dt="2026-10-22T06:51:41.310" v="187" actId="2890"/>
        <pc:sldMkLst>
          <pc:docMk/>
          <pc:sldMk cId="823689533" sldId="308"/>
        </pc:sldMkLst>
      </pc:sldChg>
      <pc:sldChg chg="addSp delSp modSp add mod ord">
        <pc:chgData name="Baraa Fayez Bakhsh" userId="b9aaab7b-6818-4bdd-903a-1ab14bd1342d" providerId="ADAL" clId="{5189D8EB-F4BB-4ED1-BE3E-2FE4F8A8F623}" dt="2026-10-22T08:29:19.127" v="554" actId="20577"/>
        <pc:sldMkLst>
          <pc:docMk/>
          <pc:sldMk cId="1780605768" sldId="308"/>
        </pc:sldMkLst>
        <pc:spChg chg="mod">
          <ac:chgData name="Baraa Fayez Bakhsh" userId="b9aaab7b-6818-4bdd-903a-1ab14bd1342d" providerId="ADAL" clId="{5189D8EB-F4BB-4ED1-BE3E-2FE4F8A8F623}" dt="2026-10-22T06:55:31.482" v="218" actId="20577"/>
          <ac:spMkLst>
            <pc:docMk/>
            <pc:sldMk cId="1780605768" sldId="308"/>
            <ac:spMk id="6" creationId="{06BFC975-26A9-6329-8EA7-261D8051776C}"/>
          </ac:spMkLst>
        </pc:spChg>
        <pc:spChg chg="mod">
          <ac:chgData name="Baraa Fayez Bakhsh" userId="b9aaab7b-6818-4bdd-903a-1ab14bd1342d" providerId="ADAL" clId="{5189D8EB-F4BB-4ED1-BE3E-2FE4F8A8F623}" dt="2026-10-22T06:55:36.601" v="220" actId="20577"/>
          <ac:spMkLst>
            <pc:docMk/>
            <pc:sldMk cId="1780605768" sldId="308"/>
            <ac:spMk id="10" creationId="{A87D1FDE-B4B5-D8F4-A7D7-C9F09C0E7062}"/>
          </ac:spMkLst>
        </pc:spChg>
        <pc:spChg chg="mod">
          <ac:chgData name="Baraa Fayez Bakhsh" userId="b9aaab7b-6818-4bdd-903a-1ab14bd1342d" providerId="ADAL" clId="{5189D8EB-F4BB-4ED1-BE3E-2FE4F8A8F623}" dt="2026-10-22T06:55:40.415" v="222" actId="20577"/>
          <ac:spMkLst>
            <pc:docMk/>
            <pc:sldMk cId="1780605768" sldId="308"/>
            <ac:spMk id="12" creationId="{40FB9C28-58E1-6BC3-1374-C1DADD7E59BD}"/>
          </ac:spMkLst>
        </pc:spChg>
        <pc:graphicFrameChg chg="add mod ord modGraphic">
          <ac:chgData name="Baraa Fayez Bakhsh" userId="b9aaab7b-6818-4bdd-903a-1ab14bd1342d" providerId="ADAL" clId="{5189D8EB-F4BB-4ED1-BE3E-2FE4F8A8F623}" dt="2026-10-22T07:20:29.114" v="429" actId="3064"/>
          <ac:graphicFrameMkLst>
            <pc:docMk/>
            <pc:sldMk cId="1780605768" sldId="308"/>
            <ac:graphicFrameMk id="7" creationId="{2519B531-4189-87AB-9AFC-04E2A707CEA3}"/>
          </ac:graphicFrameMkLst>
        </pc:graphicFrameChg>
        <pc:graphicFrameChg chg="add mod modGraphic">
          <ac:chgData name="Baraa Fayez Bakhsh" userId="b9aaab7b-6818-4bdd-903a-1ab14bd1342d" providerId="ADAL" clId="{5189D8EB-F4BB-4ED1-BE3E-2FE4F8A8F623}" dt="2026-10-22T08:29:19.127" v="554" actId="20577"/>
          <ac:graphicFrameMkLst>
            <pc:docMk/>
            <pc:sldMk cId="1780605768" sldId="308"/>
            <ac:graphicFrameMk id="9" creationId="{692CC905-1130-B840-B195-776C259C3AF8}"/>
          </ac:graphicFrameMkLst>
        </pc:graphicFrameChg>
        <pc:graphicFrameChg chg="add del mod">
          <ac:chgData name="Baraa Fayez Bakhsh" userId="b9aaab7b-6818-4bdd-903a-1ab14bd1342d" providerId="ADAL" clId="{5189D8EB-F4BB-4ED1-BE3E-2FE4F8A8F623}" dt="2026-10-22T06:55:06.804" v="215" actId="478"/>
          <ac:graphicFrameMkLst>
            <pc:docMk/>
            <pc:sldMk cId="1780605768" sldId="308"/>
            <ac:graphicFrameMk id="16" creationId="{88047990-C04A-FD1D-7EF5-9A13E764411B}"/>
          </ac:graphicFrameMkLst>
        </pc:graphicFrameChg>
        <pc:graphicFrameChg chg="del mod">
          <ac:chgData name="Baraa Fayez Bakhsh" userId="b9aaab7b-6818-4bdd-903a-1ab14bd1342d" providerId="ADAL" clId="{5189D8EB-F4BB-4ED1-BE3E-2FE4F8A8F623}" dt="2026-10-22T06:59:17.095" v="252" actId="21"/>
          <ac:graphicFrameMkLst>
            <pc:docMk/>
            <pc:sldMk cId="1780605768" sldId="308"/>
            <ac:graphicFrameMk id="18" creationId="{D70A8802-D74B-9020-4AA4-5D783CF45008}"/>
          </ac:graphicFrameMkLst>
        </pc:graphicFrameChg>
      </pc:sldChg>
      <pc:sldChg chg="addSp delSp modSp add mod">
        <pc:chgData name="Baraa Fayez Bakhsh" userId="b9aaab7b-6818-4bdd-903a-1ab14bd1342d" providerId="ADAL" clId="{5189D8EB-F4BB-4ED1-BE3E-2FE4F8A8F623}" dt="2026-10-22T07:29:11.893" v="457" actId="6549"/>
        <pc:sldMkLst>
          <pc:docMk/>
          <pc:sldMk cId="3255118261" sldId="309"/>
        </pc:sldMkLst>
        <pc:graphicFrameChg chg="add del mod ord">
          <ac:chgData name="Baraa Fayez Bakhsh" userId="b9aaab7b-6818-4bdd-903a-1ab14bd1342d" providerId="ADAL" clId="{5189D8EB-F4BB-4ED1-BE3E-2FE4F8A8F623}" dt="2026-10-22T06:59:07.704" v="251" actId="478"/>
          <ac:graphicFrameMkLst>
            <pc:docMk/>
            <pc:sldMk cId="3255118261" sldId="309"/>
            <ac:graphicFrameMk id="7" creationId="{78E8A0EB-5DD4-094F-7404-8E46AC17FCD4}"/>
          </ac:graphicFrameMkLst>
        </pc:graphicFrameChg>
        <pc:graphicFrameChg chg="add del mod ord modGraphic">
          <ac:chgData name="Baraa Fayez Bakhsh" userId="b9aaab7b-6818-4bdd-903a-1ab14bd1342d" providerId="ADAL" clId="{5189D8EB-F4BB-4ED1-BE3E-2FE4F8A8F623}" dt="2026-10-22T07:26:43.607" v="435" actId="3064"/>
          <ac:graphicFrameMkLst>
            <pc:docMk/>
            <pc:sldMk cId="3255118261" sldId="309"/>
            <ac:graphicFrameMk id="9" creationId="{E0E2E327-4EFD-7C3F-E6AD-F1FA66585D57}"/>
          </ac:graphicFrameMkLst>
        </pc:graphicFrameChg>
        <pc:graphicFrameChg chg="add mod modGraphic">
          <ac:chgData name="Baraa Fayez Bakhsh" userId="b9aaab7b-6818-4bdd-903a-1ab14bd1342d" providerId="ADAL" clId="{5189D8EB-F4BB-4ED1-BE3E-2FE4F8A8F623}" dt="2026-10-22T07:29:11.893" v="457" actId="6549"/>
          <ac:graphicFrameMkLst>
            <pc:docMk/>
            <pc:sldMk cId="3255118261" sldId="309"/>
            <ac:graphicFrameMk id="13" creationId="{A7585655-91D3-0C76-775C-7E54878FA787}"/>
          </ac:graphicFrameMkLst>
        </pc:graphicFrameChg>
        <pc:graphicFrameChg chg="del">
          <ac:chgData name="Baraa Fayez Bakhsh" userId="b9aaab7b-6818-4bdd-903a-1ab14bd1342d" providerId="ADAL" clId="{5189D8EB-F4BB-4ED1-BE3E-2FE4F8A8F623}" dt="2026-10-22T06:56:09.544" v="224" actId="478"/>
          <ac:graphicFrameMkLst>
            <pc:docMk/>
            <pc:sldMk cId="3255118261" sldId="309"/>
            <ac:graphicFrameMk id="18" creationId="{8E98A15B-7E06-F5A0-778E-576493EA5026}"/>
          </ac:graphicFrameMkLst>
        </pc:graphicFrameChg>
      </pc:sldChg>
      <pc:sldChg chg="modSp add mod">
        <pc:chgData name="Baraa Fayez Bakhsh" userId="b9aaab7b-6818-4bdd-903a-1ab14bd1342d" providerId="ADAL" clId="{5189D8EB-F4BB-4ED1-BE3E-2FE4F8A8F623}" dt="2026-10-22T08:07:49.744" v="525" actId="20577"/>
        <pc:sldMkLst>
          <pc:docMk/>
          <pc:sldMk cId="2685708085" sldId="310"/>
        </pc:sldMkLst>
        <pc:spChg chg="mod">
          <ac:chgData name="Baraa Fayez Bakhsh" userId="b9aaab7b-6818-4bdd-903a-1ab14bd1342d" providerId="ADAL" clId="{5189D8EB-F4BB-4ED1-BE3E-2FE4F8A8F623}" dt="2026-10-22T07:08:18.191" v="305" actId="255"/>
          <ac:spMkLst>
            <pc:docMk/>
            <pc:sldMk cId="2685708085" sldId="310"/>
            <ac:spMk id="6" creationId="{475298E8-E8D9-9FBE-EE7D-36E1CFD1D046}"/>
          </ac:spMkLst>
        </pc:spChg>
        <pc:spChg chg="mod">
          <ac:chgData name="Baraa Fayez Bakhsh" userId="b9aaab7b-6818-4bdd-903a-1ab14bd1342d" providerId="ADAL" clId="{5189D8EB-F4BB-4ED1-BE3E-2FE4F8A8F623}" dt="2026-10-22T07:08:13.353" v="304" actId="255"/>
          <ac:spMkLst>
            <pc:docMk/>
            <pc:sldMk cId="2685708085" sldId="310"/>
            <ac:spMk id="8" creationId="{A258B612-1A6E-C2FD-34E0-FE9548142B79}"/>
          </ac:spMkLst>
        </pc:spChg>
        <pc:spChg chg="mod">
          <ac:chgData name="Baraa Fayez Bakhsh" userId="b9aaab7b-6818-4bdd-903a-1ab14bd1342d" providerId="ADAL" clId="{5189D8EB-F4BB-4ED1-BE3E-2FE4F8A8F623}" dt="2026-10-22T08:07:49.744" v="525" actId="20577"/>
          <ac:spMkLst>
            <pc:docMk/>
            <pc:sldMk cId="2685708085" sldId="310"/>
            <ac:spMk id="10" creationId="{9F1102B2-4260-E87C-74BF-29649BC90412}"/>
          </ac:spMkLst>
        </pc:spChg>
        <pc:graphicFrameChg chg="mod modGraphic">
          <ac:chgData name="Baraa Fayez Bakhsh" userId="b9aaab7b-6818-4bdd-903a-1ab14bd1342d" providerId="ADAL" clId="{5189D8EB-F4BB-4ED1-BE3E-2FE4F8A8F623}" dt="2026-10-22T07:40:57.583" v="523" actId="14100"/>
          <ac:graphicFrameMkLst>
            <pc:docMk/>
            <pc:sldMk cId="2685708085" sldId="310"/>
            <ac:graphicFrameMk id="16" creationId="{472DE911-6650-F735-836C-292BCF891E15}"/>
          </ac:graphicFrameMkLst>
        </pc:graphicFrameChg>
        <pc:graphicFrameChg chg="mod modGraphic">
          <ac:chgData name="Baraa Fayez Bakhsh" userId="b9aaab7b-6818-4bdd-903a-1ab14bd1342d" providerId="ADAL" clId="{5189D8EB-F4BB-4ED1-BE3E-2FE4F8A8F623}" dt="2026-10-22T07:40:20.596" v="521" actId="1076"/>
          <ac:graphicFrameMkLst>
            <pc:docMk/>
            <pc:sldMk cId="2685708085" sldId="310"/>
            <ac:graphicFrameMk id="18" creationId="{2F797DAF-DED0-3750-CCBA-969E83F90704}"/>
          </ac:graphicFrameMkLst>
        </pc:graphicFrameChg>
      </pc:sldChg>
      <pc:sldChg chg="addSp delSp modSp add mod ord">
        <pc:chgData name="Baraa Fayez Bakhsh" userId="b9aaab7b-6818-4bdd-903a-1ab14bd1342d" providerId="ADAL" clId="{5189D8EB-F4BB-4ED1-BE3E-2FE4F8A8F623}" dt="2026-10-22T07:39:03.151" v="506"/>
        <pc:sldMkLst>
          <pc:docMk/>
          <pc:sldMk cId="790838122" sldId="311"/>
        </pc:sldMkLst>
        <pc:spChg chg="mod">
          <ac:chgData name="Baraa Fayez Bakhsh" userId="b9aaab7b-6818-4bdd-903a-1ab14bd1342d" providerId="ADAL" clId="{5189D8EB-F4BB-4ED1-BE3E-2FE4F8A8F623}" dt="2026-10-22T07:14:12.996" v="344" actId="20577"/>
          <ac:spMkLst>
            <pc:docMk/>
            <pc:sldMk cId="790838122" sldId="311"/>
            <ac:spMk id="6" creationId="{E2CFE07B-7F49-961E-5250-58D7AA3C6C1D}"/>
          </ac:spMkLst>
        </pc:spChg>
        <pc:spChg chg="mod">
          <ac:chgData name="Baraa Fayez Bakhsh" userId="b9aaab7b-6818-4bdd-903a-1ab14bd1342d" providerId="ADAL" clId="{5189D8EB-F4BB-4ED1-BE3E-2FE4F8A8F623}" dt="2026-10-22T07:14:03.579" v="338" actId="20577"/>
          <ac:spMkLst>
            <pc:docMk/>
            <pc:sldMk cId="790838122" sldId="311"/>
            <ac:spMk id="8" creationId="{3C3B38B9-AFA7-31C3-02FE-7209775ED29C}"/>
          </ac:spMkLst>
        </pc:spChg>
        <pc:spChg chg="mod">
          <ac:chgData name="Baraa Fayez Bakhsh" userId="b9aaab7b-6818-4bdd-903a-1ab14bd1342d" providerId="ADAL" clId="{5189D8EB-F4BB-4ED1-BE3E-2FE4F8A8F623}" dt="2026-10-22T07:14:46.228" v="380" actId="207"/>
          <ac:spMkLst>
            <pc:docMk/>
            <pc:sldMk cId="790838122" sldId="311"/>
            <ac:spMk id="10" creationId="{7F72B02B-84BB-7D97-0CD1-6058743CA017}"/>
          </ac:spMkLst>
        </pc:spChg>
        <pc:spChg chg="mod">
          <ac:chgData name="Baraa Fayez Bakhsh" userId="b9aaab7b-6818-4bdd-903a-1ab14bd1342d" providerId="ADAL" clId="{5189D8EB-F4BB-4ED1-BE3E-2FE4F8A8F623}" dt="2026-10-22T07:14:16.011" v="348" actId="20577"/>
          <ac:spMkLst>
            <pc:docMk/>
            <pc:sldMk cId="790838122" sldId="311"/>
            <ac:spMk id="12" creationId="{1E11B605-E0F9-9D2C-4144-2C51BC7DE6FF}"/>
          </ac:spMkLst>
        </pc:spChg>
        <pc:graphicFrameChg chg="mod modGraphic">
          <ac:chgData name="Baraa Fayez Bakhsh" userId="b9aaab7b-6818-4bdd-903a-1ab14bd1342d" providerId="ADAL" clId="{5189D8EB-F4BB-4ED1-BE3E-2FE4F8A8F623}" dt="2026-10-22T07:19:24.268" v="418" actId="14100"/>
          <ac:graphicFrameMkLst>
            <pc:docMk/>
            <pc:sldMk cId="790838122" sldId="311"/>
            <ac:graphicFrameMk id="16" creationId="{9A28B278-E986-F67C-8164-C035F88B3A32}"/>
          </ac:graphicFrameMkLst>
        </pc:graphicFrameChg>
        <pc:graphicFrameChg chg="add del mod modGraphic">
          <ac:chgData name="Baraa Fayez Bakhsh" userId="b9aaab7b-6818-4bdd-903a-1ab14bd1342d" providerId="ADAL" clId="{5189D8EB-F4BB-4ED1-BE3E-2FE4F8A8F623}" dt="2026-10-22T07:29:46.595" v="465" actId="20577"/>
          <ac:graphicFrameMkLst>
            <pc:docMk/>
            <pc:sldMk cId="790838122" sldId="311"/>
            <ac:graphicFrameMk id="18" creationId="{6673CCEB-1501-AA70-18E4-0FB70C451DE9}"/>
          </ac:graphicFrameMkLst>
        </pc:graphicFrameChg>
      </pc:sldChg>
    </pc:docChg>
  </pc:docChgLst>
  <pc:docChgLst>
    <pc:chgData name="Amjad Abdulrahman Alluhaibi" userId="991dd13c-d66c-4e29-a764-81fc4b3aa379" providerId="ADAL" clId="{75DB031D-D834-4C29-BF15-25C88C7302BD}"/>
    <pc:docChg chg="undo redo custSel modSld">
      <pc:chgData name="Amjad Abdulrahman Alluhaibi" userId="991dd13c-d66c-4e29-a764-81fc4b3aa379" providerId="ADAL" clId="{75DB031D-D834-4C29-BF15-25C88C7302BD}" dt="2026-09-24T11:56:26.826" v="60" actId="20577"/>
      <pc:docMkLst>
        <pc:docMk/>
      </pc:docMkLst>
      <pc:sldChg chg="addSp modSp">
        <pc:chgData name="Amjad Abdulrahman Alluhaibi" userId="991dd13c-d66c-4e29-a764-81fc4b3aa379" providerId="ADAL" clId="{75DB031D-D834-4C29-BF15-25C88C7302BD}" dt="2026-09-24T11:42:17.852" v="11"/>
        <pc:sldMkLst>
          <pc:docMk/>
          <pc:sldMk cId="1320534220" sldId="276"/>
        </pc:sldMkLst>
        <pc:graphicFrameChg chg="mod">
          <ac:chgData name="Amjad Abdulrahman Alluhaibi" userId="991dd13c-d66c-4e29-a764-81fc4b3aa379" providerId="ADAL" clId="{75DB031D-D834-4C29-BF15-25C88C7302BD}" dt="2026-09-24T11:42:17.852" v="11"/>
          <ac:graphicFrameMkLst>
            <pc:docMk/>
            <pc:sldMk cId="1320534220" sldId="276"/>
            <ac:graphicFrameMk id="4" creationId="{00BA627B-32AA-1ADA-50CC-F62281CD6958}"/>
          </ac:graphicFrameMkLst>
        </pc:graphicFrameChg>
      </pc:sldChg>
      <pc:sldChg chg="modSp mod">
        <pc:chgData name="Amjad Abdulrahman Alluhaibi" userId="991dd13c-d66c-4e29-a764-81fc4b3aa379" providerId="ADAL" clId="{75DB031D-D834-4C29-BF15-25C88C7302BD}" dt="2026-09-24T11:56:26.826" v="60" actId="20577"/>
        <pc:sldMkLst>
          <pc:docMk/>
          <pc:sldMk cId="3565859656" sldId="278"/>
        </pc:sldMkLst>
        <pc:graphicFrameChg chg="mod modGraphic">
          <ac:chgData name="Amjad Abdulrahman Alluhaibi" userId="991dd13c-d66c-4e29-a764-81fc4b3aa379" providerId="ADAL" clId="{75DB031D-D834-4C29-BF15-25C88C7302BD}" dt="2026-09-24T11:56:26.826" v="60" actId="20577"/>
          <ac:graphicFrameMkLst>
            <pc:docMk/>
            <pc:sldMk cId="3565859656" sldId="278"/>
            <ac:graphicFrameMk id="30" creationId="{24C18B9B-64F6-22FD-45B3-540606A7AC0A}"/>
          </ac:graphicFrameMkLst>
        </pc:graphicFrameChg>
      </pc:sldChg>
      <pc:sldChg chg="modSp mod">
        <pc:chgData name="Amjad Abdulrahman Alluhaibi" userId="991dd13c-d66c-4e29-a764-81fc4b3aa379" providerId="ADAL" clId="{75DB031D-D834-4C29-BF15-25C88C7302BD}" dt="2026-09-24T11:56:24.372" v="58" actId="14100"/>
        <pc:sldMkLst>
          <pc:docMk/>
          <pc:sldMk cId="2014544344" sldId="288"/>
        </pc:sldMkLst>
        <pc:graphicFrameChg chg="mod modGraphic">
          <ac:chgData name="Amjad Abdulrahman Alluhaibi" userId="991dd13c-d66c-4e29-a764-81fc4b3aa379" providerId="ADAL" clId="{75DB031D-D834-4C29-BF15-25C88C7302BD}" dt="2026-09-24T11:56:24.372" v="58" actId="14100"/>
          <ac:graphicFrameMkLst>
            <pc:docMk/>
            <pc:sldMk cId="2014544344" sldId="288"/>
            <ac:graphicFrameMk id="30" creationId="{D7281D2F-F619-25D8-133B-D92BC8DF9E70}"/>
          </ac:graphicFrameMkLst>
        </pc:graphicFrameChg>
      </pc:sldChg>
      <pc:sldChg chg="modSp">
        <pc:chgData name="Amjad Abdulrahman Alluhaibi" userId="991dd13c-d66c-4e29-a764-81fc4b3aa379" providerId="ADAL" clId="{75DB031D-D834-4C29-BF15-25C88C7302BD}" dt="2026-09-24T11:39:24.026" v="5"/>
        <pc:sldMkLst>
          <pc:docMk/>
          <pc:sldMk cId="2014544344" sldId="296"/>
        </pc:sldMkLst>
        <pc:graphicFrameChg chg="mod">
          <ac:chgData name="Amjad Abdulrahman Alluhaibi" userId="991dd13c-d66c-4e29-a764-81fc4b3aa379" providerId="ADAL" clId="{75DB031D-D834-4C29-BF15-25C88C7302BD}" dt="2026-09-24T11:37:58.882" v="4"/>
          <ac:graphicFrameMkLst>
            <pc:docMk/>
            <pc:sldMk cId="2014544344" sldId="296"/>
            <ac:graphicFrameMk id="31" creationId="{1A2D0F6A-29CC-F521-F79A-1F53075353B8}"/>
          </ac:graphicFrameMkLst>
        </pc:graphicFrameChg>
        <pc:graphicFrameChg chg="mod">
          <ac:chgData name="Amjad Abdulrahman Alluhaibi" userId="991dd13c-d66c-4e29-a764-81fc4b3aa379" providerId="ADAL" clId="{75DB031D-D834-4C29-BF15-25C88C7302BD}" dt="2026-09-24T11:39:24.026" v="5"/>
          <ac:graphicFrameMkLst>
            <pc:docMk/>
            <pc:sldMk cId="2014544344" sldId="296"/>
            <ac:graphicFrameMk id="32" creationId="{694D8959-2FDE-5CF0-BF1F-1DC1B05721A8}"/>
          </ac:graphicFrameMkLst>
        </pc:graphicFrameChg>
      </pc:sldChg>
      <pc:sldChg chg="modSp mod">
        <pc:chgData name="Amjad Abdulrahman Alluhaibi" userId="991dd13c-d66c-4e29-a764-81fc4b3aa379" providerId="ADAL" clId="{75DB031D-D834-4C29-BF15-25C88C7302BD}" dt="2026-09-24T11:52:24.448" v="39" actId="20577"/>
        <pc:sldMkLst>
          <pc:docMk/>
          <pc:sldMk cId="3565859656" sldId="297"/>
        </pc:sldMkLst>
        <pc:graphicFrameChg chg="modGraphic">
          <ac:chgData name="Amjad Abdulrahman Alluhaibi" userId="991dd13c-d66c-4e29-a764-81fc4b3aa379" providerId="ADAL" clId="{75DB031D-D834-4C29-BF15-25C88C7302BD}" dt="2026-09-24T11:45:34.250" v="12" actId="207"/>
          <ac:graphicFrameMkLst>
            <pc:docMk/>
            <pc:sldMk cId="3565859656" sldId="297"/>
            <ac:graphicFrameMk id="4" creationId="{236F631E-D50A-7F0D-EE08-691BB58CB619}"/>
          </ac:graphicFrameMkLst>
        </pc:graphicFrameChg>
        <pc:graphicFrameChg chg="mod modGraphic">
          <ac:chgData name="Amjad Abdulrahman Alluhaibi" userId="991dd13c-d66c-4e29-a764-81fc4b3aa379" providerId="ADAL" clId="{75DB031D-D834-4C29-BF15-25C88C7302BD}" dt="2026-09-24T11:52:24.448" v="39" actId="20577"/>
          <ac:graphicFrameMkLst>
            <pc:docMk/>
            <pc:sldMk cId="3565859656" sldId="297"/>
            <ac:graphicFrameMk id="30" creationId="{24C18B9B-64F6-22FD-45B3-540606A7AC0A}"/>
          </ac:graphicFrameMkLst>
        </pc:graphicFrameChg>
      </pc:sldChg>
      <pc:sldChg chg="modSp">
        <pc:chgData name="Amjad Abdulrahman Alluhaibi" userId="991dd13c-d66c-4e29-a764-81fc4b3aa379" providerId="ADAL" clId="{75DB031D-D834-4C29-BF15-25C88C7302BD}" dt="2026-09-24T11:34:55.179" v="1"/>
        <pc:sldMkLst>
          <pc:docMk/>
          <pc:sldMk cId="2014544344" sldId="300"/>
        </pc:sldMkLst>
        <pc:graphicFrameChg chg="mod">
          <ac:chgData name="Amjad Abdulrahman Alluhaibi" userId="991dd13c-d66c-4e29-a764-81fc4b3aa379" providerId="ADAL" clId="{75DB031D-D834-4C29-BF15-25C88C7302BD}" dt="2026-09-24T11:34:55.179" v="1"/>
          <ac:graphicFrameMkLst>
            <pc:docMk/>
            <pc:sldMk cId="2014544344" sldId="300"/>
            <ac:graphicFrameMk id="31" creationId="{3E66C75A-F78E-DDF4-95E9-67543B2DA0BE}"/>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dLbl>
              <c:idx val="0"/>
              <c:delete val="1"/>
              <c:extLst>
                <c:ext xmlns:c15="http://schemas.microsoft.com/office/drawing/2012/chart" uri="{CE6537A1-D6FC-4f65-9D91-7224C49458BB}"/>
                <c:ext xmlns:c16="http://schemas.microsoft.com/office/drawing/2014/chart" uri="{C3380CC4-5D6E-409C-BE32-E72D297353CC}">
                  <c16:uniqueId val="{00000005-BEF2-422F-BED0-B3808AA9489E}"/>
                </c:ext>
              </c:extLst>
            </c:dLbl>
            <c:dLbl>
              <c:idx val="1"/>
              <c:delete val="1"/>
              <c:extLst>
                <c:ext xmlns:c15="http://schemas.microsoft.com/office/drawing/2012/chart" uri="{CE6537A1-D6FC-4f65-9D91-7224C49458BB}"/>
                <c:ext xmlns:c16="http://schemas.microsoft.com/office/drawing/2014/chart" uri="{C3380CC4-5D6E-409C-BE32-E72D297353CC}">
                  <c16:uniqueId val="{00000004-BEF2-422F-BED0-B3808AA9489E}"/>
                </c:ext>
              </c:extLst>
            </c:dLbl>
            <c:dLbl>
              <c:idx val="2"/>
              <c:delete val="1"/>
              <c:extLst>
                <c:ext xmlns:c15="http://schemas.microsoft.com/office/drawing/2012/chart" uri="{CE6537A1-D6FC-4f65-9D91-7224C49458BB}"/>
                <c:ext xmlns:c16="http://schemas.microsoft.com/office/drawing/2014/chart" uri="{C3380CC4-5D6E-409C-BE32-E72D297353CC}">
                  <c16:uniqueId val="{00000003-BEF2-422F-BED0-B3808AA9489E}"/>
                </c:ext>
              </c:extLst>
            </c:dLbl>
            <c:dLbl>
              <c:idx val="3"/>
              <c:delete val="1"/>
              <c:extLst>
                <c:ext xmlns:c15="http://schemas.microsoft.com/office/drawing/2012/chart" uri="{CE6537A1-D6FC-4f65-9D91-7224C49458BB}"/>
                <c:ext xmlns:c16="http://schemas.microsoft.com/office/drawing/2014/chart" uri="{C3380CC4-5D6E-409C-BE32-E72D297353CC}">
                  <c16:uniqueId val="{00000002-BEF2-422F-BED0-B3808AA9489E}"/>
                </c:ext>
              </c:extLst>
            </c:dLbl>
            <c:dLbl>
              <c:idx val="6"/>
              <c:delete val="1"/>
              <c:extLst>
                <c:ext xmlns:c15="http://schemas.microsoft.com/office/drawing/2012/chart" uri="{CE6537A1-D6FC-4f65-9D91-7224C49458BB}"/>
                <c:ext xmlns:c16="http://schemas.microsoft.com/office/drawing/2014/chart" uri="{C3380CC4-5D6E-409C-BE32-E72D297353CC}">
                  <c16:uniqueId val="{00000001-BEF2-422F-BED0-B3808AA9489E}"/>
                </c:ext>
              </c:extLst>
            </c:dLbl>
            <c:dLbl>
              <c:idx val="7"/>
              <c:delete val="1"/>
              <c:extLst>
                <c:ext xmlns:c15="http://schemas.microsoft.com/office/drawing/2012/chart" uri="{CE6537A1-D6FC-4f65-9D91-7224C49458BB}"/>
                <c:ext xmlns:c16="http://schemas.microsoft.com/office/drawing/2014/chart" uri="{C3380CC4-5D6E-409C-BE32-E72D297353CC}">
                  <c16:uniqueId val="{00000000-BEF2-422F-BED0-B3808AA9489E}"/>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Sheet1!$B$2:$B$9</c:f>
              <c:numCache>
                <c:formatCode>General</c:formatCode>
                <c:ptCount val="8"/>
                <c:pt idx="0">
                  <c:v>0</c:v>
                </c:pt>
                <c:pt idx="1">
                  <c:v>0</c:v>
                </c:pt>
                <c:pt idx="2">
                  <c:v>0</c:v>
                </c:pt>
                <c:pt idx="3">
                  <c:v>0</c:v>
                </c:pt>
                <c:pt idx="4">
                  <c:v>1</c:v>
                </c:pt>
                <c:pt idx="5">
                  <c:v>1</c:v>
                </c:pt>
                <c:pt idx="6">
                  <c:v>0</c:v>
                </c:pt>
                <c:pt idx="7">
                  <c:v>0</c:v>
                </c:pt>
              </c:numCache>
            </c:numRef>
          </c:val>
          <c:extLst>
            <c:ext xmlns:c16="http://schemas.microsoft.com/office/drawing/2014/chart" uri="{C3380CC4-5D6E-409C-BE32-E72D297353CC}">
              <c16:uniqueId val="{00000000-E399-4802-B083-1C69216D46B0}"/>
            </c:ext>
          </c:extLst>
        </c:ser>
        <c:ser>
          <c:idx val="1"/>
          <c:order val="1"/>
          <c:tx>
            <c:strRef>
              <c:f>Sheet1!$C$1</c:f>
              <c:strCache>
                <c:ptCount val="1"/>
                <c:pt idx="0">
                  <c:v>على المخطط</c:v>
                </c:pt>
              </c:strCache>
            </c:strRef>
          </c:tx>
          <c:spPr>
            <a:solidFill>
              <a:srgbClr val="038060"/>
            </a:solidFill>
            <a:ln>
              <a:noFill/>
            </a:ln>
            <a:effectLst/>
          </c:spPr>
          <c:invertIfNegative val="0"/>
          <c:dLbls>
            <c:dLbl>
              <c:idx val="5"/>
              <c:delete val="1"/>
              <c:extLst>
                <c:ext xmlns:c15="http://schemas.microsoft.com/office/drawing/2012/chart" uri="{CE6537A1-D6FC-4f65-9D91-7224C49458BB}"/>
                <c:ext xmlns:c16="http://schemas.microsoft.com/office/drawing/2014/chart" uri="{C3380CC4-5D6E-409C-BE32-E72D297353CC}">
                  <c16:uniqueId val="{00000006-BEF2-422F-BED0-B3808AA9489E}"/>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Sheet1!$C$2:$C$9</c:f>
              <c:numCache>
                <c:formatCode>General</c:formatCode>
                <c:ptCount val="8"/>
                <c:pt idx="0">
                  <c:v>1</c:v>
                </c:pt>
                <c:pt idx="1">
                  <c:v>1</c:v>
                </c:pt>
                <c:pt idx="2">
                  <c:v>1</c:v>
                </c:pt>
                <c:pt idx="3">
                  <c:v>1</c:v>
                </c:pt>
                <c:pt idx="4">
                  <c:v>2</c:v>
                </c:pt>
                <c:pt idx="5">
                  <c:v>0</c:v>
                </c:pt>
                <c:pt idx="6">
                  <c:v>2</c:v>
                </c:pt>
                <c:pt idx="7">
                  <c:v>2</c:v>
                </c:pt>
              </c:numCache>
            </c:numRef>
          </c:val>
          <c:extLst>
            <c:ext xmlns:c16="http://schemas.microsoft.com/office/drawing/2014/chart" uri="{C3380CC4-5D6E-409C-BE32-E72D297353CC}">
              <c16:uniqueId val="{00000001-E399-4802-B083-1C69216D46B0}"/>
            </c:ext>
          </c:extLst>
        </c:ser>
        <c:ser>
          <c:idx val="2"/>
          <c:order val="2"/>
          <c:tx>
            <c:strRef>
              <c:f>Sheet1!$D$1</c:f>
              <c:strCache>
                <c:ptCount val="1"/>
                <c:pt idx="0">
                  <c:v>متأخر</c:v>
                </c:pt>
              </c:strCache>
            </c:strRef>
          </c:tx>
          <c:spPr>
            <a:solidFill>
              <a:srgbClr val="87452B"/>
            </a:solidFill>
            <a:ln>
              <a:noFill/>
            </a:ln>
            <a:effectLst/>
          </c:spPr>
          <c:invertIfNegative val="0"/>
          <c:dLbls>
            <c:delete val="1"/>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Sheet1!$D$2:$D$9</c:f>
              <c:numCache>
                <c:formatCode>General</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2-E399-4802-B083-1C69216D46B0}"/>
            </c:ext>
          </c:extLst>
        </c:ser>
        <c:ser>
          <c:idx val="3"/>
          <c:order val="3"/>
          <c:tx>
            <c:strRef>
              <c:f>Sheet1!$E$1</c:f>
              <c:strCache>
                <c:ptCount val="1"/>
                <c:pt idx="0">
                  <c:v>معلق</c:v>
                </c:pt>
              </c:strCache>
            </c:strRef>
          </c:tx>
          <c:spPr>
            <a:solidFill>
              <a:schemeClr val="accent3">
                <a:tint val="58000"/>
              </a:schemeClr>
            </a:solidFill>
            <a:ln>
              <a:noFill/>
            </a:ln>
            <a:effectLst/>
          </c:spPr>
          <c:invertIfNegative val="0"/>
          <c:dLbls>
            <c:delete val="1"/>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Sheet1!$E$2:$E$9</c:f>
              <c:numCache>
                <c:formatCode>General</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3-E399-4802-B083-1C69216D46B0}"/>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dLbl>
              <c:idx val="0"/>
              <c:delete val="1"/>
              <c:extLst>
                <c:ext xmlns:c15="http://schemas.microsoft.com/office/drawing/2012/chart" uri="{CE6537A1-D6FC-4f65-9D91-7224C49458BB}"/>
                <c:ext xmlns:c16="http://schemas.microsoft.com/office/drawing/2014/chart" uri="{C3380CC4-5D6E-409C-BE32-E72D297353CC}">
                  <c16:uniqueId val="{00000005-9863-4960-B365-468DFF3AA0F6}"/>
                </c:ext>
              </c:extLst>
            </c:dLbl>
            <c:dLbl>
              <c:idx val="1"/>
              <c:delete val="1"/>
              <c:extLst>
                <c:ext xmlns:c15="http://schemas.microsoft.com/office/drawing/2012/chart" uri="{CE6537A1-D6FC-4f65-9D91-7224C49458BB}"/>
                <c:ext xmlns:c16="http://schemas.microsoft.com/office/drawing/2014/chart" uri="{C3380CC4-5D6E-409C-BE32-E72D297353CC}">
                  <c16:uniqueId val="{00000004-9863-4960-B365-468DFF3AA0F6}"/>
                </c:ext>
              </c:extLst>
            </c:dLbl>
            <c:dLbl>
              <c:idx val="2"/>
              <c:delete val="1"/>
              <c:extLst>
                <c:ext xmlns:c15="http://schemas.microsoft.com/office/drawing/2012/chart" uri="{CE6537A1-D6FC-4f65-9D91-7224C49458BB}"/>
                <c:ext xmlns:c16="http://schemas.microsoft.com/office/drawing/2014/chart" uri="{C3380CC4-5D6E-409C-BE32-E72D297353CC}">
                  <c16:uniqueId val="{00000003-9863-4960-B365-468DFF3AA0F6}"/>
                </c:ext>
              </c:extLst>
            </c:dLbl>
            <c:dLbl>
              <c:idx val="3"/>
              <c:delete val="1"/>
              <c:extLst>
                <c:ext xmlns:c15="http://schemas.microsoft.com/office/drawing/2012/chart" uri="{CE6537A1-D6FC-4f65-9D91-7224C49458BB}"/>
                <c:ext xmlns:c16="http://schemas.microsoft.com/office/drawing/2014/chart" uri="{C3380CC4-5D6E-409C-BE32-E72D297353CC}">
                  <c16:uniqueId val="{00000002-9863-4960-B365-468DFF3AA0F6}"/>
                </c:ext>
              </c:extLst>
            </c:dLbl>
            <c:dLbl>
              <c:idx val="4"/>
              <c:delete val="1"/>
              <c:extLst>
                <c:ext xmlns:c15="http://schemas.microsoft.com/office/drawing/2012/chart" uri="{CE6537A1-D6FC-4f65-9D91-7224C49458BB}"/>
                <c:ext xmlns:c16="http://schemas.microsoft.com/office/drawing/2014/chart" uri="{C3380CC4-5D6E-409C-BE32-E72D297353CC}">
                  <c16:uniqueId val="{00000001-9863-4960-B365-468DFF3AA0F6}"/>
                </c:ext>
              </c:extLst>
            </c:dLbl>
            <c:dLbl>
              <c:idx val="5"/>
              <c:delete val="1"/>
              <c:extLst>
                <c:ext xmlns:c15="http://schemas.microsoft.com/office/drawing/2012/chart" uri="{CE6537A1-D6FC-4f65-9D91-7224C49458BB}"/>
                <c:ext xmlns:c16="http://schemas.microsoft.com/office/drawing/2014/chart" uri="{C3380CC4-5D6E-409C-BE32-E72D297353CC}">
                  <c16:uniqueId val="{00000000-9863-4960-B365-468DFF3AA0F6}"/>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Sheet1!$B$2:$B$8</c:f>
              <c:numCache>
                <c:formatCode>General</c:formatCode>
                <c:ptCount val="7"/>
                <c:pt idx="0">
                  <c:v>0</c:v>
                </c:pt>
                <c:pt idx="1">
                  <c:v>0</c:v>
                </c:pt>
                <c:pt idx="2">
                  <c:v>0</c:v>
                </c:pt>
                <c:pt idx="3">
                  <c:v>0</c:v>
                </c:pt>
                <c:pt idx="4">
                  <c:v>0</c:v>
                </c:pt>
                <c:pt idx="5">
                  <c:v>0</c:v>
                </c:pt>
                <c:pt idx="6">
                  <c:v>4</c:v>
                </c:pt>
              </c:numCache>
            </c:numRef>
          </c:val>
          <c:extLst>
            <c:ext xmlns:c16="http://schemas.microsoft.com/office/drawing/2014/chart" uri="{C3380CC4-5D6E-409C-BE32-E72D297353CC}">
              <c16:uniqueId val="{00000000-854C-4445-AFB3-8F0C8941F3AF}"/>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Sheet1!$C$2:$C$8</c:f>
              <c:numCache>
                <c:formatCode>General</c:formatCode>
                <c:ptCount val="7"/>
                <c:pt idx="0">
                  <c:v>1</c:v>
                </c:pt>
                <c:pt idx="1">
                  <c:v>1</c:v>
                </c:pt>
                <c:pt idx="2">
                  <c:v>2</c:v>
                </c:pt>
                <c:pt idx="3">
                  <c:v>3</c:v>
                </c:pt>
                <c:pt idx="4">
                  <c:v>4</c:v>
                </c:pt>
                <c:pt idx="5">
                  <c:v>1</c:v>
                </c:pt>
                <c:pt idx="6">
                  <c:v>4</c:v>
                </c:pt>
              </c:numCache>
            </c:numRef>
          </c:val>
          <c:extLst>
            <c:ext xmlns:c16="http://schemas.microsoft.com/office/drawing/2014/chart" uri="{C3380CC4-5D6E-409C-BE32-E72D297353CC}">
              <c16:uniqueId val="{00000001-854C-4445-AFB3-8F0C8941F3AF}"/>
            </c:ext>
          </c:extLst>
        </c:ser>
        <c:ser>
          <c:idx val="2"/>
          <c:order val="2"/>
          <c:tx>
            <c:strRef>
              <c:f>Sheet1!$D$1</c:f>
              <c:strCache>
                <c:ptCount val="1"/>
                <c:pt idx="0">
                  <c:v>متأخر</c:v>
                </c:pt>
              </c:strCache>
            </c:strRef>
          </c:tx>
          <c:spPr>
            <a:solidFill>
              <a:srgbClr val="87452B"/>
            </a:solidFill>
            <a:ln>
              <a:noFill/>
            </a:ln>
            <a:effectLst/>
          </c:spPr>
          <c:invertIfNegative val="0"/>
          <c:dLbls>
            <c:delete val="1"/>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Sheet1!$D$2:$D$8</c:f>
              <c:numCache>
                <c:formatCode>General</c:formatCode>
                <c:ptCount val="7"/>
                <c:pt idx="0">
                  <c:v>0</c:v>
                </c:pt>
                <c:pt idx="1">
                  <c:v>0</c:v>
                </c:pt>
                <c:pt idx="2">
                  <c:v>0</c:v>
                </c:pt>
                <c:pt idx="3">
                  <c:v>0</c:v>
                </c:pt>
                <c:pt idx="4">
                  <c:v>0</c:v>
                </c:pt>
                <c:pt idx="5">
                  <c:v>0</c:v>
                </c:pt>
                <c:pt idx="6">
                  <c:v>0</c:v>
                </c:pt>
              </c:numCache>
            </c:numRef>
          </c:val>
          <c:extLst>
            <c:ext xmlns:c16="http://schemas.microsoft.com/office/drawing/2014/chart" uri="{C3380CC4-5D6E-409C-BE32-E72D297353CC}">
              <c16:uniqueId val="{00000002-854C-4445-AFB3-8F0C8941F3AF}"/>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delete val="1"/>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Sheet1!$E$2:$E$8</c:f>
              <c:numCache>
                <c:formatCode>General</c:formatCode>
                <c:ptCount val="7"/>
                <c:pt idx="0">
                  <c:v>0</c:v>
                </c:pt>
                <c:pt idx="1">
                  <c:v>0</c:v>
                </c:pt>
                <c:pt idx="2">
                  <c:v>0</c:v>
                </c:pt>
                <c:pt idx="3">
                  <c:v>0</c:v>
                </c:pt>
                <c:pt idx="4">
                  <c:v>0</c:v>
                </c:pt>
                <c:pt idx="5">
                  <c:v>0</c:v>
                </c:pt>
                <c:pt idx="6">
                  <c:v>0</c:v>
                </c:pt>
              </c:numCache>
            </c:numRef>
          </c:val>
          <c:extLst>
            <c:ext xmlns:c16="http://schemas.microsoft.com/office/drawing/2014/chart" uri="{C3380CC4-5D6E-409C-BE32-E72D297353CC}">
              <c16:uniqueId val="{00000003-854C-4445-AFB3-8F0C8941F3AF}"/>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Sheet1!$B$2:$B$9</c:f>
              <c:numCache>
                <c:formatCode>0</c:formatCode>
                <c:ptCount val="8"/>
                <c:pt idx="0">
                  <c:v>1</c:v>
                </c:pt>
                <c:pt idx="1">
                  <c:v>102</c:v>
                </c:pt>
                <c:pt idx="2">
                  <c:v>1</c:v>
                </c:pt>
                <c:pt idx="3">
                  <c:v>7</c:v>
                </c:pt>
                <c:pt idx="4">
                  <c:v>33</c:v>
                </c:pt>
                <c:pt idx="5">
                  <c:v>72</c:v>
                </c:pt>
                <c:pt idx="6">
                  <c:v>58</c:v>
                </c:pt>
                <c:pt idx="7">
                  <c:v>60</c:v>
                </c:pt>
              </c:numCache>
            </c:numRef>
          </c:val>
          <c:extLst>
            <c:ext xmlns:c16="http://schemas.microsoft.com/office/drawing/2014/chart" uri="{C3380CC4-5D6E-409C-BE32-E72D297353CC}">
              <c16:uniqueId val="{00000000-9299-4A7D-862A-A4F02E2413A6}"/>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Sheet1!$C$2:$C$9</c:f>
              <c:numCache>
                <c:formatCode>0</c:formatCode>
                <c:ptCount val="8"/>
                <c:pt idx="0">
                  <c:v>2</c:v>
                </c:pt>
                <c:pt idx="1">
                  <c:v>16</c:v>
                </c:pt>
                <c:pt idx="3">
                  <c:v>14</c:v>
                </c:pt>
                <c:pt idx="4">
                  <c:v>32</c:v>
                </c:pt>
                <c:pt idx="5">
                  <c:v>63</c:v>
                </c:pt>
                <c:pt idx="6">
                  <c:v>79</c:v>
                </c:pt>
                <c:pt idx="7">
                  <c:v>49</c:v>
                </c:pt>
              </c:numCache>
            </c:numRef>
          </c:val>
          <c:extLst>
            <c:ext xmlns:c16="http://schemas.microsoft.com/office/drawing/2014/chart" uri="{C3380CC4-5D6E-409C-BE32-E72D297353CC}">
              <c16:uniqueId val="{00000001-9299-4A7D-862A-A4F02E2413A6}"/>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Sheet1!$D$2:$D$9</c:f>
              <c:numCache>
                <c:formatCode>General</c:formatCode>
                <c:ptCount val="8"/>
              </c:numCache>
            </c:numRef>
          </c:val>
          <c:extLst>
            <c:ext xmlns:c16="http://schemas.microsoft.com/office/drawing/2014/chart" uri="{C3380CC4-5D6E-409C-BE32-E72D297353CC}">
              <c16:uniqueId val="{00000002-9299-4A7D-862A-A4F02E2413A6}"/>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Sheet1!$E$2:$E$9</c:f>
              <c:numCache>
                <c:formatCode>General</c:formatCode>
                <c:ptCount val="8"/>
              </c:numCache>
            </c:numRef>
          </c:val>
          <c:extLst>
            <c:ext xmlns:c16="http://schemas.microsoft.com/office/drawing/2014/chart" uri="{C3380CC4-5D6E-409C-BE32-E72D297353CC}">
              <c16:uniqueId val="{00000003-9299-4A7D-862A-A4F02E2413A6}"/>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0"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074D46"/>
              </a:solidFill>
              <a:ln>
                <a:noFill/>
              </a:ln>
            </c:spPr>
            <c:extLst>
              <c:ext xmlns:c16="http://schemas.microsoft.com/office/drawing/2014/chart" uri="{C3380CC4-5D6E-409C-BE32-E72D297353CC}">
                <c16:uniqueId val="{00000001-1CAD-4F25-9517-9A939816FCA0}"/>
              </c:ext>
            </c:extLst>
          </c:dPt>
          <c:dPt>
            <c:idx val="1"/>
            <c:bubble3D val="0"/>
            <c:spPr>
              <a:solidFill>
                <a:srgbClr val="E4E3E0"/>
              </a:solidFill>
              <a:ln>
                <a:noFill/>
              </a:ln>
            </c:spPr>
            <c:extLst>
              <c:ext xmlns:c16="http://schemas.microsoft.com/office/drawing/2014/chart" uri="{C3380CC4-5D6E-409C-BE32-E72D297353CC}">
                <c16:uniqueId val="{00000003-1CAD-4F25-9517-9A939816FCA0}"/>
              </c:ext>
            </c:extLst>
          </c:dPt>
          <c:cat>
            <c:strRef>
              <c:f>Sheet1!$A$2:$A$3</c:f>
              <c:strCache>
                <c:ptCount val="2"/>
                <c:pt idx="0">
                  <c:v>المنجز</c:v>
                </c:pt>
                <c:pt idx="1">
                  <c:v>المتبقي</c:v>
                </c:pt>
              </c:strCache>
            </c:strRef>
          </c:cat>
          <c:val>
            <c:numRef>
              <c:f>Sheet1!$B$2:$B$3</c:f>
              <c:numCache>
                <c:formatCode>General</c:formatCode>
                <c:ptCount val="2"/>
                <c:pt idx="0">
                  <c:v>25</c:v>
                </c:pt>
                <c:pt idx="1">
                  <c:v>75</c:v>
                </c:pt>
              </c:numCache>
            </c:numRef>
          </c:val>
          <c:extLst>
            <c:ext xmlns:c16="http://schemas.microsoft.com/office/drawing/2014/chart" uri="{C3380CC4-5D6E-409C-BE32-E72D297353CC}">
              <c16:uniqueId val="{00000004-1CAD-4F25-9517-9A939816FCA0}"/>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C89A56"/>
              </a:solidFill>
              <a:ln>
                <a:noFill/>
              </a:ln>
            </c:spPr>
            <c:extLst>
              <c:ext xmlns:c16="http://schemas.microsoft.com/office/drawing/2014/chart" uri="{C3380CC4-5D6E-409C-BE32-E72D297353CC}">
                <c16:uniqueId val="{00000001-6911-4FA6-B442-43578C4EB3CC}"/>
              </c:ext>
            </c:extLst>
          </c:dPt>
          <c:dPt>
            <c:idx val="1"/>
            <c:bubble3D val="0"/>
            <c:spPr>
              <a:solidFill>
                <a:srgbClr val="E4E3E0"/>
              </a:solidFill>
              <a:ln>
                <a:noFill/>
              </a:ln>
            </c:spPr>
            <c:extLst>
              <c:ext xmlns:c16="http://schemas.microsoft.com/office/drawing/2014/chart" uri="{C3380CC4-5D6E-409C-BE32-E72D297353CC}">
                <c16:uniqueId val="{00000003-6911-4FA6-B442-43578C4EB3CC}"/>
              </c:ext>
            </c:extLst>
          </c:dPt>
          <c:cat>
            <c:strRef>
              <c:f>Sheet1!$A$2:$A$3</c:f>
              <c:strCache>
                <c:ptCount val="2"/>
                <c:pt idx="0">
                  <c:v>المنجز</c:v>
                </c:pt>
                <c:pt idx="1">
                  <c:v>المتبقي</c:v>
                </c:pt>
              </c:strCache>
            </c:strRef>
          </c:cat>
          <c:val>
            <c:numRef>
              <c:f>Sheet1!$B$2:$B$3</c:f>
              <c:numCache>
                <c:formatCode>General</c:formatCode>
                <c:ptCount val="2"/>
                <c:pt idx="0">
                  <c:v>50</c:v>
                </c:pt>
                <c:pt idx="1">
                  <c:v>50</c:v>
                </c:pt>
              </c:numCache>
            </c:numRef>
          </c:val>
          <c:extLst>
            <c:ext xmlns:c16="http://schemas.microsoft.com/office/drawing/2014/chart" uri="{C3380CC4-5D6E-409C-BE32-E72D297353CC}">
              <c16:uniqueId val="{00000004-6911-4FA6-B442-43578C4EB3CC}"/>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66A5CE"/>
              </a:solidFill>
              <a:ln>
                <a:noFill/>
              </a:ln>
            </c:spPr>
            <c:extLst>
              <c:ext xmlns:c16="http://schemas.microsoft.com/office/drawing/2014/chart" uri="{C3380CC4-5D6E-409C-BE32-E72D297353CC}">
                <c16:uniqueId val="{00000001-7104-4477-B76B-4DC5CCDE6273}"/>
              </c:ext>
            </c:extLst>
          </c:dPt>
          <c:dPt>
            <c:idx val="1"/>
            <c:bubble3D val="0"/>
            <c:spPr>
              <a:solidFill>
                <a:srgbClr val="E4E3E0"/>
              </a:solidFill>
              <a:ln>
                <a:noFill/>
              </a:ln>
            </c:spPr>
            <c:extLst>
              <c:ext xmlns:c16="http://schemas.microsoft.com/office/drawing/2014/chart" uri="{C3380CC4-5D6E-409C-BE32-E72D297353CC}">
                <c16:uniqueId val="{00000003-7104-4477-B76B-4DC5CCDE6273}"/>
              </c:ext>
            </c:extLst>
          </c:dPt>
          <c:cat>
            <c:strRef>
              <c:f>Sheet1!$A$2:$A$3</c:f>
              <c:strCache>
                <c:ptCount val="2"/>
                <c:pt idx="0">
                  <c:v>المنجز</c:v>
                </c:pt>
                <c:pt idx="1">
                  <c:v>المتبقي</c:v>
                </c:pt>
              </c:strCache>
            </c:strRef>
          </c:cat>
          <c:val>
            <c:numRef>
              <c:f>Sheet1!$B$2:$B$3</c:f>
              <c:numCache>
                <c:formatCode>General</c:formatCode>
                <c:ptCount val="2"/>
                <c:pt idx="0">
                  <c:v>10</c:v>
                </c:pt>
                <c:pt idx="1">
                  <c:v>90</c:v>
                </c:pt>
              </c:numCache>
            </c:numRef>
          </c:val>
          <c:extLst>
            <c:ext xmlns:c16="http://schemas.microsoft.com/office/drawing/2014/chart" uri="{C3380CC4-5D6E-409C-BE32-E72D297353CC}">
              <c16:uniqueId val="{00000004-7104-4477-B76B-4DC5CCDE6273}"/>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نسبة الإنجاز</c:v>
                </c:pt>
              </c:strCache>
            </c:strRef>
          </c:tx>
          <c:dPt>
            <c:idx val="0"/>
            <c:bubble3D val="0"/>
            <c:spPr>
              <a:solidFill>
                <a:srgbClr val="96552F"/>
              </a:solidFill>
              <a:ln>
                <a:noFill/>
              </a:ln>
            </c:spPr>
            <c:extLst>
              <c:ext xmlns:c16="http://schemas.microsoft.com/office/drawing/2014/chart" uri="{C3380CC4-5D6E-409C-BE32-E72D297353CC}">
                <c16:uniqueId val="{00000001-25F4-42C9-A929-259DA3F4B56F}"/>
              </c:ext>
            </c:extLst>
          </c:dPt>
          <c:dPt>
            <c:idx val="1"/>
            <c:bubble3D val="0"/>
            <c:spPr>
              <a:solidFill>
                <a:srgbClr val="E4E3E0"/>
              </a:solidFill>
              <a:ln>
                <a:noFill/>
              </a:ln>
            </c:spPr>
            <c:extLst>
              <c:ext xmlns:c16="http://schemas.microsoft.com/office/drawing/2014/chart" uri="{C3380CC4-5D6E-409C-BE32-E72D297353CC}">
                <c16:uniqueId val="{00000003-25F4-42C9-A929-259DA3F4B56F}"/>
              </c:ext>
            </c:extLst>
          </c:dPt>
          <c:cat>
            <c:strRef>
              <c:f>Sheet1!$A$2:$A$3</c:f>
              <c:strCache>
                <c:ptCount val="2"/>
                <c:pt idx="0">
                  <c:v>المنجز</c:v>
                </c:pt>
                <c:pt idx="1">
                  <c:v>المتبقي</c:v>
                </c:pt>
              </c:strCache>
            </c:strRef>
          </c:cat>
          <c:val>
            <c:numRef>
              <c:f>Sheet1!$B$2:$B$3</c:f>
              <c:numCache>
                <c:formatCode>General</c:formatCode>
                <c:ptCount val="2"/>
                <c:pt idx="0">
                  <c:v>15</c:v>
                </c:pt>
                <c:pt idx="1">
                  <c:v>85</c:v>
                </c:pt>
              </c:numCache>
            </c:numRef>
          </c:val>
          <c:extLst>
            <c:ext xmlns:c16="http://schemas.microsoft.com/office/drawing/2014/chart" uri="{C3380CC4-5D6E-409C-BE32-E72D297353CC}">
              <c16:uniqueId val="{00000004-25F4-42C9-A929-259DA3F4B56F}"/>
            </c:ext>
          </c:extLst>
        </c:ser>
        <c:dLbls>
          <c:showLegendKey val="0"/>
          <c:showVal val="0"/>
          <c:showCatName val="0"/>
          <c:showSerName val="0"/>
          <c:showPercent val="0"/>
          <c:showBubbleSize val="0"/>
          <c:showLeaderLines val="1"/>
        </c:dLbls>
        <c:firstSliceAng val="0"/>
        <c:holeSize val="75"/>
      </c:doughnutChart>
      <c:spPr>
        <a:noFill/>
        <a:ln>
          <a:noFill/>
        </a:ln>
      </c:spPr>
    </c:plotArea>
    <c:plotVisOnly val="1"/>
    <c:dispBlanksAs val="gap"/>
    <c:showDLblsOverMax val="0"/>
  </c:chart>
  <c:spPr>
    <a:noFill/>
    <a:ln>
      <a:noFill/>
    </a:ln>
  </c:spPr>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1761707588386883E-2"/>
          <c:y val="2.9041557908076505E-2"/>
          <c:w val="0.69761556286058946"/>
          <c:h val="0.74869970795819518"/>
        </c:manualLayout>
      </c:layout>
      <c:barChart>
        <c:barDir val="bar"/>
        <c:grouping val="percentStacked"/>
        <c:varyColors val="0"/>
        <c:ser>
          <c:idx val="0"/>
          <c:order val="0"/>
          <c:tx>
            <c:strRef>
              <c:f>Sheet1!$B$1</c:f>
              <c:strCache>
                <c:ptCount val="1"/>
                <c:pt idx="0">
                  <c:v>تجربة المستخدم</c:v>
                </c:pt>
              </c:strCache>
            </c:strRef>
          </c:tx>
          <c:spPr>
            <a:solidFill>
              <a:srgbClr val="D9A86A">
                <a:alpha val="80000"/>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Sheet1!$B$2:$B$6</c:f>
              <c:numCache>
                <c:formatCode>0%</c:formatCode>
                <c:ptCount val="5"/>
                <c:pt idx="0">
                  <c:v>0.2</c:v>
                </c:pt>
                <c:pt idx="1">
                  <c:v>0.7</c:v>
                </c:pt>
                <c:pt idx="2">
                  <c:v>0.21</c:v>
                </c:pt>
                <c:pt idx="3">
                  <c:v>0.11</c:v>
                </c:pt>
                <c:pt idx="4">
                  <c:v>0.2</c:v>
                </c:pt>
              </c:numCache>
            </c:numRef>
          </c:val>
          <c:extLst>
            <c:ext xmlns:c16="http://schemas.microsoft.com/office/drawing/2014/chart" uri="{C3380CC4-5D6E-409C-BE32-E72D297353CC}">
              <c16:uniqueId val="{00000000-90AE-4057-869F-6F07D36A2C1D}"/>
            </c:ext>
          </c:extLst>
        </c:ser>
        <c:ser>
          <c:idx val="1"/>
          <c:order val="1"/>
          <c:tx>
            <c:strRef>
              <c:f>Sheet1!$C$1</c:f>
              <c:strCache>
                <c:ptCount val="1"/>
                <c:pt idx="0">
                  <c:v>رضا المستفيد</c:v>
                </c:pt>
              </c:strCache>
            </c:strRef>
          </c:tx>
          <c:spPr>
            <a:solidFill>
              <a:srgbClr val="004545">
                <a:alpha val="74902"/>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Sheet1!$C$2:$C$6</c:f>
              <c:numCache>
                <c:formatCode>0%</c:formatCode>
                <c:ptCount val="5"/>
                <c:pt idx="0">
                  <c:v>0.9</c:v>
                </c:pt>
                <c:pt idx="1">
                  <c:v>0.1</c:v>
                </c:pt>
                <c:pt idx="2">
                  <c:v>0.23</c:v>
                </c:pt>
                <c:pt idx="3">
                  <c:v>0.4</c:v>
                </c:pt>
                <c:pt idx="4">
                  <c:v>0.8</c:v>
                </c:pt>
              </c:numCache>
            </c:numRef>
          </c:val>
          <c:extLst>
            <c:ext xmlns:c16="http://schemas.microsoft.com/office/drawing/2014/chart" uri="{C3380CC4-5D6E-409C-BE32-E72D297353CC}">
              <c16:uniqueId val="{00000001-90AE-4057-869F-6F07D36A2C1D}"/>
            </c:ext>
          </c:extLst>
        </c:ser>
        <c:ser>
          <c:idx val="2"/>
          <c:order val="2"/>
          <c:tx>
            <c:strRef>
              <c:f>Sheet1!$D$1</c:f>
              <c:strCache>
                <c:ptCount val="1"/>
                <c:pt idx="0">
                  <c:v>التعامل مع الشكاوى</c:v>
                </c:pt>
              </c:strCache>
            </c:strRef>
          </c:tx>
          <c:spPr>
            <a:solidFill>
              <a:srgbClr val="96552F">
                <a:alpha val="74902"/>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Sheet1!$D$2:$D$6</c:f>
              <c:numCache>
                <c:formatCode>0%</c:formatCode>
                <c:ptCount val="5"/>
                <c:pt idx="0">
                  <c:v>0.5</c:v>
                </c:pt>
                <c:pt idx="1">
                  <c:v>0.14000000000000001</c:v>
                </c:pt>
                <c:pt idx="2">
                  <c:v>0.45</c:v>
                </c:pt>
                <c:pt idx="3">
                  <c:v>0.5</c:v>
                </c:pt>
                <c:pt idx="4">
                  <c:v>0.22</c:v>
                </c:pt>
              </c:numCache>
            </c:numRef>
          </c:val>
          <c:extLst>
            <c:ext xmlns:c16="http://schemas.microsoft.com/office/drawing/2014/chart" uri="{C3380CC4-5D6E-409C-BE32-E72D297353CC}">
              <c16:uniqueId val="{00000000-CD70-42A8-BD72-E1EC42965A6D}"/>
            </c:ext>
          </c:extLst>
        </c:ser>
        <c:ser>
          <c:idx val="3"/>
          <c:order val="3"/>
          <c:tx>
            <c:strRef>
              <c:f>Sheet1!$E$1</c:f>
              <c:strCache>
                <c:ptCount val="1"/>
                <c:pt idx="0">
                  <c:v>التقنيات والأدوات</c:v>
                </c:pt>
              </c:strCache>
            </c:strRef>
          </c:tx>
          <c:spPr>
            <a:solidFill>
              <a:srgbClr val="66A5CE">
                <a:alpha val="74902"/>
              </a:srgb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Sheet1!$A$2:$A$6</c:f>
              <c:strCache>
                <c:ptCount val="5"/>
                <c:pt idx="0">
                  <c:v>وكالة الحج</c:v>
                </c:pt>
                <c:pt idx="1">
                  <c:v>وكالة التحول الرقمي وتقنية المعلومات</c:v>
                </c:pt>
                <c:pt idx="2">
                  <c:v>مركز امتثال</c:v>
                </c:pt>
                <c:pt idx="3">
                  <c:v>وكالة الخدمات المشتركة</c:v>
                </c:pt>
                <c:pt idx="4">
                  <c:v>وكالة التعاون الدولي</c:v>
                </c:pt>
              </c:strCache>
            </c:strRef>
          </c:cat>
          <c:val>
            <c:numRef>
              <c:f>Sheet1!$E$2:$E$6</c:f>
              <c:numCache>
                <c:formatCode>0%</c:formatCode>
                <c:ptCount val="5"/>
                <c:pt idx="0">
                  <c:v>0.4</c:v>
                </c:pt>
                <c:pt idx="1">
                  <c:v>0.5</c:v>
                </c:pt>
                <c:pt idx="2">
                  <c:v>0.4</c:v>
                </c:pt>
                <c:pt idx="3">
                  <c:v>0.57999999999999996</c:v>
                </c:pt>
                <c:pt idx="4">
                  <c:v>0.34</c:v>
                </c:pt>
              </c:numCache>
            </c:numRef>
          </c:val>
          <c:extLst>
            <c:ext xmlns:c16="http://schemas.microsoft.com/office/drawing/2014/chart" uri="{C3380CC4-5D6E-409C-BE32-E72D297353CC}">
              <c16:uniqueId val="{00000001-CD70-42A8-BD72-E1EC42965A6D}"/>
            </c:ext>
          </c:extLst>
        </c:ser>
        <c:dLbls>
          <c:dLblPos val="ctr"/>
          <c:showLegendKey val="0"/>
          <c:showVal val="1"/>
          <c:showCatName val="0"/>
          <c:showSerName val="0"/>
          <c:showPercent val="0"/>
          <c:showBubbleSize val="0"/>
        </c:dLbls>
        <c:gapWidth val="50"/>
        <c:overlap val="100"/>
        <c:axId val="1308010191"/>
        <c:axId val="428359599"/>
      </c:barChart>
      <c:catAx>
        <c:axId val="1308010191"/>
        <c:scaling>
          <c:orientation val="maxMin"/>
        </c:scaling>
        <c:delete val="0"/>
        <c:axPos val="r"/>
        <c:numFmt formatCode="General" sourceLinked="1"/>
        <c:majorTickMark val="none"/>
        <c:minorTickMark val="none"/>
        <c:tickLblPos val="nextTo"/>
        <c:spPr>
          <a:noFill/>
          <a:ln w="9525" cap="flat" cmpd="sng" algn="ctr">
            <a:noFill/>
            <a:round/>
            <a:headEnd type="none" w="sm" len="sm"/>
            <a:tailEnd type="none" w="sm" len="sm"/>
          </a:ln>
          <a:effectLst/>
        </c:spPr>
        <c:txPr>
          <a:bodyPr rot="-60000000" spcFirstLastPara="1" vertOverflow="ellipsis" vert="horz" wrap="square" anchor="ctr" anchorCtr="1"/>
          <a:lstStyle/>
          <a:p>
            <a:pPr rtl="1">
              <a:defRPr sz="1050" b="0" i="0" u="none" strike="noStrike" kern="1200" baseline="0">
                <a:ln>
                  <a:noFill/>
                </a:ln>
                <a:solidFill>
                  <a:schemeClr val="tx1"/>
                </a:solidFill>
                <a:latin typeface="Abar Mid" pitchFamily="50" charset="-78"/>
                <a:ea typeface="Abar Mid" pitchFamily="50" charset="-78"/>
                <a:cs typeface="Abar Mid" pitchFamily="50" charset="-78"/>
              </a:defRPr>
            </a:pPr>
            <a:endParaRPr lang="en-US"/>
          </a:p>
        </c:txPr>
        <c:crossAx val="428359599"/>
        <c:crosses val="autoZero"/>
        <c:auto val="1"/>
        <c:lblAlgn val="ctr"/>
        <c:lblOffset val="100"/>
        <c:noMultiLvlLbl val="0"/>
      </c:catAx>
      <c:valAx>
        <c:axId val="428359599"/>
        <c:scaling>
          <c:orientation val="maxMin"/>
          <c:max val="1"/>
        </c:scaling>
        <c:delete val="1"/>
        <c:axPos val="t"/>
        <c:numFmt formatCode="0%" sourceLinked="1"/>
        <c:majorTickMark val="out"/>
        <c:minorTickMark val="none"/>
        <c:tickLblPos val="nextTo"/>
        <c:crossAx val="1308010191"/>
        <c:crosses val="autoZero"/>
        <c:crossBetween val="between"/>
      </c:valAx>
      <c:spPr>
        <a:noFill/>
        <a:ln>
          <a:noFill/>
        </a:ln>
        <a:effectLst/>
      </c:spPr>
    </c:plotArea>
    <c:legend>
      <c:legendPos val="b"/>
      <c:layout>
        <c:manualLayout>
          <c:xMode val="edge"/>
          <c:yMode val="edge"/>
          <c:x val="7.8360544376936472E-2"/>
          <c:y val="0.83303008501262965"/>
          <c:w val="0.84327891124612708"/>
          <c:h val="0.15558409481608987"/>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Abar Mid" pitchFamily="50" charset="-78"/>
              <a:ea typeface="Abar Mid" pitchFamily="50" charset="-78"/>
              <a:cs typeface="Abar Mid" pitchFamily="50" charset="-78"/>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6">
  <a:schemeClr val="accent3"/>
</cs:colorStyle>
</file>

<file path=ppt/charts/colors2.xml><?xml version="1.0" encoding="utf-8"?>
<cs:colorStyle xmlns:cs="http://schemas.microsoft.com/office/drawing/2012/chartStyle" xmlns:a="http://schemas.openxmlformats.org/drawingml/2006/main" meth="withinLinear" id="16">
  <a:schemeClr val="accent3"/>
</cs:colorStyle>
</file>

<file path=ppt/charts/colors3.xml><?xml version="1.0" encoding="utf-8"?>
<cs:colorStyle xmlns:cs="http://schemas.microsoft.com/office/drawing/2012/chartStyle" xmlns:a="http://schemas.openxmlformats.org/drawingml/2006/main" meth="withinLinear" id="16">
  <a:schemeClr val="accent3"/>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305">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headEnd type="none" w="sm" len="sm"/>
        <a:tailEnd type="none" w="sm" len="sm"/>
      </a:ln>
    </cs:spPr>
    <cs:defRPr sz="1197"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bg1"/>
    </cs:fontRef>
    <cs:spPr>
      <a:solidFill>
        <a:schemeClr val="tx1">
          <a:lumMod val="50000"/>
          <a:lumOff val="50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alpha val="70000"/>
        </a:schemeClr>
      </a:solidFill>
    </cs:spPr>
  </cs:dataPoint>
  <cs:dataPoint3D>
    <cs:lnRef idx="0"/>
    <cs:fillRef idx="0">
      <cs:styleClr val="auto"/>
    </cs:fillRef>
    <cs:effectRef idx="0"/>
    <cs:fontRef idx="minor">
      <a:schemeClr val="tx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styleClr val="auto"/>
    </cs:lnRef>
    <cs:fillRef idx="0">
      <cs:styleClr val="auto"/>
    </cs:fillRef>
    <cs:effectRef idx="0"/>
    <cs:fontRef idx="minor">
      <a:schemeClr val="dk1"/>
    </cs:fontRef>
    <cs:spPr>
      <a:gradFill>
        <a:gsLst>
          <a:gs pos="0">
            <a:schemeClr val="phClr"/>
          </a:gs>
          <a:gs pos="46000">
            <a:schemeClr val="phClr"/>
          </a:gs>
          <a:gs pos="100000">
            <a:schemeClr val="phClr">
              <a:lumMod val="20000"/>
              <a:lumOff val="80000"/>
              <a:alpha val="0"/>
            </a:schemeClr>
          </a:gs>
        </a:gsLst>
        <a:path path="circle">
          <a:fillToRect l="50000" t="-80000" r="50000" b="180000"/>
        </a:path>
      </a:gradFill>
      <a:ln w="9525" cap="flat" cmpd="sng" algn="ctr">
        <a:solidFill>
          <a:schemeClr val="phClr">
            <a:shade val="95000"/>
          </a:schemeClr>
        </a:solidFill>
        <a:round/>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cap="flat" cmpd="sng" algn="ctr">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0">
              <a:schemeClr val="tx1">
                <a:lumMod val="5000"/>
                <a:lumOff val="95000"/>
              </a:schemeClr>
            </a:gs>
            <a:gs pos="100000">
              <a:schemeClr val="tx1">
                <a:lumMod val="15000"/>
                <a:lumOff val="85000"/>
              </a:schemeClr>
            </a:gs>
          </a:gsLst>
          <a:lin ang="5400000" scaled="0"/>
        </a:gradFill>
        <a:round/>
      </a:ln>
    </cs:spPr>
  </cs:gridlineMajor>
  <cs:gridlineMinor>
    <cs:lnRef idx="0"/>
    <cs:fillRef idx="0"/>
    <cs:effectRef idx="0"/>
    <cs:fontRef idx="minor">
      <a:schemeClr val="dk1"/>
    </cs:fontRef>
    <cs:spPr>
      <a:ln w="9525" cap="flat" cmpd="sng" algn="ctr">
        <a:gradFill>
          <a:gsLst>
            <a:gs pos="0">
              <a:schemeClr val="tx1">
                <a:lumMod val="5000"/>
                <a:lumOff val="95000"/>
              </a:schemeClr>
            </a:gs>
            <a:gs pos="100000">
              <a:schemeClr val="tx1">
                <a:lumMod val="15000"/>
                <a:lumOff val="85000"/>
              </a:schemeClr>
            </a:gs>
          </a:gsLst>
          <a:lin ang="5400000" scaled="0"/>
        </a:gradFill>
        <a:round/>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headEnd type="none" w="sm" len="sm"/>
        <a:tailEnd type="none" w="sm" len="sm"/>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200" b="1" kern="1200" cap="all" spc="5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ar-SA"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0617FD-4591-4D05-B04D-66696C6DF7AF}" type="datetimeFigureOut">
              <a:rPr lang="ar-SA" smtClean="0"/>
              <a:t>1448-05-11</a:t>
            </a:fld>
            <a:endParaRPr lang="ar-SA" dirty="0"/>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ar-SA"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S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ar-SA"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544A09-3DC8-432F-94BA-165855EEE0AB}" type="slidenum">
              <a:rPr lang="ar-SA" smtClean="0"/>
              <a:t>‹#›</a:t>
            </a:fld>
            <a:endParaRPr lang="ar-SA" dirty="0"/>
          </a:p>
        </p:txBody>
      </p:sp>
    </p:spTree>
    <p:extLst>
      <p:ext uri="{BB962C8B-B14F-4D97-AF65-F5344CB8AC3E}">
        <p14:creationId xmlns:p14="http://schemas.microsoft.com/office/powerpoint/2010/main" val="4988892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51544A09-3DC8-432F-94BA-165855EEE0AB}" type="slidenum">
              <a:rPr lang="ar-SA" smtClean="0"/>
              <a:t>1</a:t>
            </a:fld>
            <a:endParaRPr lang="ar-SA" dirty="0"/>
          </a:p>
        </p:txBody>
      </p:sp>
    </p:spTree>
    <p:extLst>
      <p:ext uri="{BB962C8B-B14F-4D97-AF65-F5344CB8AC3E}">
        <p14:creationId xmlns:p14="http://schemas.microsoft.com/office/powerpoint/2010/main" val="195124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3746772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4275066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6755673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6</a:t>
            </a:fld>
            <a:endParaRPr lang="ar-SA"/>
          </a:p>
        </p:txBody>
      </p:sp>
    </p:spTree>
    <p:extLst>
      <p:ext uri="{BB962C8B-B14F-4D97-AF65-F5344CB8AC3E}">
        <p14:creationId xmlns:p14="http://schemas.microsoft.com/office/powerpoint/2010/main" val="2600371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7</a:t>
            </a:fld>
            <a:endParaRPr lang="ar-SA"/>
          </a:p>
        </p:txBody>
      </p:sp>
    </p:spTree>
    <p:extLst>
      <p:ext uri="{BB962C8B-B14F-4D97-AF65-F5344CB8AC3E}">
        <p14:creationId xmlns:p14="http://schemas.microsoft.com/office/powerpoint/2010/main" val="15663618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26C02-861A-ABB8-B537-5B022713F5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9A570F-48B8-2CAF-6F6C-6ABB56A011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F30757-5B09-EA6E-026B-46C958C1159B}"/>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A875B7B4-0714-7C0E-B7D0-FD295CE6E9F6}"/>
              </a:ext>
            </a:extLst>
          </p:cNvPr>
          <p:cNvSpPr>
            <a:spLocks noGrp="1"/>
          </p:cNvSpPr>
          <p:nvPr>
            <p:ph type="sldNum" sz="quarter" idx="5"/>
          </p:nvPr>
        </p:nvSpPr>
        <p:spPr/>
        <p:txBody>
          <a:bodyPr/>
          <a:lstStyle/>
          <a:p>
            <a:fld id="{51544A09-3DC8-432F-94BA-165855EEE0AB}" type="slidenum">
              <a:rPr lang="ar-SA" smtClean="0"/>
              <a:t>8</a:t>
            </a:fld>
            <a:endParaRPr lang="ar-SA"/>
          </a:p>
        </p:txBody>
      </p:sp>
    </p:spTree>
    <p:extLst>
      <p:ext uri="{BB962C8B-B14F-4D97-AF65-F5344CB8AC3E}">
        <p14:creationId xmlns:p14="http://schemas.microsoft.com/office/powerpoint/2010/main" val="35360595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9</a:t>
            </a:fld>
            <a:endParaRPr lang="ar-SA"/>
          </a:p>
        </p:txBody>
      </p:sp>
    </p:spTree>
    <p:extLst>
      <p:ext uri="{BB962C8B-B14F-4D97-AF65-F5344CB8AC3E}">
        <p14:creationId xmlns:p14="http://schemas.microsoft.com/office/powerpoint/2010/main" val="31255276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EED5D-FF21-037E-0FF9-D8471AACC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6E6EA-52CF-486E-22DB-6650745543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07381-4B50-F0BE-2219-31422E3E3E87}"/>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AE00EDB5-AD19-9780-AEF7-E399A8323B0F}"/>
              </a:ext>
            </a:extLst>
          </p:cNvPr>
          <p:cNvSpPr>
            <a:spLocks noGrp="1"/>
          </p:cNvSpPr>
          <p:nvPr>
            <p:ph type="sldNum" sz="quarter" idx="5"/>
          </p:nvPr>
        </p:nvSpPr>
        <p:spPr/>
        <p:txBody>
          <a:bodyPr/>
          <a:lstStyle/>
          <a:p>
            <a:fld id="{51544A09-3DC8-432F-94BA-165855EEE0AB}" type="slidenum">
              <a:rPr lang="ar-SA" smtClean="0"/>
              <a:t>10</a:t>
            </a:fld>
            <a:endParaRPr lang="ar-SA"/>
          </a:p>
        </p:txBody>
      </p:sp>
    </p:spTree>
    <p:extLst>
      <p:ext uri="{BB962C8B-B14F-4D97-AF65-F5344CB8AC3E}">
        <p14:creationId xmlns:p14="http://schemas.microsoft.com/office/powerpoint/2010/main" val="3891688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9D88-F279-127B-EFAD-B957A4095B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4E8EC-D778-5745-E3CA-7766137B6E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ED9F4B-F5F3-80F5-DD9C-EF6E35175EAE}"/>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7B822D41-F292-4569-2ED5-B9866910ADBA}"/>
              </a:ext>
            </a:extLst>
          </p:cNvPr>
          <p:cNvSpPr>
            <a:spLocks noGrp="1"/>
          </p:cNvSpPr>
          <p:nvPr>
            <p:ph type="sldNum" sz="quarter" idx="5"/>
          </p:nvPr>
        </p:nvSpPr>
        <p:spPr/>
        <p:txBody>
          <a:bodyPr/>
          <a:lstStyle/>
          <a:p>
            <a:fld id="{51544A09-3DC8-432F-94BA-165855EEE0AB}" type="slidenum">
              <a:rPr lang="ar-SA" smtClean="0"/>
              <a:t>11</a:t>
            </a:fld>
            <a:endParaRPr lang="ar-SA"/>
          </a:p>
        </p:txBody>
      </p:sp>
    </p:spTree>
    <p:extLst>
      <p:ext uri="{BB962C8B-B14F-4D97-AF65-F5344CB8AC3E}">
        <p14:creationId xmlns:p14="http://schemas.microsoft.com/office/powerpoint/2010/main" val="2008023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D8299-31DB-38BA-2274-3835F8554A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89C9FC-8B08-28C4-DAB3-C1E74A2796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075B9-06B3-FC94-8FE5-7F57DD8760C9}"/>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C8CC0A66-A7BD-01FA-6355-C51148886CEE}"/>
              </a:ext>
            </a:extLst>
          </p:cNvPr>
          <p:cNvSpPr>
            <a:spLocks noGrp="1"/>
          </p:cNvSpPr>
          <p:nvPr>
            <p:ph type="sldNum" sz="quarter" idx="5"/>
          </p:nvPr>
        </p:nvSpPr>
        <p:spPr/>
        <p:txBody>
          <a:bodyPr/>
          <a:lstStyle/>
          <a:p>
            <a:fld id="{51544A09-3DC8-432F-94BA-165855EEE0AB}" type="slidenum">
              <a:rPr lang="ar-SA" smtClean="0"/>
              <a:t>12</a:t>
            </a:fld>
            <a:endParaRPr lang="ar-SA"/>
          </a:p>
        </p:txBody>
      </p:sp>
    </p:spTree>
    <p:extLst>
      <p:ext uri="{BB962C8B-B14F-4D97-AF65-F5344CB8AC3E}">
        <p14:creationId xmlns:p14="http://schemas.microsoft.com/office/powerpoint/2010/main" val="2851491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1B46-5949-98EF-B666-E75039076C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FC1A6E-C3D0-A187-3E9B-33D6AEFC6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7305CC-6267-0F3B-42BB-E3DD9739637F}"/>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132068CA-7598-1527-DC22-AB08AACB4A4C}"/>
              </a:ext>
            </a:extLst>
          </p:cNvPr>
          <p:cNvSpPr>
            <a:spLocks noGrp="1"/>
          </p:cNvSpPr>
          <p:nvPr>
            <p:ph type="sldNum" sz="quarter" idx="5"/>
          </p:nvPr>
        </p:nvSpPr>
        <p:spPr/>
        <p:txBody>
          <a:bodyPr/>
          <a:lstStyle/>
          <a:p>
            <a:fld id="{51544A09-3DC8-432F-94BA-165855EEE0AB}" type="slidenum">
              <a:rPr lang="ar-SA" smtClean="0"/>
              <a:t>13</a:t>
            </a:fld>
            <a:endParaRPr lang="ar-SA"/>
          </a:p>
        </p:txBody>
      </p:sp>
    </p:spTree>
    <p:extLst>
      <p:ext uri="{BB962C8B-B14F-4D97-AF65-F5344CB8AC3E}">
        <p14:creationId xmlns:p14="http://schemas.microsoft.com/office/powerpoint/2010/main" val="9975232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71041-06AC-3896-D627-560865133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E99795-2BA9-3082-E94E-C1E9E598D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228B7-80DB-0EB4-2920-AD330F885E1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6ABCA676-772E-6BAC-FF43-AA5C8B39858A}"/>
              </a:ext>
            </a:extLst>
          </p:cNvPr>
          <p:cNvSpPr>
            <a:spLocks noGrp="1"/>
          </p:cNvSpPr>
          <p:nvPr>
            <p:ph type="sldNum" sz="quarter" idx="5"/>
          </p:nvPr>
        </p:nvSpPr>
        <p:spPr/>
        <p:txBody>
          <a:bodyPr/>
          <a:lstStyle/>
          <a:p>
            <a:fld id="{51544A09-3DC8-432F-94BA-165855EEE0AB}" type="slidenum">
              <a:rPr lang="ar-SA" smtClean="0"/>
              <a:t>14</a:t>
            </a:fld>
            <a:endParaRPr lang="ar-SA" dirty="0"/>
          </a:p>
        </p:txBody>
      </p:sp>
    </p:spTree>
    <p:extLst>
      <p:ext uri="{BB962C8B-B14F-4D97-AF65-F5344CB8AC3E}">
        <p14:creationId xmlns:p14="http://schemas.microsoft.com/office/powerpoint/2010/main" val="7743261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37F45-5117-6FDA-394D-0F9784A2B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B6BF0D-7DB9-5167-0548-3F0F634D5D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513A67-6B32-DDB9-2399-B52A0E3BA2DD}"/>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00A2E305-6BAD-585A-84BE-690A07211850}"/>
              </a:ext>
            </a:extLst>
          </p:cNvPr>
          <p:cNvSpPr>
            <a:spLocks noGrp="1"/>
          </p:cNvSpPr>
          <p:nvPr>
            <p:ph type="sldNum" sz="quarter" idx="5"/>
          </p:nvPr>
        </p:nvSpPr>
        <p:spPr/>
        <p:txBody>
          <a:bodyPr/>
          <a:lstStyle/>
          <a:p>
            <a:fld id="{51544A09-3DC8-432F-94BA-165855EEE0AB}" type="slidenum">
              <a:rPr lang="ar-SA" smtClean="0"/>
              <a:t>15</a:t>
            </a:fld>
            <a:endParaRPr lang="ar-SA" dirty="0"/>
          </a:p>
        </p:txBody>
      </p:sp>
    </p:spTree>
    <p:extLst>
      <p:ext uri="{BB962C8B-B14F-4D97-AF65-F5344CB8AC3E}">
        <p14:creationId xmlns:p14="http://schemas.microsoft.com/office/powerpoint/2010/main" val="12851941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77DCA-6942-9DAC-EDD5-DA631EDD5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B7E37-5B24-AD52-4332-A9C793DD22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C94A4E-0C72-FAA0-9E19-BF946ADD37F6}"/>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F542683F-F25F-B69C-CD27-157B5DA36E46}"/>
              </a:ext>
            </a:extLst>
          </p:cNvPr>
          <p:cNvSpPr>
            <a:spLocks noGrp="1"/>
          </p:cNvSpPr>
          <p:nvPr>
            <p:ph type="sldNum" sz="quarter" idx="5"/>
          </p:nvPr>
        </p:nvSpPr>
        <p:spPr/>
        <p:txBody>
          <a:bodyPr/>
          <a:lstStyle/>
          <a:p>
            <a:fld id="{51544A09-3DC8-432F-94BA-165855EEE0AB}" type="slidenum">
              <a:rPr lang="ar-SA" smtClean="0"/>
              <a:t>16</a:t>
            </a:fld>
            <a:endParaRPr lang="ar-SA" dirty="0"/>
          </a:p>
        </p:txBody>
      </p:sp>
    </p:spTree>
    <p:extLst>
      <p:ext uri="{BB962C8B-B14F-4D97-AF65-F5344CB8AC3E}">
        <p14:creationId xmlns:p14="http://schemas.microsoft.com/office/powerpoint/2010/main" val="119177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364D4-0855-0DCE-9149-C6AC3114DF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5B786-D1AF-0777-1AFF-82293F8A4C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DEBDB-2703-749B-8007-3ADF21F2BB51}"/>
              </a:ext>
            </a:extLst>
          </p:cNvPr>
          <p:cNvSpPr>
            <a:spLocks noGrp="1"/>
          </p:cNvSpPr>
          <p:nvPr>
            <p:ph type="body" idx="1"/>
          </p:nvPr>
        </p:nvSpPr>
        <p:spPr/>
        <p:txBody>
          <a:bodyPr/>
          <a:lstStyle/>
          <a:p>
            <a:endParaRPr lang="ar-SA" dirty="0"/>
          </a:p>
        </p:txBody>
      </p:sp>
      <p:sp>
        <p:nvSpPr>
          <p:cNvPr id="4" name="Slide Number Placeholder 3">
            <a:extLst>
              <a:ext uri="{FF2B5EF4-FFF2-40B4-BE49-F238E27FC236}">
                <a16:creationId xmlns:a16="http://schemas.microsoft.com/office/drawing/2014/main" id="{3BB6967A-5DFE-32E2-9907-7E87D0A0736C}"/>
              </a:ext>
            </a:extLst>
          </p:cNvPr>
          <p:cNvSpPr>
            <a:spLocks noGrp="1"/>
          </p:cNvSpPr>
          <p:nvPr>
            <p:ph type="sldNum" sz="quarter" idx="5"/>
          </p:nvPr>
        </p:nvSpPr>
        <p:spPr/>
        <p:txBody>
          <a:bodyPr/>
          <a:lstStyle/>
          <a:p>
            <a:fld id="{51544A09-3DC8-432F-94BA-165855EEE0AB}" type="slidenum">
              <a:rPr lang="ar-SA" smtClean="0"/>
              <a:t>17</a:t>
            </a:fld>
            <a:endParaRPr lang="ar-SA" dirty="0"/>
          </a:p>
        </p:txBody>
      </p:sp>
    </p:spTree>
    <p:extLst>
      <p:ext uri="{BB962C8B-B14F-4D97-AF65-F5344CB8AC3E}">
        <p14:creationId xmlns:p14="http://schemas.microsoft.com/office/powerpoint/2010/main" val="18542600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dirty="0"/>
          </a:p>
        </p:txBody>
      </p:sp>
      <p:sp>
        <p:nvSpPr>
          <p:cNvPr id="4" name="Slide Number Placeholder 3"/>
          <p:cNvSpPr>
            <a:spLocks noGrp="1"/>
          </p:cNvSpPr>
          <p:nvPr>
            <p:ph type="sldNum" sz="quarter" idx="5"/>
          </p:nvPr>
        </p:nvSpPr>
        <p:spPr/>
        <p:txBody>
          <a:bodyPr/>
          <a:lstStyle/>
          <a:p>
            <a:fld id="{51544A09-3DC8-432F-94BA-165855EEE0AB}" type="slidenum">
              <a:rPr lang="ar-SA" smtClean="0"/>
              <a:t>18</a:t>
            </a:fld>
            <a:endParaRPr lang="ar-SA" dirty="0"/>
          </a:p>
        </p:txBody>
      </p:sp>
    </p:spTree>
    <p:extLst>
      <p:ext uri="{BB962C8B-B14F-4D97-AF65-F5344CB8AC3E}">
        <p14:creationId xmlns:p14="http://schemas.microsoft.com/office/powerpoint/2010/main" val="42620895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slide" Target="../slides/slide3.xml"/><Relationship Id="rId2" Type="http://schemas.openxmlformats.org/officeDocument/2006/relationships/slide" Target="../slides/slide2.xml"/><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slide" Target="../slides/slide6.xml"/></Relationships>
</file>

<file path=ppt/slideLayouts/_rels/slideLayout4.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6.xml"/><Relationship Id="rId4" Type="http://schemas.openxmlformats.org/officeDocument/2006/relationships/slide" Target="../slides/slide3.xml"/></Relationships>
</file>

<file path=ppt/slideLayouts/_rels/slideLayout5.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6.xml"/><Relationship Id="rId4" Type="http://schemas.openxmlformats.org/officeDocument/2006/relationships/slide" Target="../slides/slide3.xml"/></Relationships>
</file>

<file path=ppt/slideLayouts/_rels/slideLayout6.xml.rels><?xml version="1.0" encoding="UTF-8" standalone="yes"?>
<Relationships xmlns="http://schemas.openxmlformats.org/package/2006/relationships"><Relationship Id="rId3" Type="http://schemas.openxmlformats.org/officeDocument/2006/relationships/slide" Target="../slides/slide3.xml"/><Relationship Id="rId2" Type="http://schemas.openxmlformats.org/officeDocument/2006/relationships/slide" Target="../slides/slide2.xml"/><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slide" Target="../slides/slide6.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 Id="rId6" Type="http://schemas.openxmlformats.org/officeDocument/2006/relationships/slide" Target="../slides/slide6.xml"/><Relationship Id="rId5" Type="http://schemas.openxmlformats.org/officeDocument/2006/relationships/slide" Target="../slides/slide3.xml"/><Relationship Id="rId4" Type="http://schemas.openxmlformats.org/officeDocument/2006/relationships/slide" Target="../slides/slide2.xml"/></Relationships>
</file>

<file path=ppt/slideLayouts/_rels/slideLayout8.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6.xml"/><Relationship Id="rId4" Type="http://schemas.openxmlformats.org/officeDocument/2006/relationships/slide" Target="../slides/slide3.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1_Content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1E6ABDC-23FD-73E7-B6DF-0C54C20B7755}"/>
              </a:ext>
            </a:extLst>
          </p:cNvPr>
          <p:cNvPicPr>
            <a:picLocks noChangeAspect="1"/>
          </p:cNvPicPr>
          <p:nvPr userDrawn="1"/>
        </p:nvPicPr>
        <p:blipFill>
          <a:blip r:embed="rId2"/>
          <a:stretch>
            <a:fillRect/>
          </a:stretch>
        </p:blipFill>
        <p:spPr>
          <a:xfrm>
            <a:off x="0" y="-2"/>
            <a:ext cx="7559675" cy="13441365"/>
          </a:xfrm>
          <a:prstGeom prst="rect">
            <a:avLst/>
          </a:prstGeom>
        </p:spPr>
      </p:pic>
      <p:sp>
        <p:nvSpPr>
          <p:cNvPr id="7" name="Rectangle 6">
            <a:extLst>
              <a:ext uri="{FF2B5EF4-FFF2-40B4-BE49-F238E27FC236}">
                <a16:creationId xmlns:a16="http://schemas.microsoft.com/office/drawing/2014/main" id="{48625702-129A-4CFA-AF92-EBA59830281C}"/>
              </a:ext>
            </a:extLst>
          </p:cNvPr>
          <p:cNvSpPr/>
          <p:nvPr userDrawn="1"/>
        </p:nvSpPr>
        <p:spPr>
          <a:xfrm>
            <a:off x="1" y="-1"/>
            <a:ext cx="7559675" cy="13441364"/>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3" name="Picture 2" descr="A black and gold sign with white text&#10;&#10;AI-generated content may be incorrect.">
            <a:extLst>
              <a:ext uri="{FF2B5EF4-FFF2-40B4-BE49-F238E27FC236}">
                <a16:creationId xmlns:a16="http://schemas.microsoft.com/office/drawing/2014/main" id="{5FCE459A-47DC-F44C-7111-BA9FA54B5F79}"/>
              </a:ext>
            </a:extLst>
          </p:cNvPr>
          <p:cNvPicPr>
            <a:picLocks noChangeAspect="1"/>
          </p:cNvPicPr>
          <p:nvPr userDrawn="1"/>
        </p:nvPicPr>
        <p:blipFill>
          <a:blip r:embed="rId3"/>
          <a:stretch>
            <a:fillRect/>
          </a:stretch>
        </p:blipFill>
        <p:spPr>
          <a:xfrm>
            <a:off x="4626095" y="952467"/>
            <a:ext cx="2613480" cy="772721"/>
          </a:xfrm>
          <a:prstGeom prst="rect">
            <a:avLst/>
          </a:prstGeom>
        </p:spPr>
      </p:pic>
      <p:sp>
        <p:nvSpPr>
          <p:cNvPr id="10" name="Freeform: Shape 9">
            <a:extLst>
              <a:ext uri="{FF2B5EF4-FFF2-40B4-BE49-F238E27FC236}">
                <a16:creationId xmlns:a16="http://schemas.microsoft.com/office/drawing/2014/main" id="{BD09A976-C19B-9469-C4BD-290EFBB7F5E8}"/>
              </a:ext>
            </a:extLst>
          </p:cNvPr>
          <p:cNvSpPr/>
          <p:nvPr/>
        </p:nvSpPr>
        <p:spPr>
          <a:xfrm>
            <a:off x="6" y="107522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dirty="0"/>
          </a:p>
        </p:txBody>
      </p:sp>
    </p:spTree>
    <p:extLst>
      <p:ext uri="{BB962C8B-B14F-4D97-AF65-F5344CB8AC3E}">
        <p14:creationId xmlns:p14="http://schemas.microsoft.com/office/powerpoint/2010/main" val="1053435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dirty="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dirty="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Tree>
    <p:extLst>
      <p:ext uri="{BB962C8B-B14F-4D97-AF65-F5344CB8AC3E}">
        <p14:creationId xmlns:p14="http://schemas.microsoft.com/office/powerpoint/2010/main" val="3734601892"/>
      </p:ext>
    </p:extLst>
  </p:cSld>
  <p:clrMapOvr>
    <a:masterClrMapping/>
  </p:clrMapOvr>
  <p:extLst>
    <p:ext uri="{DCECCB84-F9BA-43D5-87BE-67443E8EF086}">
      <p15:sldGuideLst xmlns:p15="http://schemas.microsoft.com/office/powerpoint/2012/main">
        <p15:guide id="1" orient="horz" pos="4233">
          <p15:clr>
            <a:srgbClr val="FBAE40"/>
          </p15:clr>
        </p15:guide>
        <p15:guide id="2" pos="238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36" name="Rectangle: Top Corners Rounded 35">
            <a:hlinkClick r:id="rId2" action="ppaction://hlinksldjump"/>
            <a:extLst>
              <a:ext uri="{FF2B5EF4-FFF2-40B4-BE49-F238E27FC236}">
                <a16:creationId xmlns:a16="http://schemas.microsoft.com/office/drawing/2014/main" id="{73FBB6E0-029E-5C36-7D3C-C3086DCB8F61}"/>
              </a:ext>
            </a:extLst>
          </p:cNvPr>
          <p:cNvSpPr/>
          <p:nvPr userDrawn="1"/>
        </p:nvSpPr>
        <p:spPr>
          <a:xfrm flipV="1">
            <a:off x="5953267" y="-3"/>
            <a:ext cx="1252892" cy="685785"/>
          </a:xfrm>
          <a:prstGeom prst="round2SameRect">
            <a:avLst/>
          </a:prstGeom>
          <a:solidFill>
            <a:schemeClr val="tx1">
              <a:lumMod val="95000"/>
              <a:lumOff val="5000"/>
            </a:schemeClr>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7" name="Rectangle 36">
            <a:hlinkClick r:id="rId2" action="ppaction://hlinksldjump"/>
            <a:extLst>
              <a:ext uri="{FF2B5EF4-FFF2-40B4-BE49-F238E27FC236}">
                <a16:creationId xmlns:a16="http://schemas.microsoft.com/office/drawing/2014/main" id="{E9738941-90D8-D1A5-278D-AF8BB2B0923A}"/>
              </a:ext>
            </a:extLst>
          </p:cNvPr>
          <p:cNvSpPr/>
          <p:nvPr userDrawn="1"/>
        </p:nvSpPr>
        <p:spPr>
          <a:xfrm>
            <a:off x="5953267" y="205599"/>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Top Corners Rounded 38">
            <a:hlinkClick r:id="rId3" action="ppaction://hlinksldjump"/>
            <a:extLst>
              <a:ext uri="{FF2B5EF4-FFF2-40B4-BE49-F238E27FC236}">
                <a16:creationId xmlns:a16="http://schemas.microsoft.com/office/drawing/2014/main" id="{287B7D5A-9F83-7330-C9C8-0D07342A1615}"/>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0" name="Rectangle 39">
            <a:hlinkClick r:id="rId3" action="ppaction://hlinksldjump"/>
            <a:extLst>
              <a:ext uri="{FF2B5EF4-FFF2-40B4-BE49-F238E27FC236}">
                <a16:creationId xmlns:a16="http://schemas.microsoft.com/office/drawing/2014/main" id="{BE27891A-A253-AABC-612D-8BE022146281}"/>
              </a:ext>
            </a:extLst>
          </p:cNvPr>
          <p:cNvSpPr/>
          <p:nvPr userDrawn="1"/>
        </p:nvSpPr>
        <p:spPr>
          <a:xfrm>
            <a:off x="4603531"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42" name="Rectangle: Top Corners Rounded 41">
            <a:extLst>
              <a:ext uri="{FF2B5EF4-FFF2-40B4-BE49-F238E27FC236}">
                <a16:creationId xmlns:a16="http://schemas.microsoft.com/office/drawing/2014/main" id="{0756BCB3-9F89-B1B5-EEF9-9DAA906AC2E4}"/>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3" name="Rectangle 42">
            <a:extLst>
              <a:ext uri="{FF2B5EF4-FFF2-40B4-BE49-F238E27FC236}">
                <a16:creationId xmlns:a16="http://schemas.microsoft.com/office/drawing/2014/main" id="{A064E357-EB14-F530-0142-67201D5CC85C}"/>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0" name="Group 9">
            <a:extLst>
              <a:ext uri="{FF2B5EF4-FFF2-40B4-BE49-F238E27FC236}">
                <a16:creationId xmlns:a16="http://schemas.microsoft.com/office/drawing/2014/main" id="{2B6679C8-5764-1053-6B26-97897A3A8CEB}"/>
              </a:ext>
            </a:extLst>
          </p:cNvPr>
          <p:cNvGrpSpPr/>
          <p:nvPr userDrawn="1"/>
        </p:nvGrpSpPr>
        <p:grpSpPr>
          <a:xfrm>
            <a:off x="1904055" y="-1"/>
            <a:ext cx="1252892" cy="596886"/>
            <a:chOff x="736600" y="-2"/>
            <a:chExt cx="1252892" cy="596886"/>
          </a:xfrm>
        </p:grpSpPr>
        <p:sp>
          <p:nvSpPr>
            <p:cNvPr id="8" name="Rectangle: Top Corners Rounded 7">
              <a:hlinkClick r:id="rId4" action="ppaction://hlinksldjump"/>
              <a:extLst>
                <a:ext uri="{FF2B5EF4-FFF2-40B4-BE49-F238E27FC236}">
                  <a16:creationId xmlns:a16="http://schemas.microsoft.com/office/drawing/2014/main" id="{F07887D5-4371-3456-3A99-F65130EC509C}"/>
                </a:ext>
              </a:extLst>
            </p:cNvPr>
            <p:cNvSpPr/>
            <p:nvPr userDrawn="1"/>
          </p:nvSpPr>
          <p:spPr>
            <a:xfrm flipV="1">
              <a:off x="736600" y="-2"/>
              <a:ext cx="1252892" cy="596886"/>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9" name="Rectangle 8">
              <a:hlinkClick r:id="rId4" action="ppaction://hlinksldjump"/>
              <a:extLst>
                <a:ext uri="{FF2B5EF4-FFF2-40B4-BE49-F238E27FC236}">
                  <a16:creationId xmlns:a16="http://schemas.microsoft.com/office/drawing/2014/main" id="{6ACECB9F-2595-FC0A-B818-97D53690AE2E}"/>
                </a:ext>
              </a:extLst>
            </p:cNvPr>
            <p:cNvSpPr/>
            <p:nvPr userDrawn="1"/>
          </p:nvSpPr>
          <p:spPr>
            <a:xfrm>
              <a:off x="736600" y="165091"/>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1" name="Group 10">
            <a:extLst>
              <a:ext uri="{FF2B5EF4-FFF2-40B4-BE49-F238E27FC236}">
                <a16:creationId xmlns:a16="http://schemas.microsoft.com/office/drawing/2014/main" id="{0414CACC-B735-29B9-DD30-9AC8813DA266}"/>
              </a:ext>
            </a:extLst>
          </p:cNvPr>
          <p:cNvGrpSpPr/>
          <p:nvPr userDrawn="1"/>
        </p:nvGrpSpPr>
        <p:grpSpPr>
          <a:xfrm>
            <a:off x="557855" y="-2"/>
            <a:ext cx="1252892" cy="596891"/>
            <a:chOff x="2082800" y="-1"/>
            <a:chExt cx="1252892" cy="596891"/>
          </a:xfrm>
        </p:grpSpPr>
        <p:sp>
          <p:nvSpPr>
            <p:cNvPr id="45" name="Rectangle: Top Corners Rounded 44">
              <a:hlinkClick r:id="rId4" action="ppaction://hlinksldjump"/>
              <a:extLst>
                <a:ext uri="{FF2B5EF4-FFF2-40B4-BE49-F238E27FC236}">
                  <a16:creationId xmlns:a16="http://schemas.microsoft.com/office/drawing/2014/main" id="{F2657A36-C429-A67C-74B1-D61CFD41FBB1}"/>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6" name="Rectangle 45">
              <a:hlinkClick r:id="rId4" action="ppaction://hlinksldjump"/>
              <a:extLst>
                <a:ext uri="{FF2B5EF4-FFF2-40B4-BE49-F238E27FC236}">
                  <a16:creationId xmlns:a16="http://schemas.microsoft.com/office/drawing/2014/main" id="{2A1D9F59-1C83-02D7-5789-17E50739D4F5}"/>
                </a:ext>
              </a:extLst>
            </p:cNvPr>
            <p:cNvSpPr/>
            <p:nvPr userDrawn="1"/>
          </p:nvSpPr>
          <p:spPr>
            <a:xfrm>
              <a:off x="2082800"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dirty="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dirty="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5"/>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2" name="Rectangle 11">
            <a:extLst>
              <a:ext uri="{FF2B5EF4-FFF2-40B4-BE49-F238E27FC236}">
                <a16:creationId xmlns:a16="http://schemas.microsoft.com/office/drawing/2014/main" id="{2FB554FF-AF4A-1EC4-5B82-2E08D8E47F8B}"/>
              </a:ext>
            </a:extLst>
          </p:cNvPr>
          <p:cNvSpPr/>
          <p:nvPr userDrawn="1"/>
        </p:nvSpPr>
        <p:spPr>
          <a:xfrm>
            <a:off x="6" y="366"/>
            <a:ext cx="264417" cy="2141684"/>
          </a:xfrm>
          <a:prstGeom prst="rect">
            <a:avLst/>
          </a:prstGeom>
          <a:gradFill>
            <a:gsLst>
              <a:gs pos="0">
                <a:srgbClr val="000000"/>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Tree>
    <p:extLst>
      <p:ext uri="{BB962C8B-B14F-4D97-AF65-F5344CB8AC3E}">
        <p14:creationId xmlns:p14="http://schemas.microsoft.com/office/powerpoint/2010/main" val="419046968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004545"/>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4" name="object 117">
            <a:extLst>
              <a:ext uri="{FF2B5EF4-FFF2-40B4-BE49-F238E27FC236}">
                <a16:creationId xmlns:a16="http://schemas.microsoft.com/office/drawing/2014/main" id="{0FA2D9C1-7FB4-41E5-63F8-5CE9D8D80B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4545"/>
            </a:solidFill>
          </a:ln>
        </p:spPr>
        <p:txBody>
          <a:bodyPr wrap="square" lIns="0" tIns="0" rIns="0" bIns="0" rtlCol="0"/>
          <a:lstStyle/>
          <a:p>
            <a:endParaRPr sz="1800" dirty="0"/>
          </a:p>
        </p:txBody>
      </p:sp>
      <p:sp>
        <p:nvSpPr>
          <p:cNvPr id="5" name="object 118">
            <a:extLst>
              <a:ext uri="{FF2B5EF4-FFF2-40B4-BE49-F238E27FC236}">
                <a16:creationId xmlns:a16="http://schemas.microsoft.com/office/drawing/2014/main" id="{7B5BED7B-8DEA-9BC9-06A3-C483D991D195}"/>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4545"/>
            </a:solidFill>
          </a:ln>
        </p:spPr>
        <p:txBody>
          <a:bodyPr wrap="square" lIns="0" tIns="0" rIns="0" bIns="0" rtlCol="0"/>
          <a:lstStyle/>
          <a:p>
            <a:endParaRPr sz="1800" dirty="0"/>
          </a:p>
        </p:txBody>
      </p:sp>
      <p:pic>
        <p:nvPicPr>
          <p:cNvPr id="6" name="Picture 5" descr="A black and gold rectangular frame with a black background&#10;&#10;AI-generated content may be incorrect.">
            <a:extLst>
              <a:ext uri="{FF2B5EF4-FFF2-40B4-BE49-F238E27FC236}">
                <a16:creationId xmlns:a16="http://schemas.microsoft.com/office/drawing/2014/main" id="{8F046D44-16C1-98CA-857A-FE279BA8AF91}"/>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7" name="Straight Connector 6">
            <a:extLst>
              <a:ext uri="{FF2B5EF4-FFF2-40B4-BE49-F238E27FC236}">
                <a16:creationId xmlns:a16="http://schemas.microsoft.com/office/drawing/2014/main" id="{552E1C1F-22CC-74C5-D1DF-43E81A9013AF}"/>
              </a:ext>
            </a:extLst>
          </p:cNvPr>
          <p:cNvCxnSpPr/>
          <p:nvPr userDrawn="1"/>
        </p:nvCxnSpPr>
        <p:spPr>
          <a:xfrm>
            <a:off x="1767352" y="12895067"/>
            <a:ext cx="5035693" cy="0"/>
          </a:xfrm>
          <a:prstGeom prst="line">
            <a:avLst/>
          </a:prstGeom>
          <a:ln w="3175">
            <a:solidFill>
              <a:srgbClr val="004545"/>
            </a:solidFill>
          </a:ln>
        </p:spPr>
        <p:style>
          <a:lnRef idx="2">
            <a:schemeClr val="accent1"/>
          </a:lnRef>
          <a:fillRef idx="0">
            <a:schemeClr val="accent1"/>
          </a:fillRef>
          <a:effectRef idx="1">
            <a:schemeClr val="accent1"/>
          </a:effectRef>
          <a:fontRef idx="minor">
            <a:schemeClr val="tx1"/>
          </a:fontRef>
        </p:style>
      </p:cxnSp>
      <p:sp>
        <p:nvSpPr>
          <p:cNvPr id="9" name="Date Placeholder 3">
            <a:extLst>
              <a:ext uri="{FF2B5EF4-FFF2-40B4-BE49-F238E27FC236}">
                <a16:creationId xmlns:a16="http://schemas.microsoft.com/office/drawing/2014/main" id="{E75257EA-A4E2-9A82-C528-9DA41683E745}"/>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 name="Rectangle: Top Corners Rounded 1">
            <a:hlinkClick r:id="rId3" action="ppaction://hlinksldjump"/>
            <a:extLst>
              <a:ext uri="{FF2B5EF4-FFF2-40B4-BE49-F238E27FC236}">
                <a16:creationId xmlns:a16="http://schemas.microsoft.com/office/drawing/2014/main" id="{14D5667A-757E-5196-3B68-9E4D5195DE37}"/>
              </a:ext>
            </a:extLst>
          </p:cNvPr>
          <p:cNvSpPr/>
          <p:nvPr userDrawn="1"/>
        </p:nvSpPr>
        <p:spPr>
          <a:xfrm flipV="1">
            <a:off x="5953267" y="-4"/>
            <a:ext cx="1252892" cy="596883"/>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 name="Rectangle 2">
            <a:hlinkClick r:id="rId3" action="ppaction://hlinksldjump"/>
            <a:extLst>
              <a:ext uri="{FF2B5EF4-FFF2-40B4-BE49-F238E27FC236}">
                <a16:creationId xmlns:a16="http://schemas.microsoft.com/office/drawing/2014/main" id="{5E490353-743C-8F2D-5981-18C34E882679}"/>
              </a:ext>
            </a:extLst>
          </p:cNvPr>
          <p:cNvSpPr/>
          <p:nvPr userDrawn="1"/>
        </p:nvSpPr>
        <p:spPr>
          <a:xfrm>
            <a:off x="5953267"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8" name="Rectangle: Top Corners Rounded 7">
            <a:hlinkClick r:id="rId4" action="ppaction://hlinksldjump"/>
            <a:extLst>
              <a:ext uri="{FF2B5EF4-FFF2-40B4-BE49-F238E27FC236}">
                <a16:creationId xmlns:a16="http://schemas.microsoft.com/office/drawing/2014/main" id="{07DA3773-1C89-D902-CFA9-4558AC886A64}"/>
              </a:ext>
            </a:extLst>
          </p:cNvPr>
          <p:cNvSpPr/>
          <p:nvPr userDrawn="1"/>
        </p:nvSpPr>
        <p:spPr>
          <a:xfrm flipV="1">
            <a:off x="4603531" y="-2"/>
            <a:ext cx="1252892" cy="685777"/>
          </a:xfrm>
          <a:prstGeom prst="round2SameRect">
            <a:avLst/>
          </a:prstGeom>
          <a:solidFill>
            <a:srgbClr val="004545"/>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0" name="Rectangle 9">
            <a:hlinkClick r:id="rId4" action="ppaction://hlinksldjump"/>
            <a:extLst>
              <a:ext uri="{FF2B5EF4-FFF2-40B4-BE49-F238E27FC236}">
                <a16:creationId xmlns:a16="http://schemas.microsoft.com/office/drawing/2014/main" id="{9BB5C87E-F518-46E3-3BAD-06642924FCB5}"/>
              </a:ext>
            </a:extLst>
          </p:cNvPr>
          <p:cNvSpPr/>
          <p:nvPr userDrawn="1"/>
        </p:nvSpPr>
        <p:spPr>
          <a:xfrm>
            <a:off x="4603531" y="228723"/>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12" name="Rectangle: Top Corners Rounded 11">
            <a:extLst>
              <a:ext uri="{FF2B5EF4-FFF2-40B4-BE49-F238E27FC236}">
                <a16:creationId xmlns:a16="http://schemas.microsoft.com/office/drawing/2014/main" id="{1378A7EC-331B-BDC9-12C9-84D4A6C5F2DF}"/>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4" name="Rectangle 13">
            <a:extLst>
              <a:ext uri="{FF2B5EF4-FFF2-40B4-BE49-F238E27FC236}">
                <a16:creationId xmlns:a16="http://schemas.microsoft.com/office/drawing/2014/main" id="{44B5CA6F-6061-63DA-A569-100F3DDDA013}"/>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6" name="Group 15">
            <a:extLst>
              <a:ext uri="{FF2B5EF4-FFF2-40B4-BE49-F238E27FC236}">
                <a16:creationId xmlns:a16="http://schemas.microsoft.com/office/drawing/2014/main" id="{7B8D440E-3090-E909-A511-6C39809FD6E6}"/>
              </a:ext>
            </a:extLst>
          </p:cNvPr>
          <p:cNvGrpSpPr/>
          <p:nvPr userDrawn="1"/>
        </p:nvGrpSpPr>
        <p:grpSpPr>
          <a:xfrm>
            <a:off x="1904055" y="-1"/>
            <a:ext cx="1252892" cy="596886"/>
            <a:chOff x="736600" y="-2"/>
            <a:chExt cx="1252892" cy="596886"/>
          </a:xfrm>
        </p:grpSpPr>
        <p:sp>
          <p:nvSpPr>
            <p:cNvPr id="18" name="Rectangle: Top Corners Rounded 17">
              <a:hlinkClick r:id="rId5" action="ppaction://hlinksldjump"/>
              <a:extLst>
                <a:ext uri="{FF2B5EF4-FFF2-40B4-BE49-F238E27FC236}">
                  <a16:creationId xmlns:a16="http://schemas.microsoft.com/office/drawing/2014/main" id="{29E5C90B-636B-326B-CFD5-F384044CAE94}"/>
                </a:ext>
              </a:extLst>
            </p:cNvPr>
            <p:cNvSpPr/>
            <p:nvPr userDrawn="1"/>
          </p:nvSpPr>
          <p:spPr>
            <a:xfrm flipV="1">
              <a:off x="736600" y="-2"/>
              <a:ext cx="1252892" cy="596886"/>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0" name="Rectangle 19">
              <a:hlinkClick r:id="rId5" action="ppaction://hlinksldjump"/>
              <a:extLst>
                <a:ext uri="{FF2B5EF4-FFF2-40B4-BE49-F238E27FC236}">
                  <a16:creationId xmlns:a16="http://schemas.microsoft.com/office/drawing/2014/main" id="{B45086CF-7DDB-311C-F525-D0903F7338A7}"/>
                </a:ext>
              </a:extLst>
            </p:cNvPr>
            <p:cNvSpPr/>
            <p:nvPr userDrawn="1"/>
          </p:nvSpPr>
          <p:spPr>
            <a:xfrm>
              <a:off x="736600" y="165091"/>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22" name="Group 21">
            <a:extLst>
              <a:ext uri="{FF2B5EF4-FFF2-40B4-BE49-F238E27FC236}">
                <a16:creationId xmlns:a16="http://schemas.microsoft.com/office/drawing/2014/main" id="{7575825C-BEA8-695B-EA17-77E6C0CFE090}"/>
              </a:ext>
            </a:extLst>
          </p:cNvPr>
          <p:cNvGrpSpPr/>
          <p:nvPr userDrawn="1"/>
        </p:nvGrpSpPr>
        <p:grpSpPr>
          <a:xfrm>
            <a:off x="557855" y="-2"/>
            <a:ext cx="1252892" cy="596891"/>
            <a:chOff x="2082800" y="-1"/>
            <a:chExt cx="1252892" cy="596891"/>
          </a:xfrm>
        </p:grpSpPr>
        <p:sp>
          <p:nvSpPr>
            <p:cNvPr id="26" name="Rectangle: Top Corners Rounded 25">
              <a:hlinkClick r:id="rId5" action="ppaction://hlinksldjump"/>
              <a:extLst>
                <a:ext uri="{FF2B5EF4-FFF2-40B4-BE49-F238E27FC236}">
                  <a16:creationId xmlns:a16="http://schemas.microsoft.com/office/drawing/2014/main" id="{26BF74D5-CD53-D5E7-D822-64EC30E82B19}"/>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8" name="Rectangle 27">
              <a:hlinkClick r:id="rId5" action="ppaction://hlinksldjump"/>
              <a:extLst>
                <a:ext uri="{FF2B5EF4-FFF2-40B4-BE49-F238E27FC236}">
                  <a16:creationId xmlns:a16="http://schemas.microsoft.com/office/drawing/2014/main" id="{A6C5F163-935C-D949-FED5-63A28E638E75}"/>
                </a:ext>
              </a:extLst>
            </p:cNvPr>
            <p:cNvSpPr/>
            <p:nvPr userDrawn="1"/>
          </p:nvSpPr>
          <p:spPr>
            <a:xfrm>
              <a:off x="2082800"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53076543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174766"/>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174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6" name="object 117">
            <a:extLst>
              <a:ext uri="{FF2B5EF4-FFF2-40B4-BE49-F238E27FC236}">
                <a16:creationId xmlns:a16="http://schemas.microsoft.com/office/drawing/2014/main" id="{ECDB61E1-0886-D770-A717-1408CC331F07}"/>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174766"/>
            </a:solidFill>
          </a:ln>
        </p:spPr>
        <p:txBody>
          <a:bodyPr wrap="square" lIns="0" tIns="0" rIns="0" bIns="0" rtlCol="0"/>
          <a:lstStyle/>
          <a:p>
            <a:endParaRPr sz="1800" dirty="0"/>
          </a:p>
        </p:txBody>
      </p:sp>
      <p:sp>
        <p:nvSpPr>
          <p:cNvPr id="7" name="object 118">
            <a:extLst>
              <a:ext uri="{FF2B5EF4-FFF2-40B4-BE49-F238E27FC236}">
                <a16:creationId xmlns:a16="http://schemas.microsoft.com/office/drawing/2014/main" id="{895C2633-75E6-8C83-EB75-4571B2B74495}"/>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174766"/>
            </a:solidFill>
          </a:ln>
        </p:spPr>
        <p:txBody>
          <a:bodyPr wrap="square" lIns="0" tIns="0" rIns="0" bIns="0" rtlCol="0"/>
          <a:lstStyle/>
          <a:p>
            <a:endParaRPr sz="1800" dirty="0"/>
          </a:p>
        </p:txBody>
      </p:sp>
      <p:pic>
        <p:nvPicPr>
          <p:cNvPr id="8" name="Picture 7" descr="A black and gold rectangular frame with a black background&#10;&#10;AI-generated content may be incorrect.">
            <a:extLst>
              <a:ext uri="{FF2B5EF4-FFF2-40B4-BE49-F238E27FC236}">
                <a16:creationId xmlns:a16="http://schemas.microsoft.com/office/drawing/2014/main" id="{18DD566A-FF38-4528-AE57-8FF156244F6B}"/>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9" name="Straight Connector 8">
            <a:extLst>
              <a:ext uri="{FF2B5EF4-FFF2-40B4-BE49-F238E27FC236}">
                <a16:creationId xmlns:a16="http://schemas.microsoft.com/office/drawing/2014/main" id="{3A38B0A7-1677-9A25-2639-29C44377F992}"/>
              </a:ext>
            </a:extLst>
          </p:cNvPr>
          <p:cNvCxnSpPr/>
          <p:nvPr userDrawn="1"/>
        </p:nvCxnSpPr>
        <p:spPr>
          <a:xfrm>
            <a:off x="1767352" y="12895067"/>
            <a:ext cx="5035693" cy="0"/>
          </a:xfrm>
          <a:prstGeom prst="line">
            <a:avLst/>
          </a:prstGeom>
          <a:ln w="3175">
            <a:solidFill>
              <a:srgbClr val="174766"/>
            </a:solidFill>
          </a:ln>
        </p:spPr>
        <p:style>
          <a:lnRef idx="2">
            <a:schemeClr val="accent1"/>
          </a:lnRef>
          <a:fillRef idx="0">
            <a:schemeClr val="accent1"/>
          </a:fillRef>
          <a:effectRef idx="1">
            <a:schemeClr val="accent1"/>
          </a:effectRef>
          <a:fontRef idx="minor">
            <a:schemeClr val="tx1"/>
          </a:fontRef>
        </p:style>
      </p:cxnSp>
      <p:sp>
        <p:nvSpPr>
          <p:cNvPr id="11" name="Date Placeholder 3">
            <a:extLst>
              <a:ext uri="{FF2B5EF4-FFF2-40B4-BE49-F238E27FC236}">
                <a16:creationId xmlns:a16="http://schemas.microsoft.com/office/drawing/2014/main" id="{17012832-88B1-D676-602E-F91D3C99F43A}"/>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 name="Rectangle: Top Corners Rounded 1">
            <a:hlinkClick r:id="rId3" action="ppaction://hlinksldjump"/>
            <a:extLst>
              <a:ext uri="{FF2B5EF4-FFF2-40B4-BE49-F238E27FC236}">
                <a16:creationId xmlns:a16="http://schemas.microsoft.com/office/drawing/2014/main" id="{BFE8A468-6E0F-B1F0-93DD-50F15BEFF1DF}"/>
              </a:ext>
            </a:extLst>
          </p:cNvPr>
          <p:cNvSpPr/>
          <p:nvPr userDrawn="1"/>
        </p:nvSpPr>
        <p:spPr>
          <a:xfrm flipV="1">
            <a:off x="5953267" y="-4"/>
            <a:ext cx="1252892" cy="596883"/>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 name="Rectangle 2">
            <a:hlinkClick r:id="rId3" action="ppaction://hlinksldjump"/>
            <a:extLst>
              <a:ext uri="{FF2B5EF4-FFF2-40B4-BE49-F238E27FC236}">
                <a16:creationId xmlns:a16="http://schemas.microsoft.com/office/drawing/2014/main" id="{2BEEC85B-92B3-FA55-C0B7-95CB46F60EE2}"/>
              </a:ext>
            </a:extLst>
          </p:cNvPr>
          <p:cNvSpPr/>
          <p:nvPr userDrawn="1"/>
        </p:nvSpPr>
        <p:spPr>
          <a:xfrm>
            <a:off x="5953267"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 name="Rectangle: Top Corners Rounded 3">
            <a:hlinkClick r:id="rId4" action="ppaction://hlinksldjump"/>
            <a:extLst>
              <a:ext uri="{FF2B5EF4-FFF2-40B4-BE49-F238E27FC236}">
                <a16:creationId xmlns:a16="http://schemas.microsoft.com/office/drawing/2014/main" id="{07D6242F-DBCF-EE8F-7AD3-631CB63F8DFC}"/>
              </a:ext>
            </a:extLst>
          </p:cNvPr>
          <p:cNvSpPr/>
          <p:nvPr userDrawn="1"/>
        </p:nvSpPr>
        <p:spPr>
          <a:xfrm flipV="1">
            <a:off x="4603531" y="-3"/>
            <a:ext cx="1252892" cy="596875"/>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5" name="Rectangle 4">
            <a:hlinkClick r:id="rId4" action="ppaction://hlinksldjump"/>
            <a:extLst>
              <a:ext uri="{FF2B5EF4-FFF2-40B4-BE49-F238E27FC236}">
                <a16:creationId xmlns:a16="http://schemas.microsoft.com/office/drawing/2014/main" id="{863E3B64-443B-12BD-E347-2924071EBBC3}"/>
              </a:ext>
            </a:extLst>
          </p:cNvPr>
          <p:cNvSpPr/>
          <p:nvPr userDrawn="1"/>
        </p:nvSpPr>
        <p:spPr>
          <a:xfrm>
            <a:off x="4603531" y="16802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10" name="Rectangle: Top Corners Rounded 9">
            <a:extLst>
              <a:ext uri="{FF2B5EF4-FFF2-40B4-BE49-F238E27FC236}">
                <a16:creationId xmlns:a16="http://schemas.microsoft.com/office/drawing/2014/main" id="{01B695D0-D629-57A3-B3F7-ED2D1ADF01B0}"/>
              </a:ext>
            </a:extLst>
          </p:cNvPr>
          <p:cNvSpPr/>
          <p:nvPr userDrawn="1"/>
        </p:nvSpPr>
        <p:spPr>
          <a:xfrm flipV="1">
            <a:off x="3253792" y="-2"/>
            <a:ext cx="1252892" cy="685771"/>
          </a:xfrm>
          <a:prstGeom prst="round2SameRect">
            <a:avLst/>
          </a:prstGeom>
          <a:solidFill>
            <a:srgbClr val="1F4D6B"/>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2" name="Rectangle 11">
            <a:extLst>
              <a:ext uri="{FF2B5EF4-FFF2-40B4-BE49-F238E27FC236}">
                <a16:creationId xmlns:a16="http://schemas.microsoft.com/office/drawing/2014/main" id="{23F35AD4-AA43-1C08-EF79-8E43767C31B6}"/>
              </a:ext>
            </a:extLst>
          </p:cNvPr>
          <p:cNvSpPr/>
          <p:nvPr userDrawn="1"/>
        </p:nvSpPr>
        <p:spPr>
          <a:xfrm>
            <a:off x="3253792" y="228723"/>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3" name="Group 12">
            <a:extLst>
              <a:ext uri="{FF2B5EF4-FFF2-40B4-BE49-F238E27FC236}">
                <a16:creationId xmlns:a16="http://schemas.microsoft.com/office/drawing/2014/main" id="{677BC50F-3E12-049E-15FE-C537A29BD211}"/>
              </a:ext>
            </a:extLst>
          </p:cNvPr>
          <p:cNvGrpSpPr/>
          <p:nvPr userDrawn="1"/>
        </p:nvGrpSpPr>
        <p:grpSpPr>
          <a:xfrm>
            <a:off x="1904055" y="-1"/>
            <a:ext cx="1252892" cy="596886"/>
            <a:chOff x="736600" y="-2"/>
            <a:chExt cx="1252892" cy="596886"/>
          </a:xfrm>
        </p:grpSpPr>
        <p:sp>
          <p:nvSpPr>
            <p:cNvPr id="14" name="Rectangle: Top Corners Rounded 13">
              <a:hlinkClick r:id="rId5" action="ppaction://hlinksldjump"/>
              <a:extLst>
                <a:ext uri="{FF2B5EF4-FFF2-40B4-BE49-F238E27FC236}">
                  <a16:creationId xmlns:a16="http://schemas.microsoft.com/office/drawing/2014/main" id="{A3EB29BD-CA40-28F4-1580-885A1F4E6C51}"/>
                </a:ext>
              </a:extLst>
            </p:cNvPr>
            <p:cNvSpPr/>
            <p:nvPr userDrawn="1"/>
          </p:nvSpPr>
          <p:spPr>
            <a:xfrm flipV="1">
              <a:off x="736600" y="-2"/>
              <a:ext cx="1252892" cy="596886"/>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5" name="Rectangle 14">
              <a:hlinkClick r:id="rId5" action="ppaction://hlinksldjump"/>
              <a:extLst>
                <a:ext uri="{FF2B5EF4-FFF2-40B4-BE49-F238E27FC236}">
                  <a16:creationId xmlns:a16="http://schemas.microsoft.com/office/drawing/2014/main" id="{12BA3B7C-E4A3-DD57-EAF6-5427D6C2C0DC}"/>
                </a:ext>
              </a:extLst>
            </p:cNvPr>
            <p:cNvSpPr/>
            <p:nvPr userDrawn="1"/>
          </p:nvSpPr>
          <p:spPr>
            <a:xfrm>
              <a:off x="736600" y="165091"/>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6" name="Group 15">
            <a:extLst>
              <a:ext uri="{FF2B5EF4-FFF2-40B4-BE49-F238E27FC236}">
                <a16:creationId xmlns:a16="http://schemas.microsoft.com/office/drawing/2014/main" id="{B382C2C3-4591-C9C8-21FA-921B4C6695E0}"/>
              </a:ext>
            </a:extLst>
          </p:cNvPr>
          <p:cNvGrpSpPr/>
          <p:nvPr userDrawn="1"/>
        </p:nvGrpSpPr>
        <p:grpSpPr>
          <a:xfrm>
            <a:off x="557855" y="-2"/>
            <a:ext cx="1252892" cy="596891"/>
            <a:chOff x="2082800" y="-1"/>
            <a:chExt cx="1252892" cy="596891"/>
          </a:xfrm>
        </p:grpSpPr>
        <p:sp>
          <p:nvSpPr>
            <p:cNvPr id="17" name="Rectangle: Top Corners Rounded 16">
              <a:hlinkClick r:id="rId5" action="ppaction://hlinksldjump"/>
              <a:extLst>
                <a:ext uri="{FF2B5EF4-FFF2-40B4-BE49-F238E27FC236}">
                  <a16:creationId xmlns:a16="http://schemas.microsoft.com/office/drawing/2014/main" id="{F4D5B238-6AD3-618C-1CB6-FFDA501F0D78}"/>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8" name="Rectangle 17">
              <a:hlinkClick r:id="rId5" action="ppaction://hlinksldjump"/>
              <a:extLst>
                <a:ext uri="{FF2B5EF4-FFF2-40B4-BE49-F238E27FC236}">
                  <a16:creationId xmlns:a16="http://schemas.microsoft.com/office/drawing/2014/main" id="{B4BBF8EB-1CE9-C393-A28B-74B30D3FD3B9}"/>
                </a:ext>
              </a:extLst>
            </p:cNvPr>
            <p:cNvSpPr/>
            <p:nvPr userDrawn="1"/>
          </p:nvSpPr>
          <p:spPr>
            <a:xfrm>
              <a:off x="2082800"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188970420"/>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405"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36" name="Rectangle: Top Corners Rounded 35">
            <a:hlinkClick r:id="rId2" action="ppaction://hlinksldjump"/>
            <a:extLst>
              <a:ext uri="{FF2B5EF4-FFF2-40B4-BE49-F238E27FC236}">
                <a16:creationId xmlns:a16="http://schemas.microsoft.com/office/drawing/2014/main" id="{73FBB6E0-029E-5C36-7D3C-C3086DCB8F61}"/>
              </a:ext>
            </a:extLst>
          </p:cNvPr>
          <p:cNvSpPr/>
          <p:nvPr userDrawn="1"/>
        </p:nvSpPr>
        <p:spPr>
          <a:xfrm flipV="1">
            <a:off x="5953267" y="-2"/>
            <a:ext cx="1252892"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Top Corners Rounded 38">
            <a:hlinkClick r:id="rId3" action="ppaction://hlinksldjump"/>
            <a:extLst>
              <a:ext uri="{FF2B5EF4-FFF2-40B4-BE49-F238E27FC236}">
                <a16:creationId xmlns:a16="http://schemas.microsoft.com/office/drawing/2014/main" id="{287B7D5A-9F83-7330-C9C8-0D07342A1615}"/>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2" name="Rectangle: Top Corners Rounded 41">
            <a:extLst>
              <a:ext uri="{FF2B5EF4-FFF2-40B4-BE49-F238E27FC236}">
                <a16:creationId xmlns:a16="http://schemas.microsoft.com/office/drawing/2014/main" id="{0756BCB3-9F89-B1B5-EEF9-9DAA906AC2E4}"/>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3" name="Rectangle 42">
            <a:extLst>
              <a:ext uri="{FF2B5EF4-FFF2-40B4-BE49-F238E27FC236}">
                <a16:creationId xmlns:a16="http://schemas.microsoft.com/office/drawing/2014/main" id="{A064E357-EB14-F530-0142-67201D5CC85C}"/>
              </a:ext>
            </a:extLst>
          </p:cNvPr>
          <p:cNvSpPr/>
          <p:nvPr userDrawn="1"/>
        </p:nvSpPr>
        <p:spPr>
          <a:xfrm>
            <a:off x="3253792"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0" name="Group 9">
            <a:extLst>
              <a:ext uri="{FF2B5EF4-FFF2-40B4-BE49-F238E27FC236}">
                <a16:creationId xmlns:a16="http://schemas.microsoft.com/office/drawing/2014/main" id="{2B6679C8-5764-1053-6B26-97897A3A8CEB}"/>
              </a:ext>
            </a:extLst>
          </p:cNvPr>
          <p:cNvGrpSpPr/>
          <p:nvPr userDrawn="1"/>
        </p:nvGrpSpPr>
        <p:grpSpPr>
          <a:xfrm>
            <a:off x="1904055" y="-1"/>
            <a:ext cx="1252892" cy="685791"/>
            <a:chOff x="736600" y="-2"/>
            <a:chExt cx="1252892" cy="685791"/>
          </a:xfrm>
        </p:grpSpPr>
        <p:sp>
          <p:nvSpPr>
            <p:cNvPr id="8" name="Rectangle: Top Corners Rounded 7">
              <a:hlinkClick r:id="rId4" action="ppaction://hlinksldjump"/>
              <a:extLst>
                <a:ext uri="{FF2B5EF4-FFF2-40B4-BE49-F238E27FC236}">
                  <a16:creationId xmlns:a16="http://schemas.microsoft.com/office/drawing/2014/main" id="{F07887D5-4371-3456-3A99-F65130EC509C}"/>
                </a:ext>
              </a:extLst>
            </p:cNvPr>
            <p:cNvSpPr/>
            <p:nvPr userDrawn="1"/>
          </p:nvSpPr>
          <p:spPr>
            <a:xfrm flipV="1">
              <a:off x="736600" y="-2"/>
              <a:ext cx="1252892" cy="685791"/>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9" name="Rectangle 8">
              <a:hlinkClick r:id="rId4" action="ppaction://hlinksldjump"/>
              <a:extLst>
                <a:ext uri="{FF2B5EF4-FFF2-40B4-BE49-F238E27FC236}">
                  <a16:creationId xmlns:a16="http://schemas.microsoft.com/office/drawing/2014/main" id="{6ACECB9F-2595-FC0A-B818-97D53690AE2E}"/>
                </a:ext>
              </a:extLst>
            </p:cNvPr>
            <p:cNvSpPr/>
            <p:nvPr userDrawn="1"/>
          </p:nvSpPr>
          <p:spPr>
            <a:xfrm>
              <a:off x="736600" y="23367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1" name="Group 10">
            <a:extLst>
              <a:ext uri="{FF2B5EF4-FFF2-40B4-BE49-F238E27FC236}">
                <a16:creationId xmlns:a16="http://schemas.microsoft.com/office/drawing/2014/main" id="{0414CACC-B735-29B9-DD30-9AC8813DA266}"/>
              </a:ext>
            </a:extLst>
          </p:cNvPr>
          <p:cNvGrpSpPr/>
          <p:nvPr userDrawn="1"/>
        </p:nvGrpSpPr>
        <p:grpSpPr>
          <a:xfrm>
            <a:off x="557855" y="-2"/>
            <a:ext cx="1252892" cy="596891"/>
            <a:chOff x="2082800" y="-1"/>
            <a:chExt cx="1252892" cy="596891"/>
          </a:xfrm>
        </p:grpSpPr>
        <p:sp>
          <p:nvSpPr>
            <p:cNvPr id="45" name="Rectangle: Top Corners Rounded 44">
              <a:hlinkClick r:id="rId4" action="ppaction://hlinksldjump"/>
              <a:extLst>
                <a:ext uri="{FF2B5EF4-FFF2-40B4-BE49-F238E27FC236}">
                  <a16:creationId xmlns:a16="http://schemas.microsoft.com/office/drawing/2014/main" id="{F2657A36-C429-A67C-74B1-D61CFD41FBB1}"/>
                </a:ext>
              </a:extLst>
            </p:cNvPr>
            <p:cNvSpPr/>
            <p:nvPr userDrawn="1"/>
          </p:nvSpPr>
          <p:spPr>
            <a:xfrm flipV="1">
              <a:off x="2082800"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46" name="Rectangle 45">
              <a:hlinkClick r:id="rId4" action="ppaction://hlinksldjump"/>
              <a:extLst>
                <a:ext uri="{FF2B5EF4-FFF2-40B4-BE49-F238E27FC236}">
                  <a16:creationId xmlns:a16="http://schemas.microsoft.com/office/drawing/2014/main" id="{2A1D9F59-1C83-02D7-5789-17E50739D4F5}"/>
                </a:ext>
              </a:extLst>
            </p:cNvPr>
            <p:cNvSpPr/>
            <p:nvPr userDrawn="1"/>
          </p:nvSpPr>
          <p:spPr>
            <a:xfrm>
              <a:off x="2082800" y="165088"/>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dirty="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dirty="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5"/>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2" name="Rectangle 11">
            <a:hlinkClick r:id="rId2" action="ppaction://hlinksldjump"/>
            <a:extLst>
              <a:ext uri="{FF2B5EF4-FFF2-40B4-BE49-F238E27FC236}">
                <a16:creationId xmlns:a16="http://schemas.microsoft.com/office/drawing/2014/main" id="{FC17D182-6603-23E9-B8CD-E86F73A8F14E}"/>
              </a:ext>
            </a:extLst>
          </p:cNvPr>
          <p:cNvSpPr/>
          <p:nvPr userDrawn="1"/>
        </p:nvSpPr>
        <p:spPr>
          <a:xfrm>
            <a:off x="5953267" y="16508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4" name="Rectangle 13">
            <a:hlinkClick r:id="rId3" action="ppaction://hlinksldjump"/>
            <a:extLst>
              <a:ext uri="{FF2B5EF4-FFF2-40B4-BE49-F238E27FC236}">
                <a16:creationId xmlns:a16="http://schemas.microsoft.com/office/drawing/2014/main" id="{11606CB2-343F-650E-4BE0-93662901B4D6}"/>
              </a:ext>
            </a:extLst>
          </p:cNvPr>
          <p:cNvSpPr/>
          <p:nvPr userDrawn="1"/>
        </p:nvSpPr>
        <p:spPr>
          <a:xfrm>
            <a:off x="4603531" y="16802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Tree>
    <p:extLst>
      <p:ext uri="{BB962C8B-B14F-4D97-AF65-F5344CB8AC3E}">
        <p14:creationId xmlns:p14="http://schemas.microsoft.com/office/powerpoint/2010/main" val="293637481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3_Content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DD3F08-0159-01B6-53D0-CFE5CE6F176C}"/>
              </a:ext>
            </a:extLst>
          </p:cNvPr>
          <p:cNvPicPr>
            <a:picLocks noChangeAspect="1"/>
          </p:cNvPicPr>
          <p:nvPr userDrawn="1"/>
        </p:nvPicPr>
        <p:blipFill>
          <a:blip r:embed="rId2"/>
          <a:stretch>
            <a:fillRect/>
          </a:stretch>
        </p:blipFill>
        <p:spPr>
          <a:xfrm>
            <a:off x="0" y="-3"/>
            <a:ext cx="7559675" cy="13441365"/>
          </a:xfrm>
          <a:prstGeom prst="rect">
            <a:avLst/>
          </a:prstGeom>
        </p:spPr>
      </p:pic>
      <p:sp>
        <p:nvSpPr>
          <p:cNvPr id="3" name="Rectangle 2">
            <a:extLst>
              <a:ext uri="{FF2B5EF4-FFF2-40B4-BE49-F238E27FC236}">
                <a16:creationId xmlns:a16="http://schemas.microsoft.com/office/drawing/2014/main" id="{D65CE8FB-8BEB-8DA8-900D-4FE70A46E125}"/>
              </a:ext>
            </a:extLst>
          </p:cNvPr>
          <p:cNvSpPr/>
          <p:nvPr userDrawn="1"/>
        </p:nvSpPr>
        <p:spPr>
          <a:xfrm>
            <a:off x="1" y="-1"/>
            <a:ext cx="7559675" cy="13441363"/>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8" name="Picture 7" descr="A black and gold sign with white text&#10;&#10;AI-generated content may be incorrect.">
            <a:extLst>
              <a:ext uri="{FF2B5EF4-FFF2-40B4-BE49-F238E27FC236}">
                <a16:creationId xmlns:a16="http://schemas.microsoft.com/office/drawing/2014/main" id="{4FED6BD5-9AF3-6A5E-C442-EE976D2A4B70}"/>
              </a:ext>
            </a:extLst>
          </p:cNvPr>
          <p:cNvPicPr>
            <a:picLocks noChangeAspect="1"/>
          </p:cNvPicPr>
          <p:nvPr userDrawn="1"/>
        </p:nvPicPr>
        <p:blipFill>
          <a:blip r:embed="rId3"/>
          <a:stretch>
            <a:fillRect/>
          </a:stretch>
        </p:blipFill>
        <p:spPr>
          <a:xfrm>
            <a:off x="5075436" y="12477294"/>
            <a:ext cx="1963546" cy="580557"/>
          </a:xfrm>
          <a:prstGeom prst="rect">
            <a:avLst/>
          </a:prstGeom>
        </p:spPr>
      </p:pic>
      <p:sp>
        <p:nvSpPr>
          <p:cNvPr id="11" name="Freeform: Shape 10">
            <a:extLst>
              <a:ext uri="{FF2B5EF4-FFF2-40B4-BE49-F238E27FC236}">
                <a16:creationId xmlns:a16="http://schemas.microsoft.com/office/drawing/2014/main" id="{74696F2A-5CB3-9658-1040-CEA95AD4A274}"/>
              </a:ext>
            </a:extLst>
          </p:cNvPr>
          <p:cNvSpPr/>
          <p:nvPr userDrawn="1"/>
        </p:nvSpPr>
        <p:spPr>
          <a:xfrm>
            <a:off x="1" y="12038374"/>
            <a:ext cx="3774431" cy="1019477"/>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endParaRPr lang="en-GB" sz="1800" dirty="0"/>
          </a:p>
        </p:txBody>
      </p:sp>
      <p:sp>
        <p:nvSpPr>
          <p:cNvPr id="53" name="Rectangle 52">
            <a:extLst>
              <a:ext uri="{FF2B5EF4-FFF2-40B4-BE49-F238E27FC236}">
                <a16:creationId xmlns:a16="http://schemas.microsoft.com/office/drawing/2014/main" id="{79EE18B7-9D27-8F40-27C3-9D446D172B6C}"/>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 name="Rectangle: Top Corners Rounded 1">
            <a:hlinkClick r:id="rId4" action="ppaction://hlinksldjump"/>
            <a:extLst>
              <a:ext uri="{FF2B5EF4-FFF2-40B4-BE49-F238E27FC236}">
                <a16:creationId xmlns:a16="http://schemas.microsoft.com/office/drawing/2014/main" id="{03088236-BA75-35CE-DDAA-7ED8A960D08D}"/>
              </a:ext>
            </a:extLst>
          </p:cNvPr>
          <p:cNvSpPr/>
          <p:nvPr userDrawn="1"/>
        </p:nvSpPr>
        <p:spPr>
          <a:xfrm flipV="1">
            <a:off x="5953267" y="-2"/>
            <a:ext cx="1252892"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5" name="Rectangle 4">
            <a:hlinkClick r:id="rId4" action="ppaction://hlinksldjump"/>
            <a:extLst>
              <a:ext uri="{FF2B5EF4-FFF2-40B4-BE49-F238E27FC236}">
                <a16:creationId xmlns:a16="http://schemas.microsoft.com/office/drawing/2014/main" id="{C03ABDF5-1017-CCEF-794B-A37D5EE253A6}"/>
              </a:ext>
            </a:extLst>
          </p:cNvPr>
          <p:cNvSpPr/>
          <p:nvPr userDrawn="1"/>
        </p:nvSpPr>
        <p:spPr>
          <a:xfrm>
            <a:off x="5953267" y="13040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6" name="Rectangle: Top Corners Rounded 5">
            <a:hlinkClick r:id="rId5" action="ppaction://hlinksldjump"/>
            <a:extLst>
              <a:ext uri="{FF2B5EF4-FFF2-40B4-BE49-F238E27FC236}">
                <a16:creationId xmlns:a16="http://schemas.microsoft.com/office/drawing/2014/main" id="{D542A77B-0CBE-CDEE-2A74-ED3D00111DF3}"/>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7" name="Rectangle 6">
            <a:hlinkClick r:id="rId5" action="ppaction://hlinksldjump"/>
            <a:extLst>
              <a:ext uri="{FF2B5EF4-FFF2-40B4-BE49-F238E27FC236}">
                <a16:creationId xmlns:a16="http://schemas.microsoft.com/office/drawing/2014/main" id="{AFB72780-4EFB-D592-1BFA-B062FBE0212F}"/>
              </a:ext>
            </a:extLst>
          </p:cNvPr>
          <p:cNvSpPr/>
          <p:nvPr userDrawn="1"/>
        </p:nvSpPr>
        <p:spPr>
          <a:xfrm>
            <a:off x="4603531"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9" name="Rectangle: Top Corners Rounded 8">
            <a:extLst>
              <a:ext uri="{FF2B5EF4-FFF2-40B4-BE49-F238E27FC236}">
                <a16:creationId xmlns:a16="http://schemas.microsoft.com/office/drawing/2014/main" id="{F3BF7CC4-2185-67F1-29AB-11C81B0172CB}"/>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0" name="Rectangle 9">
            <a:extLst>
              <a:ext uri="{FF2B5EF4-FFF2-40B4-BE49-F238E27FC236}">
                <a16:creationId xmlns:a16="http://schemas.microsoft.com/office/drawing/2014/main" id="{5848E4B1-BEA9-332E-E959-86FDC50E2942}"/>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12" name="Group 11">
            <a:extLst>
              <a:ext uri="{FF2B5EF4-FFF2-40B4-BE49-F238E27FC236}">
                <a16:creationId xmlns:a16="http://schemas.microsoft.com/office/drawing/2014/main" id="{F753EB39-2264-FE94-7E76-365E55CAE290}"/>
              </a:ext>
            </a:extLst>
          </p:cNvPr>
          <p:cNvGrpSpPr/>
          <p:nvPr userDrawn="1"/>
        </p:nvGrpSpPr>
        <p:grpSpPr>
          <a:xfrm>
            <a:off x="1904055" y="-1"/>
            <a:ext cx="1252892" cy="596890"/>
            <a:chOff x="736600" y="-2"/>
            <a:chExt cx="1252892" cy="596890"/>
          </a:xfrm>
        </p:grpSpPr>
        <p:sp>
          <p:nvSpPr>
            <p:cNvPr id="14" name="Rectangle: Top Corners Rounded 13">
              <a:hlinkClick r:id="rId6" action="ppaction://hlinksldjump"/>
              <a:extLst>
                <a:ext uri="{FF2B5EF4-FFF2-40B4-BE49-F238E27FC236}">
                  <a16:creationId xmlns:a16="http://schemas.microsoft.com/office/drawing/2014/main" id="{2BD34CA2-F5B4-943E-1DD2-60D039F1E619}"/>
                </a:ext>
              </a:extLst>
            </p:cNvPr>
            <p:cNvSpPr/>
            <p:nvPr userDrawn="1"/>
          </p:nvSpPr>
          <p:spPr>
            <a:xfrm flipV="1">
              <a:off x="736600" y="-2"/>
              <a:ext cx="1252892" cy="596890"/>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16" name="Rectangle 15">
              <a:hlinkClick r:id="rId6" action="ppaction://hlinksldjump"/>
              <a:extLst>
                <a:ext uri="{FF2B5EF4-FFF2-40B4-BE49-F238E27FC236}">
                  <a16:creationId xmlns:a16="http://schemas.microsoft.com/office/drawing/2014/main" id="{17489BBC-7558-68F5-37AE-D4C48EB1AF04}"/>
                </a:ext>
              </a:extLst>
            </p:cNvPr>
            <p:cNvSpPr/>
            <p:nvPr userDrawn="1"/>
          </p:nvSpPr>
          <p:spPr>
            <a:xfrm>
              <a:off x="736600" y="165092"/>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18" name="Group 17">
            <a:extLst>
              <a:ext uri="{FF2B5EF4-FFF2-40B4-BE49-F238E27FC236}">
                <a16:creationId xmlns:a16="http://schemas.microsoft.com/office/drawing/2014/main" id="{B3CE4975-5744-4BF9-63C5-8B163EE671A5}"/>
              </a:ext>
            </a:extLst>
          </p:cNvPr>
          <p:cNvGrpSpPr/>
          <p:nvPr userDrawn="1"/>
        </p:nvGrpSpPr>
        <p:grpSpPr>
          <a:xfrm>
            <a:off x="557855" y="-3"/>
            <a:ext cx="1252892" cy="685790"/>
            <a:chOff x="2082800" y="-2"/>
            <a:chExt cx="1252892" cy="685790"/>
          </a:xfrm>
        </p:grpSpPr>
        <p:sp>
          <p:nvSpPr>
            <p:cNvPr id="20" name="Rectangle: Top Corners Rounded 19">
              <a:hlinkClick r:id="rId6" action="ppaction://hlinksldjump"/>
              <a:extLst>
                <a:ext uri="{FF2B5EF4-FFF2-40B4-BE49-F238E27FC236}">
                  <a16:creationId xmlns:a16="http://schemas.microsoft.com/office/drawing/2014/main" id="{11402A0A-22D3-2723-F6C2-B1077FFC5700}"/>
                </a:ext>
              </a:extLst>
            </p:cNvPr>
            <p:cNvSpPr/>
            <p:nvPr userDrawn="1"/>
          </p:nvSpPr>
          <p:spPr>
            <a:xfrm flipV="1">
              <a:off x="2082800" y="-2"/>
              <a:ext cx="1252892" cy="685790"/>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2" name="Rectangle 21">
              <a:hlinkClick r:id="rId6" action="ppaction://hlinksldjump"/>
              <a:extLst>
                <a:ext uri="{FF2B5EF4-FFF2-40B4-BE49-F238E27FC236}">
                  <a16:creationId xmlns:a16="http://schemas.microsoft.com/office/drawing/2014/main" id="{A4041D52-E849-CE37-AC3B-8816B37FEC0A}"/>
                </a:ext>
              </a:extLst>
            </p:cNvPr>
            <p:cNvSpPr/>
            <p:nvPr userDrawn="1"/>
          </p:nvSpPr>
          <p:spPr>
            <a:xfrm>
              <a:off x="2082800" y="234546"/>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4517602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D9A8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dirty="0"/>
          </a:p>
        </p:txBody>
      </p:sp>
      <p:sp>
        <p:nvSpPr>
          <p:cNvPr id="9" name="object 117">
            <a:extLst>
              <a:ext uri="{FF2B5EF4-FFF2-40B4-BE49-F238E27FC236}">
                <a16:creationId xmlns:a16="http://schemas.microsoft.com/office/drawing/2014/main" id="{2AF8B1F4-D50C-E4B7-9C84-BD39191A3801}"/>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D9A86A"/>
            </a:solidFill>
          </a:ln>
        </p:spPr>
        <p:txBody>
          <a:bodyPr wrap="square" lIns="0" tIns="0" rIns="0" bIns="0" rtlCol="0"/>
          <a:lstStyle/>
          <a:p>
            <a:endParaRPr sz="1800" dirty="0"/>
          </a:p>
        </p:txBody>
      </p:sp>
      <p:sp>
        <p:nvSpPr>
          <p:cNvPr id="10" name="object 118">
            <a:extLst>
              <a:ext uri="{FF2B5EF4-FFF2-40B4-BE49-F238E27FC236}">
                <a16:creationId xmlns:a16="http://schemas.microsoft.com/office/drawing/2014/main" id="{17E7CE6B-9AFB-484F-5BD3-0718003B0B22}"/>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D9A86A"/>
            </a:solidFill>
          </a:ln>
        </p:spPr>
        <p:txBody>
          <a:bodyPr wrap="square" lIns="0" tIns="0" rIns="0" bIns="0" rtlCol="0"/>
          <a:lstStyle/>
          <a:p>
            <a:endParaRPr sz="1800" dirty="0"/>
          </a:p>
        </p:txBody>
      </p:sp>
      <p:pic>
        <p:nvPicPr>
          <p:cNvPr id="11" name="Picture 10" descr="A black and gold rectangular frame with a black background&#10;&#10;AI-generated content may be incorrect.">
            <a:extLst>
              <a:ext uri="{FF2B5EF4-FFF2-40B4-BE49-F238E27FC236}">
                <a16:creationId xmlns:a16="http://schemas.microsoft.com/office/drawing/2014/main" id="{5C1EA0C8-26B4-5EA8-DD84-5CE74244C720}"/>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12" name="Straight Connector 11">
            <a:extLst>
              <a:ext uri="{FF2B5EF4-FFF2-40B4-BE49-F238E27FC236}">
                <a16:creationId xmlns:a16="http://schemas.microsoft.com/office/drawing/2014/main" id="{70A992E1-1761-62F5-388F-E1C232453E3C}"/>
              </a:ext>
            </a:extLst>
          </p:cNvPr>
          <p:cNvCxnSpPr/>
          <p:nvPr userDrawn="1"/>
        </p:nvCxnSpPr>
        <p:spPr>
          <a:xfrm>
            <a:off x="1767352" y="12895067"/>
            <a:ext cx="5035693" cy="0"/>
          </a:xfrm>
          <a:prstGeom prst="line">
            <a:avLst/>
          </a:prstGeom>
          <a:ln w="3175">
            <a:solidFill>
              <a:srgbClr val="D9A86A"/>
            </a:solidFill>
          </a:ln>
        </p:spPr>
        <p:style>
          <a:lnRef idx="2">
            <a:schemeClr val="accent1"/>
          </a:lnRef>
          <a:fillRef idx="0">
            <a:schemeClr val="accent1"/>
          </a:fillRef>
          <a:effectRef idx="1">
            <a:schemeClr val="accent1"/>
          </a:effectRef>
          <a:fontRef idx="minor">
            <a:schemeClr val="tx1"/>
          </a:fontRef>
        </p:style>
      </p:cxnSp>
      <p:sp>
        <p:nvSpPr>
          <p:cNvPr id="14" name="Date Placeholder 3">
            <a:extLst>
              <a:ext uri="{FF2B5EF4-FFF2-40B4-BE49-F238E27FC236}">
                <a16:creationId xmlns:a16="http://schemas.microsoft.com/office/drawing/2014/main" id="{2720EF11-69A7-00A7-57DE-4B40922DE5CD}"/>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grpSp>
        <p:nvGrpSpPr>
          <p:cNvPr id="2" name="Group 1">
            <a:extLst>
              <a:ext uri="{FF2B5EF4-FFF2-40B4-BE49-F238E27FC236}">
                <a16:creationId xmlns:a16="http://schemas.microsoft.com/office/drawing/2014/main" id="{DEE01F07-59D2-5A5F-71D0-4A5566404E5D}"/>
              </a:ext>
            </a:extLst>
          </p:cNvPr>
          <p:cNvGrpSpPr/>
          <p:nvPr userDrawn="1"/>
        </p:nvGrpSpPr>
        <p:grpSpPr>
          <a:xfrm>
            <a:off x="-860146" y="1742536"/>
            <a:ext cx="800100" cy="2412802"/>
            <a:chOff x="-1115020" y="205707"/>
            <a:chExt cx="800100" cy="2412802"/>
          </a:xfrm>
        </p:grpSpPr>
        <p:sp>
          <p:nvSpPr>
            <p:cNvPr id="3" name="Rectangle 2">
              <a:extLst>
                <a:ext uri="{FF2B5EF4-FFF2-40B4-BE49-F238E27FC236}">
                  <a16:creationId xmlns:a16="http://schemas.microsoft.com/office/drawing/2014/main" id="{F9FADF6D-79CF-70EC-B2E7-C615F75DD53C}"/>
                </a:ext>
              </a:extLst>
            </p:cNvPr>
            <p:cNvSpPr/>
            <p:nvPr userDrawn="1"/>
          </p:nvSpPr>
          <p:spPr>
            <a:xfrm>
              <a:off x="-1115020" y="211930"/>
              <a:ext cx="800100" cy="2406579"/>
            </a:xfrm>
            <a:prstGeom prst="rect">
              <a:avLst/>
            </a:prstGeom>
            <a:solidFill>
              <a:sysClr val="window" lastClr="FFFFFF"/>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ar-SA" sz="1800" b="0" i="0" u="none" strike="noStrike" kern="0" cap="none" spc="0" normalizeH="0" baseline="0" noProof="0" dirty="0">
                <a:ln>
                  <a:noFill/>
                </a:ln>
                <a:solidFill>
                  <a:prstClr val="white"/>
                </a:solidFill>
                <a:effectLst/>
                <a:uLnTx/>
                <a:uFillTx/>
                <a:latin typeface="Calibri"/>
                <a:ea typeface="+mn-ea"/>
                <a:cs typeface="Arial" panose="020B0604020202020204" pitchFamily="34" charset="0"/>
              </a:endParaRPr>
            </a:p>
          </p:txBody>
        </p:sp>
        <p:grpSp>
          <p:nvGrpSpPr>
            <p:cNvPr id="4" name="Group 3">
              <a:extLst>
                <a:ext uri="{FF2B5EF4-FFF2-40B4-BE49-F238E27FC236}">
                  <a16:creationId xmlns:a16="http://schemas.microsoft.com/office/drawing/2014/main" id="{387972A2-BD76-6063-69D5-425B648D090A}"/>
                </a:ext>
              </a:extLst>
            </p:cNvPr>
            <p:cNvGrpSpPr/>
            <p:nvPr/>
          </p:nvGrpSpPr>
          <p:grpSpPr>
            <a:xfrm>
              <a:off x="-1048928" y="205707"/>
              <a:ext cx="667917" cy="479518"/>
              <a:chOff x="-1290218" y="1100204"/>
              <a:chExt cx="667917" cy="479518"/>
            </a:xfrm>
          </p:grpSpPr>
          <p:sp>
            <p:nvSpPr>
              <p:cNvPr id="19" name="Rectangle 18">
                <a:extLst>
                  <a:ext uri="{FF2B5EF4-FFF2-40B4-BE49-F238E27FC236}">
                    <a16:creationId xmlns:a16="http://schemas.microsoft.com/office/drawing/2014/main" id="{729B0794-57AB-D7A2-A0A6-6AAA043040D4}"/>
                  </a:ext>
                </a:extLst>
              </p:cNvPr>
              <p:cNvSpPr/>
              <p:nvPr/>
            </p:nvSpPr>
            <p:spPr>
              <a:xfrm>
                <a:off x="-1290218" y="1221049"/>
                <a:ext cx="667917" cy="358673"/>
              </a:xfrm>
              <a:prstGeom prst="rect">
                <a:avLst/>
              </a:prstGeom>
              <a:solidFill>
                <a:srgbClr val="4F81BD">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#DCE6F2</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20" name="TextBox 19">
                <a:extLst>
                  <a:ext uri="{FF2B5EF4-FFF2-40B4-BE49-F238E27FC236}">
                    <a16:creationId xmlns:a16="http://schemas.microsoft.com/office/drawing/2014/main" id="{76EBBB15-A0AC-9CE7-1095-69455A90E6E4}"/>
                  </a:ext>
                </a:extLst>
              </p:cNvPr>
              <p:cNvSpPr txBox="1"/>
              <p:nvPr/>
            </p:nvSpPr>
            <p:spPr>
              <a:xfrm>
                <a:off x="-1230104" y="1100204"/>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مكتمل</a:t>
                </a:r>
              </a:p>
            </p:txBody>
          </p:sp>
        </p:grpSp>
        <p:grpSp>
          <p:nvGrpSpPr>
            <p:cNvPr id="5" name="Group 4">
              <a:extLst>
                <a:ext uri="{FF2B5EF4-FFF2-40B4-BE49-F238E27FC236}">
                  <a16:creationId xmlns:a16="http://schemas.microsoft.com/office/drawing/2014/main" id="{3FA259C4-5AB0-CAF4-62D1-356196117D54}"/>
                </a:ext>
              </a:extLst>
            </p:cNvPr>
            <p:cNvGrpSpPr/>
            <p:nvPr/>
          </p:nvGrpSpPr>
          <p:grpSpPr>
            <a:xfrm>
              <a:off x="-1048928" y="818257"/>
              <a:ext cx="667917" cy="479518"/>
              <a:chOff x="-1290218" y="238032"/>
              <a:chExt cx="667917" cy="479518"/>
            </a:xfrm>
          </p:grpSpPr>
          <p:sp>
            <p:nvSpPr>
              <p:cNvPr id="17" name="Rectangle 16">
                <a:extLst>
                  <a:ext uri="{FF2B5EF4-FFF2-40B4-BE49-F238E27FC236}">
                    <a16:creationId xmlns:a16="http://schemas.microsoft.com/office/drawing/2014/main" id="{E33C5A2C-A8DC-302C-E8E2-1C99DFE5DAD5}"/>
                  </a:ext>
                </a:extLst>
              </p:cNvPr>
              <p:cNvSpPr/>
              <p:nvPr/>
            </p:nvSpPr>
            <p:spPr>
              <a:xfrm>
                <a:off x="-1290218" y="358877"/>
                <a:ext cx="667917" cy="358673"/>
              </a:xfrm>
              <a:prstGeom prst="rect">
                <a:avLst/>
              </a:prstGeom>
              <a:solidFill>
                <a:srgbClr val="9BBB59">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#EBF1DE</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8" name="TextBox 17">
                <a:extLst>
                  <a:ext uri="{FF2B5EF4-FFF2-40B4-BE49-F238E27FC236}">
                    <a16:creationId xmlns:a16="http://schemas.microsoft.com/office/drawing/2014/main" id="{77B32C3C-F243-ED62-FD1E-295F2C892078}"/>
                  </a:ext>
                </a:extLst>
              </p:cNvPr>
              <p:cNvSpPr txBox="1"/>
              <p:nvPr/>
            </p:nvSpPr>
            <p:spPr>
              <a:xfrm>
                <a:off x="-1230104" y="238032"/>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على المخطط</a:t>
                </a:r>
              </a:p>
            </p:txBody>
          </p:sp>
        </p:grpSp>
        <p:grpSp>
          <p:nvGrpSpPr>
            <p:cNvPr id="6" name="Group 5">
              <a:extLst>
                <a:ext uri="{FF2B5EF4-FFF2-40B4-BE49-F238E27FC236}">
                  <a16:creationId xmlns:a16="http://schemas.microsoft.com/office/drawing/2014/main" id="{877287DE-1D82-2ED6-9FFC-33C5D246DFE8}"/>
                </a:ext>
              </a:extLst>
            </p:cNvPr>
            <p:cNvGrpSpPr/>
            <p:nvPr/>
          </p:nvGrpSpPr>
          <p:grpSpPr>
            <a:xfrm>
              <a:off x="-1048928" y="1430807"/>
              <a:ext cx="667917" cy="478221"/>
              <a:chOff x="-1290218" y="670415"/>
              <a:chExt cx="667917" cy="478221"/>
            </a:xfrm>
          </p:grpSpPr>
          <p:sp>
            <p:nvSpPr>
              <p:cNvPr id="15" name="Rectangle 14">
                <a:extLst>
                  <a:ext uri="{FF2B5EF4-FFF2-40B4-BE49-F238E27FC236}">
                    <a16:creationId xmlns:a16="http://schemas.microsoft.com/office/drawing/2014/main" id="{440C21DD-219A-A3A7-ACE2-4A537560145B}"/>
                  </a:ext>
                </a:extLst>
              </p:cNvPr>
              <p:cNvSpPr/>
              <p:nvPr/>
            </p:nvSpPr>
            <p:spPr>
              <a:xfrm>
                <a:off x="-1290218" y="789963"/>
                <a:ext cx="667917" cy="358673"/>
              </a:xfrm>
              <a:prstGeom prst="rect">
                <a:avLst/>
              </a:prstGeom>
              <a:solidFill>
                <a:srgbClr val="C0504D">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#F2DCDB</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6" name="TextBox 15">
                <a:extLst>
                  <a:ext uri="{FF2B5EF4-FFF2-40B4-BE49-F238E27FC236}">
                    <a16:creationId xmlns:a16="http://schemas.microsoft.com/office/drawing/2014/main" id="{4880E166-3B16-8D58-A338-D1F5B486FE30}"/>
                  </a:ext>
                </a:extLst>
              </p:cNvPr>
              <p:cNvSpPr txBox="1"/>
              <p:nvPr/>
            </p:nvSpPr>
            <p:spPr>
              <a:xfrm>
                <a:off x="-1249074" y="670415"/>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متأخر</a:t>
                </a:r>
              </a:p>
            </p:txBody>
          </p:sp>
        </p:grpSp>
        <p:grpSp>
          <p:nvGrpSpPr>
            <p:cNvPr id="7" name="Group 6">
              <a:extLst>
                <a:ext uri="{FF2B5EF4-FFF2-40B4-BE49-F238E27FC236}">
                  <a16:creationId xmlns:a16="http://schemas.microsoft.com/office/drawing/2014/main" id="{8653E04E-EFFA-72B5-AA35-27E118DCD05C}"/>
                </a:ext>
              </a:extLst>
            </p:cNvPr>
            <p:cNvGrpSpPr/>
            <p:nvPr/>
          </p:nvGrpSpPr>
          <p:grpSpPr>
            <a:xfrm>
              <a:off x="-1048928" y="2042061"/>
              <a:ext cx="667917" cy="486226"/>
              <a:chOff x="-1290218" y="1524581"/>
              <a:chExt cx="667917" cy="486226"/>
            </a:xfrm>
          </p:grpSpPr>
          <p:sp>
            <p:nvSpPr>
              <p:cNvPr id="8" name="Rectangle 7">
                <a:extLst>
                  <a:ext uri="{FF2B5EF4-FFF2-40B4-BE49-F238E27FC236}">
                    <a16:creationId xmlns:a16="http://schemas.microsoft.com/office/drawing/2014/main" id="{37BCADA2-A424-B2EB-EC37-E1DB60F589FE}"/>
                  </a:ext>
                </a:extLst>
              </p:cNvPr>
              <p:cNvSpPr/>
              <p:nvPr/>
            </p:nvSpPr>
            <p:spPr>
              <a:xfrm>
                <a:off x="-1290218" y="1652134"/>
                <a:ext cx="667917" cy="358673"/>
              </a:xfrm>
              <a:prstGeom prst="rect">
                <a:avLst/>
              </a:prstGeom>
              <a:solidFill>
                <a:sysClr val="window" lastClr="FFFFFF">
                  <a:lumMod val="95000"/>
                </a:sys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black"/>
                    </a:solidFill>
                    <a:effectLst/>
                    <a:uLnTx/>
                    <a:uFillTx/>
                    <a:latin typeface="Calibri"/>
                    <a:ea typeface="+mn-ea"/>
                    <a:cs typeface="+mn-cs"/>
                  </a:rPr>
                  <a:t>#F2F2F2</a:t>
                </a:r>
                <a:endParaRPr kumimoji="0" lang="ar-SA" sz="900" b="0" i="0" u="none" strike="noStrike" kern="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3" name="TextBox 12">
                <a:extLst>
                  <a:ext uri="{FF2B5EF4-FFF2-40B4-BE49-F238E27FC236}">
                    <a16:creationId xmlns:a16="http://schemas.microsoft.com/office/drawing/2014/main" id="{DD5ADA87-8F9D-4DF8-E46E-4B4ED0678EF7}"/>
                  </a:ext>
                </a:extLst>
              </p:cNvPr>
              <p:cNvSpPr txBox="1"/>
              <p:nvPr/>
            </p:nvSpPr>
            <p:spPr>
              <a:xfrm>
                <a:off x="-1234284" y="1524581"/>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dirty="0">
                    <a:ln>
                      <a:noFill/>
                    </a:ln>
                    <a:solidFill>
                      <a:prstClr val="black"/>
                    </a:solidFill>
                    <a:effectLst/>
                    <a:uLnTx/>
                    <a:uFillTx/>
                    <a:latin typeface="Abar Mid" pitchFamily="50" charset="-78"/>
                    <a:ea typeface="Abar Mid" pitchFamily="50" charset="-78"/>
                    <a:cs typeface="Abar Mid" pitchFamily="50" charset="-78"/>
                  </a:rPr>
                  <a:t>لم يبدأ/معلق</a:t>
                </a:r>
              </a:p>
            </p:txBody>
          </p:sp>
        </p:grpSp>
      </p:grpSp>
      <p:sp>
        <p:nvSpPr>
          <p:cNvPr id="21" name="Rectangle: Top Corners Rounded 20">
            <a:hlinkClick r:id="rId3" action="ppaction://hlinksldjump"/>
            <a:extLst>
              <a:ext uri="{FF2B5EF4-FFF2-40B4-BE49-F238E27FC236}">
                <a16:creationId xmlns:a16="http://schemas.microsoft.com/office/drawing/2014/main" id="{6DEB5D5E-408C-7493-F923-B6EF1756E94C}"/>
              </a:ext>
            </a:extLst>
          </p:cNvPr>
          <p:cNvSpPr/>
          <p:nvPr userDrawn="1"/>
        </p:nvSpPr>
        <p:spPr>
          <a:xfrm flipV="1">
            <a:off x="5953267" y="-2"/>
            <a:ext cx="1252892"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2" name="Rectangle 21">
            <a:hlinkClick r:id="rId3" action="ppaction://hlinksldjump"/>
            <a:extLst>
              <a:ext uri="{FF2B5EF4-FFF2-40B4-BE49-F238E27FC236}">
                <a16:creationId xmlns:a16="http://schemas.microsoft.com/office/drawing/2014/main" id="{75A9EE37-1238-9E76-9BEA-0AC584517351}"/>
              </a:ext>
            </a:extLst>
          </p:cNvPr>
          <p:cNvSpPr/>
          <p:nvPr userDrawn="1"/>
        </p:nvSpPr>
        <p:spPr>
          <a:xfrm>
            <a:off x="5953267" y="130407"/>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5" name="Rectangle: Top Corners Rounded 24">
            <a:hlinkClick r:id="rId4" action="ppaction://hlinksldjump"/>
            <a:extLst>
              <a:ext uri="{FF2B5EF4-FFF2-40B4-BE49-F238E27FC236}">
                <a16:creationId xmlns:a16="http://schemas.microsoft.com/office/drawing/2014/main" id="{E7328497-8372-CD3C-E567-69C91E6C3018}"/>
              </a:ext>
            </a:extLst>
          </p:cNvPr>
          <p:cNvSpPr/>
          <p:nvPr userDrawn="1"/>
        </p:nvSpPr>
        <p:spPr>
          <a:xfrm flipV="1">
            <a:off x="4603531"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6" name="Rectangle 25">
            <a:hlinkClick r:id="rId4" action="ppaction://hlinksldjump"/>
            <a:extLst>
              <a:ext uri="{FF2B5EF4-FFF2-40B4-BE49-F238E27FC236}">
                <a16:creationId xmlns:a16="http://schemas.microsoft.com/office/drawing/2014/main" id="{49783F3E-3FAA-2E68-CBE6-C3307F94B90D}"/>
              </a:ext>
            </a:extLst>
          </p:cNvPr>
          <p:cNvSpPr/>
          <p:nvPr userDrawn="1"/>
        </p:nvSpPr>
        <p:spPr>
          <a:xfrm>
            <a:off x="4603531"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27" name="Rectangle: Top Corners Rounded 26">
            <a:extLst>
              <a:ext uri="{FF2B5EF4-FFF2-40B4-BE49-F238E27FC236}">
                <a16:creationId xmlns:a16="http://schemas.microsoft.com/office/drawing/2014/main" id="{68F2E0A9-FF17-A0C4-FF12-60F648D47400}"/>
              </a:ext>
            </a:extLst>
          </p:cNvPr>
          <p:cNvSpPr/>
          <p:nvPr userDrawn="1"/>
        </p:nvSpPr>
        <p:spPr>
          <a:xfrm flipV="1">
            <a:off x="3253792" y="-1"/>
            <a:ext cx="1252892"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29" name="Rectangle 28">
            <a:extLst>
              <a:ext uri="{FF2B5EF4-FFF2-40B4-BE49-F238E27FC236}">
                <a16:creationId xmlns:a16="http://schemas.microsoft.com/office/drawing/2014/main" id="{EF476831-BA76-F5C3-6380-3E987FC80E78}"/>
              </a:ext>
            </a:extLst>
          </p:cNvPr>
          <p:cNvSpPr/>
          <p:nvPr userDrawn="1"/>
        </p:nvSpPr>
        <p:spPr>
          <a:xfrm>
            <a:off x="3253792" y="137425"/>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nvGrpSpPr>
          <p:cNvPr id="31" name="Group 30">
            <a:extLst>
              <a:ext uri="{FF2B5EF4-FFF2-40B4-BE49-F238E27FC236}">
                <a16:creationId xmlns:a16="http://schemas.microsoft.com/office/drawing/2014/main" id="{BA64C84D-6688-08E9-998C-F59FC3A6EA53}"/>
              </a:ext>
            </a:extLst>
          </p:cNvPr>
          <p:cNvGrpSpPr/>
          <p:nvPr userDrawn="1"/>
        </p:nvGrpSpPr>
        <p:grpSpPr>
          <a:xfrm>
            <a:off x="1904055" y="-1"/>
            <a:ext cx="1252892" cy="596890"/>
            <a:chOff x="736600" y="-2"/>
            <a:chExt cx="1252892" cy="596890"/>
          </a:xfrm>
        </p:grpSpPr>
        <p:sp>
          <p:nvSpPr>
            <p:cNvPr id="33" name="Rectangle: Top Corners Rounded 32">
              <a:hlinkClick r:id="rId5" action="ppaction://hlinksldjump"/>
              <a:extLst>
                <a:ext uri="{FF2B5EF4-FFF2-40B4-BE49-F238E27FC236}">
                  <a16:creationId xmlns:a16="http://schemas.microsoft.com/office/drawing/2014/main" id="{B6BDA8DD-3222-6E8C-911B-BEB643873AA4}"/>
                </a:ext>
              </a:extLst>
            </p:cNvPr>
            <p:cNvSpPr/>
            <p:nvPr userDrawn="1"/>
          </p:nvSpPr>
          <p:spPr>
            <a:xfrm flipV="1">
              <a:off x="736600" y="-2"/>
              <a:ext cx="1252892" cy="596890"/>
            </a:xfrm>
            <a:prstGeom prst="round2SameRect">
              <a:avLst/>
            </a:prstGeom>
            <a:solidFill>
              <a:srgbClr val="D9D9D9"/>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5" name="Rectangle 34">
              <a:hlinkClick r:id="rId5" action="ppaction://hlinksldjump"/>
              <a:extLst>
                <a:ext uri="{FF2B5EF4-FFF2-40B4-BE49-F238E27FC236}">
                  <a16:creationId xmlns:a16="http://schemas.microsoft.com/office/drawing/2014/main" id="{0D941AA8-CDBB-05C5-E21A-9667BEAC078B}"/>
                </a:ext>
              </a:extLst>
            </p:cNvPr>
            <p:cNvSpPr/>
            <p:nvPr userDrawn="1"/>
          </p:nvSpPr>
          <p:spPr>
            <a:xfrm>
              <a:off x="736600" y="165092"/>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التجربة الرقمية</a:t>
              </a: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grpSp>
        <p:nvGrpSpPr>
          <p:cNvPr id="37" name="Group 36">
            <a:extLst>
              <a:ext uri="{FF2B5EF4-FFF2-40B4-BE49-F238E27FC236}">
                <a16:creationId xmlns:a16="http://schemas.microsoft.com/office/drawing/2014/main" id="{F1DDACDB-0CF8-0370-66DA-3A00362EDF29}"/>
              </a:ext>
            </a:extLst>
          </p:cNvPr>
          <p:cNvGrpSpPr/>
          <p:nvPr userDrawn="1"/>
        </p:nvGrpSpPr>
        <p:grpSpPr>
          <a:xfrm>
            <a:off x="557855" y="-3"/>
            <a:ext cx="1252892" cy="685790"/>
            <a:chOff x="2082800" y="-2"/>
            <a:chExt cx="1252892" cy="685790"/>
          </a:xfrm>
        </p:grpSpPr>
        <p:sp>
          <p:nvSpPr>
            <p:cNvPr id="38" name="Rectangle: Top Corners Rounded 37">
              <a:hlinkClick r:id="rId5" action="ppaction://hlinksldjump"/>
              <a:extLst>
                <a:ext uri="{FF2B5EF4-FFF2-40B4-BE49-F238E27FC236}">
                  <a16:creationId xmlns:a16="http://schemas.microsoft.com/office/drawing/2014/main" id="{7879FC86-B1B2-60FA-5318-67BE3F17536B}"/>
                </a:ext>
              </a:extLst>
            </p:cNvPr>
            <p:cNvSpPr/>
            <p:nvPr userDrawn="1"/>
          </p:nvSpPr>
          <p:spPr>
            <a:xfrm flipV="1">
              <a:off x="2082800" y="-2"/>
              <a:ext cx="1252892" cy="685790"/>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38">
              <a:hlinkClick r:id="rId5" action="ppaction://hlinksldjump"/>
              <a:extLst>
                <a:ext uri="{FF2B5EF4-FFF2-40B4-BE49-F238E27FC236}">
                  <a16:creationId xmlns:a16="http://schemas.microsoft.com/office/drawing/2014/main" id="{9671A10D-21EF-A92C-9753-FA0E3F39EBFF}"/>
                </a:ext>
              </a:extLst>
            </p:cNvPr>
            <p:cNvSpPr/>
            <p:nvPr userDrawn="1"/>
          </p:nvSpPr>
          <p:spPr>
            <a:xfrm>
              <a:off x="2082800" y="234546"/>
              <a:ext cx="1252892"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1" i="0" u="none" strike="noStrike" kern="0" cap="none" spc="0" normalizeH="0" baseline="0" noProof="0" dirty="0">
                <a:ln>
                  <a:noFill/>
                </a:ln>
                <a:solidFill>
                  <a:srgbClr val="FFFFFF"/>
                </a:solidFill>
                <a:effectLst/>
                <a:uLnTx/>
                <a:uFillTx/>
                <a:latin typeface="Abar Mid" pitchFamily="50" charset="-78"/>
                <a:ea typeface="Abar Mid" pitchFamily="50" charset="-78"/>
                <a:cs typeface="Abar Mid" pitchFamily="50" charset="-78"/>
              </a:endParaRPr>
            </a:p>
          </p:txBody>
        </p:sp>
      </p:grpSp>
    </p:spTree>
    <p:extLst>
      <p:ext uri="{BB962C8B-B14F-4D97-AF65-F5344CB8AC3E}">
        <p14:creationId xmlns:p14="http://schemas.microsoft.com/office/powerpoint/2010/main" val="2480571018"/>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_Content Slide 1">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4EB13B9-A463-DAD1-8196-F26A48BB2392}"/>
              </a:ext>
            </a:extLst>
          </p:cNvPr>
          <p:cNvPicPr>
            <a:picLocks noChangeAspect="1"/>
          </p:cNvPicPr>
          <p:nvPr userDrawn="1"/>
        </p:nvPicPr>
        <p:blipFill>
          <a:blip r:embed="rId2">
            <a:alphaModFix/>
          </a:blip>
          <a:stretch>
            <a:fillRect/>
          </a:stretch>
        </p:blipFill>
        <p:spPr>
          <a:xfrm>
            <a:off x="-5399" y="1"/>
            <a:ext cx="7559674" cy="13575650"/>
          </a:xfrm>
          <a:prstGeom prst="rect">
            <a:avLst/>
          </a:prstGeom>
        </p:spPr>
      </p:pic>
      <p:sp>
        <p:nvSpPr>
          <p:cNvPr id="4" name="Rectangle 3">
            <a:extLst>
              <a:ext uri="{FF2B5EF4-FFF2-40B4-BE49-F238E27FC236}">
                <a16:creationId xmlns:a16="http://schemas.microsoft.com/office/drawing/2014/main" id="{AD6240AE-F810-9945-E140-ADAB8A36FE24}"/>
              </a:ext>
            </a:extLst>
          </p:cNvPr>
          <p:cNvSpPr/>
          <p:nvPr userDrawn="1"/>
        </p:nvSpPr>
        <p:spPr>
          <a:xfrm>
            <a:off x="1" y="-1"/>
            <a:ext cx="7559675" cy="13575650"/>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3" name="Picture 2">
            <a:extLst>
              <a:ext uri="{FF2B5EF4-FFF2-40B4-BE49-F238E27FC236}">
                <a16:creationId xmlns:a16="http://schemas.microsoft.com/office/drawing/2014/main" id="{2DDF71A9-81A5-B800-6EC7-4BFDBA108180}"/>
              </a:ext>
            </a:extLst>
          </p:cNvPr>
          <p:cNvPicPr>
            <a:picLocks noChangeAspect="1"/>
          </p:cNvPicPr>
          <p:nvPr userDrawn="1"/>
        </p:nvPicPr>
        <p:blipFill>
          <a:blip r:embed="rId3"/>
          <a:stretch>
            <a:fillRect/>
          </a:stretch>
        </p:blipFill>
        <p:spPr>
          <a:xfrm>
            <a:off x="2256912" y="2428391"/>
            <a:ext cx="3045859" cy="2892285"/>
          </a:xfrm>
          <a:prstGeom prst="rect">
            <a:avLst/>
          </a:prstGeom>
        </p:spPr>
      </p:pic>
      <p:sp>
        <p:nvSpPr>
          <p:cNvPr id="14" name="Freeform: Shape 13">
            <a:extLst>
              <a:ext uri="{FF2B5EF4-FFF2-40B4-BE49-F238E27FC236}">
                <a16:creationId xmlns:a16="http://schemas.microsoft.com/office/drawing/2014/main" id="{219396C7-E129-D0C8-DBF4-DDAEC9D5F50F}"/>
              </a:ext>
            </a:extLst>
          </p:cNvPr>
          <p:cNvSpPr/>
          <p:nvPr userDrawn="1"/>
        </p:nvSpPr>
        <p:spPr>
          <a:xfrm>
            <a:off x="7" y="11649749"/>
            <a:ext cx="3774431" cy="128165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endParaRPr lang="en-GB" sz="1800" dirty="0"/>
          </a:p>
        </p:txBody>
      </p:sp>
    </p:spTree>
    <p:extLst>
      <p:ext uri="{BB962C8B-B14F-4D97-AF65-F5344CB8AC3E}">
        <p14:creationId xmlns:p14="http://schemas.microsoft.com/office/powerpoint/2010/main" val="15768494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4706131"/>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704" r:id="rId3"/>
    <p:sldLayoutId id="2147483687" r:id="rId4"/>
    <p:sldLayoutId id="2147483688" r:id="rId5"/>
    <p:sldLayoutId id="2147483686" r:id="rId6"/>
    <p:sldLayoutId id="2147483701" r:id="rId7"/>
    <p:sldLayoutId id="2147483689" r:id="rId8"/>
    <p:sldLayoutId id="2147483699" r:id="rId9"/>
  </p:sldLayoutIdLst>
  <p:txStyles>
    <p:titleStyle>
      <a:lvl1pPr algn="l" defTabSz="914415"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4" indent="-228604" algn="l" defTabSz="914415"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12" indent="-228604" algn="l" defTabSz="914415"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19" indent="-228604" algn="l" defTabSz="914415"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27"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34"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41"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49"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57"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65"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15" rtl="0" eaLnBrk="1" latinLnBrk="0" hangingPunct="1">
        <a:defRPr sz="1800" kern="1200">
          <a:solidFill>
            <a:schemeClr val="tx1"/>
          </a:solidFill>
          <a:latin typeface="+mn-lt"/>
          <a:ea typeface="+mn-ea"/>
          <a:cs typeface="+mn-cs"/>
        </a:defRPr>
      </a:lvl1pPr>
      <a:lvl2pPr marL="457208" algn="l" defTabSz="914415" rtl="0" eaLnBrk="1" latinLnBrk="0" hangingPunct="1">
        <a:defRPr sz="1800" kern="1200">
          <a:solidFill>
            <a:schemeClr val="tx1"/>
          </a:solidFill>
          <a:latin typeface="+mn-lt"/>
          <a:ea typeface="+mn-ea"/>
          <a:cs typeface="+mn-cs"/>
        </a:defRPr>
      </a:lvl2pPr>
      <a:lvl3pPr marL="914415" algn="l" defTabSz="914415" rtl="0" eaLnBrk="1" latinLnBrk="0" hangingPunct="1">
        <a:defRPr sz="1800" kern="1200">
          <a:solidFill>
            <a:schemeClr val="tx1"/>
          </a:solidFill>
          <a:latin typeface="+mn-lt"/>
          <a:ea typeface="+mn-ea"/>
          <a:cs typeface="+mn-cs"/>
        </a:defRPr>
      </a:lvl3pPr>
      <a:lvl4pPr marL="1371623" algn="l" defTabSz="914415" rtl="0" eaLnBrk="1" latinLnBrk="0" hangingPunct="1">
        <a:defRPr sz="1800" kern="1200">
          <a:solidFill>
            <a:schemeClr val="tx1"/>
          </a:solidFill>
          <a:latin typeface="+mn-lt"/>
          <a:ea typeface="+mn-ea"/>
          <a:cs typeface="+mn-cs"/>
        </a:defRPr>
      </a:lvl4pPr>
      <a:lvl5pPr marL="1828831" algn="l" defTabSz="914415" rtl="0" eaLnBrk="1" latinLnBrk="0" hangingPunct="1">
        <a:defRPr sz="1800" kern="1200">
          <a:solidFill>
            <a:schemeClr val="tx1"/>
          </a:solidFill>
          <a:latin typeface="+mn-lt"/>
          <a:ea typeface="+mn-ea"/>
          <a:cs typeface="+mn-cs"/>
        </a:defRPr>
      </a:lvl5pPr>
      <a:lvl6pPr marL="2286038" algn="l" defTabSz="914415" rtl="0" eaLnBrk="1" latinLnBrk="0" hangingPunct="1">
        <a:defRPr sz="1800" kern="1200">
          <a:solidFill>
            <a:schemeClr val="tx1"/>
          </a:solidFill>
          <a:latin typeface="+mn-lt"/>
          <a:ea typeface="+mn-ea"/>
          <a:cs typeface="+mn-cs"/>
        </a:defRPr>
      </a:lvl6pPr>
      <a:lvl7pPr marL="2743245" algn="l" defTabSz="914415" rtl="0" eaLnBrk="1" latinLnBrk="0" hangingPunct="1">
        <a:defRPr sz="1800" kern="1200">
          <a:solidFill>
            <a:schemeClr val="tx1"/>
          </a:solidFill>
          <a:latin typeface="+mn-lt"/>
          <a:ea typeface="+mn-ea"/>
          <a:cs typeface="+mn-cs"/>
        </a:defRPr>
      </a:lvl7pPr>
      <a:lvl8pPr marL="3200453" algn="l" defTabSz="914415" rtl="0" eaLnBrk="1" latinLnBrk="0" hangingPunct="1">
        <a:defRPr sz="1800" kern="1200">
          <a:solidFill>
            <a:schemeClr val="tx1"/>
          </a:solidFill>
          <a:latin typeface="+mn-lt"/>
          <a:ea typeface="+mn-ea"/>
          <a:cs typeface="+mn-cs"/>
        </a:defRPr>
      </a:lvl8pPr>
      <a:lvl9pPr marL="3657661" algn="l" defTabSz="9144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233" userDrawn="1">
          <p15:clr>
            <a:srgbClr val="F26B43"/>
          </p15:clr>
        </p15:guide>
        <p15:guide id="2" pos="23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6.xml"/><Relationship Id="rId6" Type="http://schemas.openxmlformats.org/officeDocument/2006/relationships/chart" Target="../charts/chart8.xml"/><Relationship Id="rId5" Type="http://schemas.openxmlformats.org/officeDocument/2006/relationships/chart" Target="../charts/chart7.xml"/><Relationship Id="rId4" Type="http://schemas.openxmlformats.org/officeDocument/2006/relationships/chart" Target="../charts/chart6.xml"/></Relationships>
</file>

<file path=ppt/slides/_rels/slide6.xml.rels><?xml version="1.0" encoding="UTF-8" standalone="yes"?>
<Relationships xmlns="http://schemas.openxmlformats.org/package/2006/relationships"><Relationship Id="rId8" Type="http://schemas.openxmlformats.org/officeDocument/2006/relationships/slide" Target="slide12.xml"/><Relationship Id="rId3" Type="http://schemas.openxmlformats.org/officeDocument/2006/relationships/tags" Target="../tags/tag5.xml"/><Relationship Id="rId7" Type="http://schemas.openxmlformats.org/officeDocument/2006/relationships/slide" Target="slide9.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7.xml"/><Relationship Id="rId5" Type="http://schemas.openxmlformats.org/officeDocument/2006/relationships/notesSlide" Target="../notesSlides/notesSlide5.xml"/><Relationship Id="rId4"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image" Target="../media/image7.emf"/><Relationship Id="rId5" Type="http://schemas.openxmlformats.org/officeDocument/2006/relationships/oleObject" Target="../embeddings/oleObject1.bin"/><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image" Target="../media/image7.emf"/><Relationship Id="rId5" Type="http://schemas.openxmlformats.org/officeDocument/2006/relationships/oleObject" Target="../embeddings/oleObject1.bin"/><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8.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8.xml"/><Relationship Id="rId1" Type="http://schemas.openxmlformats.org/officeDocument/2006/relationships/tags" Target="../tags/tag1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8.xml"/><Relationship Id="rId1" Type="http://schemas.openxmlformats.org/officeDocument/2006/relationships/tags" Target="../tags/tag1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8.xml"/><Relationship Id="rId1" Type="http://schemas.openxmlformats.org/officeDocument/2006/relationships/tags" Target="../tags/tag1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8.xml"/><Relationship Id="rId1" Type="http://schemas.openxmlformats.org/officeDocument/2006/relationships/tags" Target="../tags/tag14.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8.xml"/><Relationship Id="rId1" Type="http://schemas.openxmlformats.org/officeDocument/2006/relationships/tags" Target="../tags/tag1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8.xml"/><Relationship Id="rId1" Type="http://schemas.openxmlformats.org/officeDocument/2006/relationships/tags" Target="../tags/tag1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8.xml"/><Relationship Id="rId1" Type="http://schemas.openxmlformats.org/officeDocument/2006/relationships/tags" Target="../tags/tag17.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8.xml"/><Relationship Id="rId1" Type="http://schemas.openxmlformats.org/officeDocument/2006/relationships/tags" Target="../tags/tag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8A8F0F2-F09C-89F8-4E28-AA8FBE1E55C0}"/>
              </a:ext>
            </a:extLst>
          </p:cNvPr>
          <p:cNvGrpSpPr/>
          <p:nvPr/>
        </p:nvGrpSpPr>
        <p:grpSpPr>
          <a:xfrm>
            <a:off x="917571" y="5790648"/>
            <a:ext cx="5724532" cy="1504767"/>
            <a:chOff x="1079493" y="4415868"/>
            <a:chExt cx="5724532" cy="1504767"/>
          </a:xfrm>
        </p:grpSpPr>
        <p:sp>
          <p:nvSpPr>
            <p:cNvPr id="16" name="btfpRowHeaderBoxText438126">
              <a:extLst>
                <a:ext uri="{FF2B5EF4-FFF2-40B4-BE49-F238E27FC236}">
                  <a16:creationId xmlns:a16="http://schemas.microsoft.com/office/drawing/2014/main" id="{FE429AAF-55B8-B948-960D-6C55792C2A5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dirty="0">
                  <a:solidFill>
                    <a:srgbClr val="FFFFFF"/>
                  </a:solidFill>
                  <a:latin typeface="Abar Mid" pitchFamily="2" charset="-78"/>
                  <a:ea typeface="Abar Mid" pitchFamily="2" charset="-78"/>
                  <a:cs typeface="Abar Mid" pitchFamily="2" charset="-78"/>
                </a:rPr>
                <a:t>تقرير الإنجاز الأسبوعي</a:t>
              </a:r>
            </a:p>
          </p:txBody>
        </p:sp>
        <p:sp>
          <p:nvSpPr>
            <p:cNvPr id="19" name="TextBox 18">
              <a:extLst>
                <a:ext uri="{FF2B5EF4-FFF2-40B4-BE49-F238E27FC236}">
                  <a16:creationId xmlns:a16="http://schemas.microsoft.com/office/drawing/2014/main" id="{8225EC8C-BD1E-556A-D67E-EC450A0626F0}"/>
                </a:ext>
              </a:extLst>
            </p:cNvPr>
            <p:cNvSpPr txBox="1"/>
            <p:nvPr/>
          </p:nvSpPr>
          <p:spPr>
            <a:xfrm>
              <a:off x="2266726" y="5458163"/>
              <a:ext cx="3350066" cy="307777"/>
            </a:xfrm>
            <a:prstGeom prst="rect">
              <a:avLst/>
            </a:prstGeom>
            <a:noFill/>
          </p:spPr>
          <p:txBody>
            <a:bodyPr wrap="square" lIns="0" tIns="0" rIns="0" bIns="0" anchor="ctr">
              <a:spAutoFit/>
            </a:bodyPr>
            <a:lstStyle/>
            <a:p>
              <a:pPr algn="ctr" defTabSz="977875" rtl="1"/>
              <a:r>
                <a:rPr lang="en-US" sz="2000" b="1" dirty="0">
                  <a:solidFill>
                    <a:srgbClr val="D7A360"/>
                  </a:solidFill>
                  <a:latin typeface="Abar Mid" pitchFamily="50" charset="-78"/>
                  <a:ea typeface="Abar Mid" pitchFamily="50" charset="-78"/>
                  <a:cs typeface="Abar Mid" pitchFamily="50" charset="-78"/>
                </a:rPr>
                <a:t>24</a:t>
              </a:r>
              <a:r>
                <a:rPr lang="ar-SA" sz="2000" b="1" dirty="0">
                  <a:solidFill>
                    <a:srgbClr val="D7A360"/>
                  </a:solidFill>
                  <a:latin typeface="Abar Mid" pitchFamily="50" charset="-78"/>
                  <a:ea typeface="Abar Mid" pitchFamily="50" charset="-78"/>
                  <a:cs typeface="Abar Mid" pitchFamily="50" charset="-78"/>
                </a:rPr>
                <a:t> سبتمبر 2026</a:t>
              </a:r>
            </a:p>
          </p:txBody>
        </p:sp>
        <p:cxnSp>
          <p:nvCxnSpPr>
            <p:cNvPr id="20" name="Straight Connector 19">
              <a:extLst>
                <a:ext uri="{FF2B5EF4-FFF2-40B4-BE49-F238E27FC236}">
                  <a16:creationId xmlns:a16="http://schemas.microsoft.com/office/drawing/2014/main" id="{EEFA0513-7A34-888A-6014-E910B7023510}"/>
                </a:ext>
              </a:extLst>
            </p:cNvPr>
            <p:cNvCxnSpPr>
              <a:cxnSpLocks/>
            </p:cNvCxnSpPr>
            <p:nvPr/>
          </p:nvCxnSpPr>
          <p:spPr>
            <a:xfrm>
              <a:off x="3300100" y="5920635"/>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18541925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A977D-FAD4-194E-1792-CAB483F600A0}"/>
            </a:ext>
          </a:extLst>
        </p:cNvPr>
        <p:cNvGrpSpPr/>
        <p:nvPr/>
      </p:nvGrpSpPr>
      <p:grpSpPr>
        <a:xfrm>
          <a:off x="0" y="0"/>
          <a:ext cx="0" cy="0"/>
          <a:chOff x="0" y="0"/>
          <a:chExt cx="0" cy="0"/>
        </a:xfrm>
      </p:grpSpPr>
      <p:sp>
        <p:nvSpPr>
          <p:cNvPr id="3" name="Rounded Rectangle 93">
            <a:extLst>
              <a:ext uri="{FF2B5EF4-FFF2-40B4-BE49-F238E27FC236}">
                <a16:creationId xmlns:a16="http://schemas.microsoft.com/office/drawing/2014/main" id="{7E9B4622-A36B-F7BE-1C0C-02DB7F3DB3E9}"/>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dirty="0">
              <a:ln>
                <a:noFill/>
              </a:ln>
              <a:solidFill>
                <a:srgbClr val="F2F2F2"/>
              </a:solidFill>
              <a:effectLst/>
              <a:uLnTx/>
              <a:uFillTx/>
              <a:latin typeface="Century Gothic" panose="020B0502020202020204" pitchFamily="34" charset="0"/>
              <a:ea typeface="+mn-ea"/>
              <a:cs typeface="+mn-cs"/>
            </a:endParaRPr>
          </a:p>
        </p:txBody>
      </p:sp>
      <p:grpSp>
        <p:nvGrpSpPr>
          <p:cNvPr id="2" name="Group 1">
            <a:extLst>
              <a:ext uri="{FF2B5EF4-FFF2-40B4-BE49-F238E27FC236}">
                <a16:creationId xmlns:a16="http://schemas.microsoft.com/office/drawing/2014/main" id="{ACD4B715-D681-8A12-D156-79BFC49A5917}"/>
              </a:ext>
            </a:extLst>
          </p:cNvPr>
          <p:cNvGrpSpPr/>
          <p:nvPr/>
        </p:nvGrpSpPr>
        <p:grpSpPr>
          <a:xfrm>
            <a:off x="474245" y="845457"/>
            <a:ext cx="6623050" cy="853456"/>
            <a:chOff x="474245" y="845457"/>
            <a:chExt cx="6623050" cy="853456"/>
          </a:xfrm>
        </p:grpSpPr>
        <p:sp>
          <p:nvSpPr>
            <p:cNvPr id="5" name="Rounded Rectangle 93">
              <a:extLst>
                <a:ext uri="{FF2B5EF4-FFF2-40B4-BE49-F238E27FC236}">
                  <a16:creationId xmlns:a16="http://schemas.microsoft.com/office/drawing/2014/main" id="{183ABFA4-9FD9-4674-4F06-18013E630531}"/>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dirty="0">
                <a:ln>
                  <a:noFill/>
                </a:ln>
                <a:solidFill>
                  <a:srgbClr val="F2F2F2"/>
                </a:solidFill>
                <a:effectLst/>
                <a:uLnTx/>
                <a:uFillTx/>
                <a:latin typeface="Century Gothic" panose="020B0502020202020204" pitchFamily="34" charset="0"/>
                <a:ea typeface="+mn-ea"/>
                <a:cs typeface="+mn-cs"/>
              </a:endParaRPr>
            </a:p>
          </p:txBody>
        </p:sp>
        <p:sp>
          <p:nvSpPr>
            <p:cNvPr id="6" name="TextBox 5">
              <a:extLst>
                <a:ext uri="{FF2B5EF4-FFF2-40B4-BE49-F238E27FC236}">
                  <a16:creationId xmlns:a16="http://schemas.microsoft.com/office/drawing/2014/main" id="{4F3CCE75-1975-5AD9-B4C2-968F0999F69F}"/>
                </a:ext>
              </a:extLst>
            </p:cNvPr>
            <p:cNvSpPr txBox="1"/>
            <p:nvPr/>
          </p:nvSpPr>
          <p:spPr>
            <a:xfrm>
              <a:off x="740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prstClr val="white">
                      <a:lumMod val="65000"/>
                    </a:prstClr>
                  </a:solidFill>
                  <a:effectLst/>
                  <a:uLnTx/>
                  <a:uFillTx/>
                  <a:latin typeface="Abar Mid" pitchFamily="50" charset="-78"/>
                  <a:ea typeface="Abar Mid" pitchFamily="50" charset="-78"/>
                  <a:cs typeface="Abar Mid" pitchFamily="50" charset="-78"/>
                </a:rPr>
                <a:t>0</a:t>
              </a:r>
            </a:p>
          </p:txBody>
        </p:sp>
        <p:sp>
          <p:nvSpPr>
            <p:cNvPr id="7" name="TextBox 6">
              <a:extLst>
                <a:ext uri="{FF2B5EF4-FFF2-40B4-BE49-F238E27FC236}">
                  <a16:creationId xmlns:a16="http://schemas.microsoft.com/office/drawing/2014/main" id="{D6D164FD-BBE6-C25A-E446-CCE1C3126B61}"/>
                </a:ext>
              </a:extLst>
            </p:cNvPr>
            <p:cNvSpPr txBox="1"/>
            <p:nvPr/>
          </p:nvSpPr>
          <p:spPr>
            <a:xfrm>
              <a:off x="1963282"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endParaRPr>
            </a:p>
          </p:txBody>
        </p:sp>
        <p:sp>
          <p:nvSpPr>
            <p:cNvPr id="9" name="TextBox 8">
              <a:extLst>
                <a:ext uri="{FF2B5EF4-FFF2-40B4-BE49-F238E27FC236}">
                  <a16:creationId xmlns:a16="http://schemas.microsoft.com/office/drawing/2014/main" id="{DBE8DE5E-2B01-B9ED-4358-98F661013026}"/>
                </a:ext>
              </a:extLst>
            </p:cNvPr>
            <p:cNvSpPr txBox="1"/>
            <p:nvPr/>
          </p:nvSpPr>
          <p:spPr>
            <a:xfrm>
              <a:off x="5901726"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إجمالي المهام</a:t>
              </a:r>
            </a:p>
          </p:txBody>
        </p:sp>
        <p:sp>
          <p:nvSpPr>
            <p:cNvPr id="11" name="TextBox 10">
              <a:extLst>
                <a:ext uri="{FF2B5EF4-FFF2-40B4-BE49-F238E27FC236}">
                  <a16:creationId xmlns:a16="http://schemas.microsoft.com/office/drawing/2014/main" id="{6C213196-8A04-2FAD-FBDD-8A229F8D1EE9}"/>
                </a:ext>
              </a:extLst>
            </p:cNvPr>
            <p:cNvSpPr txBox="1"/>
            <p:nvPr/>
          </p:nvSpPr>
          <p:spPr>
            <a:xfrm>
              <a:off x="5992766" y="901399"/>
              <a:ext cx="919654"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12</a:t>
              </a:r>
              <a:endParaRPr kumimoji="0" lang="ar-SA" sz="3600" b="1"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endParaRPr>
            </a:p>
          </p:txBody>
        </p:sp>
        <p:sp>
          <p:nvSpPr>
            <p:cNvPr id="13" name="TextBox 12">
              <a:extLst>
                <a:ext uri="{FF2B5EF4-FFF2-40B4-BE49-F238E27FC236}">
                  <a16:creationId xmlns:a16="http://schemas.microsoft.com/office/drawing/2014/main" id="{8D681E39-ADD8-C594-716B-73D2C9C8F370}"/>
                </a:ext>
              </a:extLst>
            </p:cNvPr>
            <p:cNvSpPr txBox="1"/>
            <p:nvPr/>
          </p:nvSpPr>
          <p:spPr>
            <a:xfrm>
              <a:off x="4422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14" name="TextBox 13">
              <a:extLst>
                <a:ext uri="{FF2B5EF4-FFF2-40B4-BE49-F238E27FC236}">
                  <a16:creationId xmlns:a16="http://schemas.microsoft.com/office/drawing/2014/main" id="{A2C514DC-97F6-3889-8180-0BE9B2B9C750}"/>
                </a:ext>
              </a:extLst>
            </p:cNvPr>
            <p:cNvSpPr txBox="1"/>
            <p:nvPr/>
          </p:nvSpPr>
          <p:spPr>
            <a:xfrm>
              <a:off x="4513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2</a:t>
              </a:r>
              <a:endParaRPr kumimoji="0" lang="ar-SA"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endParaRPr>
            </a:p>
          </p:txBody>
        </p:sp>
        <p:sp>
          <p:nvSpPr>
            <p:cNvPr id="15" name="TextBox 14">
              <a:extLst>
                <a:ext uri="{FF2B5EF4-FFF2-40B4-BE49-F238E27FC236}">
                  <a16:creationId xmlns:a16="http://schemas.microsoft.com/office/drawing/2014/main" id="{F7A44687-1040-2384-2F7D-A4CEAA69D440}"/>
                </a:ext>
              </a:extLst>
            </p:cNvPr>
            <p:cNvSpPr txBox="1"/>
            <p:nvPr/>
          </p:nvSpPr>
          <p:spPr>
            <a:xfrm>
              <a:off x="316638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16" name="TextBox 15">
              <a:extLst>
                <a:ext uri="{FF2B5EF4-FFF2-40B4-BE49-F238E27FC236}">
                  <a16:creationId xmlns:a16="http://schemas.microsoft.com/office/drawing/2014/main" id="{655EFD64-72CE-5B02-038F-E3EF346E6808}"/>
                </a:ext>
              </a:extLst>
            </p:cNvPr>
            <p:cNvSpPr txBox="1"/>
            <p:nvPr/>
          </p:nvSpPr>
          <p:spPr>
            <a:xfrm>
              <a:off x="325742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10</a:t>
              </a:r>
              <a:endParaRPr kumimoji="0" lang="ar-SA"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endParaRPr>
            </a:p>
          </p:txBody>
        </p:sp>
        <p:sp>
          <p:nvSpPr>
            <p:cNvPr id="17" name="TextBox 16">
              <a:extLst>
                <a:ext uri="{FF2B5EF4-FFF2-40B4-BE49-F238E27FC236}">
                  <a16:creationId xmlns:a16="http://schemas.microsoft.com/office/drawing/2014/main" id="{16030ABC-E859-EE4D-3833-1FAD0FD6C489}"/>
                </a:ext>
              </a:extLst>
            </p:cNvPr>
            <p:cNvSpPr txBox="1"/>
            <p:nvPr/>
          </p:nvSpPr>
          <p:spPr>
            <a:xfrm>
              <a:off x="649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prstClr val="white">
                      <a:lumMod val="50000"/>
                    </a:prstClr>
                  </a:solidFill>
                  <a:effectLst/>
                  <a:uLnTx/>
                  <a:uFillTx/>
                  <a:latin typeface="Abar Mid" pitchFamily="50" charset="-78"/>
                  <a:ea typeface="Abar Mid" pitchFamily="50" charset="-78"/>
                  <a:cs typeface="Abar Mid" pitchFamily="50" charset="-78"/>
                </a:rPr>
                <a:t>معلقة</a:t>
              </a:r>
            </a:p>
          </p:txBody>
        </p:sp>
        <p:sp>
          <p:nvSpPr>
            <p:cNvPr id="18" name="Freeform: Shape 17">
              <a:extLst>
                <a:ext uri="{FF2B5EF4-FFF2-40B4-BE49-F238E27FC236}">
                  <a16:creationId xmlns:a16="http://schemas.microsoft.com/office/drawing/2014/main" id="{50813D75-5E58-FFC7-F847-86C86BFF7ED5}"/>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dirty="0">
                <a:ln>
                  <a:noFill/>
                </a:ln>
                <a:solidFill>
                  <a:srgbClr val="FBF7F4"/>
                </a:solidFill>
                <a:effectLst/>
                <a:uLnTx/>
                <a:uFillTx/>
                <a:latin typeface="Sakkal Majalla"/>
                <a:ea typeface="+mn-ea"/>
                <a:cs typeface="+mn-cs"/>
              </a:endParaRPr>
            </a:p>
          </p:txBody>
        </p:sp>
        <p:sp>
          <p:nvSpPr>
            <p:cNvPr id="19" name="TextBox 18">
              <a:extLst>
                <a:ext uri="{FF2B5EF4-FFF2-40B4-BE49-F238E27FC236}">
                  <a16:creationId xmlns:a16="http://schemas.microsoft.com/office/drawing/2014/main" id="{F4E04539-090F-D1A9-DD9C-824C2F987424}"/>
                </a:ext>
              </a:extLst>
            </p:cNvPr>
            <p:cNvSpPr txBox="1"/>
            <p:nvPr/>
          </p:nvSpPr>
          <p:spPr>
            <a:xfrm>
              <a:off x="1872238"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20" name="Straight Connector 19">
              <a:extLst>
                <a:ext uri="{FF2B5EF4-FFF2-40B4-BE49-F238E27FC236}">
                  <a16:creationId xmlns:a16="http://schemas.microsoft.com/office/drawing/2014/main" id="{EDB30051-5058-A097-1171-C2DA0C79BEA8}"/>
                </a:ext>
              </a:extLst>
            </p:cNvPr>
            <p:cNvCxnSpPr>
              <a:cxnSpLocks/>
            </p:cNvCxnSpPr>
            <p:nvPr/>
          </p:nvCxnSpPr>
          <p:spPr>
            <a:xfrm flipV="1">
              <a:off x="4310331"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1" name="Straight Connector 20">
              <a:extLst>
                <a:ext uri="{FF2B5EF4-FFF2-40B4-BE49-F238E27FC236}">
                  <a16:creationId xmlns:a16="http://schemas.microsoft.com/office/drawing/2014/main" id="{CCBCECC5-87E2-4332-AA95-9E1D33F729B7}"/>
                </a:ext>
              </a:extLst>
            </p:cNvPr>
            <p:cNvCxnSpPr>
              <a:cxnSpLocks/>
            </p:cNvCxnSpPr>
            <p:nvPr/>
          </p:nvCxnSpPr>
          <p:spPr>
            <a:xfrm flipV="1">
              <a:off x="3058563"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2" name="Straight Connector 21">
              <a:extLst>
                <a:ext uri="{FF2B5EF4-FFF2-40B4-BE49-F238E27FC236}">
                  <a16:creationId xmlns:a16="http://schemas.microsoft.com/office/drawing/2014/main" id="{3A6944DF-EE7C-84B5-C979-42976B874889}"/>
                </a:ext>
              </a:extLst>
            </p:cNvPr>
            <p:cNvCxnSpPr>
              <a:cxnSpLocks/>
            </p:cNvCxnSpPr>
            <p:nvPr/>
          </p:nvCxnSpPr>
          <p:spPr>
            <a:xfrm flipV="1">
              <a:off x="1806795"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pSp>
      <p:graphicFrame>
        <p:nvGraphicFramePr>
          <p:cNvPr id="24" name="Chart 23">
            <a:extLst>
              <a:ext uri="{FF2B5EF4-FFF2-40B4-BE49-F238E27FC236}">
                <a16:creationId xmlns:a16="http://schemas.microsoft.com/office/drawing/2014/main" id="{32CE81B1-22BE-1895-001C-B7932DE22516}"/>
              </a:ext>
            </a:extLst>
          </p:cNvPr>
          <p:cNvGraphicFramePr/>
          <p:nvPr>
            <p:extLst>
              <p:ext uri="{D42A27DB-BD31-4B8C-83A1-F6EECF244321}">
                <p14:modId xmlns:p14="http://schemas.microsoft.com/office/powerpoint/2010/main" val="305797528"/>
              </p:ext>
            </p:extLst>
          </p:nvPr>
        </p:nvGraphicFramePr>
        <p:xfrm>
          <a:off x="474245" y="1788258"/>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5" name="Table 24">
            <a:extLst>
              <a:ext uri="{FF2B5EF4-FFF2-40B4-BE49-F238E27FC236}">
                <a16:creationId xmlns:a16="http://schemas.microsoft.com/office/drawing/2014/main" id="{3C308FE4-692D-D8D9-9C96-48B1DE6F32DD}"/>
              </a:ext>
            </a:extLst>
          </p:cNvPr>
          <p:cNvGraphicFramePr>
            <a:graphicFrameLocks noGrp="1"/>
          </p:cNvGraphicFramePr>
          <p:nvPr>
            <p:extLst>
              <p:ext uri="{D42A27DB-BD31-4B8C-83A1-F6EECF244321}">
                <p14:modId xmlns:p14="http://schemas.microsoft.com/office/powerpoint/2010/main" val="3391130044"/>
              </p:ext>
            </p:extLst>
          </p:nvPr>
        </p:nvGraphicFramePr>
        <p:xfrm>
          <a:off x="474245" y="8703038"/>
          <a:ext cx="6623050" cy="2034540"/>
        </p:xfrm>
        <a:graphic>
          <a:graphicData uri="http://schemas.openxmlformats.org/drawingml/2006/table">
            <a:tbl>
              <a:tblPr/>
              <a:tblGrid>
                <a:gridCol w="1751430">
                  <a:extLst>
                    <a:ext uri="{9D8B030D-6E8A-4147-A177-3AD203B41FA5}">
                      <a16:colId xmlns:a16="http://schemas.microsoft.com/office/drawing/2014/main" val="3562085196"/>
                    </a:ext>
                  </a:extLst>
                </a:gridCol>
                <a:gridCol w="1038225">
                  <a:extLst>
                    <a:ext uri="{9D8B030D-6E8A-4147-A177-3AD203B41FA5}">
                      <a16:colId xmlns:a16="http://schemas.microsoft.com/office/drawing/2014/main" val="20000"/>
                    </a:ext>
                  </a:extLst>
                </a:gridCol>
                <a:gridCol w="3489911">
                  <a:extLst>
                    <a:ext uri="{9D8B030D-6E8A-4147-A177-3AD203B41FA5}">
                      <a16:colId xmlns:a16="http://schemas.microsoft.com/office/drawing/2014/main" val="20001"/>
                    </a:ext>
                  </a:extLst>
                </a:gridCol>
                <a:gridCol w="343484">
                  <a:extLst>
                    <a:ext uri="{9D8B030D-6E8A-4147-A177-3AD203B41FA5}">
                      <a16:colId xmlns:a16="http://schemas.microsoft.com/office/drawing/2014/main" val="20002"/>
                    </a:ext>
                  </a:extLst>
                </a:gridCol>
              </a:tblGrid>
              <a:tr h="0">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طلبات الدعم</a:t>
                      </a:r>
                    </a:p>
                  </a:txBody>
                  <a:tcPr marL="45720" anchor="ctr">
                    <a:lnL w="12700" cap="flat" cmpd="sng" algn="ctr">
                      <a:noFill/>
                      <a:prstDash val="solid"/>
                      <a:round/>
                      <a:headEnd type="none" w="med" len="med"/>
                      <a:tailEnd type="none" w="med" len="med"/>
                    </a:lnL>
                    <a:lnR w="57150" cap="flat" cmpd="sng" algn="ctr">
                      <a:solidFill>
                        <a:srgbClr val="D9A86A"/>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AE" sz="1000" b="1" dirty="0">
                          <a:solidFill>
                            <a:srgbClr val="FFFFFF"/>
                          </a:solidFill>
                          <a:latin typeface="Abar Mid" pitchFamily="2" charset="-78"/>
                          <a:ea typeface="Abar Mid" pitchFamily="2" charset="-78"/>
                          <a:cs typeface="Abar Mid" pitchFamily="2" charset="-78"/>
                        </a:rPr>
                        <a:t>طلب الدعم</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noProof="0" dirty="0">
                          <a:solidFill>
                            <a:srgbClr val="FFFFFF"/>
                          </a:solidFill>
                          <a:latin typeface="Abar Mid" pitchFamily="50" charset="-78"/>
                          <a:ea typeface="Abar Mid" pitchFamily="50" charset="-78"/>
                          <a:cs typeface="Abar Mid" pitchFamily="50" charset="-78"/>
                        </a:rPr>
                        <a:t>القطاع</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1" dirty="0" err="1">
                          <a:solidFill>
                            <a:srgbClr val="FFFFFF"/>
                          </a:solidFill>
                          <a:latin typeface="Abar Mid" pitchFamily="50" charset="-78"/>
                          <a:ea typeface="Abar Mid" pitchFamily="50" charset="-78"/>
                          <a:cs typeface="Abar Mid" pitchFamily="50" charset="-78"/>
                        </a:rPr>
                        <a:t>المهمة</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70810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7A2E35"/>
                          </a:solidFill>
                          <a:latin typeface="Abar Mid" pitchFamily="2" charset="-78"/>
                          <a:ea typeface="Abar Mid" pitchFamily="2" charset="-78"/>
                          <a:cs typeface="Abar Mid" pitchFamily="2" charset="-78"/>
                        </a:rPr>
                        <a:t>طلب تمديد حتى تاريخ 31 أكتوبر نظرا لارتباط الاستضافة بحملة «جاي للعمرة»، والحاجة إلى استكمال المسح الأمني للمؤثرين المرشحين، إضافة إلى تحديات الجاهزية التقنية لباقة العمرة المباشرة في تطبيق «نسك» وعدم إطلاقها حتى تاريخه.</a:t>
                      </a:r>
                      <a:endParaRPr sz="1000" b="1">
                        <a:solidFill>
                          <a:srgbClr val="7A2E35"/>
                        </a:solidFill>
                        <a:latin typeface="Abar Mid" pitchFamily="2" charset="-78"/>
                        <a:ea typeface="Abar Mid" pitchFamily="2" charset="-78"/>
                        <a:cs typeface="Abar Mid" pitchFamily="2"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0" dirty="0">
                          <a:solidFill>
                            <a:schemeClr val="tx1"/>
                          </a:solidFill>
                          <a:latin typeface="Abar Mid" pitchFamily="50" charset="-78"/>
                          <a:ea typeface="Abar Mid" pitchFamily="50" charset="-78"/>
                          <a:cs typeface="Abar Mid" pitchFamily="50" charset="-78"/>
                        </a:rPr>
                        <a:t>وكالة التعاون الدولي والشراكات</a:t>
                      </a:r>
                      <a:endParaRPr sz="1000" b="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000" b="0" dirty="0">
                          <a:solidFill>
                            <a:schemeClr val="tx1"/>
                          </a:solidFill>
                          <a:latin typeface="Abar Mid" pitchFamily="50" charset="-78"/>
                          <a:ea typeface="Abar Mid" pitchFamily="50" charset="-78"/>
                          <a:cs typeface="Abar Mid" pitchFamily="50" charset="-78"/>
                        </a:rPr>
                        <a:t>استضافة مؤثرين على وسائل التواصل الاجتماعي من المملكة والخليج للترويج للعمرة المباشرة</a:t>
                      </a:r>
                      <a:endParaRPr sz="1000" b="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0" dirty="0">
                          <a:solidFill>
                            <a:schemeClr val="tx1"/>
                          </a:solidFill>
                          <a:latin typeface="Abar Mid" pitchFamily="50" charset="-78"/>
                          <a:ea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24B98477-BCD3-FB0B-D64E-B319BEBECA61}"/>
              </a:ext>
            </a:extLst>
          </p:cNvPr>
          <p:cNvGraphicFramePr>
            <a:graphicFrameLocks/>
          </p:cNvGraphicFramePr>
          <p:nvPr>
            <p:extLst>
              <p:ext uri="{D42A27DB-BD31-4B8C-83A1-F6EECF244321}">
                <p14:modId xmlns:p14="http://schemas.microsoft.com/office/powerpoint/2010/main" val="417984375"/>
              </p:ext>
            </p:extLst>
          </p:nvPr>
        </p:nvGraphicFramePr>
        <p:xfrm>
          <a:off x="474246" y="7284943"/>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المعلقة</a:t>
                      </a:r>
                    </a:p>
                  </a:txBody>
                  <a:tcPr marL="45720" anchor="ctr">
                    <a:lnL w="57150" cap="flat" cmpd="sng" algn="ctr">
                      <a:solidFill>
                        <a:schemeClr val="bg1">
                          <a:lumMod val="65000"/>
                        </a:schemeClr>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التحديث</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10" name="Table 9">
            <a:extLst>
              <a:ext uri="{FF2B5EF4-FFF2-40B4-BE49-F238E27FC236}">
                <a16:creationId xmlns:a16="http://schemas.microsoft.com/office/drawing/2014/main" id="{29852CAF-D388-3E18-BA70-6C9E5FB343F7}"/>
              </a:ext>
            </a:extLst>
          </p:cNvPr>
          <p:cNvGraphicFramePr>
            <a:graphicFrameLocks/>
          </p:cNvGraphicFramePr>
          <p:nvPr>
            <p:extLst>
              <p:ext uri="{D42A27DB-BD31-4B8C-83A1-F6EECF244321}">
                <p14:modId xmlns:p14="http://schemas.microsoft.com/office/powerpoint/2010/main" val="2019303517"/>
              </p:ext>
            </p:extLst>
          </p:nvPr>
        </p:nvGraphicFramePr>
        <p:xfrm>
          <a:off x="474246" y="4448755"/>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المكتملة</a:t>
                      </a:r>
                    </a:p>
                  </a:txBody>
                  <a:tcPr marL="45720" anchor="ctr">
                    <a:lnL w="57150" cap="flat" cmpd="sng" algn="ctr">
                      <a:solidFill>
                        <a:srgbClr val="164767"/>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3" name="Table 22">
            <a:extLst>
              <a:ext uri="{FF2B5EF4-FFF2-40B4-BE49-F238E27FC236}">
                <a16:creationId xmlns:a16="http://schemas.microsoft.com/office/drawing/2014/main" id="{DB91C56E-189A-ACA9-8953-B0CDCB57F1CA}"/>
              </a:ext>
            </a:extLst>
          </p:cNvPr>
          <p:cNvGraphicFramePr>
            <a:graphicFrameLocks/>
          </p:cNvGraphicFramePr>
          <p:nvPr>
            <p:extLst>
              <p:ext uri="{D42A27DB-BD31-4B8C-83A1-F6EECF244321}">
                <p14:modId xmlns:p14="http://schemas.microsoft.com/office/powerpoint/2010/main" val="1267407537"/>
              </p:ext>
            </p:extLst>
          </p:nvPr>
        </p:nvGraphicFramePr>
        <p:xfrm>
          <a:off x="474246" y="5866849"/>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المتأخرة</a:t>
                      </a:r>
                    </a:p>
                  </a:txBody>
                  <a:tcPr marL="45720" anchor="ctr">
                    <a:lnL w="57150" cap="flat" cmpd="sng" algn="ctr">
                      <a:solidFill>
                        <a:srgbClr val="87452B"/>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031017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60FB4-CE02-3545-109C-C982CA0EC45B}"/>
            </a:ext>
          </a:extLst>
        </p:cNvPr>
        <p:cNvGrpSpPr/>
        <p:nvPr/>
      </p:nvGrpSpPr>
      <p:grpSpPr>
        <a:xfrm>
          <a:off x="0" y="0"/>
          <a:ext cx="0" cy="0"/>
          <a:chOff x="0" y="0"/>
          <a:chExt cx="0" cy="0"/>
        </a:xfrm>
      </p:grpSpPr>
      <p:sp>
        <p:nvSpPr>
          <p:cNvPr id="6" name="Rounded Rectangle 93">
            <a:extLst>
              <a:ext uri="{FF2B5EF4-FFF2-40B4-BE49-F238E27FC236}">
                <a16:creationId xmlns:a16="http://schemas.microsoft.com/office/drawing/2014/main" id="{C5FCEF9F-19BE-9AC0-6D51-C4E6C2077C5F}"/>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10" name="TextBox 9">
            <a:extLst>
              <a:ext uri="{FF2B5EF4-FFF2-40B4-BE49-F238E27FC236}">
                <a16:creationId xmlns:a16="http://schemas.microsoft.com/office/drawing/2014/main" id="{103E7B93-2CBC-E488-FCD0-C281156A196D}"/>
              </a:ext>
            </a:extLst>
          </p:cNvPr>
          <p:cNvSpPr txBox="1"/>
          <p:nvPr/>
        </p:nvSpPr>
        <p:spPr>
          <a:xfrm>
            <a:off x="5990928" y="845457"/>
            <a:ext cx="919654"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20</a:t>
            </a:r>
          </a:p>
        </p:txBody>
      </p:sp>
      <p:sp>
        <p:nvSpPr>
          <p:cNvPr id="5" name="Rounded Rectangle 93">
            <a:extLst>
              <a:ext uri="{FF2B5EF4-FFF2-40B4-BE49-F238E27FC236}">
                <a16:creationId xmlns:a16="http://schemas.microsoft.com/office/drawing/2014/main" id="{3067AB06-4734-AF09-9574-BF84A8461B73}"/>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7" name="TextBox 6">
            <a:extLst>
              <a:ext uri="{FF2B5EF4-FFF2-40B4-BE49-F238E27FC236}">
                <a16:creationId xmlns:a16="http://schemas.microsoft.com/office/drawing/2014/main" id="{0764BEF1-1BCA-E0B4-15EA-D29EBA9C6BCC}"/>
              </a:ext>
            </a:extLst>
          </p:cNvPr>
          <p:cNvSpPr txBox="1"/>
          <p:nvPr/>
        </p:nvSpPr>
        <p:spPr>
          <a:xfrm>
            <a:off x="740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prstClr val="white">
                    <a:lumMod val="65000"/>
                  </a:prstClr>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a:ln>
                <a:noFill/>
              </a:ln>
              <a:solidFill>
                <a:prstClr val="white">
                  <a:lumMod val="65000"/>
                </a:prstClr>
              </a:solidFill>
              <a:effectLst/>
              <a:uLnTx/>
              <a:uFillTx/>
              <a:latin typeface="Abar Mid" pitchFamily="50" charset="-78"/>
              <a:ea typeface="Abar Mid" pitchFamily="50" charset="-78"/>
              <a:cs typeface="Abar Mid" pitchFamily="50" charset="-78"/>
            </a:endParaRPr>
          </a:p>
        </p:txBody>
      </p:sp>
      <p:sp>
        <p:nvSpPr>
          <p:cNvPr id="8" name="TextBox 7">
            <a:extLst>
              <a:ext uri="{FF2B5EF4-FFF2-40B4-BE49-F238E27FC236}">
                <a16:creationId xmlns:a16="http://schemas.microsoft.com/office/drawing/2014/main" id="{E2D6875E-C0BC-583C-78FF-E9DAD03BCC9A}"/>
              </a:ext>
            </a:extLst>
          </p:cNvPr>
          <p:cNvSpPr txBox="1"/>
          <p:nvPr/>
        </p:nvSpPr>
        <p:spPr>
          <a:xfrm>
            <a:off x="1963282"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0</a:t>
            </a:r>
          </a:p>
        </p:txBody>
      </p:sp>
      <p:sp>
        <p:nvSpPr>
          <p:cNvPr id="9" name="TextBox 8">
            <a:extLst>
              <a:ext uri="{FF2B5EF4-FFF2-40B4-BE49-F238E27FC236}">
                <a16:creationId xmlns:a16="http://schemas.microsoft.com/office/drawing/2014/main" id="{D2397805-DAE3-BADA-871C-CC8E64B380AC}"/>
              </a:ext>
            </a:extLst>
          </p:cNvPr>
          <p:cNvSpPr txBox="1"/>
          <p:nvPr/>
        </p:nvSpPr>
        <p:spPr>
          <a:xfrm>
            <a:off x="5899888" y="1291062"/>
            <a:ext cx="1101743" cy="43088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إجمالي مشاريع سهيل</a:t>
            </a:r>
          </a:p>
        </p:txBody>
      </p:sp>
      <p:sp>
        <p:nvSpPr>
          <p:cNvPr id="11" name="TextBox 10">
            <a:extLst>
              <a:ext uri="{FF2B5EF4-FFF2-40B4-BE49-F238E27FC236}">
                <a16:creationId xmlns:a16="http://schemas.microsoft.com/office/drawing/2014/main" id="{04438F37-B43E-2B00-1C56-A27ECE7CCF00}"/>
              </a:ext>
            </a:extLst>
          </p:cNvPr>
          <p:cNvSpPr txBox="1"/>
          <p:nvPr/>
        </p:nvSpPr>
        <p:spPr>
          <a:xfrm>
            <a:off x="4422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12" name="TextBox 11">
            <a:extLst>
              <a:ext uri="{FF2B5EF4-FFF2-40B4-BE49-F238E27FC236}">
                <a16:creationId xmlns:a16="http://schemas.microsoft.com/office/drawing/2014/main" id="{DC6FCA89-3CAC-AC83-EC76-685AC579470B}"/>
              </a:ext>
            </a:extLst>
          </p:cNvPr>
          <p:cNvSpPr txBox="1"/>
          <p:nvPr/>
        </p:nvSpPr>
        <p:spPr>
          <a:xfrm>
            <a:off x="4513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4</a:t>
            </a:r>
          </a:p>
        </p:txBody>
      </p:sp>
      <p:sp>
        <p:nvSpPr>
          <p:cNvPr id="13" name="TextBox 12">
            <a:extLst>
              <a:ext uri="{FF2B5EF4-FFF2-40B4-BE49-F238E27FC236}">
                <a16:creationId xmlns:a16="http://schemas.microsoft.com/office/drawing/2014/main" id="{EE4706A6-C2D0-855C-A669-E18BA137F86E}"/>
              </a:ext>
            </a:extLst>
          </p:cNvPr>
          <p:cNvSpPr txBox="1"/>
          <p:nvPr/>
        </p:nvSpPr>
        <p:spPr>
          <a:xfrm>
            <a:off x="316638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14" name="TextBox 13">
            <a:extLst>
              <a:ext uri="{FF2B5EF4-FFF2-40B4-BE49-F238E27FC236}">
                <a16:creationId xmlns:a16="http://schemas.microsoft.com/office/drawing/2014/main" id="{516CB12E-7BB1-2EB8-FCD6-1C032F17EBD1}"/>
              </a:ext>
            </a:extLst>
          </p:cNvPr>
          <p:cNvSpPr txBox="1"/>
          <p:nvPr/>
        </p:nvSpPr>
        <p:spPr>
          <a:xfrm>
            <a:off x="325742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1</a:t>
            </a:r>
            <a:r>
              <a:rPr kumimoji="0" lang="en-US"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6</a:t>
            </a:r>
            <a:endParaRPr kumimoji="0" lang="ar-SA"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endParaRPr>
          </a:p>
        </p:txBody>
      </p:sp>
      <p:sp>
        <p:nvSpPr>
          <p:cNvPr id="15" name="TextBox 14">
            <a:extLst>
              <a:ext uri="{FF2B5EF4-FFF2-40B4-BE49-F238E27FC236}">
                <a16:creationId xmlns:a16="http://schemas.microsoft.com/office/drawing/2014/main" id="{C6A4481B-A51D-92CB-A84E-401E2A411CED}"/>
              </a:ext>
            </a:extLst>
          </p:cNvPr>
          <p:cNvSpPr txBox="1"/>
          <p:nvPr/>
        </p:nvSpPr>
        <p:spPr>
          <a:xfrm>
            <a:off x="649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prstClr val="white">
                    <a:lumMod val="50000"/>
                  </a:prstClr>
                </a:solidFill>
                <a:effectLst/>
                <a:uLnTx/>
                <a:uFillTx/>
                <a:latin typeface="Abar Mid" pitchFamily="50" charset="-78"/>
                <a:ea typeface="Abar Mid" pitchFamily="50" charset="-78"/>
                <a:cs typeface="Abar Mid" pitchFamily="50" charset="-78"/>
              </a:rPr>
              <a:t>لم تبدأ</a:t>
            </a:r>
          </a:p>
        </p:txBody>
      </p:sp>
      <p:sp>
        <p:nvSpPr>
          <p:cNvPr id="16" name="Freeform: Shape 15">
            <a:extLst>
              <a:ext uri="{FF2B5EF4-FFF2-40B4-BE49-F238E27FC236}">
                <a16:creationId xmlns:a16="http://schemas.microsoft.com/office/drawing/2014/main" id="{F250548F-635F-4974-EBCB-8582C8BE74E6}"/>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a:ln>
                <a:noFill/>
              </a:ln>
              <a:solidFill>
                <a:srgbClr val="FBF7F4"/>
              </a:solidFill>
              <a:effectLst/>
              <a:uLnTx/>
              <a:uFillTx/>
              <a:latin typeface="Sakkal Majalla"/>
              <a:ea typeface="+mn-ea"/>
              <a:cs typeface="+mn-cs"/>
            </a:endParaRPr>
          </a:p>
        </p:txBody>
      </p:sp>
      <p:sp>
        <p:nvSpPr>
          <p:cNvPr id="17" name="TextBox 16">
            <a:extLst>
              <a:ext uri="{FF2B5EF4-FFF2-40B4-BE49-F238E27FC236}">
                <a16:creationId xmlns:a16="http://schemas.microsoft.com/office/drawing/2014/main" id="{4FD4B84C-7598-824B-35DF-4F8EF83B0079}"/>
              </a:ext>
            </a:extLst>
          </p:cNvPr>
          <p:cNvSpPr txBox="1"/>
          <p:nvPr/>
        </p:nvSpPr>
        <p:spPr>
          <a:xfrm>
            <a:off x="1872238"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18" name="Straight Connector 17">
            <a:extLst>
              <a:ext uri="{FF2B5EF4-FFF2-40B4-BE49-F238E27FC236}">
                <a16:creationId xmlns:a16="http://schemas.microsoft.com/office/drawing/2014/main" id="{398C930B-502C-B130-6BEA-6FE2E0759501}"/>
              </a:ext>
            </a:extLst>
          </p:cNvPr>
          <p:cNvCxnSpPr>
            <a:cxnSpLocks/>
          </p:cNvCxnSpPr>
          <p:nvPr/>
        </p:nvCxnSpPr>
        <p:spPr>
          <a:xfrm flipV="1">
            <a:off x="4310331"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19" name="Straight Connector 18">
            <a:extLst>
              <a:ext uri="{FF2B5EF4-FFF2-40B4-BE49-F238E27FC236}">
                <a16:creationId xmlns:a16="http://schemas.microsoft.com/office/drawing/2014/main" id="{7520A4BD-45ED-2367-85B4-F2FBA5D1EFD8}"/>
              </a:ext>
            </a:extLst>
          </p:cNvPr>
          <p:cNvCxnSpPr>
            <a:cxnSpLocks/>
          </p:cNvCxnSpPr>
          <p:nvPr/>
        </p:nvCxnSpPr>
        <p:spPr>
          <a:xfrm flipV="1">
            <a:off x="3058563"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0" name="Straight Connector 19">
            <a:extLst>
              <a:ext uri="{FF2B5EF4-FFF2-40B4-BE49-F238E27FC236}">
                <a16:creationId xmlns:a16="http://schemas.microsoft.com/office/drawing/2014/main" id="{E55FAD18-A1E0-AC20-1A99-13B8A34EB61A}"/>
              </a:ext>
            </a:extLst>
          </p:cNvPr>
          <p:cNvCxnSpPr>
            <a:cxnSpLocks/>
          </p:cNvCxnSpPr>
          <p:nvPr/>
        </p:nvCxnSpPr>
        <p:spPr>
          <a:xfrm flipV="1">
            <a:off x="1806795"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21" name="Chart 20">
            <a:extLst>
              <a:ext uri="{FF2B5EF4-FFF2-40B4-BE49-F238E27FC236}">
                <a16:creationId xmlns:a16="http://schemas.microsoft.com/office/drawing/2014/main" id="{577BEBE0-9E7E-0099-5ED6-E6961625E2EA}"/>
              </a:ext>
            </a:extLst>
          </p:cNvPr>
          <p:cNvGraphicFramePr/>
          <p:nvPr/>
        </p:nvGraphicFramePr>
        <p:xfrm>
          <a:off x="474250" y="1783831"/>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Table 3">
            <a:extLst>
              <a:ext uri="{FF2B5EF4-FFF2-40B4-BE49-F238E27FC236}">
                <a16:creationId xmlns:a16="http://schemas.microsoft.com/office/drawing/2014/main" id="{00BA627B-32AA-1ADA-50CC-F62281CD6958}"/>
              </a:ext>
            </a:extLst>
          </p:cNvPr>
          <p:cNvGraphicFramePr>
            <a:graphicFrameLocks/>
          </p:cNvGraphicFramePr>
          <p:nvPr>
            <p:extLst>
              <p:ext uri="{D42A27DB-BD31-4B8C-83A1-F6EECF244321}">
                <p14:modId xmlns:p14="http://schemas.microsoft.com/office/powerpoint/2010/main" val="4000184021"/>
              </p:ext>
            </p:extLst>
          </p:nvPr>
        </p:nvGraphicFramePr>
        <p:xfrm>
          <a:off x="474245" y="4409471"/>
          <a:ext cx="6623050" cy="1725258"/>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أبرز التحديثات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التحديث</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1" i="0" u="none" strike="noStrike" dirty="0">
                          <a:solidFill>
                            <a:srgbClr val="000000"/>
                          </a:solidFill>
                          <a:effectLst/>
                          <a:latin typeface="Abar Mid" pitchFamily="50" charset="-78"/>
                          <a:cs typeface="Abar Mid" pitchFamily="50" charset="-78"/>
                        </a:rPr>
                        <a:t>تاريخ التحديث 24 سبتمبر 2026</a:t>
                      </a:r>
                      <a:endParaRPr lang="en-US" sz="1000" b="1" i="0" u="none" strike="noStrike" dirty="0">
                        <a:solidFill>
                          <a:srgbClr val="000000"/>
                        </a:solidFill>
                        <a:effectLst/>
                        <a:latin typeface="Abar Mid" pitchFamily="50" charset="-78"/>
                        <a:cs typeface="Abar Mid" pitchFamily="50" charset="-78"/>
                      </a:endParaRP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تم الانتهاء من معرض ابتكارات الحج وعرض جميع المشاركات، بمشاركة 17 شركة/مبتكر وتقديم 22 نموذج مبتكر للمظلات.</a:t>
                      </a: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 name="Table 1">
            <a:extLst>
              <a:ext uri="{FF2B5EF4-FFF2-40B4-BE49-F238E27FC236}">
                <a16:creationId xmlns:a16="http://schemas.microsoft.com/office/drawing/2014/main" id="{2AB70EB0-C4D4-2A9F-7DDB-41B7B8316E2E}"/>
              </a:ext>
            </a:extLst>
          </p:cNvPr>
          <p:cNvGraphicFramePr>
            <a:graphicFrameLocks/>
          </p:cNvGraphicFramePr>
          <p:nvPr/>
        </p:nvGraphicFramePr>
        <p:xfrm>
          <a:off x="474245" y="8067059"/>
          <a:ext cx="6623050" cy="1608840"/>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التحديات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القطاع</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3" name="Table 22">
            <a:extLst>
              <a:ext uri="{FF2B5EF4-FFF2-40B4-BE49-F238E27FC236}">
                <a16:creationId xmlns:a16="http://schemas.microsoft.com/office/drawing/2014/main" id="{CF546488-1D51-FC1E-8268-FEB36D923228}"/>
              </a:ext>
            </a:extLst>
          </p:cNvPr>
          <p:cNvGraphicFramePr>
            <a:graphicFrameLocks/>
          </p:cNvGraphicFramePr>
          <p:nvPr>
            <p:extLst>
              <p:ext uri="{D42A27DB-BD31-4B8C-83A1-F6EECF244321}">
                <p14:modId xmlns:p14="http://schemas.microsoft.com/office/powerpoint/2010/main" val="801982769"/>
              </p:ext>
            </p:extLst>
          </p:nvPr>
        </p:nvGraphicFramePr>
        <p:xfrm>
          <a:off x="474245" y="6296474"/>
          <a:ext cx="6623050" cy="1608840"/>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المشاريع المتأخرة</a:t>
                      </a:r>
                    </a:p>
                  </a:txBody>
                  <a:tcPr marL="45720" anchor="ctr">
                    <a:lnL w="57150" cap="flat" cmpd="sng" algn="ctr">
                      <a:solidFill>
                        <a:srgbClr val="87452B"/>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320534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4A48B-904F-AAF1-C29E-007825A3F4DC}"/>
            </a:ext>
          </a:extLst>
        </p:cNvPr>
        <p:cNvGrpSpPr/>
        <p:nvPr/>
      </p:nvGrpSpPr>
      <p:grpSpPr>
        <a:xfrm>
          <a:off x="0" y="0"/>
          <a:ext cx="0" cy="0"/>
          <a:chOff x="0" y="0"/>
          <a:chExt cx="0" cy="0"/>
        </a:xfrm>
      </p:grpSpPr>
      <p:sp>
        <p:nvSpPr>
          <p:cNvPr id="3" name="Rounded Rectangle 93">
            <a:extLst>
              <a:ext uri="{FF2B5EF4-FFF2-40B4-BE49-F238E27FC236}">
                <a16:creationId xmlns:a16="http://schemas.microsoft.com/office/drawing/2014/main" id="{F267A199-CBC6-3BE1-F3FD-B3F3FF32F567}"/>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23" name="Rounded Rectangle 93">
            <a:extLst>
              <a:ext uri="{FF2B5EF4-FFF2-40B4-BE49-F238E27FC236}">
                <a16:creationId xmlns:a16="http://schemas.microsoft.com/office/drawing/2014/main" id="{23EF1679-8877-67BA-AEAD-006540971F5A}"/>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24" name="TextBox 23">
            <a:extLst>
              <a:ext uri="{FF2B5EF4-FFF2-40B4-BE49-F238E27FC236}">
                <a16:creationId xmlns:a16="http://schemas.microsoft.com/office/drawing/2014/main" id="{8AE0D803-C6E5-1514-EF86-C14C9EE2431D}"/>
              </a:ext>
            </a:extLst>
          </p:cNvPr>
          <p:cNvSpPr txBox="1"/>
          <p:nvPr/>
        </p:nvSpPr>
        <p:spPr>
          <a:xfrm>
            <a:off x="5944906" y="839840"/>
            <a:ext cx="1010703"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589</a:t>
            </a:r>
            <a:endParaRPr kumimoji="0" lang="ar-SA"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endParaRPr>
          </a:p>
        </p:txBody>
      </p:sp>
      <p:sp>
        <p:nvSpPr>
          <p:cNvPr id="26" name="TextBox 25">
            <a:extLst>
              <a:ext uri="{FF2B5EF4-FFF2-40B4-BE49-F238E27FC236}">
                <a16:creationId xmlns:a16="http://schemas.microsoft.com/office/drawing/2014/main" id="{D25FED4B-6291-ABBC-973F-F6805590AF21}"/>
              </a:ext>
            </a:extLst>
          </p:cNvPr>
          <p:cNvSpPr txBox="1"/>
          <p:nvPr/>
        </p:nvSpPr>
        <p:spPr>
          <a:xfrm>
            <a:off x="750819"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endParaRPr>
          </a:p>
        </p:txBody>
      </p:sp>
      <p:sp>
        <p:nvSpPr>
          <p:cNvPr id="27" name="TextBox 26">
            <a:extLst>
              <a:ext uri="{FF2B5EF4-FFF2-40B4-BE49-F238E27FC236}">
                <a16:creationId xmlns:a16="http://schemas.microsoft.com/office/drawing/2014/main" id="{B527E9D3-39D6-52D6-FF0F-7B1B87877E26}"/>
              </a:ext>
            </a:extLst>
          </p:cNvPr>
          <p:cNvSpPr txBox="1"/>
          <p:nvPr/>
        </p:nvSpPr>
        <p:spPr>
          <a:xfrm>
            <a:off x="5899888" y="1291062"/>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إجمالي العاملات</a:t>
            </a:r>
          </a:p>
        </p:txBody>
      </p:sp>
      <p:sp>
        <p:nvSpPr>
          <p:cNvPr id="28" name="TextBox 27">
            <a:extLst>
              <a:ext uri="{FF2B5EF4-FFF2-40B4-BE49-F238E27FC236}">
                <a16:creationId xmlns:a16="http://schemas.microsoft.com/office/drawing/2014/main" id="{A0689A70-BCDF-CC53-8C47-68CF10724378}"/>
              </a:ext>
            </a:extLst>
          </p:cNvPr>
          <p:cNvSpPr txBox="1"/>
          <p:nvPr/>
        </p:nvSpPr>
        <p:spPr>
          <a:xfrm>
            <a:off x="4140075"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29" name="TextBox 28">
            <a:extLst>
              <a:ext uri="{FF2B5EF4-FFF2-40B4-BE49-F238E27FC236}">
                <a16:creationId xmlns:a16="http://schemas.microsoft.com/office/drawing/2014/main" id="{191B9BD3-C8F6-82E9-8196-3639EB09C017}"/>
              </a:ext>
            </a:extLst>
          </p:cNvPr>
          <p:cNvSpPr txBox="1"/>
          <p:nvPr/>
        </p:nvSpPr>
        <p:spPr>
          <a:xfrm>
            <a:off x="4231119"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334</a:t>
            </a:r>
          </a:p>
        </p:txBody>
      </p:sp>
      <p:sp>
        <p:nvSpPr>
          <p:cNvPr id="30" name="TextBox 29">
            <a:extLst>
              <a:ext uri="{FF2B5EF4-FFF2-40B4-BE49-F238E27FC236}">
                <a16:creationId xmlns:a16="http://schemas.microsoft.com/office/drawing/2014/main" id="{FBAD3A02-8325-F0E3-E287-4ABF654C92BE}"/>
              </a:ext>
            </a:extLst>
          </p:cNvPr>
          <p:cNvSpPr txBox="1"/>
          <p:nvPr/>
        </p:nvSpPr>
        <p:spPr>
          <a:xfrm>
            <a:off x="2439127"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31" name="TextBox 30">
            <a:extLst>
              <a:ext uri="{FF2B5EF4-FFF2-40B4-BE49-F238E27FC236}">
                <a16:creationId xmlns:a16="http://schemas.microsoft.com/office/drawing/2014/main" id="{53EA1435-66DA-BA84-B848-A74331BB3A43}"/>
              </a:ext>
            </a:extLst>
          </p:cNvPr>
          <p:cNvSpPr txBox="1"/>
          <p:nvPr/>
        </p:nvSpPr>
        <p:spPr>
          <a:xfrm>
            <a:off x="2530171"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255</a:t>
            </a:r>
          </a:p>
        </p:txBody>
      </p:sp>
      <p:sp>
        <p:nvSpPr>
          <p:cNvPr id="33" name="Freeform: Shape 32">
            <a:extLst>
              <a:ext uri="{FF2B5EF4-FFF2-40B4-BE49-F238E27FC236}">
                <a16:creationId xmlns:a16="http://schemas.microsoft.com/office/drawing/2014/main" id="{56FAF509-ECE1-838B-AF7F-3C57553EBBD1}"/>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a:ln>
                <a:noFill/>
              </a:ln>
              <a:solidFill>
                <a:srgbClr val="FBF7F4"/>
              </a:solidFill>
              <a:effectLst/>
              <a:uLnTx/>
              <a:uFillTx/>
              <a:latin typeface="Sakkal Majalla"/>
              <a:ea typeface="+mn-ea"/>
              <a:cs typeface="+mn-cs"/>
            </a:endParaRPr>
          </a:p>
        </p:txBody>
      </p:sp>
      <p:sp>
        <p:nvSpPr>
          <p:cNvPr id="34" name="TextBox 33">
            <a:extLst>
              <a:ext uri="{FF2B5EF4-FFF2-40B4-BE49-F238E27FC236}">
                <a16:creationId xmlns:a16="http://schemas.microsoft.com/office/drawing/2014/main" id="{8364AA9A-0C71-3890-ACD0-F1EB64CA10C6}"/>
              </a:ext>
            </a:extLst>
          </p:cNvPr>
          <p:cNvSpPr txBox="1"/>
          <p:nvPr/>
        </p:nvSpPr>
        <p:spPr>
          <a:xfrm>
            <a:off x="659775"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35" name="Straight Connector 34">
            <a:extLst>
              <a:ext uri="{FF2B5EF4-FFF2-40B4-BE49-F238E27FC236}">
                <a16:creationId xmlns:a16="http://schemas.microsoft.com/office/drawing/2014/main" id="{AB2A638F-1862-2E35-5A71-750F97023EFA}"/>
              </a:ext>
            </a:extLst>
          </p:cNvPr>
          <p:cNvCxnSpPr>
            <a:cxnSpLocks/>
          </p:cNvCxnSpPr>
          <p:nvPr/>
        </p:nvCxnSpPr>
        <p:spPr>
          <a:xfrm flipV="1">
            <a:off x="3900402"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36" name="Straight Connector 35">
            <a:extLst>
              <a:ext uri="{FF2B5EF4-FFF2-40B4-BE49-F238E27FC236}">
                <a16:creationId xmlns:a16="http://schemas.microsoft.com/office/drawing/2014/main" id="{BA7F2E7D-BAA5-5DAA-2D5E-2B69936EF10F}"/>
              </a:ext>
            </a:extLst>
          </p:cNvPr>
          <p:cNvCxnSpPr>
            <a:cxnSpLocks/>
          </p:cNvCxnSpPr>
          <p:nvPr/>
        </p:nvCxnSpPr>
        <p:spPr>
          <a:xfrm flipV="1">
            <a:off x="2039034"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5" name="Chart 4">
            <a:extLst>
              <a:ext uri="{FF2B5EF4-FFF2-40B4-BE49-F238E27FC236}">
                <a16:creationId xmlns:a16="http://schemas.microsoft.com/office/drawing/2014/main" id="{3A5BD26C-97CC-4489-EB25-697993FAD530}"/>
              </a:ext>
            </a:extLst>
          </p:cNvPr>
          <p:cNvGraphicFramePr/>
          <p:nvPr/>
        </p:nvGraphicFramePr>
        <p:xfrm>
          <a:off x="474250" y="1783831"/>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Table 3">
            <a:extLst>
              <a:ext uri="{FF2B5EF4-FFF2-40B4-BE49-F238E27FC236}">
                <a16:creationId xmlns:a16="http://schemas.microsoft.com/office/drawing/2014/main" id="{2519BF84-6971-AC64-49A5-6B524042ED21}"/>
              </a:ext>
            </a:extLst>
          </p:cNvPr>
          <p:cNvGraphicFramePr>
            <a:graphicFrameLocks noGrp="1"/>
          </p:cNvGraphicFramePr>
          <p:nvPr/>
        </p:nvGraphicFramePr>
        <p:xfrm>
          <a:off x="474245" y="4460330"/>
          <a:ext cx="6611190" cy="2391984"/>
        </p:xfrm>
        <a:graphic>
          <a:graphicData uri="http://schemas.openxmlformats.org/drawingml/2006/table">
            <a:tbl>
              <a:tblPr/>
              <a:tblGrid>
                <a:gridCol w="1361734">
                  <a:extLst>
                    <a:ext uri="{9D8B030D-6E8A-4147-A177-3AD203B41FA5}">
                      <a16:colId xmlns:a16="http://schemas.microsoft.com/office/drawing/2014/main" val="20001"/>
                    </a:ext>
                  </a:extLst>
                </a:gridCol>
                <a:gridCol w="1282742">
                  <a:extLst>
                    <a:ext uri="{9D8B030D-6E8A-4147-A177-3AD203B41FA5}">
                      <a16:colId xmlns:a16="http://schemas.microsoft.com/office/drawing/2014/main" val="20002"/>
                    </a:ext>
                  </a:extLst>
                </a:gridCol>
                <a:gridCol w="1322238">
                  <a:extLst>
                    <a:ext uri="{9D8B030D-6E8A-4147-A177-3AD203B41FA5}">
                      <a16:colId xmlns:a16="http://schemas.microsoft.com/office/drawing/2014/main" val="20003"/>
                    </a:ext>
                  </a:extLst>
                </a:gridCol>
                <a:gridCol w="1735648">
                  <a:extLst>
                    <a:ext uri="{9D8B030D-6E8A-4147-A177-3AD203B41FA5}">
                      <a16:colId xmlns:a16="http://schemas.microsoft.com/office/drawing/2014/main" val="20004"/>
                    </a:ext>
                  </a:extLst>
                </a:gridCol>
                <a:gridCol w="908828">
                  <a:extLst>
                    <a:ext uri="{9D8B030D-6E8A-4147-A177-3AD203B41FA5}">
                      <a16:colId xmlns:a16="http://schemas.microsoft.com/office/drawing/2014/main" val="20005"/>
                    </a:ext>
                  </a:extLst>
                </a:gridCol>
              </a:tblGrid>
              <a:tr h="420624">
                <a:tc gridSpan="5">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المعاملات المتأخرة</a:t>
                      </a:r>
                      <a:endParaRPr lang="ar-JO" sz="1000">
                        <a:solidFill>
                          <a:srgbClr val="00080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1DAE0"/>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extLst>
                  <a:ext uri="{0D108BD9-81ED-4DB2-BD59-A6C34878D82A}">
                    <a16:rowId xmlns:a16="http://schemas.microsoft.com/office/drawing/2014/main" val="1470522744"/>
                  </a:ext>
                </a:extLst>
              </a:tr>
              <a:tr h="420624">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تاريخ الإنجاز المخطط له</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الجهة الوارد منها المعاملة</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انشاء المعاملة</a:t>
                      </a: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موضوع المعاملة</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رقم المعاملة</a:t>
                      </a: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extLst>
                  <a:ext uri="{0D108BD9-81ED-4DB2-BD59-A6C34878D82A}">
                    <a16:rowId xmlns:a16="http://schemas.microsoft.com/office/drawing/2014/main" val="10000"/>
                  </a:ext>
                </a:extLst>
              </a:tr>
              <a:tr h="75600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dirty="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b="0" kern="0" baseline="0" dirty="0">
                        <a:solidFill>
                          <a:srgbClr val="2B2B2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75600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kern="0" baseline="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endParaRPr sz="1000" b="0" kern="0" baseline="0" dirty="0">
                        <a:solidFill>
                          <a:srgbClr val="2B2B2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891141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5A8F0-C1C5-E94C-B74A-1910863E4B54}"/>
            </a:ext>
          </a:extLst>
        </p:cNvPr>
        <p:cNvGrpSpPr/>
        <p:nvPr/>
      </p:nvGrpSpPr>
      <p:grpSpPr>
        <a:xfrm>
          <a:off x="0" y="0"/>
          <a:ext cx="0" cy="0"/>
          <a:chOff x="0" y="0"/>
          <a:chExt cx="0" cy="0"/>
        </a:xfrm>
      </p:grpSpPr>
      <p:sp>
        <p:nvSpPr>
          <p:cNvPr id="3" name="Axis 2 card background">
            <a:extLst>
              <a:ext uri="{FF2B5EF4-FFF2-40B4-BE49-F238E27FC236}">
                <a16:creationId xmlns:a16="http://schemas.microsoft.com/office/drawing/2014/main" id="{B1390335-FEDF-6056-BC94-ECD9E1A34F21}"/>
              </a:ext>
            </a:extLst>
          </p:cNvPr>
          <p:cNvSpPr/>
          <p:nvPr/>
        </p:nvSpPr>
        <p:spPr>
          <a:xfrm>
            <a:off x="353336" y="784446"/>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5" name="Native doughnut chart - Axis 2 - 80 percent">
            <a:extLst>
              <a:ext uri="{FF2B5EF4-FFF2-40B4-BE49-F238E27FC236}">
                <a16:creationId xmlns:a16="http://schemas.microsoft.com/office/drawing/2014/main" id="{9BAC8EE1-333D-A1E2-FB24-06025C34756D}"/>
              </a:ext>
            </a:extLst>
          </p:cNvPr>
          <p:cNvGraphicFramePr>
            <a:graphicFrameLocks noGrp="1"/>
          </p:cNvGraphicFramePr>
          <p:nvPr>
            <p:extLst>
              <p:ext uri="{D42A27DB-BD31-4B8C-83A1-F6EECF244321}">
                <p14:modId xmlns:p14="http://schemas.microsoft.com/office/powerpoint/2010/main" val="512809798"/>
              </p:ext>
            </p:extLst>
          </p:nvPr>
        </p:nvGraphicFramePr>
        <p:xfrm>
          <a:off x="369131" y="834116"/>
          <a:ext cx="1587731" cy="1685778"/>
        </p:xfrm>
        <a:graphic>
          <a:graphicData uri="http://schemas.openxmlformats.org/drawingml/2006/chart">
            <c:chart xmlns:c="http://schemas.openxmlformats.org/drawingml/2006/chart" xmlns:r="http://schemas.openxmlformats.org/officeDocument/2006/relationships" r:id="rId2"/>
          </a:graphicData>
        </a:graphic>
      </p:graphicFrame>
      <p:sp>
        <p:nvSpPr>
          <p:cNvPr id="9" name="Axis 2 percentage label">
            <a:extLst>
              <a:ext uri="{FF2B5EF4-FFF2-40B4-BE49-F238E27FC236}">
                <a16:creationId xmlns:a16="http://schemas.microsoft.com/office/drawing/2014/main" id="{348A93E9-DBD2-E2C3-2285-EC67CC340B56}"/>
              </a:ext>
            </a:extLst>
          </p:cNvPr>
          <p:cNvSpPr txBox="1"/>
          <p:nvPr/>
        </p:nvSpPr>
        <p:spPr>
          <a:xfrm>
            <a:off x="468883" y="1446700"/>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noProof="0" dirty="0">
                <a:solidFill>
                  <a:srgbClr val="074D46"/>
                </a:solidFill>
                <a:latin typeface="Arial"/>
                <a:ea typeface="Arial"/>
                <a:cs typeface="Arial"/>
              </a:rPr>
              <a:t>25%</a:t>
            </a:r>
          </a:p>
        </p:txBody>
      </p:sp>
      <p:grpSp>
        <p:nvGrpSpPr>
          <p:cNvPr id="126" name="Group 125">
            <a:extLst>
              <a:ext uri="{FF2B5EF4-FFF2-40B4-BE49-F238E27FC236}">
                <a16:creationId xmlns:a16="http://schemas.microsoft.com/office/drawing/2014/main" id="{4D83032B-FFA7-3AA8-27C5-346419662813}"/>
              </a:ext>
            </a:extLst>
          </p:cNvPr>
          <p:cNvGrpSpPr/>
          <p:nvPr/>
        </p:nvGrpSpPr>
        <p:grpSpPr>
          <a:xfrm>
            <a:off x="2341494" y="961632"/>
            <a:ext cx="870203" cy="839946"/>
            <a:chOff x="2058693" y="1201634"/>
            <a:chExt cx="540327" cy="594360"/>
          </a:xfrm>
        </p:grpSpPr>
        <p:sp>
          <p:nvSpPr>
            <p:cNvPr id="11" name="Axis 2 icon background">
              <a:extLst>
                <a:ext uri="{FF2B5EF4-FFF2-40B4-BE49-F238E27FC236}">
                  <a16:creationId xmlns:a16="http://schemas.microsoft.com/office/drawing/2014/main" id="{46F6ECAB-0443-153B-43E7-BE9F76E707C2}"/>
                </a:ext>
              </a:extLst>
            </p:cNvPr>
            <p:cNvSpPr/>
            <p:nvPr/>
          </p:nvSpPr>
          <p:spPr>
            <a:xfrm>
              <a:off x="2058693" y="1201634"/>
              <a:ext cx="540327" cy="594360"/>
            </a:xfrm>
            <a:prstGeom prst="ellipse">
              <a:avLst/>
            </a:prstGeom>
            <a:solidFill>
              <a:srgbClr val="DF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13" name="Axis 2 icon">
              <a:extLst>
                <a:ext uri="{FF2B5EF4-FFF2-40B4-BE49-F238E27FC236}">
                  <a16:creationId xmlns:a16="http://schemas.microsoft.com/office/drawing/2014/main" id="{352EE0A9-871E-6ECF-FF79-EC291FB636E8}"/>
                </a:ext>
              </a:extLst>
            </p:cNvPr>
            <p:cNvSpPr/>
            <p:nvPr/>
          </p:nvSpPr>
          <p:spPr>
            <a:xfrm>
              <a:off x="2183384" y="1329650"/>
              <a:ext cx="290945" cy="320040"/>
            </a:xfrm>
            <a:custGeom>
              <a:avLst/>
              <a:gdLst/>
              <a:ahLst/>
              <a:cxnLst/>
              <a:rect l="0" t="0" r="r" b="b"/>
              <a:pathLst>
                <a:path w="24000" h="24000" fill="none" extrusionOk="0">
                  <a:moveTo>
                    <a:pt x="6000" y="3000"/>
                  </a:moveTo>
                  <a:lnTo>
                    <a:pt x="18000" y="3000"/>
                  </a:lnTo>
                  <a:lnTo>
                    <a:pt x="18000" y="21000"/>
                  </a:lnTo>
                  <a:lnTo>
                    <a:pt x="6000" y="21000"/>
                  </a:lnTo>
                  <a:close/>
                  <a:moveTo>
                    <a:pt x="6000" y="5000"/>
                  </a:moveTo>
                  <a:lnTo>
                    <a:pt x="3000" y="5000"/>
                  </a:lnTo>
                  <a:lnTo>
                    <a:pt x="3000" y="22000"/>
                  </a:lnTo>
                  <a:lnTo>
                    <a:pt x="16000" y="22000"/>
                  </a:lnTo>
                  <a:moveTo>
                    <a:pt x="9000" y="7000"/>
                  </a:moveTo>
                  <a:lnTo>
                    <a:pt x="15000" y="7000"/>
                  </a:lnTo>
                  <a:moveTo>
                    <a:pt x="9000" y="10000"/>
                  </a:moveTo>
                  <a:lnTo>
                    <a:pt x="15000" y="10000"/>
                  </a:lnTo>
                  <a:moveTo>
                    <a:pt x="9000" y="13000"/>
                  </a:moveTo>
                  <a:lnTo>
                    <a:pt x="15000" y="13000"/>
                  </a:lnTo>
                  <a:moveTo>
                    <a:pt x="9000" y="16000"/>
                  </a:moveTo>
                  <a:lnTo>
                    <a:pt x="15000" y="16000"/>
                  </a:lnTo>
                </a:path>
              </a:pathLst>
            </a:custGeom>
            <a:solidFill>
              <a:srgbClr val="004545"/>
            </a:solidFill>
            <a:ln w="10160" cap="rnd">
              <a:solidFill>
                <a:schemeClr val="accent1"/>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pSp>
      <p:sp>
        <p:nvSpPr>
          <p:cNvPr id="21" name="Axis 2 progress track">
            <a:extLst>
              <a:ext uri="{FF2B5EF4-FFF2-40B4-BE49-F238E27FC236}">
                <a16:creationId xmlns:a16="http://schemas.microsoft.com/office/drawing/2014/main" id="{86FA976C-B23D-408D-BE98-0CC728F50341}"/>
              </a:ext>
            </a:extLst>
          </p:cNvPr>
          <p:cNvSpPr/>
          <p:nvPr/>
        </p:nvSpPr>
        <p:spPr>
          <a:xfrm>
            <a:off x="561986" y="3345598"/>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23" name="Axis 2 progress fill">
            <a:extLst>
              <a:ext uri="{FF2B5EF4-FFF2-40B4-BE49-F238E27FC236}">
                <a16:creationId xmlns:a16="http://schemas.microsoft.com/office/drawing/2014/main" id="{DC145411-10C8-3433-960F-17B0BE6FE099}"/>
              </a:ext>
            </a:extLst>
          </p:cNvPr>
          <p:cNvSpPr/>
          <p:nvPr/>
        </p:nvSpPr>
        <p:spPr>
          <a:xfrm>
            <a:off x="532226" y="3345598"/>
            <a:ext cx="2380765" cy="45719"/>
          </a:xfrm>
          <a:prstGeom prst="rect">
            <a:avLst/>
          </a:prstGeom>
          <a:solidFill>
            <a:srgbClr val="074D46"/>
          </a:solidFill>
          <a:ln>
            <a:solidFill>
              <a:srgbClr val="00454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25" name="Axis 1 card background">
            <a:extLst>
              <a:ext uri="{FF2B5EF4-FFF2-40B4-BE49-F238E27FC236}">
                <a16:creationId xmlns:a16="http://schemas.microsoft.com/office/drawing/2014/main" id="{6EEF22BF-9B0A-EA1D-5B42-969A0E9E9A43}"/>
              </a:ext>
            </a:extLst>
          </p:cNvPr>
          <p:cNvSpPr/>
          <p:nvPr/>
        </p:nvSpPr>
        <p:spPr>
          <a:xfrm>
            <a:off x="3926311" y="784446"/>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27" name="Native doughnut chart - Axis 1 - 40 percent">
            <a:extLst>
              <a:ext uri="{FF2B5EF4-FFF2-40B4-BE49-F238E27FC236}">
                <a16:creationId xmlns:a16="http://schemas.microsoft.com/office/drawing/2014/main" id="{8C048D52-55ED-D089-B24C-EC44076E4143}"/>
              </a:ext>
            </a:extLst>
          </p:cNvPr>
          <p:cNvGraphicFramePr>
            <a:graphicFrameLocks noGrp="1"/>
          </p:cNvGraphicFramePr>
          <p:nvPr>
            <p:extLst>
              <p:ext uri="{D42A27DB-BD31-4B8C-83A1-F6EECF244321}">
                <p14:modId xmlns:p14="http://schemas.microsoft.com/office/powerpoint/2010/main" val="3713100697"/>
              </p:ext>
            </p:extLst>
          </p:nvPr>
        </p:nvGraphicFramePr>
        <p:xfrm>
          <a:off x="3942106" y="834116"/>
          <a:ext cx="1587731" cy="1685778"/>
        </p:xfrm>
        <a:graphic>
          <a:graphicData uri="http://schemas.openxmlformats.org/drawingml/2006/chart">
            <c:chart xmlns:c="http://schemas.openxmlformats.org/drawingml/2006/chart" xmlns:r="http://schemas.openxmlformats.org/officeDocument/2006/relationships" r:id="rId3"/>
          </a:graphicData>
        </a:graphic>
      </p:graphicFrame>
      <p:sp>
        <p:nvSpPr>
          <p:cNvPr id="31" name="Axis 1 percentage label">
            <a:extLst>
              <a:ext uri="{FF2B5EF4-FFF2-40B4-BE49-F238E27FC236}">
                <a16:creationId xmlns:a16="http://schemas.microsoft.com/office/drawing/2014/main" id="{A5DAD3C7-F1F1-6064-5440-BF9FDBF2249F}"/>
              </a:ext>
            </a:extLst>
          </p:cNvPr>
          <p:cNvSpPr txBox="1"/>
          <p:nvPr/>
        </p:nvSpPr>
        <p:spPr>
          <a:xfrm>
            <a:off x="4041859" y="1446700"/>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noProof="0" dirty="0">
                <a:solidFill>
                  <a:srgbClr val="C89A56"/>
                </a:solidFill>
                <a:latin typeface="Arial"/>
                <a:ea typeface="Arial"/>
                <a:cs typeface="Arial"/>
              </a:rPr>
              <a:t>50%</a:t>
            </a:r>
          </a:p>
        </p:txBody>
      </p:sp>
      <p:grpSp>
        <p:nvGrpSpPr>
          <p:cNvPr id="123" name="Group 122">
            <a:extLst>
              <a:ext uri="{FF2B5EF4-FFF2-40B4-BE49-F238E27FC236}">
                <a16:creationId xmlns:a16="http://schemas.microsoft.com/office/drawing/2014/main" id="{E6AC0DE7-1A6D-C610-E91D-C80736816A05}"/>
              </a:ext>
            </a:extLst>
          </p:cNvPr>
          <p:cNvGrpSpPr/>
          <p:nvPr/>
        </p:nvGrpSpPr>
        <p:grpSpPr>
          <a:xfrm>
            <a:off x="5914469" y="961632"/>
            <a:ext cx="870203" cy="839946"/>
            <a:chOff x="5631668" y="1201634"/>
            <a:chExt cx="540327" cy="594360"/>
          </a:xfrm>
        </p:grpSpPr>
        <p:sp>
          <p:nvSpPr>
            <p:cNvPr id="33" name="Axis 1 icon background">
              <a:extLst>
                <a:ext uri="{FF2B5EF4-FFF2-40B4-BE49-F238E27FC236}">
                  <a16:creationId xmlns:a16="http://schemas.microsoft.com/office/drawing/2014/main" id="{42F9A22A-9B18-2D1F-D028-551082AA342E}"/>
                </a:ext>
              </a:extLst>
            </p:cNvPr>
            <p:cNvSpPr/>
            <p:nvPr/>
          </p:nvSpPr>
          <p:spPr>
            <a:xfrm>
              <a:off x="5631668" y="1201634"/>
              <a:ext cx="540327" cy="594360"/>
            </a:xfrm>
            <a:prstGeom prst="ellipse">
              <a:avLst/>
            </a:prstGeom>
            <a:solidFill>
              <a:srgbClr val="F5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35" name="Axis 1 icon">
              <a:extLst>
                <a:ext uri="{FF2B5EF4-FFF2-40B4-BE49-F238E27FC236}">
                  <a16:creationId xmlns:a16="http://schemas.microsoft.com/office/drawing/2014/main" id="{90D56BDD-3C11-7385-40F2-0950C79B85A1}"/>
                </a:ext>
              </a:extLst>
            </p:cNvPr>
            <p:cNvSpPr/>
            <p:nvPr/>
          </p:nvSpPr>
          <p:spPr>
            <a:xfrm>
              <a:off x="5756359" y="1329650"/>
              <a:ext cx="290945" cy="320040"/>
            </a:xfrm>
            <a:prstGeom prst="gear6">
              <a:avLst/>
            </a:prstGeom>
            <a:noFill/>
            <a:ln w="10160">
              <a:solidFill>
                <a:srgbClr val="AD7D3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37" name="Circle">
              <a:extLst>
                <a:ext uri="{FF2B5EF4-FFF2-40B4-BE49-F238E27FC236}">
                  <a16:creationId xmlns:a16="http://schemas.microsoft.com/office/drawing/2014/main" id="{5C88B6BF-2E66-9C91-DF67-CAF26E112B6A}"/>
                </a:ext>
              </a:extLst>
            </p:cNvPr>
            <p:cNvSpPr/>
            <p:nvPr/>
          </p:nvSpPr>
          <p:spPr>
            <a:xfrm>
              <a:off x="5855279" y="1438463"/>
              <a:ext cx="93102" cy="102412"/>
            </a:xfrm>
            <a:prstGeom prst="ellipse">
              <a:avLst/>
            </a:prstGeom>
            <a:noFill/>
            <a:ln w="10160">
              <a:solidFill>
                <a:srgbClr val="AD7D3B"/>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pSp>
      <p:sp>
        <p:nvSpPr>
          <p:cNvPr id="39" name="Axis 1 title">
            <a:extLst>
              <a:ext uri="{FF2B5EF4-FFF2-40B4-BE49-F238E27FC236}">
                <a16:creationId xmlns:a16="http://schemas.microsoft.com/office/drawing/2014/main" id="{3E318CEF-FCC1-1F06-1D8E-A9C37AEBD7FC}"/>
              </a:ext>
            </a:extLst>
          </p:cNvPr>
          <p:cNvSpPr txBox="1"/>
          <p:nvPr/>
        </p:nvSpPr>
        <p:spPr>
          <a:xfrm>
            <a:off x="5368871" y="2251176"/>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noProof="0" dirty="0">
                <a:solidFill>
                  <a:srgbClr val="172D31"/>
                </a:solidFill>
                <a:latin typeface="Abar Mid" pitchFamily="50" charset="-78"/>
                <a:ea typeface="Abar Mid" pitchFamily="50" charset="-78"/>
                <a:cs typeface="Abar Mid" pitchFamily="50" charset="-78"/>
              </a:rPr>
              <a:t>تجربة المستخدم</a:t>
            </a:r>
          </a:p>
        </p:txBody>
      </p:sp>
      <p:sp>
        <p:nvSpPr>
          <p:cNvPr id="45" name="Axis 1 progress track">
            <a:extLst>
              <a:ext uri="{FF2B5EF4-FFF2-40B4-BE49-F238E27FC236}">
                <a16:creationId xmlns:a16="http://schemas.microsoft.com/office/drawing/2014/main" id="{5638647B-2548-8026-9723-15AA027C3DB2}"/>
              </a:ext>
            </a:extLst>
          </p:cNvPr>
          <p:cNvSpPr/>
          <p:nvPr/>
        </p:nvSpPr>
        <p:spPr>
          <a:xfrm>
            <a:off x="4134961" y="3345598"/>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47" name="Axis 1 progress fill">
            <a:extLst>
              <a:ext uri="{FF2B5EF4-FFF2-40B4-BE49-F238E27FC236}">
                <a16:creationId xmlns:a16="http://schemas.microsoft.com/office/drawing/2014/main" id="{3ACFD9DD-3129-BBAB-BB36-913C70B3E25B}"/>
              </a:ext>
            </a:extLst>
          </p:cNvPr>
          <p:cNvSpPr/>
          <p:nvPr/>
        </p:nvSpPr>
        <p:spPr>
          <a:xfrm>
            <a:off x="4045682" y="3345598"/>
            <a:ext cx="2380765" cy="45719"/>
          </a:xfrm>
          <a:prstGeom prst="rect">
            <a:avLst/>
          </a:prstGeom>
          <a:solidFill>
            <a:srgbClr val="C89A56"/>
          </a:solidFill>
          <a:ln>
            <a:solidFill>
              <a:srgbClr val="D9A86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49" name="Axis 4 card background">
            <a:extLst>
              <a:ext uri="{FF2B5EF4-FFF2-40B4-BE49-F238E27FC236}">
                <a16:creationId xmlns:a16="http://schemas.microsoft.com/office/drawing/2014/main" id="{1E064446-06E3-6C84-94D7-8A658D4E7C6A}"/>
              </a:ext>
            </a:extLst>
          </p:cNvPr>
          <p:cNvSpPr/>
          <p:nvPr/>
        </p:nvSpPr>
        <p:spPr>
          <a:xfrm>
            <a:off x="353336" y="3737958"/>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51" name="Native doughnut chart - Axis 4 - 60 percent">
            <a:extLst>
              <a:ext uri="{FF2B5EF4-FFF2-40B4-BE49-F238E27FC236}">
                <a16:creationId xmlns:a16="http://schemas.microsoft.com/office/drawing/2014/main" id="{5ADC4D71-F3BD-CB53-A163-D61CBBBAA2A8}"/>
              </a:ext>
            </a:extLst>
          </p:cNvPr>
          <p:cNvGraphicFramePr>
            <a:graphicFrameLocks noGrp="1"/>
          </p:cNvGraphicFramePr>
          <p:nvPr>
            <p:extLst>
              <p:ext uri="{D42A27DB-BD31-4B8C-83A1-F6EECF244321}">
                <p14:modId xmlns:p14="http://schemas.microsoft.com/office/powerpoint/2010/main" val="352864403"/>
              </p:ext>
            </p:extLst>
          </p:nvPr>
        </p:nvGraphicFramePr>
        <p:xfrm>
          <a:off x="369131" y="3787628"/>
          <a:ext cx="1587731" cy="1685778"/>
        </p:xfrm>
        <a:graphic>
          <a:graphicData uri="http://schemas.openxmlformats.org/drawingml/2006/chart">
            <c:chart xmlns:c="http://schemas.openxmlformats.org/drawingml/2006/chart" xmlns:r="http://schemas.openxmlformats.org/officeDocument/2006/relationships" r:id="rId4"/>
          </a:graphicData>
        </a:graphic>
      </p:graphicFrame>
      <p:sp>
        <p:nvSpPr>
          <p:cNvPr id="55" name="Axis 4 percentage label">
            <a:extLst>
              <a:ext uri="{FF2B5EF4-FFF2-40B4-BE49-F238E27FC236}">
                <a16:creationId xmlns:a16="http://schemas.microsoft.com/office/drawing/2014/main" id="{913B1D46-65C4-5BA7-FD7D-0ABA99136552}"/>
              </a:ext>
            </a:extLst>
          </p:cNvPr>
          <p:cNvSpPr txBox="1"/>
          <p:nvPr/>
        </p:nvSpPr>
        <p:spPr>
          <a:xfrm>
            <a:off x="468883" y="4400211"/>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noProof="0" dirty="0">
                <a:solidFill>
                  <a:srgbClr val="66A5CE"/>
                </a:solidFill>
                <a:latin typeface="Arial"/>
                <a:ea typeface="Arial"/>
                <a:cs typeface="Arial"/>
              </a:rPr>
              <a:t>10%</a:t>
            </a:r>
          </a:p>
        </p:txBody>
      </p:sp>
      <p:grpSp>
        <p:nvGrpSpPr>
          <p:cNvPr id="124" name="Group 123">
            <a:extLst>
              <a:ext uri="{FF2B5EF4-FFF2-40B4-BE49-F238E27FC236}">
                <a16:creationId xmlns:a16="http://schemas.microsoft.com/office/drawing/2014/main" id="{8B2F6F15-779E-ED6E-CD55-2DD89D71326E}"/>
              </a:ext>
            </a:extLst>
          </p:cNvPr>
          <p:cNvGrpSpPr/>
          <p:nvPr/>
        </p:nvGrpSpPr>
        <p:grpSpPr>
          <a:xfrm>
            <a:off x="2341494" y="3915144"/>
            <a:ext cx="870203" cy="839946"/>
            <a:chOff x="5631668" y="4155146"/>
            <a:chExt cx="540327" cy="594360"/>
          </a:xfrm>
        </p:grpSpPr>
        <p:sp>
          <p:nvSpPr>
            <p:cNvPr id="79" name="Axis 3 icon background">
              <a:extLst>
                <a:ext uri="{FF2B5EF4-FFF2-40B4-BE49-F238E27FC236}">
                  <a16:creationId xmlns:a16="http://schemas.microsoft.com/office/drawing/2014/main" id="{DE066D82-6C01-F76A-1602-436A1293A360}"/>
                </a:ext>
              </a:extLst>
            </p:cNvPr>
            <p:cNvSpPr/>
            <p:nvPr/>
          </p:nvSpPr>
          <p:spPr>
            <a:xfrm>
              <a:off x="5631668" y="4155146"/>
              <a:ext cx="540327" cy="594360"/>
            </a:xfrm>
            <a:prstGeom prst="ellipse">
              <a:avLst/>
            </a:prstGeom>
            <a:solidFill>
              <a:srgbClr val="E6EFF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81" name="Axis 3 icon">
              <a:extLst>
                <a:ext uri="{FF2B5EF4-FFF2-40B4-BE49-F238E27FC236}">
                  <a16:creationId xmlns:a16="http://schemas.microsoft.com/office/drawing/2014/main" id="{368704EC-8BCD-0AC7-5406-A411B7011711}"/>
                </a:ext>
              </a:extLst>
            </p:cNvPr>
            <p:cNvSpPr/>
            <p:nvPr/>
          </p:nvSpPr>
          <p:spPr>
            <a:xfrm>
              <a:off x="5756359" y="4283162"/>
              <a:ext cx="290945" cy="320040"/>
            </a:xfrm>
            <a:custGeom>
              <a:avLst/>
              <a:gdLst/>
              <a:ahLst/>
              <a:cxnLst/>
              <a:rect l="0" t="0" r="r" b="b"/>
              <a:pathLst>
                <a:path w="24000" h="24000" fill="none" extrusionOk="0">
                  <a:moveTo>
                    <a:pt x="2000" y="8000"/>
                  </a:moveTo>
                  <a:cubicBezTo>
                    <a:pt x="7500" y="2500"/>
                    <a:pt x="16500" y="2500"/>
                    <a:pt x="22000" y="8000"/>
                  </a:cubicBezTo>
                  <a:moveTo>
                    <a:pt x="5400" y="11300"/>
                  </a:moveTo>
                  <a:cubicBezTo>
                    <a:pt x="9000" y="7700"/>
                    <a:pt x="15000" y="7700"/>
                    <a:pt x="18600" y="11300"/>
                  </a:cubicBezTo>
                  <a:moveTo>
                    <a:pt x="8700" y="14600"/>
                  </a:moveTo>
                  <a:cubicBezTo>
                    <a:pt x="10500" y="12800"/>
                    <a:pt x="13500" y="12800"/>
                    <a:pt x="15300" y="14600"/>
                  </a:cubicBezTo>
                </a:path>
                <a:path w="24000" h="24000" fill="none" extrusionOk="0">
                  <a:moveTo>
                    <a:pt x="13000" y="18000"/>
                  </a:moveTo>
                  <a:cubicBezTo>
                    <a:pt x="13000" y="18552"/>
                    <a:pt x="12552" y="19000"/>
                    <a:pt x="12000" y="19000"/>
                  </a:cubicBezTo>
                  <a:cubicBezTo>
                    <a:pt x="11448" y="19000"/>
                    <a:pt x="11000" y="18552"/>
                    <a:pt x="11000" y="18000"/>
                  </a:cubicBezTo>
                  <a:cubicBezTo>
                    <a:pt x="11000" y="17448"/>
                    <a:pt x="11448" y="17000"/>
                    <a:pt x="12000" y="17000"/>
                  </a:cubicBezTo>
                  <a:cubicBezTo>
                    <a:pt x="12552" y="17000"/>
                    <a:pt x="13000" y="17448"/>
                    <a:pt x="13000" y="18000"/>
                  </a:cubicBezTo>
                  <a:close/>
                </a:path>
              </a:pathLst>
            </a:custGeom>
            <a:solidFill>
              <a:srgbClr val="66A5CE"/>
            </a:solidFill>
            <a:ln w="10160" cap="rnd">
              <a:solidFill>
                <a:srgbClr val="66A5CE"/>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pSp>
      <p:sp>
        <p:nvSpPr>
          <p:cNvPr id="67" name="Axis 4 progress track">
            <a:extLst>
              <a:ext uri="{FF2B5EF4-FFF2-40B4-BE49-F238E27FC236}">
                <a16:creationId xmlns:a16="http://schemas.microsoft.com/office/drawing/2014/main" id="{E49F8266-1BAB-06A2-305F-DCF3F900F398}"/>
              </a:ext>
            </a:extLst>
          </p:cNvPr>
          <p:cNvSpPr/>
          <p:nvPr/>
        </p:nvSpPr>
        <p:spPr>
          <a:xfrm>
            <a:off x="561986" y="6299110"/>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69" name="Axis 4 progress fill">
            <a:extLst>
              <a:ext uri="{FF2B5EF4-FFF2-40B4-BE49-F238E27FC236}">
                <a16:creationId xmlns:a16="http://schemas.microsoft.com/office/drawing/2014/main" id="{C1A89673-FC34-CF4F-B112-A8ED3F859F27}"/>
              </a:ext>
            </a:extLst>
          </p:cNvPr>
          <p:cNvSpPr/>
          <p:nvPr/>
        </p:nvSpPr>
        <p:spPr>
          <a:xfrm>
            <a:off x="502466" y="6299110"/>
            <a:ext cx="2380765" cy="45719"/>
          </a:xfrm>
          <a:prstGeom prst="rect">
            <a:avLst/>
          </a:prstGeom>
          <a:solidFill>
            <a:srgbClr val="66A5CE"/>
          </a:solidFill>
          <a:ln>
            <a:solidFill>
              <a:srgbClr val="66A5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71" name="Axis 3 card background">
            <a:extLst>
              <a:ext uri="{FF2B5EF4-FFF2-40B4-BE49-F238E27FC236}">
                <a16:creationId xmlns:a16="http://schemas.microsoft.com/office/drawing/2014/main" id="{C36CC6EE-7A2D-DB33-AE4E-CE82ACF69869}"/>
              </a:ext>
            </a:extLst>
          </p:cNvPr>
          <p:cNvSpPr/>
          <p:nvPr/>
        </p:nvSpPr>
        <p:spPr>
          <a:xfrm>
            <a:off x="3926311" y="3737958"/>
            <a:ext cx="3374966" cy="2718427"/>
          </a:xfrm>
          <a:prstGeom prst="roundRect">
            <a:avLst>
              <a:gd name="adj" fmla="val 4500"/>
            </a:avLst>
          </a:prstGeom>
          <a:solidFill>
            <a:srgbClr val="FFFFFF"/>
          </a:solidFill>
          <a:ln w="7620">
            <a:solidFill>
              <a:srgbClr val="EFE3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73" name="Native doughnut chart - Axis 3 - 75 percent">
            <a:extLst>
              <a:ext uri="{FF2B5EF4-FFF2-40B4-BE49-F238E27FC236}">
                <a16:creationId xmlns:a16="http://schemas.microsoft.com/office/drawing/2014/main" id="{CCDF5BCB-6AF7-EFCD-0947-B8B8A8EE7C65}"/>
              </a:ext>
            </a:extLst>
          </p:cNvPr>
          <p:cNvGraphicFramePr>
            <a:graphicFrameLocks noGrp="1"/>
          </p:cNvGraphicFramePr>
          <p:nvPr>
            <p:extLst>
              <p:ext uri="{D42A27DB-BD31-4B8C-83A1-F6EECF244321}">
                <p14:modId xmlns:p14="http://schemas.microsoft.com/office/powerpoint/2010/main" val="2230938975"/>
              </p:ext>
            </p:extLst>
          </p:nvPr>
        </p:nvGraphicFramePr>
        <p:xfrm>
          <a:off x="3942106" y="3787628"/>
          <a:ext cx="1587731" cy="1685778"/>
        </p:xfrm>
        <a:graphic>
          <a:graphicData uri="http://schemas.openxmlformats.org/drawingml/2006/chart">
            <c:chart xmlns:c="http://schemas.openxmlformats.org/drawingml/2006/chart" xmlns:r="http://schemas.openxmlformats.org/officeDocument/2006/relationships" r:id="rId5"/>
          </a:graphicData>
        </a:graphic>
      </p:graphicFrame>
      <p:sp>
        <p:nvSpPr>
          <p:cNvPr id="77" name="Axis 3 percentage label">
            <a:extLst>
              <a:ext uri="{FF2B5EF4-FFF2-40B4-BE49-F238E27FC236}">
                <a16:creationId xmlns:a16="http://schemas.microsoft.com/office/drawing/2014/main" id="{FF3BBA8E-545D-74AE-CF78-E4D8AC786DE5}"/>
              </a:ext>
            </a:extLst>
          </p:cNvPr>
          <p:cNvSpPr txBox="1"/>
          <p:nvPr/>
        </p:nvSpPr>
        <p:spPr>
          <a:xfrm>
            <a:off x="4041859" y="4400211"/>
            <a:ext cx="1388225" cy="414825"/>
          </a:xfrm>
          <a:prstGeom prst="rect">
            <a:avLst/>
          </a:prstGeom>
          <a:noFill/>
          <a:effectLst/>
        </p:spPr>
        <p:txBody>
          <a:bodyPr wrap="square" lIns="0" tIns="0" rIns="0" bIns="0" anchor="ctr"/>
          <a:lstStyle/>
          <a:p>
            <a:pPr algn="ctr" rtl="0">
              <a:lnSpc>
                <a:spcPct val="110000"/>
              </a:lnSpc>
              <a:spcBef>
                <a:spcPts val="0"/>
              </a:spcBef>
              <a:spcAft>
                <a:spcPts val="0"/>
              </a:spcAft>
            </a:pPr>
            <a:r>
              <a:rPr lang="ar-SA" sz="2450" b="1" noProof="0" dirty="0">
                <a:solidFill>
                  <a:srgbClr val="96552F"/>
                </a:solidFill>
                <a:latin typeface="Arial"/>
                <a:ea typeface="Arial"/>
                <a:cs typeface="Arial"/>
              </a:rPr>
              <a:t>15%</a:t>
            </a:r>
          </a:p>
        </p:txBody>
      </p:sp>
      <p:grpSp>
        <p:nvGrpSpPr>
          <p:cNvPr id="125" name="Group 124">
            <a:extLst>
              <a:ext uri="{FF2B5EF4-FFF2-40B4-BE49-F238E27FC236}">
                <a16:creationId xmlns:a16="http://schemas.microsoft.com/office/drawing/2014/main" id="{7A06E093-8B53-885A-34CA-5E409041BF74}"/>
              </a:ext>
            </a:extLst>
          </p:cNvPr>
          <p:cNvGrpSpPr/>
          <p:nvPr/>
        </p:nvGrpSpPr>
        <p:grpSpPr>
          <a:xfrm>
            <a:off x="5914469" y="3915144"/>
            <a:ext cx="870203" cy="839946"/>
            <a:chOff x="2058693" y="4155146"/>
            <a:chExt cx="540327" cy="594360"/>
          </a:xfrm>
        </p:grpSpPr>
        <p:sp>
          <p:nvSpPr>
            <p:cNvPr id="57" name="Axis 4 icon background">
              <a:extLst>
                <a:ext uri="{FF2B5EF4-FFF2-40B4-BE49-F238E27FC236}">
                  <a16:creationId xmlns:a16="http://schemas.microsoft.com/office/drawing/2014/main" id="{C7346229-AD99-4FA8-CD68-83011175FC88}"/>
                </a:ext>
              </a:extLst>
            </p:cNvPr>
            <p:cNvSpPr/>
            <p:nvPr/>
          </p:nvSpPr>
          <p:spPr>
            <a:xfrm>
              <a:off x="2058693" y="4155146"/>
              <a:ext cx="540327" cy="594360"/>
            </a:xfrm>
            <a:prstGeom prst="ellipse">
              <a:avLst/>
            </a:prstGeom>
            <a:solidFill>
              <a:srgbClr val="F3EE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59" name="Axis 4 icon">
              <a:extLst>
                <a:ext uri="{FF2B5EF4-FFF2-40B4-BE49-F238E27FC236}">
                  <a16:creationId xmlns:a16="http://schemas.microsoft.com/office/drawing/2014/main" id="{3C6EA22C-A4EC-6989-F8BC-4E8F0EC0AEB3}"/>
                </a:ext>
              </a:extLst>
            </p:cNvPr>
            <p:cNvSpPr/>
            <p:nvPr/>
          </p:nvSpPr>
          <p:spPr>
            <a:xfrm>
              <a:off x="2183384" y="4283162"/>
              <a:ext cx="290945" cy="320040"/>
            </a:xfrm>
            <a:custGeom>
              <a:avLst/>
              <a:gdLst/>
              <a:ahLst/>
              <a:cxnLst/>
              <a:rect l="0" t="0" r="r" b="b"/>
              <a:pathLst>
                <a:path w="24000" h="24000" fill="none" extrusionOk="0">
                  <a:moveTo>
                    <a:pt x="14600" y="5000"/>
                  </a:moveTo>
                  <a:cubicBezTo>
                    <a:pt x="14600" y="6436"/>
                    <a:pt x="13436" y="7600"/>
                    <a:pt x="12000" y="7600"/>
                  </a:cubicBezTo>
                  <a:cubicBezTo>
                    <a:pt x="10564" y="7600"/>
                    <a:pt x="9400" y="6436"/>
                    <a:pt x="9400" y="5000"/>
                  </a:cubicBezTo>
                  <a:cubicBezTo>
                    <a:pt x="9400" y="3564"/>
                    <a:pt x="10564" y="2400"/>
                    <a:pt x="12000" y="2400"/>
                  </a:cubicBezTo>
                  <a:cubicBezTo>
                    <a:pt x="13436" y="2400"/>
                    <a:pt x="14600" y="3564"/>
                    <a:pt x="14600" y="5000"/>
                  </a:cubicBezTo>
                  <a:close/>
                </a:path>
                <a:path w="24000" h="24000" fill="none" extrusionOk="0">
                  <a:moveTo>
                    <a:pt x="6800" y="8000"/>
                  </a:moveTo>
                  <a:cubicBezTo>
                    <a:pt x="6800" y="9160"/>
                    <a:pt x="5860" y="10100"/>
                    <a:pt x="4700" y="10100"/>
                  </a:cubicBezTo>
                  <a:cubicBezTo>
                    <a:pt x="3540" y="10100"/>
                    <a:pt x="2600" y="9160"/>
                    <a:pt x="2600" y="8000"/>
                  </a:cubicBezTo>
                  <a:cubicBezTo>
                    <a:pt x="2600" y="6840"/>
                    <a:pt x="3540" y="5900"/>
                    <a:pt x="4700" y="5900"/>
                  </a:cubicBezTo>
                  <a:cubicBezTo>
                    <a:pt x="5860" y="5900"/>
                    <a:pt x="6800" y="6840"/>
                    <a:pt x="6800" y="8000"/>
                  </a:cubicBezTo>
                  <a:close/>
                </a:path>
                <a:path w="24000" h="24000" fill="none" extrusionOk="0">
                  <a:moveTo>
                    <a:pt x="21400" y="8000"/>
                  </a:moveTo>
                  <a:cubicBezTo>
                    <a:pt x="21400" y="9160"/>
                    <a:pt x="20460" y="10100"/>
                    <a:pt x="19300" y="10100"/>
                  </a:cubicBezTo>
                  <a:cubicBezTo>
                    <a:pt x="18140" y="10100"/>
                    <a:pt x="17200" y="9160"/>
                    <a:pt x="17200" y="8000"/>
                  </a:cubicBezTo>
                  <a:cubicBezTo>
                    <a:pt x="17200" y="6840"/>
                    <a:pt x="18140" y="5900"/>
                    <a:pt x="19300" y="5900"/>
                  </a:cubicBezTo>
                  <a:cubicBezTo>
                    <a:pt x="20460" y="5900"/>
                    <a:pt x="21400" y="6840"/>
                    <a:pt x="21400" y="8000"/>
                  </a:cubicBezTo>
                  <a:close/>
                </a:path>
                <a:path w="24000" h="24000" fill="none" extrusionOk="0">
                  <a:moveTo>
                    <a:pt x="7700" y="21000"/>
                  </a:moveTo>
                  <a:lnTo>
                    <a:pt x="7700" y="13000"/>
                  </a:lnTo>
                  <a:cubicBezTo>
                    <a:pt x="7700" y="9200"/>
                    <a:pt x="16300" y="9200"/>
                    <a:pt x="16300" y="13000"/>
                  </a:cubicBezTo>
                  <a:lnTo>
                    <a:pt x="16300" y="21000"/>
                  </a:lnTo>
                  <a:moveTo>
                    <a:pt x="10000" y="21000"/>
                  </a:moveTo>
                  <a:lnTo>
                    <a:pt x="10000" y="15000"/>
                  </a:lnTo>
                  <a:moveTo>
                    <a:pt x="14000" y="21000"/>
                  </a:moveTo>
                  <a:lnTo>
                    <a:pt x="14000" y="15000"/>
                  </a:lnTo>
                  <a:moveTo>
                    <a:pt x="5500" y="21000"/>
                  </a:moveTo>
                  <a:lnTo>
                    <a:pt x="2300" y="21000"/>
                  </a:lnTo>
                  <a:lnTo>
                    <a:pt x="2300" y="14000"/>
                  </a:lnTo>
                  <a:cubicBezTo>
                    <a:pt x="2300" y="11400"/>
                    <a:pt x="4500" y="11300"/>
                    <a:pt x="6500" y="12000"/>
                  </a:cubicBezTo>
                  <a:moveTo>
                    <a:pt x="18500" y="21000"/>
                  </a:moveTo>
                  <a:lnTo>
                    <a:pt x="21700" y="21000"/>
                  </a:lnTo>
                  <a:lnTo>
                    <a:pt x="21700" y="14000"/>
                  </a:lnTo>
                  <a:cubicBezTo>
                    <a:pt x="21700" y="11400"/>
                    <a:pt x="19500" y="11300"/>
                    <a:pt x="17500" y="12000"/>
                  </a:cubicBezTo>
                </a:path>
              </a:pathLst>
            </a:custGeom>
            <a:noFill/>
            <a:ln w="10160" cap="rnd">
              <a:solidFill>
                <a:srgbClr val="96552F"/>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pSp>
      <p:sp>
        <p:nvSpPr>
          <p:cNvPr id="89" name="Axis 3 progress track">
            <a:extLst>
              <a:ext uri="{FF2B5EF4-FFF2-40B4-BE49-F238E27FC236}">
                <a16:creationId xmlns:a16="http://schemas.microsoft.com/office/drawing/2014/main" id="{AB95FCC8-371B-FC85-63F6-49EB88F0B9B7}"/>
              </a:ext>
            </a:extLst>
          </p:cNvPr>
          <p:cNvSpPr/>
          <p:nvPr/>
        </p:nvSpPr>
        <p:spPr>
          <a:xfrm>
            <a:off x="4134961" y="6299110"/>
            <a:ext cx="2975957" cy="45719"/>
          </a:xfrm>
          <a:prstGeom prst="rect">
            <a:avLst/>
          </a:prstGeom>
          <a:solidFill>
            <a:srgbClr val="E4E3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sp>
        <p:nvSpPr>
          <p:cNvPr id="91" name="Axis 3 progress fill">
            <a:extLst>
              <a:ext uri="{FF2B5EF4-FFF2-40B4-BE49-F238E27FC236}">
                <a16:creationId xmlns:a16="http://schemas.microsoft.com/office/drawing/2014/main" id="{58E618C3-D6B7-D4B9-E755-58C1B60AE0F7}"/>
              </a:ext>
            </a:extLst>
          </p:cNvPr>
          <p:cNvSpPr/>
          <p:nvPr/>
        </p:nvSpPr>
        <p:spPr>
          <a:xfrm>
            <a:off x="4097762" y="6299110"/>
            <a:ext cx="2380765" cy="45719"/>
          </a:xfrm>
          <a:prstGeom prst="rect">
            <a:avLst/>
          </a:prstGeom>
          <a:solidFill>
            <a:srgbClr val="96552F"/>
          </a:solidFill>
          <a:ln>
            <a:solidFill>
              <a:srgbClr val="9655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lang="ar-SA" noProof="0" dirty="0"/>
          </a:p>
        </p:txBody>
      </p:sp>
      <p:graphicFrame>
        <p:nvGraphicFramePr>
          <p:cNvPr id="93" name="Chart 92">
            <a:extLst>
              <a:ext uri="{FF2B5EF4-FFF2-40B4-BE49-F238E27FC236}">
                <a16:creationId xmlns:a16="http://schemas.microsoft.com/office/drawing/2014/main" id="{CFF678BD-DAB1-6191-0210-AD8B8A2C703B}"/>
              </a:ext>
            </a:extLst>
          </p:cNvPr>
          <p:cNvGraphicFramePr/>
          <p:nvPr>
            <p:extLst>
              <p:ext uri="{D42A27DB-BD31-4B8C-83A1-F6EECF244321}">
                <p14:modId xmlns:p14="http://schemas.microsoft.com/office/powerpoint/2010/main" val="4135066319"/>
              </p:ext>
            </p:extLst>
          </p:nvPr>
        </p:nvGraphicFramePr>
        <p:xfrm>
          <a:off x="215899" y="7205186"/>
          <a:ext cx="7133807" cy="2230845"/>
        </p:xfrm>
        <a:graphic>
          <a:graphicData uri="http://schemas.openxmlformats.org/drawingml/2006/chart">
            <c:chart xmlns:c="http://schemas.openxmlformats.org/drawingml/2006/chart" xmlns:r="http://schemas.openxmlformats.org/officeDocument/2006/relationships" r:id="rId6"/>
          </a:graphicData>
        </a:graphic>
      </p:graphicFrame>
      <p:sp>
        <p:nvSpPr>
          <p:cNvPr id="96" name="TextBox 95">
            <a:extLst>
              <a:ext uri="{FF2B5EF4-FFF2-40B4-BE49-F238E27FC236}">
                <a16:creationId xmlns:a16="http://schemas.microsoft.com/office/drawing/2014/main" id="{07FCBFD7-ECDA-ADF6-E9FD-BB02DAEDF2D5}"/>
              </a:ext>
            </a:extLst>
          </p:cNvPr>
          <p:cNvSpPr txBox="1"/>
          <p:nvPr/>
        </p:nvSpPr>
        <p:spPr>
          <a:xfrm>
            <a:off x="3654303" y="6852626"/>
            <a:ext cx="3219172" cy="276999"/>
          </a:xfrm>
          <a:prstGeom prst="rect">
            <a:avLst/>
          </a:prstGeom>
          <a:noFill/>
        </p:spPr>
        <p:txBody>
          <a:bodyPr wrap="square" rtlCol="0">
            <a:spAutoFit/>
          </a:bodyPr>
          <a:lstStyle/>
          <a:p>
            <a:pPr algn="r"/>
            <a:r>
              <a:rPr lang="ar-SA" sz="1200" noProof="0" dirty="0">
                <a:latin typeface="Abar Mid" pitchFamily="50" charset="-78"/>
                <a:ea typeface="Abar Mid" pitchFamily="50" charset="-78"/>
                <a:cs typeface="Abar Mid" pitchFamily="50" charset="-78"/>
              </a:rPr>
              <a:t>نسبة الإنجاز حسب القطاع</a:t>
            </a:r>
          </a:p>
        </p:txBody>
      </p:sp>
      <p:cxnSp>
        <p:nvCxnSpPr>
          <p:cNvPr id="97" name="Straight Connector 96">
            <a:extLst>
              <a:ext uri="{FF2B5EF4-FFF2-40B4-BE49-F238E27FC236}">
                <a16:creationId xmlns:a16="http://schemas.microsoft.com/office/drawing/2014/main" id="{D5C92427-342F-6A8A-560D-F0D695DE6892}"/>
              </a:ext>
            </a:extLst>
          </p:cNvPr>
          <p:cNvCxnSpPr>
            <a:cxnSpLocks/>
          </p:cNvCxnSpPr>
          <p:nvPr/>
        </p:nvCxnSpPr>
        <p:spPr>
          <a:xfrm flipH="1">
            <a:off x="215899" y="6968327"/>
            <a:ext cx="5020165" cy="0"/>
          </a:xfrm>
          <a:prstGeom prst="line">
            <a:avLst/>
          </a:prstGeom>
          <a:ln>
            <a:solidFill>
              <a:srgbClr val="E2BC8E"/>
            </a:solidFill>
          </a:ln>
        </p:spPr>
        <p:style>
          <a:lnRef idx="2">
            <a:schemeClr val="accent1"/>
          </a:lnRef>
          <a:fillRef idx="0">
            <a:schemeClr val="accent1"/>
          </a:fillRef>
          <a:effectRef idx="1">
            <a:schemeClr val="accent1"/>
          </a:effectRef>
          <a:fontRef idx="minor">
            <a:schemeClr val="tx1"/>
          </a:fontRef>
        </p:style>
      </p:cxnSp>
      <p:grpSp>
        <p:nvGrpSpPr>
          <p:cNvPr id="98" name="Merger2" descr="{&quot;Key&quot;:&quot;POWER_USER_SHAPE_ICON&quot;,&quot;Value&quot;:&quot;POWER_USER_SHAPE_ICON_STYLE_1&quot;}">
            <a:extLst>
              <a:ext uri="{FF2B5EF4-FFF2-40B4-BE49-F238E27FC236}">
                <a16:creationId xmlns:a16="http://schemas.microsoft.com/office/drawing/2014/main" id="{F91D8688-BE95-CCBE-5149-1031B39A6145}"/>
              </a:ext>
            </a:extLst>
          </p:cNvPr>
          <p:cNvGrpSpPr>
            <a:grpSpLocks noChangeAspect="1"/>
          </p:cNvGrpSpPr>
          <p:nvPr/>
        </p:nvGrpSpPr>
        <p:grpSpPr>
          <a:xfrm>
            <a:off x="6918957" y="6863678"/>
            <a:ext cx="419674" cy="198992"/>
            <a:chOff x="1955989" y="972255"/>
            <a:chExt cx="1529906" cy="751553"/>
          </a:xfrm>
          <a:solidFill>
            <a:srgbClr val="D9A86A"/>
          </a:solidFill>
        </p:grpSpPr>
        <p:sp>
          <p:nvSpPr>
            <p:cNvPr id="100" name="Free-form: Shape 10">
              <a:extLst>
                <a:ext uri="{FF2B5EF4-FFF2-40B4-BE49-F238E27FC236}">
                  <a16:creationId xmlns:a16="http://schemas.microsoft.com/office/drawing/2014/main" id="{9A4B6DD6-7C0D-3851-97E4-C3D7D70D4D31}"/>
                </a:ext>
              </a:extLst>
            </p:cNvPr>
            <p:cNvSpPr>
              <a:spLocks noChangeAspect="1"/>
            </p:cNvSpPr>
            <p:nvPr/>
          </p:nvSpPr>
          <p:spPr>
            <a:xfrm>
              <a:off x="1955989" y="972255"/>
              <a:ext cx="1529906" cy="751553"/>
            </a:xfrm>
            <a:custGeom>
              <a:avLst/>
              <a:gdLst>
                <a:gd name="csX0" fmla="*/ 775773 w 1529906"/>
                <a:gd name="csY0" fmla="*/ 721683 h 751553"/>
                <a:gd name="csX1" fmla="*/ 823390 w 1529906"/>
                <a:gd name="csY1" fmla="*/ 721683 h 751553"/>
                <a:gd name="csX2" fmla="*/ 825600 w 1529906"/>
                <a:gd name="csY2" fmla="*/ 719473 h 751553"/>
                <a:gd name="csX3" fmla="*/ 825600 w 1529906"/>
                <a:gd name="csY3" fmla="*/ 207936 h 751553"/>
                <a:gd name="csX4" fmla="*/ 837321 w 1529906"/>
                <a:gd name="csY4" fmla="*/ 189050 h 751553"/>
                <a:gd name="csX5" fmla="*/ 1192008 w 1529906"/>
                <a:gd name="csY5" fmla="*/ 4138 h 751553"/>
                <a:gd name="csX6" fmla="*/ 1224556 w 1529906"/>
                <a:gd name="csY6" fmla="*/ 10501 h 751553"/>
                <a:gd name="csX7" fmla="*/ 1334124 w 1529906"/>
                <a:gd name="csY7" fmla="*/ 120805 h 751553"/>
                <a:gd name="csX8" fmla="*/ 1389845 w 1529906"/>
                <a:gd name="csY8" fmla="*/ 173646 h 751553"/>
                <a:gd name="csX9" fmla="*/ 1396877 w 1529906"/>
                <a:gd name="csY9" fmla="*/ 189318 h 751553"/>
                <a:gd name="csX10" fmla="*/ 1396877 w 1529906"/>
                <a:gd name="csY10" fmla="*/ 717330 h 751553"/>
                <a:gd name="csX11" fmla="*/ 1401364 w 1529906"/>
                <a:gd name="csY11" fmla="*/ 721750 h 751553"/>
                <a:gd name="csX12" fmla="*/ 1516356 w 1529906"/>
                <a:gd name="csY12" fmla="*/ 721550 h 751553"/>
                <a:gd name="csX13" fmla="*/ 1529906 w 1529906"/>
                <a:gd name="csY13" fmla="*/ 734981 h 751553"/>
                <a:gd name="csX14" fmla="*/ 1529818 w 1529906"/>
                <a:gd name="csY14" fmla="*/ 736618 h 751553"/>
                <a:gd name="csX15" fmla="*/ 1529818 w 1529906"/>
                <a:gd name="csY15" fmla="*/ 737020 h 751553"/>
                <a:gd name="csX16" fmla="*/ 1513544 w 1529906"/>
                <a:gd name="csY16" fmla="*/ 751553 h 751553"/>
                <a:gd name="csX17" fmla="*/ 15968 w 1529906"/>
                <a:gd name="csY17" fmla="*/ 751218 h 751553"/>
                <a:gd name="csX18" fmla="*/ 162 w 1529906"/>
                <a:gd name="csY18" fmla="*/ 737489 h 751553"/>
                <a:gd name="csX19" fmla="*/ 162 w 1529906"/>
                <a:gd name="csY19" fmla="*/ 737355 h 751553"/>
                <a:gd name="csX20" fmla="*/ 10651 w 1529906"/>
                <a:gd name="csY20" fmla="*/ 722849 h 751553"/>
                <a:gd name="csX21" fmla="*/ 12686 w 1529906"/>
                <a:gd name="csY21" fmla="*/ 722688 h 751553"/>
                <a:gd name="csX22" fmla="*/ 132902 w 1529906"/>
                <a:gd name="csY22" fmla="*/ 722554 h 751553"/>
                <a:gd name="csX23" fmla="*/ 137188 w 1529906"/>
                <a:gd name="csY23" fmla="*/ 718335 h 751553"/>
                <a:gd name="csX24" fmla="*/ 137188 w 1529906"/>
                <a:gd name="csY24" fmla="*/ 83166 h 751553"/>
                <a:gd name="csX25" fmla="*/ 146029 w 1529906"/>
                <a:gd name="csY25" fmla="*/ 74326 h 751553"/>
                <a:gd name="csX26" fmla="*/ 538221 w 1529906"/>
                <a:gd name="csY26" fmla="*/ 74326 h 751553"/>
                <a:gd name="csX27" fmla="*/ 548334 w 1529906"/>
                <a:gd name="csY27" fmla="*/ 84439 h 751553"/>
                <a:gd name="csX28" fmla="*/ 548334 w 1529906"/>
                <a:gd name="csY28" fmla="*/ 224010 h 751553"/>
                <a:gd name="csX29" fmla="*/ 554562 w 1529906"/>
                <a:gd name="csY29" fmla="*/ 234859 h 751553"/>
                <a:gd name="csX30" fmla="*/ 763115 w 1529906"/>
                <a:gd name="csY30" fmla="*/ 355209 h 751553"/>
                <a:gd name="csX31" fmla="*/ 773563 w 1529906"/>
                <a:gd name="csY31" fmla="*/ 373292 h 751553"/>
                <a:gd name="csX32" fmla="*/ 773563 w 1529906"/>
                <a:gd name="csY32" fmla="*/ 719406 h 751553"/>
                <a:gd name="csX33" fmla="*/ 775773 w 1529906"/>
                <a:gd name="csY33" fmla="*/ 721683 h 751553"/>
                <a:gd name="csX34" fmla="*/ 1187119 w 1529906"/>
                <a:gd name="csY34" fmla="*/ 721683 h 751553"/>
                <a:gd name="csX35" fmla="*/ 1192008 w 1529906"/>
                <a:gd name="csY35" fmla="*/ 716794 h 751553"/>
                <a:gd name="csX36" fmla="*/ 1192008 w 1529906"/>
                <a:gd name="csY36" fmla="*/ 49412 h 751553"/>
                <a:gd name="csX37" fmla="*/ 1187146 w 1529906"/>
                <a:gd name="csY37" fmla="*/ 44496 h 751553"/>
                <a:gd name="csX38" fmla="*/ 1184842 w 1529906"/>
                <a:gd name="csY38" fmla="*/ 45059 h 751553"/>
                <a:gd name="csX39" fmla="*/ 859756 w 1529906"/>
                <a:gd name="csY39" fmla="*/ 214031 h 751553"/>
                <a:gd name="csX40" fmla="*/ 857144 w 1529906"/>
                <a:gd name="csY40" fmla="*/ 218317 h 751553"/>
                <a:gd name="csX41" fmla="*/ 857145 w 1529906"/>
                <a:gd name="csY41" fmla="*/ 716794 h 751553"/>
                <a:gd name="csX42" fmla="*/ 862034 w 1529906"/>
                <a:gd name="csY42" fmla="*/ 721683 h 751553"/>
                <a:gd name="csX43" fmla="*/ 1187119 w 1529906"/>
                <a:gd name="csY43" fmla="*/ 721683 h 751553"/>
                <a:gd name="csX44" fmla="*/ 1361382 w 1529906"/>
                <a:gd name="csY44" fmla="*/ 721817 h 751553"/>
                <a:gd name="csX45" fmla="*/ 1363927 w 1529906"/>
                <a:gd name="csY45" fmla="*/ 719272 h 751553"/>
                <a:gd name="csX46" fmla="*/ 1363927 w 1529906"/>
                <a:gd name="csY46" fmla="*/ 197622 h 751553"/>
                <a:gd name="csX47" fmla="*/ 1363190 w 1529906"/>
                <a:gd name="csY47" fmla="*/ 195814 h 751553"/>
                <a:gd name="csX48" fmla="*/ 1227302 w 1529906"/>
                <a:gd name="csY48" fmla="*/ 59927 h 751553"/>
                <a:gd name="csX49" fmla="*/ 1223703 w 1529906"/>
                <a:gd name="csY49" fmla="*/ 59909 h 751553"/>
                <a:gd name="csX50" fmla="*/ 1222949 w 1529906"/>
                <a:gd name="csY50" fmla="*/ 61735 h 751553"/>
                <a:gd name="csX51" fmla="*/ 1222949 w 1529906"/>
                <a:gd name="csY51" fmla="*/ 719273 h 751553"/>
                <a:gd name="csX52" fmla="*/ 1225494 w 1529906"/>
                <a:gd name="csY52" fmla="*/ 721818 h 751553"/>
                <a:gd name="csX53" fmla="*/ 1361382 w 1529906"/>
                <a:gd name="csY53" fmla="*/ 721817 h 751553"/>
                <a:gd name="csX54" fmla="*/ 517727 w 1529906"/>
                <a:gd name="csY54" fmla="*/ 106875 h 751553"/>
                <a:gd name="csX55" fmla="*/ 514512 w 1529906"/>
                <a:gd name="csY55" fmla="*/ 103660 h 751553"/>
                <a:gd name="csX56" fmla="*/ 170675 w 1529906"/>
                <a:gd name="csY56" fmla="*/ 103660 h 751553"/>
                <a:gd name="csX57" fmla="*/ 167460 w 1529906"/>
                <a:gd name="csY57" fmla="*/ 106874 h 751553"/>
                <a:gd name="csX58" fmla="*/ 167460 w 1529906"/>
                <a:gd name="csY58" fmla="*/ 718469 h 751553"/>
                <a:gd name="csX59" fmla="*/ 170675 w 1529906"/>
                <a:gd name="csY59" fmla="*/ 721683 h 751553"/>
                <a:gd name="csX60" fmla="*/ 514512 w 1529906"/>
                <a:gd name="csY60" fmla="*/ 721683 h 751553"/>
                <a:gd name="csX61" fmla="*/ 517727 w 1529906"/>
                <a:gd name="csY61" fmla="*/ 718469 h 751553"/>
                <a:gd name="csX62" fmla="*/ 517727 w 1529906"/>
                <a:gd name="csY62" fmla="*/ 106875 h 751553"/>
                <a:gd name="csX63" fmla="*/ 739674 w 1529906"/>
                <a:gd name="csY63" fmla="*/ 721884 h 751553"/>
                <a:gd name="csX64" fmla="*/ 743559 w 1529906"/>
                <a:gd name="csY64" fmla="*/ 718000 h 751553"/>
                <a:gd name="csX65" fmla="*/ 743559 w 1529906"/>
                <a:gd name="csY65" fmla="*/ 381864 h 751553"/>
                <a:gd name="csX66" fmla="*/ 741550 w 1529906"/>
                <a:gd name="csY66" fmla="*/ 378449 h 751553"/>
                <a:gd name="csX67" fmla="*/ 554562 w 1529906"/>
                <a:gd name="csY67" fmla="*/ 274641 h 751553"/>
                <a:gd name="csX68" fmla="*/ 549285 w 1529906"/>
                <a:gd name="csY68" fmla="*/ 276167 h 751553"/>
                <a:gd name="csX69" fmla="*/ 548802 w 1529906"/>
                <a:gd name="csY69" fmla="*/ 278057 h 751553"/>
                <a:gd name="csX70" fmla="*/ 548802 w 1529906"/>
                <a:gd name="csY70" fmla="*/ 718000 h 751553"/>
                <a:gd name="csX71" fmla="*/ 552687 w 1529906"/>
                <a:gd name="csY71" fmla="*/ 721884 h 751553"/>
                <a:gd name="csX72" fmla="*/ 739674 w 1529906"/>
                <a:gd name="csY72" fmla="*/ 721884 h 751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1529906" h="751553">
                  <a:moveTo>
                    <a:pt x="775773" y="721683"/>
                  </a:moveTo>
                  <a:lnTo>
                    <a:pt x="823390" y="721683"/>
                  </a:lnTo>
                  <a:cubicBezTo>
                    <a:pt x="824611" y="721683"/>
                    <a:pt x="825600" y="720694"/>
                    <a:pt x="825600" y="719473"/>
                  </a:cubicBezTo>
                  <a:lnTo>
                    <a:pt x="825600" y="207936"/>
                  </a:lnTo>
                  <a:cubicBezTo>
                    <a:pt x="825605" y="199926"/>
                    <a:pt x="830145" y="192610"/>
                    <a:pt x="837321" y="189050"/>
                  </a:cubicBezTo>
                  <a:cubicBezTo>
                    <a:pt x="947334" y="134400"/>
                    <a:pt x="1065563" y="72763"/>
                    <a:pt x="1192008" y="4138"/>
                  </a:cubicBezTo>
                  <a:cubicBezTo>
                    <a:pt x="1205670" y="-3229"/>
                    <a:pt x="1213439" y="-550"/>
                    <a:pt x="1224556" y="10501"/>
                  </a:cubicBezTo>
                  <a:cubicBezTo>
                    <a:pt x="1285502" y="71044"/>
                    <a:pt x="1322024" y="107812"/>
                    <a:pt x="1334124" y="120805"/>
                  </a:cubicBezTo>
                  <a:cubicBezTo>
                    <a:pt x="1347742" y="135449"/>
                    <a:pt x="1366315" y="153063"/>
                    <a:pt x="1389845" y="173646"/>
                  </a:cubicBezTo>
                  <a:cubicBezTo>
                    <a:pt x="1394314" y="177602"/>
                    <a:pt x="1396874" y="183307"/>
                    <a:pt x="1396877" y="189318"/>
                  </a:cubicBezTo>
                  <a:lnTo>
                    <a:pt x="1396877" y="717330"/>
                  </a:lnTo>
                  <a:cubicBezTo>
                    <a:pt x="1396877" y="719771"/>
                    <a:pt x="1398886" y="721750"/>
                    <a:pt x="1401364" y="721750"/>
                  </a:cubicBezTo>
                  <a:lnTo>
                    <a:pt x="1516356" y="721550"/>
                  </a:lnTo>
                  <a:cubicBezTo>
                    <a:pt x="1523791" y="721496"/>
                    <a:pt x="1529857" y="727510"/>
                    <a:pt x="1529906" y="734981"/>
                  </a:cubicBezTo>
                  <a:cubicBezTo>
                    <a:pt x="1529910" y="735528"/>
                    <a:pt x="1529880" y="736075"/>
                    <a:pt x="1529818" y="736618"/>
                  </a:cubicBezTo>
                  <a:lnTo>
                    <a:pt x="1529818" y="737020"/>
                  </a:lnTo>
                  <a:cubicBezTo>
                    <a:pt x="1528866" y="745292"/>
                    <a:pt x="1521870" y="751540"/>
                    <a:pt x="1513544" y="751553"/>
                  </a:cubicBezTo>
                  <a:lnTo>
                    <a:pt x="15968" y="751218"/>
                  </a:lnTo>
                  <a:cubicBezTo>
                    <a:pt x="8011" y="751228"/>
                    <a:pt x="1266" y="745369"/>
                    <a:pt x="162" y="737489"/>
                  </a:cubicBezTo>
                  <a:lnTo>
                    <a:pt x="162" y="737355"/>
                  </a:lnTo>
                  <a:cubicBezTo>
                    <a:pt x="-947" y="730453"/>
                    <a:pt x="3748" y="723958"/>
                    <a:pt x="10651" y="722849"/>
                  </a:cubicBezTo>
                  <a:cubicBezTo>
                    <a:pt x="11324" y="722740"/>
                    <a:pt x="12005" y="722687"/>
                    <a:pt x="12686" y="722688"/>
                  </a:cubicBezTo>
                  <a:lnTo>
                    <a:pt x="132902" y="722554"/>
                  </a:lnTo>
                  <a:cubicBezTo>
                    <a:pt x="135269" y="722554"/>
                    <a:pt x="137188" y="720665"/>
                    <a:pt x="137188" y="718335"/>
                  </a:cubicBezTo>
                  <a:lnTo>
                    <a:pt x="137188" y="83166"/>
                  </a:lnTo>
                  <a:cubicBezTo>
                    <a:pt x="137188" y="78284"/>
                    <a:pt x="141146" y="74326"/>
                    <a:pt x="146029" y="74326"/>
                  </a:cubicBezTo>
                  <a:lnTo>
                    <a:pt x="538221" y="74326"/>
                  </a:lnTo>
                  <a:cubicBezTo>
                    <a:pt x="543806" y="74326"/>
                    <a:pt x="548334" y="78854"/>
                    <a:pt x="548334" y="84439"/>
                  </a:cubicBezTo>
                  <a:lnTo>
                    <a:pt x="548334" y="224010"/>
                  </a:lnTo>
                  <a:cubicBezTo>
                    <a:pt x="548338" y="228487"/>
                    <a:pt x="550710" y="232618"/>
                    <a:pt x="554562" y="234859"/>
                  </a:cubicBezTo>
                  <a:lnTo>
                    <a:pt x="763115" y="355209"/>
                  </a:lnTo>
                  <a:cubicBezTo>
                    <a:pt x="769576" y="358939"/>
                    <a:pt x="773558" y="365831"/>
                    <a:pt x="773563" y="373292"/>
                  </a:cubicBezTo>
                  <a:lnTo>
                    <a:pt x="773563" y="719406"/>
                  </a:lnTo>
                  <a:cubicBezTo>
                    <a:pt x="773563" y="720664"/>
                    <a:pt x="774552" y="721683"/>
                    <a:pt x="775773" y="721683"/>
                  </a:cubicBezTo>
                  <a:close/>
                  <a:moveTo>
                    <a:pt x="1187119" y="721683"/>
                  </a:moveTo>
                  <a:cubicBezTo>
                    <a:pt x="1189819" y="721683"/>
                    <a:pt x="1192008" y="719495"/>
                    <a:pt x="1192008" y="716794"/>
                  </a:cubicBezTo>
                  <a:lnTo>
                    <a:pt x="1192008" y="49412"/>
                  </a:lnTo>
                  <a:cubicBezTo>
                    <a:pt x="1192023" y="46712"/>
                    <a:pt x="1189846" y="44511"/>
                    <a:pt x="1187146" y="44496"/>
                  </a:cubicBezTo>
                  <a:cubicBezTo>
                    <a:pt x="1186343" y="44492"/>
                    <a:pt x="1185552" y="44685"/>
                    <a:pt x="1184842" y="45059"/>
                  </a:cubicBezTo>
                  <a:lnTo>
                    <a:pt x="859756" y="214031"/>
                  </a:lnTo>
                  <a:cubicBezTo>
                    <a:pt x="858163" y="214869"/>
                    <a:pt x="857159" y="216516"/>
                    <a:pt x="857144" y="218317"/>
                  </a:cubicBezTo>
                  <a:lnTo>
                    <a:pt x="857145" y="716794"/>
                  </a:lnTo>
                  <a:cubicBezTo>
                    <a:pt x="857145" y="719495"/>
                    <a:pt x="859334" y="721683"/>
                    <a:pt x="862034" y="721683"/>
                  </a:cubicBezTo>
                  <a:lnTo>
                    <a:pt x="1187119" y="721683"/>
                  </a:lnTo>
                  <a:close/>
                  <a:moveTo>
                    <a:pt x="1361382" y="721817"/>
                  </a:moveTo>
                  <a:cubicBezTo>
                    <a:pt x="1362787" y="721817"/>
                    <a:pt x="1363927" y="720678"/>
                    <a:pt x="1363927" y="719272"/>
                  </a:cubicBezTo>
                  <a:lnTo>
                    <a:pt x="1363927" y="197622"/>
                  </a:lnTo>
                  <a:cubicBezTo>
                    <a:pt x="1363931" y="196946"/>
                    <a:pt x="1363666" y="196295"/>
                    <a:pt x="1363190" y="195814"/>
                  </a:cubicBezTo>
                  <a:lnTo>
                    <a:pt x="1227302" y="59927"/>
                  </a:lnTo>
                  <a:cubicBezTo>
                    <a:pt x="1226313" y="58928"/>
                    <a:pt x="1224702" y="58920"/>
                    <a:pt x="1223703" y="59909"/>
                  </a:cubicBezTo>
                  <a:cubicBezTo>
                    <a:pt x="1223216" y="60391"/>
                    <a:pt x="1222945" y="61050"/>
                    <a:pt x="1222949" y="61735"/>
                  </a:cubicBezTo>
                  <a:lnTo>
                    <a:pt x="1222949" y="719273"/>
                  </a:lnTo>
                  <a:cubicBezTo>
                    <a:pt x="1222949" y="720678"/>
                    <a:pt x="1224089" y="721818"/>
                    <a:pt x="1225494" y="721818"/>
                  </a:cubicBezTo>
                  <a:lnTo>
                    <a:pt x="1361382" y="721817"/>
                  </a:lnTo>
                  <a:close/>
                  <a:moveTo>
                    <a:pt x="517727" y="106875"/>
                  </a:moveTo>
                  <a:cubicBezTo>
                    <a:pt x="517727" y="105099"/>
                    <a:pt x="516288" y="103660"/>
                    <a:pt x="514512" y="103660"/>
                  </a:cubicBezTo>
                  <a:lnTo>
                    <a:pt x="170675" y="103660"/>
                  </a:lnTo>
                  <a:cubicBezTo>
                    <a:pt x="168899" y="103660"/>
                    <a:pt x="167460" y="105099"/>
                    <a:pt x="167460" y="106874"/>
                  </a:cubicBezTo>
                  <a:lnTo>
                    <a:pt x="167460" y="718469"/>
                  </a:lnTo>
                  <a:cubicBezTo>
                    <a:pt x="167460" y="720244"/>
                    <a:pt x="168899" y="721683"/>
                    <a:pt x="170675" y="721683"/>
                  </a:cubicBezTo>
                  <a:lnTo>
                    <a:pt x="514512" y="721683"/>
                  </a:lnTo>
                  <a:cubicBezTo>
                    <a:pt x="516288" y="721683"/>
                    <a:pt x="517727" y="720244"/>
                    <a:pt x="517727" y="718469"/>
                  </a:cubicBezTo>
                  <a:lnTo>
                    <a:pt x="517727" y="106875"/>
                  </a:lnTo>
                  <a:close/>
                  <a:moveTo>
                    <a:pt x="739674" y="721884"/>
                  </a:moveTo>
                  <a:cubicBezTo>
                    <a:pt x="741820" y="721884"/>
                    <a:pt x="743559" y="720145"/>
                    <a:pt x="743559" y="718000"/>
                  </a:cubicBezTo>
                  <a:lnTo>
                    <a:pt x="743559" y="381864"/>
                  </a:lnTo>
                  <a:cubicBezTo>
                    <a:pt x="743564" y="380444"/>
                    <a:pt x="742793" y="379134"/>
                    <a:pt x="741550" y="378449"/>
                  </a:cubicBezTo>
                  <a:lnTo>
                    <a:pt x="554562" y="274641"/>
                  </a:lnTo>
                  <a:cubicBezTo>
                    <a:pt x="552683" y="273605"/>
                    <a:pt x="550321" y="274289"/>
                    <a:pt x="549285" y="276167"/>
                  </a:cubicBezTo>
                  <a:cubicBezTo>
                    <a:pt x="548966" y="276746"/>
                    <a:pt x="548800" y="277396"/>
                    <a:pt x="548802" y="278057"/>
                  </a:cubicBezTo>
                  <a:lnTo>
                    <a:pt x="548802" y="718000"/>
                  </a:lnTo>
                  <a:cubicBezTo>
                    <a:pt x="548802" y="720145"/>
                    <a:pt x="550542" y="721884"/>
                    <a:pt x="552687" y="721884"/>
                  </a:cubicBezTo>
                  <a:lnTo>
                    <a:pt x="739674" y="721884"/>
                  </a:lnTo>
                  <a:close/>
                </a:path>
              </a:pathLst>
            </a:custGeom>
            <a:grpFill/>
            <a:ln w="6697" cap="flat">
              <a:noFill/>
              <a:prstDash val="solid"/>
              <a:miter/>
            </a:ln>
          </p:spPr>
          <p:txBody>
            <a:bodyPr/>
            <a:lstStyle/>
            <a:p>
              <a:endParaRPr lang="ar-SA" noProof="0" dirty="0"/>
            </a:p>
          </p:txBody>
        </p:sp>
        <p:sp>
          <p:nvSpPr>
            <p:cNvPr id="101" name="Free-form: Shape 306">
              <a:extLst>
                <a:ext uri="{FF2B5EF4-FFF2-40B4-BE49-F238E27FC236}">
                  <a16:creationId xmlns:a16="http://schemas.microsoft.com/office/drawing/2014/main" id="{144C8B8B-5514-E76A-4769-594BED30F15C}"/>
                </a:ext>
              </a:extLst>
            </p:cNvPr>
            <p:cNvSpPr>
              <a:spLocks noChangeAspect="1"/>
            </p:cNvSpPr>
            <p:nvPr/>
          </p:nvSpPr>
          <p:spPr>
            <a:xfrm>
              <a:off x="3227489" y="1180468"/>
              <a:ext cx="47892" cy="43460"/>
            </a:xfrm>
            <a:custGeom>
              <a:avLst/>
              <a:gdLst>
                <a:gd name="csX0" fmla="*/ 40791 w 47892"/>
                <a:gd name="csY0" fmla="*/ 43457 h 43460"/>
                <a:gd name="csX1" fmla="*/ 11056 w 47892"/>
                <a:gd name="csY1" fmla="*/ 42654 h 43460"/>
                <a:gd name="csX2" fmla="*/ 5 w 47892"/>
                <a:gd name="csY2" fmla="*/ 31008 h 43460"/>
                <a:gd name="csX3" fmla="*/ 5 w 47892"/>
                <a:gd name="csY3" fmla="*/ 31000 h 43460"/>
                <a:gd name="csX4" fmla="*/ 608 w 47892"/>
                <a:gd name="csY4" fmla="*/ 8364 h 43460"/>
                <a:gd name="csX5" fmla="*/ 9337 w 47892"/>
                <a:gd name="csY5" fmla="*/ 3 h 43460"/>
                <a:gd name="csX6" fmla="*/ 11457 w 47892"/>
                <a:gd name="csY6" fmla="*/ 327 h 43460"/>
                <a:gd name="csX7" fmla="*/ 40791 w 47892"/>
                <a:gd name="csY7" fmla="*/ 8698 h 43460"/>
                <a:gd name="csX8" fmla="*/ 47890 w 47892"/>
                <a:gd name="csY8" fmla="*/ 18209 h 43460"/>
                <a:gd name="csX9" fmla="*/ 47355 w 47892"/>
                <a:gd name="csY9" fmla="*/ 37296 h 43460"/>
                <a:gd name="csX10" fmla="*/ 40798 w 47892"/>
                <a:gd name="csY10" fmla="*/ 43457 h 43460"/>
                <a:gd name="csX11" fmla="*/ 40791 w 47892"/>
                <a:gd name="csY11" fmla="*/ 43457 h 434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7892" h="43460">
                  <a:moveTo>
                    <a:pt x="40791" y="43457"/>
                  </a:moveTo>
                  <a:lnTo>
                    <a:pt x="11056" y="42654"/>
                  </a:lnTo>
                  <a:cubicBezTo>
                    <a:pt x="4770" y="42470"/>
                    <a:pt x="-177" y="37257"/>
                    <a:pt x="5" y="31008"/>
                  </a:cubicBezTo>
                  <a:cubicBezTo>
                    <a:pt x="5" y="31006"/>
                    <a:pt x="5" y="31003"/>
                    <a:pt x="5" y="31000"/>
                  </a:cubicBezTo>
                  <a:lnTo>
                    <a:pt x="608" y="8364"/>
                  </a:lnTo>
                  <a:cubicBezTo>
                    <a:pt x="732" y="3631"/>
                    <a:pt x="4641" y="-112"/>
                    <a:pt x="9337" y="3"/>
                  </a:cubicBezTo>
                  <a:cubicBezTo>
                    <a:pt x="10055" y="20"/>
                    <a:pt x="10767" y="129"/>
                    <a:pt x="11457" y="327"/>
                  </a:cubicBezTo>
                  <a:lnTo>
                    <a:pt x="40791" y="8698"/>
                  </a:lnTo>
                  <a:cubicBezTo>
                    <a:pt x="45055" y="9839"/>
                    <a:pt x="47987" y="13766"/>
                    <a:pt x="47890" y="18209"/>
                  </a:cubicBezTo>
                  <a:lnTo>
                    <a:pt x="47355" y="37296"/>
                  </a:lnTo>
                  <a:cubicBezTo>
                    <a:pt x="47246" y="40808"/>
                    <a:pt x="44310" y="43567"/>
                    <a:pt x="40798" y="43457"/>
                  </a:cubicBezTo>
                  <a:cubicBezTo>
                    <a:pt x="40796" y="43457"/>
                    <a:pt x="40793" y="43457"/>
                    <a:pt x="40791" y="43457"/>
                  </a:cubicBezTo>
                  <a:close/>
                </a:path>
              </a:pathLst>
            </a:custGeom>
            <a:grpFill/>
            <a:ln w="6697" cap="flat">
              <a:noFill/>
              <a:prstDash val="solid"/>
              <a:miter/>
            </a:ln>
          </p:spPr>
          <p:txBody>
            <a:bodyPr/>
            <a:lstStyle/>
            <a:p>
              <a:endParaRPr lang="ar-SA" noProof="0" dirty="0"/>
            </a:p>
          </p:txBody>
        </p:sp>
        <p:sp>
          <p:nvSpPr>
            <p:cNvPr id="102" name="Rectangle 101">
              <a:extLst>
                <a:ext uri="{FF2B5EF4-FFF2-40B4-BE49-F238E27FC236}">
                  <a16:creationId xmlns:a16="http://schemas.microsoft.com/office/drawing/2014/main" id="{EF3FE0D4-F813-E2C9-E7B1-A55033A08BEF}"/>
                </a:ext>
              </a:extLst>
            </p:cNvPr>
            <p:cNvSpPr>
              <a:spLocks noChangeAspect="1"/>
            </p:cNvSpPr>
            <p:nvPr/>
          </p:nvSpPr>
          <p:spPr>
            <a:xfrm rot="21594000">
              <a:off x="2213193" y="1196935"/>
              <a:ext cx="43934" cy="43934"/>
            </a:xfrm>
            <a:prstGeom prst="rect">
              <a:avLst/>
            </a:prstGeom>
            <a:grpFill/>
            <a:ln w="6697" cap="flat">
              <a:noFill/>
              <a:prstDash val="solid"/>
              <a:miter/>
            </a:ln>
          </p:spPr>
          <p:txBody>
            <a:bodyPr/>
            <a:lstStyle/>
            <a:p>
              <a:endParaRPr lang="ar-SA" noProof="0" dirty="0"/>
            </a:p>
          </p:txBody>
        </p:sp>
        <p:sp>
          <p:nvSpPr>
            <p:cNvPr id="103" name="Rectangle 102">
              <a:extLst>
                <a:ext uri="{FF2B5EF4-FFF2-40B4-BE49-F238E27FC236}">
                  <a16:creationId xmlns:a16="http://schemas.microsoft.com/office/drawing/2014/main" id="{F5E488C4-EC47-0921-8DE5-45FBF35F2BA3}"/>
                </a:ext>
              </a:extLst>
            </p:cNvPr>
            <p:cNvSpPr>
              <a:spLocks noChangeAspect="1"/>
            </p:cNvSpPr>
            <p:nvPr/>
          </p:nvSpPr>
          <p:spPr>
            <a:xfrm rot="21564000">
              <a:off x="2340843" y="1196399"/>
              <a:ext cx="44737" cy="44871"/>
            </a:xfrm>
            <a:prstGeom prst="rect">
              <a:avLst/>
            </a:prstGeom>
            <a:grpFill/>
            <a:ln w="6697" cap="flat">
              <a:noFill/>
              <a:prstDash val="solid"/>
              <a:miter/>
            </a:ln>
          </p:spPr>
          <p:txBody>
            <a:bodyPr/>
            <a:lstStyle/>
            <a:p>
              <a:endParaRPr lang="ar-SA" noProof="0" dirty="0"/>
            </a:p>
          </p:txBody>
        </p:sp>
        <p:sp>
          <p:nvSpPr>
            <p:cNvPr id="104" name="Free-form: Shape 313">
              <a:extLst>
                <a:ext uri="{FF2B5EF4-FFF2-40B4-BE49-F238E27FC236}">
                  <a16:creationId xmlns:a16="http://schemas.microsoft.com/office/drawing/2014/main" id="{592B4629-F2E0-C631-3B54-E0CC83C79961}"/>
                </a:ext>
              </a:extLst>
            </p:cNvPr>
            <p:cNvSpPr>
              <a:spLocks noChangeAspect="1"/>
            </p:cNvSpPr>
            <p:nvPr/>
          </p:nvSpPr>
          <p:spPr>
            <a:xfrm>
              <a:off x="3019343" y="1201291"/>
              <a:ext cx="47416" cy="50093"/>
            </a:xfrm>
            <a:custGeom>
              <a:avLst/>
              <a:gdLst>
                <a:gd name="csX0" fmla="*/ 8238 w 47416"/>
                <a:gd name="csY0" fmla="*/ 49892 h 50093"/>
                <a:gd name="csX1" fmla="*/ 198 w 47416"/>
                <a:gd name="csY1" fmla="*/ 45136 h 50093"/>
                <a:gd name="csX2" fmla="*/ 0 w 47416"/>
                <a:gd name="csY2" fmla="*/ 43529 h 50093"/>
                <a:gd name="csX3" fmla="*/ 0 w 47416"/>
                <a:gd name="csY3" fmla="*/ 19017 h 50093"/>
                <a:gd name="csX4" fmla="*/ 7970 w 47416"/>
                <a:gd name="csY4" fmla="*/ 8770 h 50093"/>
                <a:gd name="csX5" fmla="*/ 41858 w 47416"/>
                <a:gd name="csY5" fmla="*/ 131 h 50093"/>
                <a:gd name="csX6" fmla="*/ 47287 w 47416"/>
                <a:gd name="csY6" fmla="*/ 3417 h 50093"/>
                <a:gd name="csX7" fmla="*/ 47417 w 47416"/>
                <a:gd name="csY7" fmla="*/ 4484 h 50093"/>
                <a:gd name="csX8" fmla="*/ 47417 w 47416"/>
                <a:gd name="csY8" fmla="*/ 34622 h 50093"/>
                <a:gd name="csX9" fmla="*/ 42193 w 47416"/>
                <a:gd name="csY9" fmla="*/ 41319 h 50093"/>
                <a:gd name="csX10" fmla="*/ 8238 w 47416"/>
                <a:gd name="csY10" fmla="*/ 49892 h 500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7416" h="50093">
                  <a:moveTo>
                    <a:pt x="8238" y="49892"/>
                  </a:moveTo>
                  <a:cubicBezTo>
                    <a:pt x="4686" y="50780"/>
                    <a:pt x="1087" y="48651"/>
                    <a:pt x="198" y="45136"/>
                  </a:cubicBezTo>
                  <a:cubicBezTo>
                    <a:pt x="65" y="44611"/>
                    <a:pt x="-1" y="44071"/>
                    <a:pt x="0" y="43529"/>
                  </a:cubicBezTo>
                  <a:lnTo>
                    <a:pt x="0" y="19017"/>
                  </a:lnTo>
                  <a:cubicBezTo>
                    <a:pt x="3" y="14163"/>
                    <a:pt x="3289" y="9938"/>
                    <a:pt x="7970" y="8770"/>
                  </a:cubicBezTo>
                  <a:lnTo>
                    <a:pt x="41858" y="131"/>
                  </a:lnTo>
                  <a:cubicBezTo>
                    <a:pt x="44264" y="-461"/>
                    <a:pt x="46695" y="1010"/>
                    <a:pt x="47287" y="3417"/>
                  </a:cubicBezTo>
                  <a:cubicBezTo>
                    <a:pt x="47373" y="3766"/>
                    <a:pt x="47416" y="4124"/>
                    <a:pt x="47417" y="4484"/>
                  </a:cubicBezTo>
                  <a:lnTo>
                    <a:pt x="47417" y="34622"/>
                  </a:lnTo>
                  <a:cubicBezTo>
                    <a:pt x="47419" y="37770"/>
                    <a:pt x="45270" y="40525"/>
                    <a:pt x="42193" y="41319"/>
                  </a:cubicBezTo>
                  <a:lnTo>
                    <a:pt x="8238" y="49892"/>
                  </a:lnTo>
                  <a:close/>
                </a:path>
              </a:pathLst>
            </a:custGeom>
            <a:grpFill/>
            <a:ln w="6697" cap="flat">
              <a:noFill/>
              <a:prstDash val="solid"/>
              <a:miter/>
            </a:ln>
          </p:spPr>
          <p:txBody>
            <a:bodyPr/>
            <a:lstStyle/>
            <a:p>
              <a:endParaRPr lang="ar-SA" noProof="0" dirty="0"/>
            </a:p>
          </p:txBody>
        </p:sp>
        <p:sp>
          <p:nvSpPr>
            <p:cNvPr id="105" name="Free-form: Shape 315">
              <a:extLst>
                <a:ext uri="{FF2B5EF4-FFF2-40B4-BE49-F238E27FC236}">
                  <a16:creationId xmlns:a16="http://schemas.microsoft.com/office/drawing/2014/main" id="{19E576E5-FCEC-DFA2-D178-685DA2BBF1D9}"/>
                </a:ext>
              </a:extLst>
            </p:cNvPr>
            <p:cNvSpPr>
              <a:spLocks noChangeAspect="1"/>
            </p:cNvSpPr>
            <p:nvPr/>
          </p:nvSpPr>
          <p:spPr>
            <a:xfrm>
              <a:off x="2892729" y="1223932"/>
              <a:ext cx="54990" cy="52894"/>
            </a:xfrm>
            <a:custGeom>
              <a:avLst/>
              <a:gdLst>
                <a:gd name="csX0" fmla="*/ 33991 w 54990"/>
                <a:gd name="csY0" fmla="*/ 44061 h 52894"/>
                <a:gd name="csX1" fmla="*/ 8140 w 54990"/>
                <a:gd name="csY1" fmla="*/ 52767 h 52894"/>
                <a:gd name="csX2" fmla="*/ 1753 w 54990"/>
                <a:gd name="csY2" fmla="*/ 48690 h 52894"/>
                <a:gd name="csX3" fmla="*/ 1643 w 54990"/>
                <a:gd name="csY3" fmla="*/ 47945 h 52894"/>
                <a:gd name="csX4" fmla="*/ 36 w 54990"/>
                <a:gd name="csY4" fmla="*/ 25777 h 52894"/>
                <a:gd name="csX5" fmla="*/ 9345 w 54990"/>
                <a:gd name="csY5" fmla="*/ 13053 h 52894"/>
                <a:gd name="csX6" fmla="*/ 20998 w 54990"/>
                <a:gd name="csY6" fmla="*/ 8833 h 52894"/>
                <a:gd name="csX7" fmla="*/ 46850 w 54990"/>
                <a:gd name="csY7" fmla="*/ 127 h 52894"/>
                <a:gd name="csX8" fmla="*/ 53236 w 54990"/>
                <a:gd name="csY8" fmla="*/ 4205 h 52894"/>
                <a:gd name="csX9" fmla="*/ 53346 w 54990"/>
                <a:gd name="csY9" fmla="*/ 4949 h 52894"/>
                <a:gd name="csX10" fmla="*/ 54953 w 54990"/>
                <a:gd name="csY10" fmla="*/ 27117 h 52894"/>
                <a:gd name="csX11" fmla="*/ 45711 w 54990"/>
                <a:gd name="csY11" fmla="*/ 39842 h 52894"/>
                <a:gd name="csX12" fmla="*/ 33991 w 54990"/>
                <a:gd name="csY12" fmla="*/ 44061 h 528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4990" h="52894">
                  <a:moveTo>
                    <a:pt x="33991" y="44061"/>
                  </a:moveTo>
                  <a:cubicBezTo>
                    <a:pt x="22740" y="48570"/>
                    <a:pt x="14122" y="51473"/>
                    <a:pt x="8140" y="52767"/>
                  </a:cubicBezTo>
                  <a:cubicBezTo>
                    <a:pt x="5250" y="53405"/>
                    <a:pt x="2391" y="51579"/>
                    <a:pt x="1753" y="48690"/>
                  </a:cubicBezTo>
                  <a:cubicBezTo>
                    <a:pt x="1699" y="48445"/>
                    <a:pt x="1662" y="48196"/>
                    <a:pt x="1643" y="47945"/>
                  </a:cubicBezTo>
                  <a:lnTo>
                    <a:pt x="36" y="25777"/>
                  </a:lnTo>
                  <a:cubicBezTo>
                    <a:pt x="-420" y="19822"/>
                    <a:pt x="3531" y="14421"/>
                    <a:pt x="9345" y="13053"/>
                  </a:cubicBezTo>
                  <a:cubicBezTo>
                    <a:pt x="11131" y="12651"/>
                    <a:pt x="15015" y="11244"/>
                    <a:pt x="20998" y="8833"/>
                  </a:cubicBezTo>
                  <a:cubicBezTo>
                    <a:pt x="32294" y="4324"/>
                    <a:pt x="40911" y="1422"/>
                    <a:pt x="46850" y="127"/>
                  </a:cubicBezTo>
                  <a:cubicBezTo>
                    <a:pt x="49739" y="-511"/>
                    <a:pt x="52598" y="1315"/>
                    <a:pt x="53236" y="4205"/>
                  </a:cubicBezTo>
                  <a:cubicBezTo>
                    <a:pt x="53290" y="4450"/>
                    <a:pt x="53327" y="4699"/>
                    <a:pt x="53346" y="4949"/>
                  </a:cubicBezTo>
                  <a:lnTo>
                    <a:pt x="54953" y="27117"/>
                  </a:lnTo>
                  <a:cubicBezTo>
                    <a:pt x="55416" y="33053"/>
                    <a:pt x="51499" y="38445"/>
                    <a:pt x="45711" y="39842"/>
                  </a:cubicBezTo>
                  <a:cubicBezTo>
                    <a:pt x="43880" y="40288"/>
                    <a:pt x="39974" y="41695"/>
                    <a:pt x="33991" y="44061"/>
                  </a:cubicBezTo>
                  <a:close/>
                </a:path>
              </a:pathLst>
            </a:custGeom>
            <a:grpFill/>
            <a:ln w="6697" cap="flat">
              <a:noFill/>
              <a:prstDash val="solid"/>
              <a:miter/>
            </a:ln>
          </p:spPr>
          <p:txBody>
            <a:bodyPr/>
            <a:lstStyle/>
            <a:p>
              <a:endParaRPr lang="ar-SA" noProof="0" dirty="0"/>
            </a:p>
          </p:txBody>
        </p:sp>
        <p:sp>
          <p:nvSpPr>
            <p:cNvPr id="106" name="Rectangle 105">
              <a:extLst>
                <a:ext uri="{FF2B5EF4-FFF2-40B4-BE49-F238E27FC236}">
                  <a16:creationId xmlns:a16="http://schemas.microsoft.com/office/drawing/2014/main" id="{DE5972E9-E8B7-5BC2-455B-67233D74D815}"/>
                </a:ext>
              </a:extLst>
            </p:cNvPr>
            <p:cNvSpPr>
              <a:spLocks noChangeAspect="1"/>
            </p:cNvSpPr>
            <p:nvPr/>
          </p:nvSpPr>
          <p:spPr>
            <a:xfrm rot="150000">
              <a:off x="3228632" y="1287683"/>
              <a:ext cx="46612" cy="37370"/>
            </a:xfrm>
            <a:prstGeom prst="rect">
              <a:avLst/>
            </a:prstGeom>
            <a:grpFill/>
            <a:ln w="6697" cap="flat">
              <a:noFill/>
              <a:prstDash val="solid"/>
              <a:miter/>
            </a:ln>
          </p:spPr>
          <p:txBody>
            <a:bodyPr/>
            <a:lstStyle/>
            <a:p>
              <a:endParaRPr lang="ar-SA" noProof="0" dirty="0"/>
            </a:p>
          </p:txBody>
        </p:sp>
        <p:sp>
          <p:nvSpPr>
            <p:cNvPr id="107" name="Rectangle 106">
              <a:extLst>
                <a:ext uri="{FF2B5EF4-FFF2-40B4-BE49-F238E27FC236}">
                  <a16:creationId xmlns:a16="http://schemas.microsoft.com/office/drawing/2014/main" id="{17616BA8-38F1-561F-89AA-EDC27FF1F59E}"/>
                </a:ext>
              </a:extLst>
            </p:cNvPr>
            <p:cNvSpPr>
              <a:spLocks noChangeAspect="1"/>
            </p:cNvSpPr>
            <p:nvPr/>
          </p:nvSpPr>
          <p:spPr>
            <a:xfrm rot="12000">
              <a:off x="2340977" y="1316950"/>
              <a:ext cx="44201" cy="47148"/>
            </a:xfrm>
            <a:prstGeom prst="rect">
              <a:avLst/>
            </a:prstGeom>
            <a:grpFill/>
            <a:ln w="6697" cap="flat">
              <a:noFill/>
              <a:prstDash val="solid"/>
              <a:miter/>
            </a:ln>
          </p:spPr>
          <p:txBody>
            <a:bodyPr/>
            <a:lstStyle/>
            <a:p>
              <a:endParaRPr lang="ar-SA" noProof="0" dirty="0"/>
            </a:p>
          </p:txBody>
        </p:sp>
        <p:sp>
          <p:nvSpPr>
            <p:cNvPr id="108" name="Rectangle 107">
              <a:extLst>
                <a:ext uri="{FF2B5EF4-FFF2-40B4-BE49-F238E27FC236}">
                  <a16:creationId xmlns:a16="http://schemas.microsoft.com/office/drawing/2014/main" id="{E9758B04-9A00-33AE-1EAD-848BFE69B1DA}"/>
                </a:ext>
              </a:extLst>
            </p:cNvPr>
            <p:cNvSpPr>
              <a:spLocks noChangeAspect="1"/>
            </p:cNvSpPr>
            <p:nvPr/>
          </p:nvSpPr>
          <p:spPr>
            <a:xfrm rot="21570000">
              <a:off x="2212389" y="1318423"/>
              <a:ext cx="44737" cy="44737"/>
            </a:xfrm>
            <a:prstGeom prst="rect">
              <a:avLst/>
            </a:prstGeom>
            <a:grpFill/>
            <a:ln w="6697" cap="flat">
              <a:noFill/>
              <a:prstDash val="solid"/>
              <a:miter/>
            </a:ln>
          </p:spPr>
          <p:txBody>
            <a:bodyPr/>
            <a:lstStyle/>
            <a:p>
              <a:endParaRPr lang="ar-SA" noProof="0" dirty="0"/>
            </a:p>
          </p:txBody>
        </p:sp>
        <p:sp>
          <p:nvSpPr>
            <p:cNvPr id="109" name="Free-form: Shape 322">
              <a:extLst>
                <a:ext uri="{FF2B5EF4-FFF2-40B4-BE49-F238E27FC236}">
                  <a16:creationId xmlns:a16="http://schemas.microsoft.com/office/drawing/2014/main" id="{4896AA0E-057E-55B0-EC3F-4D0591B701AD}"/>
                </a:ext>
              </a:extLst>
            </p:cNvPr>
            <p:cNvSpPr>
              <a:spLocks noChangeAspect="1"/>
            </p:cNvSpPr>
            <p:nvPr/>
          </p:nvSpPr>
          <p:spPr>
            <a:xfrm>
              <a:off x="3020079" y="1319468"/>
              <a:ext cx="46814" cy="54126"/>
            </a:xfrm>
            <a:custGeom>
              <a:avLst/>
              <a:gdLst>
                <a:gd name="csX0" fmla="*/ 40385 w 46814"/>
                <a:gd name="csY0" fmla="*/ 161 h 54126"/>
                <a:gd name="csX1" fmla="*/ 46655 w 46814"/>
                <a:gd name="csY1" fmla="*/ 3885 h 54126"/>
                <a:gd name="csX2" fmla="*/ 46814 w 46814"/>
                <a:gd name="csY2" fmla="*/ 5117 h 54126"/>
                <a:gd name="csX3" fmla="*/ 46814 w 46814"/>
                <a:gd name="csY3" fmla="*/ 38536 h 54126"/>
                <a:gd name="csX4" fmla="*/ 41590 w 46814"/>
                <a:gd name="csY4" fmla="*/ 45233 h 54126"/>
                <a:gd name="csX5" fmla="*/ 7434 w 46814"/>
                <a:gd name="csY5" fmla="*/ 53940 h 54126"/>
                <a:gd name="csX6" fmla="*/ 185 w 46814"/>
                <a:gd name="csY6" fmla="*/ 49638 h 54126"/>
                <a:gd name="csX7" fmla="*/ 0 w 46814"/>
                <a:gd name="csY7" fmla="*/ 48180 h 54126"/>
                <a:gd name="csX8" fmla="*/ 0 w 46814"/>
                <a:gd name="csY8" fmla="*/ 15364 h 54126"/>
                <a:gd name="csX9" fmla="*/ 4889 w 46814"/>
                <a:gd name="csY9" fmla="*/ 9135 h 54126"/>
                <a:gd name="csX10" fmla="*/ 40385 w 46814"/>
                <a:gd name="csY10" fmla="*/ 161 h 54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6814" h="54126">
                  <a:moveTo>
                    <a:pt x="40385" y="161"/>
                  </a:moveTo>
                  <a:cubicBezTo>
                    <a:pt x="43145" y="-542"/>
                    <a:pt x="45952" y="1126"/>
                    <a:pt x="46655" y="3885"/>
                  </a:cubicBezTo>
                  <a:cubicBezTo>
                    <a:pt x="46757" y="4288"/>
                    <a:pt x="46811" y="4701"/>
                    <a:pt x="46814" y="5117"/>
                  </a:cubicBezTo>
                  <a:lnTo>
                    <a:pt x="46814" y="38536"/>
                  </a:lnTo>
                  <a:cubicBezTo>
                    <a:pt x="46817" y="41722"/>
                    <a:pt x="44657" y="44490"/>
                    <a:pt x="41590" y="45233"/>
                  </a:cubicBezTo>
                  <a:lnTo>
                    <a:pt x="7434" y="53940"/>
                  </a:lnTo>
                  <a:cubicBezTo>
                    <a:pt x="4244" y="54754"/>
                    <a:pt x="999" y="52828"/>
                    <a:pt x="185" y="49638"/>
                  </a:cubicBezTo>
                  <a:cubicBezTo>
                    <a:pt x="63" y="49161"/>
                    <a:pt x="1" y="48672"/>
                    <a:pt x="0" y="48180"/>
                  </a:cubicBezTo>
                  <a:lnTo>
                    <a:pt x="0" y="15364"/>
                  </a:lnTo>
                  <a:cubicBezTo>
                    <a:pt x="7" y="12411"/>
                    <a:pt x="2023" y="9842"/>
                    <a:pt x="4889" y="9135"/>
                  </a:cubicBezTo>
                  <a:lnTo>
                    <a:pt x="40385" y="161"/>
                  </a:lnTo>
                  <a:close/>
                </a:path>
              </a:pathLst>
            </a:custGeom>
            <a:grpFill/>
            <a:ln w="6697" cap="flat">
              <a:noFill/>
              <a:prstDash val="solid"/>
              <a:miter/>
            </a:ln>
          </p:spPr>
          <p:txBody>
            <a:bodyPr/>
            <a:lstStyle/>
            <a:p>
              <a:endParaRPr lang="ar-SA" noProof="0" dirty="0"/>
            </a:p>
          </p:txBody>
        </p:sp>
        <p:sp>
          <p:nvSpPr>
            <p:cNvPr id="110" name="Free-form: Shape 323">
              <a:extLst>
                <a:ext uri="{FF2B5EF4-FFF2-40B4-BE49-F238E27FC236}">
                  <a16:creationId xmlns:a16="http://schemas.microsoft.com/office/drawing/2014/main" id="{43E50671-406E-EE53-6BAE-08A5F45589E2}"/>
                </a:ext>
              </a:extLst>
            </p:cNvPr>
            <p:cNvSpPr>
              <a:spLocks noChangeAspect="1"/>
            </p:cNvSpPr>
            <p:nvPr/>
          </p:nvSpPr>
          <p:spPr>
            <a:xfrm>
              <a:off x="2895300" y="1338640"/>
              <a:ext cx="52324" cy="50648"/>
            </a:xfrm>
            <a:custGeom>
              <a:avLst/>
              <a:gdLst>
                <a:gd name="csX0" fmla="*/ 22244 w 52324"/>
                <a:gd name="csY0" fmla="*/ 5165 h 50648"/>
                <a:gd name="csX1" fmla="*/ 44948 w 52324"/>
                <a:gd name="csY1" fmla="*/ 76 h 50648"/>
                <a:gd name="csX2" fmla="*/ 51042 w 52324"/>
                <a:gd name="csY2" fmla="*/ 4345 h 50648"/>
                <a:gd name="csX3" fmla="*/ 51110 w 52324"/>
                <a:gd name="csY3" fmla="*/ 4965 h 50648"/>
                <a:gd name="csX4" fmla="*/ 52315 w 52324"/>
                <a:gd name="csY4" fmla="*/ 34031 h 50648"/>
                <a:gd name="csX5" fmla="*/ 47493 w 52324"/>
                <a:gd name="csY5" fmla="*/ 40661 h 50648"/>
                <a:gd name="csX6" fmla="*/ 30147 w 52324"/>
                <a:gd name="csY6" fmla="*/ 45550 h 50648"/>
                <a:gd name="csX7" fmla="*/ 7376 w 52324"/>
                <a:gd name="csY7" fmla="*/ 50573 h 50648"/>
                <a:gd name="csX8" fmla="*/ 1285 w 52324"/>
                <a:gd name="csY8" fmla="*/ 46300 h 50648"/>
                <a:gd name="csX9" fmla="*/ 1215 w 52324"/>
                <a:gd name="csY9" fmla="*/ 45617 h 50648"/>
                <a:gd name="csX10" fmla="*/ 9 w 52324"/>
                <a:gd name="csY10" fmla="*/ 16551 h 50648"/>
                <a:gd name="csX11" fmla="*/ 4831 w 52324"/>
                <a:gd name="csY11" fmla="*/ 9921 h 50648"/>
                <a:gd name="csX12" fmla="*/ 22244 w 52324"/>
                <a:gd name="csY12" fmla="*/ 5165 h 506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2324" h="50648">
                  <a:moveTo>
                    <a:pt x="22244" y="5165"/>
                  </a:moveTo>
                  <a:cubicBezTo>
                    <a:pt x="35103" y="2040"/>
                    <a:pt x="42671" y="343"/>
                    <a:pt x="44948" y="76"/>
                  </a:cubicBezTo>
                  <a:cubicBezTo>
                    <a:pt x="47829" y="-411"/>
                    <a:pt x="50558" y="1501"/>
                    <a:pt x="51042" y="4345"/>
                  </a:cubicBezTo>
                  <a:cubicBezTo>
                    <a:pt x="51077" y="4550"/>
                    <a:pt x="51100" y="4757"/>
                    <a:pt x="51110" y="4965"/>
                  </a:cubicBezTo>
                  <a:lnTo>
                    <a:pt x="52315" y="34031"/>
                  </a:lnTo>
                  <a:cubicBezTo>
                    <a:pt x="52480" y="37084"/>
                    <a:pt x="50472" y="39845"/>
                    <a:pt x="47493" y="40661"/>
                  </a:cubicBezTo>
                  <a:cubicBezTo>
                    <a:pt x="45082" y="41688"/>
                    <a:pt x="39300" y="43318"/>
                    <a:pt x="30147" y="45550"/>
                  </a:cubicBezTo>
                  <a:cubicBezTo>
                    <a:pt x="17244" y="48586"/>
                    <a:pt x="9654" y="50260"/>
                    <a:pt x="7376" y="50573"/>
                  </a:cubicBezTo>
                  <a:cubicBezTo>
                    <a:pt x="4495" y="51058"/>
                    <a:pt x="1768" y="49145"/>
                    <a:pt x="1285" y="46300"/>
                  </a:cubicBezTo>
                  <a:cubicBezTo>
                    <a:pt x="1246" y="46074"/>
                    <a:pt x="1223" y="45846"/>
                    <a:pt x="1215" y="45617"/>
                  </a:cubicBezTo>
                  <a:lnTo>
                    <a:pt x="9" y="16551"/>
                  </a:lnTo>
                  <a:cubicBezTo>
                    <a:pt x="-155" y="13498"/>
                    <a:pt x="1853" y="10737"/>
                    <a:pt x="4831" y="9921"/>
                  </a:cubicBezTo>
                  <a:cubicBezTo>
                    <a:pt x="7243" y="8938"/>
                    <a:pt x="13047" y="7353"/>
                    <a:pt x="22244" y="5165"/>
                  </a:cubicBezTo>
                  <a:close/>
                </a:path>
              </a:pathLst>
            </a:custGeom>
            <a:grpFill/>
            <a:ln w="6697" cap="flat">
              <a:noFill/>
              <a:prstDash val="solid"/>
              <a:miter/>
            </a:ln>
          </p:spPr>
          <p:txBody>
            <a:bodyPr/>
            <a:lstStyle/>
            <a:p>
              <a:endParaRPr lang="ar-SA" noProof="0" dirty="0"/>
            </a:p>
          </p:txBody>
        </p:sp>
        <p:sp>
          <p:nvSpPr>
            <p:cNvPr id="111" name="Free-form: Shape 324">
              <a:extLst>
                <a:ext uri="{FF2B5EF4-FFF2-40B4-BE49-F238E27FC236}">
                  <a16:creationId xmlns:a16="http://schemas.microsoft.com/office/drawing/2014/main" id="{89D3EE24-6F6F-2BD9-2685-334FCD0EABAC}"/>
                </a:ext>
              </a:extLst>
            </p:cNvPr>
            <p:cNvSpPr>
              <a:spLocks noChangeAspect="1"/>
            </p:cNvSpPr>
            <p:nvPr/>
          </p:nvSpPr>
          <p:spPr>
            <a:xfrm>
              <a:off x="2577658" y="1368547"/>
              <a:ext cx="47582" cy="55722"/>
            </a:xfrm>
            <a:custGeom>
              <a:avLst/>
              <a:gdLst>
                <a:gd name="csX0" fmla="*/ 44805 w 47582"/>
                <a:gd name="csY0" fmla="*/ 11089 h 55722"/>
                <a:gd name="csX1" fmla="*/ 45876 w 47582"/>
                <a:gd name="csY1" fmla="*/ 12562 h 55722"/>
                <a:gd name="csX2" fmla="*/ 46680 w 47582"/>
                <a:gd name="csY2" fmla="*/ 52076 h 55722"/>
                <a:gd name="csX3" fmla="*/ 42307 w 47582"/>
                <a:gd name="csY3" fmla="*/ 55705 h 55722"/>
                <a:gd name="csX4" fmla="*/ 42193 w 47582"/>
                <a:gd name="csY4" fmla="*/ 55693 h 55722"/>
                <a:gd name="csX5" fmla="*/ 2411 w 47582"/>
                <a:gd name="csY5" fmla="*/ 47321 h 55722"/>
                <a:gd name="csX6" fmla="*/ 1406 w 47582"/>
                <a:gd name="csY6" fmla="*/ 46919 h 55722"/>
                <a:gd name="csX7" fmla="*/ 737 w 47582"/>
                <a:gd name="csY7" fmla="*/ 46183 h 55722"/>
                <a:gd name="csX8" fmla="*/ 134 w 47582"/>
                <a:gd name="csY8" fmla="*/ 45312 h 55722"/>
                <a:gd name="csX9" fmla="*/ 0 w 47582"/>
                <a:gd name="csY9" fmla="*/ 44240 h 55722"/>
                <a:gd name="csX10" fmla="*/ 804 w 47582"/>
                <a:gd name="csY10" fmla="*/ 3655 h 55722"/>
                <a:gd name="csX11" fmla="*/ 5169 w 47582"/>
                <a:gd name="csY11" fmla="*/ 17 h 55722"/>
                <a:gd name="csX12" fmla="*/ 5358 w 47582"/>
                <a:gd name="csY12" fmla="*/ 38 h 55722"/>
                <a:gd name="csX13" fmla="*/ 43666 w 47582"/>
                <a:gd name="csY13" fmla="*/ 9749 h 55722"/>
                <a:gd name="csX14" fmla="*/ 44805 w 47582"/>
                <a:gd name="csY14" fmla="*/ 11089 h 557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7582" h="55722">
                  <a:moveTo>
                    <a:pt x="44805" y="11089"/>
                  </a:moveTo>
                  <a:cubicBezTo>
                    <a:pt x="45519" y="11982"/>
                    <a:pt x="45876" y="12473"/>
                    <a:pt x="45876" y="12562"/>
                  </a:cubicBezTo>
                  <a:cubicBezTo>
                    <a:pt x="47841" y="24528"/>
                    <a:pt x="48109" y="37699"/>
                    <a:pt x="46680" y="52076"/>
                  </a:cubicBezTo>
                  <a:cubicBezTo>
                    <a:pt x="46474" y="54286"/>
                    <a:pt x="44516" y="55910"/>
                    <a:pt x="42307" y="55705"/>
                  </a:cubicBezTo>
                  <a:cubicBezTo>
                    <a:pt x="42269" y="55701"/>
                    <a:pt x="42231" y="55697"/>
                    <a:pt x="42193" y="55693"/>
                  </a:cubicBezTo>
                  <a:cubicBezTo>
                    <a:pt x="39871" y="55425"/>
                    <a:pt x="26610" y="52634"/>
                    <a:pt x="2411" y="47321"/>
                  </a:cubicBezTo>
                  <a:cubicBezTo>
                    <a:pt x="1920" y="47187"/>
                    <a:pt x="1585" y="47053"/>
                    <a:pt x="1406" y="46919"/>
                  </a:cubicBezTo>
                  <a:cubicBezTo>
                    <a:pt x="1139" y="46651"/>
                    <a:pt x="915" y="46406"/>
                    <a:pt x="737" y="46183"/>
                  </a:cubicBezTo>
                  <a:cubicBezTo>
                    <a:pt x="558" y="45959"/>
                    <a:pt x="357" y="45669"/>
                    <a:pt x="134" y="45312"/>
                  </a:cubicBezTo>
                  <a:cubicBezTo>
                    <a:pt x="45" y="45133"/>
                    <a:pt x="0" y="44776"/>
                    <a:pt x="0" y="44240"/>
                  </a:cubicBezTo>
                  <a:cubicBezTo>
                    <a:pt x="268" y="19505"/>
                    <a:pt x="536" y="5977"/>
                    <a:pt x="804" y="3655"/>
                  </a:cubicBezTo>
                  <a:cubicBezTo>
                    <a:pt x="1005" y="1445"/>
                    <a:pt x="2959" y="-184"/>
                    <a:pt x="5169" y="17"/>
                  </a:cubicBezTo>
                  <a:cubicBezTo>
                    <a:pt x="5232" y="22"/>
                    <a:pt x="5295" y="30"/>
                    <a:pt x="5358" y="38"/>
                  </a:cubicBezTo>
                  <a:cubicBezTo>
                    <a:pt x="19690" y="1914"/>
                    <a:pt x="32459" y="5151"/>
                    <a:pt x="43666" y="9749"/>
                  </a:cubicBezTo>
                  <a:cubicBezTo>
                    <a:pt x="43755" y="9794"/>
                    <a:pt x="44135" y="10241"/>
                    <a:pt x="44805" y="11089"/>
                  </a:cubicBezTo>
                  <a:close/>
                </a:path>
              </a:pathLst>
            </a:custGeom>
            <a:grpFill/>
            <a:ln w="6697" cap="flat">
              <a:noFill/>
              <a:prstDash val="solid"/>
              <a:miter/>
            </a:ln>
          </p:spPr>
          <p:txBody>
            <a:bodyPr/>
            <a:lstStyle/>
            <a:p>
              <a:endParaRPr lang="ar-SA" noProof="0" dirty="0"/>
            </a:p>
          </p:txBody>
        </p:sp>
        <p:sp>
          <p:nvSpPr>
            <p:cNvPr id="112" name="Rectangle 111">
              <a:extLst>
                <a:ext uri="{FF2B5EF4-FFF2-40B4-BE49-F238E27FC236}">
                  <a16:creationId xmlns:a16="http://schemas.microsoft.com/office/drawing/2014/main" id="{AF57A1F2-E70C-AABB-472E-637C4C0E131A}"/>
                </a:ext>
              </a:extLst>
            </p:cNvPr>
            <p:cNvSpPr>
              <a:spLocks noChangeAspect="1"/>
            </p:cNvSpPr>
            <p:nvPr/>
          </p:nvSpPr>
          <p:spPr>
            <a:xfrm rot="72000">
              <a:off x="3228766" y="1388878"/>
              <a:ext cx="45273" cy="40719"/>
            </a:xfrm>
            <a:prstGeom prst="rect">
              <a:avLst/>
            </a:prstGeom>
            <a:grpFill/>
            <a:ln w="6697" cap="flat">
              <a:noFill/>
              <a:prstDash val="solid"/>
              <a:miter/>
            </a:ln>
          </p:spPr>
          <p:txBody>
            <a:bodyPr/>
            <a:lstStyle/>
            <a:p>
              <a:endParaRPr lang="ar-SA" noProof="0" dirty="0"/>
            </a:p>
          </p:txBody>
        </p:sp>
        <p:sp>
          <p:nvSpPr>
            <p:cNvPr id="113" name="Rectangle 112">
              <a:extLst>
                <a:ext uri="{FF2B5EF4-FFF2-40B4-BE49-F238E27FC236}">
                  <a16:creationId xmlns:a16="http://schemas.microsoft.com/office/drawing/2014/main" id="{06332EB5-7974-EB8E-1621-AF3AB46F1EB0}"/>
                </a:ext>
              </a:extLst>
            </p:cNvPr>
            <p:cNvSpPr>
              <a:spLocks noChangeAspect="1"/>
            </p:cNvSpPr>
            <p:nvPr/>
          </p:nvSpPr>
          <p:spPr>
            <a:xfrm rot="21534000">
              <a:off x="2213595" y="1438639"/>
              <a:ext cx="44201" cy="46479"/>
            </a:xfrm>
            <a:prstGeom prst="rect">
              <a:avLst/>
            </a:prstGeom>
            <a:grpFill/>
            <a:ln w="6697" cap="flat">
              <a:noFill/>
              <a:prstDash val="solid"/>
              <a:miter/>
            </a:ln>
          </p:spPr>
          <p:txBody>
            <a:bodyPr/>
            <a:lstStyle/>
            <a:p>
              <a:endParaRPr lang="ar-SA" noProof="0" dirty="0"/>
            </a:p>
          </p:txBody>
        </p:sp>
        <p:sp>
          <p:nvSpPr>
            <p:cNvPr id="114" name="Rectangle 113">
              <a:extLst>
                <a:ext uri="{FF2B5EF4-FFF2-40B4-BE49-F238E27FC236}">
                  <a16:creationId xmlns:a16="http://schemas.microsoft.com/office/drawing/2014/main" id="{35D9B1D1-8792-2C1C-BB88-1DCE4D5C7912}"/>
                </a:ext>
              </a:extLst>
            </p:cNvPr>
            <p:cNvSpPr>
              <a:spLocks noChangeAspect="1"/>
            </p:cNvSpPr>
            <p:nvPr/>
          </p:nvSpPr>
          <p:spPr>
            <a:xfrm rot="21594000">
              <a:off x="2340307" y="1437768"/>
              <a:ext cx="45273" cy="48756"/>
            </a:xfrm>
            <a:prstGeom prst="rect">
              <a:avLst/>
            </a:prstGeom>
            <a:grpFill/>
            <a:ln w="6697" cap="flat">
              <a:noFill/>
              <a:prstDash val="solid"/>
              <a:miter/>
            </a:ln>
          </p:spPr>
          <p:txBody>
            <a:bodyPr/>
            <a:lstStyle/>
            <a:p>
              <a:endParaRPr lang="ar-SA" noProof="0" dirty="0"/>
            </a:p>
          </p:txBody>
        </p:sp>
        <p:sp>
          <p:nvSpPr>
            <p:cNvPr id="115" name="Free-form: Shape 331">
              <a:extLst>
                <a:ext uri="{FF2B5EF4-FFF2-40B4-BE49-F238E27FC236}">
                  <a16:creationId xmlns:a16="http://schemas.microsoft.com/office/drawing/2014/main" id="{0CAE7DC2-63B6-7DF9-6E49-36BD402B8E18}"/>
                </a:ext>
              </a:extLst>
            </p:cNvPr>
            <p:cNvSpPr>
              <a:spLocks noChangeAspect="1"/>
            </p:cNvSpPr>
            <p:nvPr/>
          </p:nvSpPr>
          <p:spPr>
            <a:xfrm>
              <a:off x="3020146" y="1444126"/>
              <a:ext cx="46211" cy="50975"/>
            </a:xfrm>
            <a:custGeom>
              <a:avLst/>
              <a:gdLst>
                <a:gd name="csX0" fmla="*/ 20025 w 46211"/>
                <a:gd name="csY0" fmla="*/ 3554 h 50975"/>
                <a:gd name="csX1" fmla="*/ 41256 w 46211"/>
                <a:gd name="csY1" fmla="*/ 5 h 50975"/>
                <a:gd name="csX2" fmla="*/ 46145 w 46211"/>
                <a:gd name="csY2" fmla="*/ 5764 h 50975"/>
                <a:gd name="csX3" fmla="*/ 46212 w 46211"/>
                <a:gd name="csY3" fmla="*/ 37978 h 50975"/>
                <a:gd name="csX4" fmla="*/ 40720 w 46211"/>
                <a:gd name="csY4" fmla="*/ 44475 h 50975"/>
                <a:gd name="csX5" fmla="*/ 26254 w 46211"/>
                <a:gd name="csY5" fmla="*/ 47421 h 50975"/>
                <a:gd name="csX6" fmla="*/ 4957 w 46211"/>
                <a:gd name="csY6" fmla="*/ 50971 h 50975"/>
                <a:gd name="csX7" fmla="*/ 67 w 46211"/>
                <a:gd name="csY7" fmla="*/ 45211 h 50975"/>
                <a:gd name="csX8" fmla="*/ 1 w 46211"/>
                <a:gd name="csY8" fmla="*/ 12997 h 50975"/>
                <a:gd name="csX9" fmla="*/ 5492 w 46211"/>
                <a:gd name="csY9" fmla="*/ 6434 h 50975"/>
                <a:gd name="csX10" fmla="*/ 20025 w 46211"/>
                <a:gd name="csY10" fmla="*/ 3554 h 50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6211" h="50975">
                  <a:moveTo>
                    <a:pt x="20025" y="3554"/>
                  </a:moveTo>
                  <a:cubicBezTo>
                    <a:pt x="33732" y="1099"/>
                    <a:pt x="40809" y="-85"/>
                    <a:pt x="41256" y="5"/>
                  </a:cubicBezTo>
                  <a:cubicBezTo>
                    <a:pt x="44078" y="465"/>
                    <a:pt x="46149" y="2905"/>
                    <a:pt x="46145" y="5764"/>
                  </a:cubicBezTo>
                  <a:lnTo>
                    <a:pt x="46212" y="37978"/>
                  </a:lnTo>
                  <a:cubicBezTo>
                    <a:pt x="46222" y="41197"/>
                    <a:pt x="43896" y="43949"/>
                    <a:pt x="40720" y="44475"/>
                  </a:cubicBezTo>
                  <a:cubicBezTo>
                    <a:pt x="38889" y="45010"/>
                    <a:pt x="34067" y="45993"/>
                    <a:pt x="26254" y="47421"/>
                  </a:cubicBezTo>
                  <a:cubicBezTo>
                    <a:pt x="12547" y="49877"/>
                    <a:pt x="5448" y="51060"/>
                    <a:pt x="4957" y="50971"/>
                  </a:cubicBezTo>
                  <a:cubicBezTo>
                    <a:pt x="2134" y="50511"/>
                    <a:pt x="63" y="48071"/>
                    <a:pt x="67" y="45211"/>
                  </a:cubicBezTo>
                  <a:lnTo>
                    <a:pt x="1" y="12997"/>
                  </a:lnTo>
                  <a:cubicBezTo>
                    <a:pt x="-43" y="9753"/>
                    <a:pt x="2291" y="6964"/>
                    <a:pt x="5492" y="6434"/>
                  </a:cubicBezTo>
                  <a:cubicBezTo>
                    <a:pt x="7368" y="5898"/>
                    <a:pt x="12212" y="4938"/>
                    <a:pt x="20025" y="3554"/>
                  </a:cubicBezTo>
                  <a:close/>
                </a:path>
              </a:pathLst>
            </a:custGeom>
            <a:grpFill/>
            <a:ln w="6697" cap="flat">
              <a:noFill/>
              <a:prstDash val="solid"/>
              <a:miter/>
            </a:ln>
          </p:spPr>
          <p:txBody>
            <a:bodyPr/>
            <a:lstStyle/>
            <a:p>
              <a:endParaRPr lang="ar-SA" noProof="0" dirty="0"/>
            </a:p>
          </p:txBody>
        </p:sp>
        <p:sp>
          <p:nvSpPr>
            <p:cNvPr id="116" name="Free-form: Shape 11">
              <a:extLst>
                <a:ext uri="{FF2B5EF4-FFF2-40B4-BE49-F238E27FC236}">
                  <a16:creationId xmlns:a16="http://schemas.microsoft.com/office/drawing/2014/main" id="{D89C336C-8167-DE33-E780-7D9769AA20A4}"/>
                </a:ext>
              </a:extLst>
            </p:cNvPr>
            <p:cNvSpPr>
              <a:spLocks noChangeAspect="1"/>
            </p:cNvSpPr>
            <p:nvPr/>
          </p:nvSpPr>
          <p:spPr>
            <a:xfrm>
              <a:off x="2896512" y="1455729"/>
              <a:ext cx="50434" cy="48263"/>
            </a:xfrm>
            <a:custGeom>
              <a:avLst/>
              <a:gdLst>
                <a:gd name="csX0" fmla="*/ 21836 w 50434"/>
                <a:gd name="csY0" fmla="*/ 4475 h 48263"/>
                <a:gd name="csX1" fmla="*/ 44003 w 50434"/>
                <a:gd name="csY1" fmla="*/ 55 h 48263"/>
                <a:gd name="csX2" fmla="*/ 49846 w 50434"/>
                <a:gd name="csY2" fmla="*/ 4350 h 48263"/>
                <a:gd name="csX3" fmla="*/ 49897 w 50434"/>
                <a:gd name="csY3" fmla="*/ 4944 h 48263"/>
                <a:gd name="csX4" fmla="*/ 50433 w 50434"/>
                <a:gd name="csY4" fmla="*/ 33273 h 48263"/>
                <a:gd name="csX5" fmla="*/ 45544 w 50434"/>
                <a:gd name="csY5" fmla="*/ 39569 h 48263"/>
                <a:gd name="csX6" fmla="*/ 28600 w 50434"/>
                <a:gd name="csY6" fmla="*/ 43922 h 48263"/>
                <a:gd name="csX7" fmla="*/ 6365 w 50434"/>
                <a:gd name="csY7" fmla="*/ 48208 h 48263"/>
                <a:gd name="csX8" fmla="*/ 523 w 50434"/>
                <a:gd name="csY8" fmla="*/ 43913 h 48263"/>
                <a:gd name="csX9" fmla="*/ 471 w 50434"/>
                <a:gd name="csY9" fmla="*/ 43319 h 48263"/>
                <a:gd name="csX10" fmla="*/ 2 w 50434"/>
                <a:gd name="csY10" fmla="*/ 14990 h 48263"/>
                <a:gd name="csX11" fmla="*/ 4824 w 50434"/>
                <a:gd name="csY11" fmla="*/ 8694 h 48263"/>
                <a:gd name="csX12" fmla="*/ 21836 w 50434"/>
                <a:gd name="csY12" fmla="*/ 4475 h 48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434" h="48263">
                  <a:moveTo>
                    <a:pt x="21836" y="4475"/>
                  </a:moveTo>
                  <a:cubicBezTo>
                    <a:pt x="34426" y="1752"/>
                    <a:pt x="41816" y="278"/>
                    <a:pt x="44003" y="55"/>
                  </a:cubicBezTo>
                  <a:cubicBezTo>
                    <a:pt x="46822" y="-354"/>
                    <a:pt x="49437" y="1569"/>
                    <a:pt x="49846" y="4350"/>
                  </a:cubicBezTo>
                  <a:cubicBezTo>
                    <a:pt x="49874" y="4547"/>
                    <a:pt x="49892" y="4745"/>
                    <a:pt x="49897" y="4944"/>
                  </a:cubicBezTo>
                  <a:lnTo>
                    <a:pt x="50433" y="33273"/>
                  </a:lnTo>
                  <a:cubicBezTo>
                    <a:pt x="50507" y="36247"/>
                    <a:pt x="48468" y="38873"/>
                    <a:pt x="45544" y="39569"/>
                  </a:cubicBezTo>
                  <a:cubicBezTo>
                    <a:pt x="43177" y="40506"/>
                    <a:pt x="37529" y="41957"/>
                    <a:pt x="28600" y="43922"/>
                  </a:cubicBezTo>
                  <a:cubicBezTo>
                    <a:pt x="15964" y="46556"/>
                    <a:pt x="8553" y="47985"/>
                    <a:pt x="6365" y="48208"/>
                  </a:cubicBezTo>
                  <a:cubicBezTo>
                    <a:pt x="3546" y="48617"/>
                    <a:pt x="931" y="46694"/>
                    <a:pt x="523" y="43913"/>
                  </a:cubicBezTo>
                  <a:cubicBezTo>
                    <a:pt x="494" y="43716"/>
                    <a:pt x="477" y="43518"/>
                    <a:pt x="471" y="43319"/>
                  </a:cubicBezTo>
                  <a:lnTo>
                    <a:pt x="2" y="14990"/>
                  </a:lnTo>
                  <a:cubicBezTo>
                    <a:pt x="-79" y="12035"/>
                    <a:pt x="1927" y="9417"/>
                    <a:pt x="4824" y="8694"/>
                  </a:cubicBezTo>
                  <a:cubicBezTo>
                    <a:pt x="7191" y="7757"/>
                    <a:pt x="12861" y="6350"/>
                    <a:pt x="21836" y="4475"/>
                  </a:cubicBezTo>
                  <a:close/>
                </a:path>
              </a:pathLst>
            </a:custGeom>
            <a:grpFill/>
            <a:ln w="6697" cap="flat">
              <a:noFill/>
              <a:prstDash val="solid"/>
              <a:miter/>
            </a:ln>
          </p:spPr>
          <p:txBody>
            <a:bodyPr/>
            <a:lstStyle/>
            <a:p>
              <a:endParaRPr lang="ar-SA" noProof="0" dirty="0"/>
            </a:p>
          </p:txBody>
        </p:sp>
        <p:sp>
          <p:nvSpPr>
            <p:cNvPr id="117" name="Rectangle 116">
              <a:extLst>
                <a:ext uri="{FF2B5EF4-FFF2-40B4-BE49-F238E27FC236}">
                  <a16:creationId xmlns:a16="http://schemas.microsoft.com/office/drawing/2014/main" id="{0C9C8122-EEF8-702C-1478-DBC72E33AA23}"/>
                </a:ext>
              </a:extLst>
            </p:cNvPr>
            <p:cNvSpPr>
              <a:spLocks noChangeAspect="1"/>
            </p:cNvSpPr>
            <p:nvPr/>
          </p:nvSpPr>
          <p:spPr>
            <a:xfrm rot="12000">
              <a:off x="3230173" y="1493289"/>
              <a:ext cx="42326" cy="42058"/>
            </a:xfrm>
            <a:prstGeom prst="rect">
              <a:avLst/>
            </a:prstGeom>
            <a:grpFill/>
            <a:ln w="6697" cap="flat">
              <a:noFill/>
              <a:prstDash val="solid"/>
              <a:miter/>
            </a:ln>
          </p:spPr>
          <p:txBody>
            <a:bodyPr/>
            <a:lstStyle/>
            <a:p>
              <a:endParaRPr lang="ar-SA" noProof="0" dirty="0"/>
            </a:p>
          </p:txBody>
        </p:sp>
        <p:sp>
          <p:nvSpPr>
            <p:cNvPr id="118" name="Rectangle 117">
              <a:extLst>
                <a:ext uri="{FF2B5EF4-FFF2-40B4-BE49-F238E27FC236}">
                  <a16:creationId xmlns:a16="http://schemas.microsoft.com/office/drawing/2014/main" id="{0D46E60B-8400-811A-A628-FDB0B8E2A20E}"/>
                </a:ext>
              </a:extLst>
            </p:cNvPr>
            <p:cNvSpPr>
              <a:spLocks noChangeAspect="1"/>
            </p:cNvSpPr>
            <p:nvPr/>
          </p:nvSpPr>
          <p:spPr>
            <a:xfrm rot="21594000">
              <a:off x="2577189" y="1495700"/>
              <a:ext cx="48756" cy="49291"/>
            </a:xfrm>
            <a:prstGeom prst="rect">
              <a:avLst/>
            </a:prstGeom>
            <a:grpFill/>
            <a:ln w="6697" cap="flat">
              <a:noFill/>
              <a:prstDash val="solid"/>
              <a:miter/>
            </a:ln>
          </p:spPr>
          <p:txBody>
            <a:bodyPr/>
            <a:lstStyle/>
            <a:p>
              <a:endParaRPr lang="ar-SA" noProof="0" dirty="0"/>
            </a:p>
          </p:txBody>
        </p:sp>
        <p:sp>
          <p:nvSpPr>
            <p:cNvPr id="119" name="Rectangle 118">
              <a:extLst>
                <a:ext uri="{FF2B5EF4-FFF2-40B4-BE49-F238E27FC236}">
                  <a16:creationId xmlns:a16="http://schemas.microsoft.com/office/drawing/2014/main" id="{6D200D5C-6027-47F0-1D8C-B562942FAF00}"/>
                </a:ext>
              </a:extLst>
            </p:cNvPr>
            <p:cNvSpPr>
              <a:spLocks noChangeAspect="1"/>
            </p:cNvSpPr>
            <p:nvPr/>
          </p:nvSpPr>
          <p:spPr>
            <a:xfrm rot="21594000">
              <a:off x="2212456" y="1561333"/>
              <a:ext cx="46612" cy="46612"/>
            </a:xfrm>
            <a:prstGeom prst="rect">
              <a:avLst/>
            </a:prstGeom>
            <a:grpFill/>
            <a:ln w="6697" cap="flat">
              <a:noFill/>
              <a:prstDash val="solid"/>
              <a:miter/>
            </a:ln>
          </p:spPr>
          <p:txBody>
            <a:bodyPr/>
            <a:lstStyle/>
            <a:p>
              <a:endParaRPr lang="ar-SA" noProof="0" dirty="0"/>
            </a:p>
          </p:txBody>
        </p:sp>
        <p:sp>
          <p:nvSpPr>
            <p:cNvPr id="120" name="Rectangle 119">
              <a:extLst>
                <a:ext uri="{FF2B5EF4-FFF2-40B4-BE49-F238E27FC236}">
                  <a16:creationId xmlns:a16="http://schemas.microsoft.com/office/drawing/2014/main" id="{3BCC30D5-AAD8-E24E-5B82-F19ABADE77AF}"/>
                </a:ext>
              </a:extLst>
            </p:cNvPr>
            <p:cNvSpPr>
              <a:spLocks noChangeAspect="1"/>
            </p:cNvSpPr>
            <p:nvPr/>
          </p:nvSpPr>
          <p:spPr>
            <a:xfrm rot="21564000">
              <a:off x="2339369" y="1560596"/>
              <a:ext cx="47282" cy="47282"/>
            </a:xfrm>
            <a:prstGeom prst="rect">
              <a:avLst/>
            </a:prstGeom>
            <a:grpFill/>
            <a:ln w="6697" cap="flat">
              <a:noFill/>
              <a:prstDash val="solid"/>
              <a:miter/>
            </a:ln>
          </p:spPr>
          <p:txBody>
            <a:bodyPr/>
            <a:lstStyle/>
            <a:p>
              <a:endParaRPr lang="ar-SA" noProof="0" dirty="0"/>
            </a:p>
          </p:txBody>
        </p:sp>
        <p:sp>
          <p:nvSpPr>
            <p:cNvPr id="121" name="Free-form: Shape 536">
              <a:extLst>
                <a:ext uri="{FF2B5EF4-FFF2-40B4-BE49-F238E27FC236}">
                  <a16:creationId xmlns:a16="http://schemas.microsoft.com/office/drawing/2014/main" id="{490BA911-F380-0E48-183E-07A123AFDC56}"/>
                </a:ext>
              </a:extLst>
            </p:cNvPr>
            <p:cNvSpPr>
              <a:spLocks noChangeAspect="1"/>
            </p:cNvSpPr>
            <p:nvPr/>
          </p:nvSpPr>
          <p:spPr>
            <a:xfrm>
              <a:off x="3019610" y="1560485"/>
              <a:ext cx="47349" cy="48398"/>
            </a:xfrm>
            <a:custGeom>
              <a:avLst/>
              <a:gdLst>
                <a:gd name="csX0" fmla="*/ 40251 w 47349"/>
                <a:gd name="csY0" fmla="*/ 178 h 48398"/>
                <a:gd name="csX1" fmla="*/ 47173 w 47349"/>
                <a:gd name="csY1" fmla="*/ 4288 h 48398"/>
                <a:gd name="csX2" fmla="*/ 47350 w 47349"/>
                <a:gd name="csY2" fmla="*/ 5670 h 48398"/>
                <a:gd name="csX3" fmla="*/ 47350 w 47349"/>
                <a:gd name="csY3" fmla="*/ 41902 h 48398"/>
                <a:gd name="csX4" fmla="*/ 40853 w 47349"/>
                <a:gd name="csY4" fmla="*/ 48398 h 48398"/>
                <a:gd name="csX5" fmla="*/ 8104 w 47349"/>
                <a:gd name="csY5" fmla="*/ 48398 h 48398"/>
                <a:gd name="csX6" fmla="*/ 0 w 47349"/>
                <a:gd name="csY6" fmla="*/ 40294 h 48398"/>
                <a:gd name="csX7" fmla="*/ 0 w 47349"/>
                <a:gd name="csY7" fmla="*/ 17055 h 48398"/>
                <a:gd name="csX8" fmla="*/ 6496 w 47349"/>
                <a:gd name="csY8" fmla="*/ 8750 h 48398"/>
                <a:gd name="csX9" fmla="*/ 40251 w 47349"/>
                <a:gd name="csY9" fmla="*/ 178 h 483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349" h="48398">
                  <a:moveTo>
                    <a:pt x="40251" y="178"/>
                  </a:moveTo>
                  <a:cubicBezTo>
                    <a:pt x="43297" y="-599"/>
                    <a:pt x="46396" y="1241"/>
                    <a:pt x="47173" y="4288"/>
                  </a:cubicBezTo>
                  <a:cubicBezTo>
                    <a:pt x="47289" y="4739"/>
                    <a:pt x="47348" y="5203"/>
                    <a:pt x="47350" y="5670"/>
                  </a:cubicBezTo>
                  <a:lnTo>
                    <a:pt x="47350" y="41902"/>
                  </a:lnTo>
                  <a:cubicBezTo>
                    <a:pt x="47350" y="45490"/>
                    <a:pt x="44441" y="48398"/>
                    <a:pt x="40853" y="48398"/>
                  </a:cubicBezTo>
                  <a:lnTo>
                    <a:pt x="8104" y="48398"/>
                  </a:lnTo>
                  <a:cubicBezTo>
                    <a:pt x="3628" y="48398"/>
                    <a:pt x="0" y="44770"/>
                    <a:pt x="0" y="40294"/>
                  </a:cubicBezTo>
                  <a:lnTo>
                    <a:pt x="0" y="17055"/>
                  </a:lnTo>
                  <a:cubicBezTo>
                    <a:pt x="6" y="13125"/>
                    <a:pt x="2683" y="9702"/>
                    <a:pt x="6496" y="8750"/>
                  </a:cubicBezTo>
                  <a:lnTo>
                    <a:pt x="40251" y="178"/>
                  </a:lnTo>
                  <a:close/>
                </a:path>
              </a:pathLst>
            </a:custGeom>
            <a:grpFill/>
            <a:ln w="6697" cap="flat">
              <a:noFill/>
              <a:prstDash val="solid"/>
              <a:miter/>
            </a:ln>
          </p:spPr>
          <p:txBody>
            <a:bodyPr/>
            <a:lstStyle/>
            <a:p>
              <a:endParaRPr lang="ar-SA" noProof="0" dirty="0"/>
            </a:p>
          </p:txBody>
        </p:sp>
        <p:sp>
          <p:nvSpPr>
            <p:cNvPr id="122" name="Free-form: Shape 537">
              <a:extLst>
                <a:ext uri="{FF2B5EF4-FFF2-40B4-BE49-F238E27FC236}">
                  <a16:creationId xmlns:a16="http://schemas.microsoft.com/office/drawing/2014/main" id="{76F53755-ECA8-4853-40F6-D39D0D4F042F}"/>
                </a:ext>
              </a:extLst>
            </p:cNvPr>
            <p:cNvSpPr>
              <a:spLocks noChangeAspect="1"/>
            </p:cNvSpPr>
            <p:nvPr/>
          </p:nvSpPr>
          <p:spPr>
            <a:xfrm>
              <a:off x="2897385" y="1570096"/>
              <a:ext cx="49693" cy="44547"/>
            </a:xfrm>
            <a:custGeom>
              <a:avLst/>
              <a:gdLst>
                <a:gd name="csX0" fmla="*/ 6630 w 49693"/>
                <a:gd name="csY0" fmla="*/ 44547 h 44547"/>
                <a:gd name="csX1" fmla="*/ 0 w 49693"/>
                <a:gd name="csY1" fmla="*/ 37917 h 44547"/>
                <a:gd name="csX2" fmla="*/ 0 w 49693"/>
                <a:gd name="csY2" fmla="*/ 17959 h 44547"/>
                <a:gd name="csX3" fmla="*/ 7635 w 49693"/>
                <a:gd name="csY3" fmla="*/ 8181 h 44547"/>
                <a:gd name="csX4" fmla="*/ 38576 w 49693"/>
                <a:gd name="csY4" fmla="*/ 278 h 44547"/>
                <a:gd name="csX5" fmla="*/ 49416 w 49693"/>
                <a:gd name="csY5" fmla="*/ 6766 h 44547"/>
                <a:gd name="csX6" fmla="*/ 49694 w 49693"/>
                <a:gd name="csY6" fmla="*/ 8985 h 44547"/>
                <a:gd name="csX7" fmla="*/ 49694 w 49693"/>
                <a:gd name="csY7" fmla="*/ 32693 h 44547"/>
                <a:gd name="csX8" fmla="*/ 37773 w 49693"/>
                <a:gd name="csY8" fmla="*/ 44547 h 44547"/>
                <a:gd name="csX9" fmla="*/ 6630 w 49693"/>
                <a:gd name="csY9" fmla="*/ 44547 h 445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9693" h="44547">
                  <a:moveTo>
                    <a:pt x="6630" y="44547"/>
                  </a:moveTo>
                  <a:cubicBezTo>
                    <a:pt x="2969" y="44547"/>
                    <a:pt x="0" y="41579"/>
                    <a:pt x="0" y="37917"/>
                  </a:cubicBezTo>
                  <a:lnTo>
                    <a:pt x="0" y="17959"/>
                  </a:lnTo>
                  <a:cubicBezTo>
                    <a:pt x="12" y="13319"/>
                    <a:pt x="3160" y="9288"/>
                    <a:pt x="7635" y="8181"/>
                  </a:cubicBezTo>
                  <a:lnTo>
                    <a:pt x="38576" y="278"/>
                  </a:lnTo>
                  <a:cubicBezTo>
                    <a:pt x="43343" y="-942"/>
                    <a:pt x="48195" y="1963"/>
                    <a:pt x="49416" y="6766"/>
                  </a:cubicBezTo>
                  <a:cubicBezTo>
                    <a:pt x="49600" y="7491"/>
                    <a:pt x="49693" y="8237"/>
                    <a:pt x="49694" y="8985"/>
                  </a:cubicBezTo>
                  <a:lnTo>
                    <a:pt x="49694" y="32693"/>
                  </a:lnTo>
                  <a:cubicBezTo>
                    <a:pt x="49694" y="39240"/>
                    <a:pt x="44357" y="44547"/>
                    <a:pt x="37773" y="44547"/>
                  </a:cubicBezTo>
                  <a:lnTo>
                    <a:pt x="6630" y="44547"/>
                  </a:lnTo>
                  <a:close/>
                </a:path>
              </a:pathLst>
            </a:custGeom>
            <a:grpFill/>
            <a:ln w="6697" cap="flat">
              <a:noFill/>
              <a:prstDash val="solid"/>
              <a:miter/>
            </a:ln>
          </p:spPr>
          <p:txBody>
            <a:bodyPr/>
            <a:lstStyle/>
            <a:p>
              <a:endParaRPr lang="ar-SA" noProof="0" dirty="0"/>
            </a:p>
          </p:txBody>
        </p:sp>
      </p:grpSp>
      <p:graphicFrame>
        <p:nvGraphicFramePr>
          <p:cNvPr id="99" name="Table 98">
            <a:extLst>
              <a:ext uri="{FF2B5EF4-FFF2-40B4-BE49-F238E27FC236}">
                <a16:creationId xmlns:a16="http://schemas.microsoft.com/office/drawing/2014/main" id="{6FEA0175-EE25-8783-E1F7-A3B7EEDFDC70}"/>
              </a:ext>
            </a:extLst>
          </p:cNvPr>
          <p:cNvGraphicFramePr>
            <a:graphicFrameLocks/>
          </p:cNvGraphicFramePr>
          <p:nvPr>
            <p:extLst>
              <p:ext uri="{D42A27DB-BD31-4B8C-83A1-F6EECF244321}">
                <p14:modId xmlns:p14="http://schemas.microsoft.com/office/powerpoint/2010/main" val="3550508977"/>
              </p:ext>
            </p:extLst>
          </p:nvPr>
        </p:nvGraphicFramePr>
        <p:xfrm>
          <a:off x="215899" y="9436031"/>
          <a:ext cx="7133807" cy="2961806"/>
        </p:xfrm>
        <a:graphic>
          <a:graphicData uri="http://schemas.openxmlformats.org/drawingml/2006/table">
            <a:tbl>
              <a:tblPr rtl="1"/>
              <a:tblGrid>
                <a:gridCol w="305054">
                  <a:extLst>
                    <a:ext uri="{9D8B030D-6E8A-4147-A177-3AD203B41FA5}">
                      <a16:colId xmlns:a16="http://schemas.microsoft.com/office/drawing/2014/main" val="3562085196"/>
                    </a:ext>
                  </a:extLst>
                </a:gridCol>
                <a:gridCol w="1461537">
                  <a:extLst>
                    <a:ext uri="{9D8B030D-6E8A-4147-A177-3AD203B41FA5}">
                      <a16:colId xmlns:a16="http://schemas.microsoft.com/office/drawing/2014/main" val="20000"/>
                    </a:ext>
                  </a:extLst>
                </a:gridCol>
                <a:gridCol w="5367216">
                  <a:extLst>
                    <a:ext uri="{9D8B030D-6E8A-4147-A177-3AD203B41FA5}">
                      <a16:colId xmlns:a16="http://schemas.microsoft.com/office/drawing/2014/main" val="374937463"/>
                    </a:ext>
                  </a:extLst>
                </a:gridCol>
              </a:tblGrid>
              <a:tr h="266437">
                <a:tc gridSpan="3">
                  <a:txBody>
                    <a:bodyPr/>
                    <a:lstStyle/>
                    <a:p>
                      <a:pPr algn="r" rtl="1">
                        <a:lnSpc>
                          <a:spcPct val="105000"/>
                        </a:lnSpc>
                      </a:pPr>
                      <a:r>
                        <a:rPr lang="ar-SA" sz="1000" b="1" noProof="0" dirty="0">
                          <a:solidFill>
                            <a:srgbClr val="000000"/>
                          </a:solidFill>
                          <a:latin typeface="Abar Mid" pitchFamily="50" charset="-78"/>
                          <a:ea typeface="Abar Mid" pitchFamily="50" charset="-78"/>
                          <a:cs typeface="Abar Mid" pitchFamily="50" charset="-78"/>
                        </a:rPr>
                        <a:t>التحديات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66437">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noProof="0"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noProof="0" dirty="0">
                          <a:solidFill>
                            <a:srgbClr val="FFFFFF"/>
                          </a:solidFill>
                          <a:latin typeface="Abar Mid" pitchFamily="50" charset="-78"/>
                          <a:ea typeface="Abar Mid" pitchFamily="50" charset="-78"/>
                          <a:cs typeface="Abar Mid" pitchFamily="50" charset="-78"/>
                        </a:rPr>
                        <a:t>المنظور</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noProof="0" dirty="0">
                          <a:solidFill>
                            <a:srgbClr val="FFFFFF"/>
                          </a:solidFill>
                          <a:latin typeface="Abar Mid" pitchFamily="50" charset="-78"/>
                          <a:ea typeface="Abar Mid" pitchFamily="50" charset="-78"/>
                          <a:cs typeface="Abar Mid" pitchFamily="50" charset="-78"/>
                        </a:rPr>
                        <a:t>التحدي</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607233">
                <a:tc>
                  <a:txBody>
                    <a:bodyPr/>
                    <a:lstStyle/>
                    <a:p>
                      <a:pPr algn="ctr" rtl="1" fontAlgn="ctr">
                        <a:buNone/>
                      </a:pPr>
                      <a:r>
                        <a:rPr lang="ar-SA" sz="1000" b="0" i="0" u="none" strike="noStrike" noProof="0" dirty="0">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noProof="0" dirty="0">
                          <a:solidFill>
                            <a:srgbClr val="172D31"/>
                          </a:solidFill>
                          <a:latin typeface="Abar Mid" pitchFamily="50" charset="-78"/>
                          <a:ea typeface="Abar Mid" pitchFamily="50" charset="-78"/>
                          <a:cs typeface="Abar Mid" pitchFamily="50" charset="-78"/>
                        </a:rPr>
                        <a:t>تجربة المستخدم</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noProof="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607233">
                <a:tc>
                  <a:txBody>
                    <a:bodyPr/>
                    <a:lstStyle/>
                    <a:p>
                      <a:pPr algn="ctr" rtl="1" fontAlgn="ctr">
                        <a:buNone/>
                      </a:pPr>
                      <a:r>
                        <a:rPr lang="ar-SA" sz="1000" b="0" i="0" u="none" strike="noStrike" noProof="0" dirty="0">
                          <a:solidFill>
                            <a:srgbClr val="000000"/>
                          </a:solidFill>
                          <a:effectLst/>
                          <a:latin typeface="Abar Mid" pitchFamily="50" charset="-78"/>
                          <a:cs typeface="Abar Mid" pitchFamily="50" charset="-78"/>
                        </a:rPr>
                        <a:t>2</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noProof="0" dirty="0">
                          <a:solidFill>
                            <a:srgbClr val="172D31"/>
                          </a:solidFill>
                          <a:latin typeface="Abar Mid" pitchFamily="50" charset="-78"/>
                          <a:ea typeface="Abar Mid" pitchFamily="50" charset="-78"/>
                          <a:cs typeface="Abar Mid" pitchFamily="50" charset="-78"/>
                        </a:rPr>
                        <a:t>رضا المستفيد</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noProof="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r h="607233">
                <a:tc>
                  <a:txBody>
                    <a:bodyPr/>
                    <a:lstStyle/>
                    <a:p>
                      <a:pPr algn="ctr" rtl="1" fontAlgn="ctr">
                        <a:buNone/>
                      </a:pPr>
                      <a:r>
                        <a:rPr lang="ar-SA" sz="1000" b="0" i="0" u="none" strike="noStrike" noProof="0" dirty="0">
                          <a:solidFill>
                            <a:srgbClr val="000000"/>
                          </a:solidFill>
                          <a:effectLst/>
                          <a:latin typeface="Abar Mid" pitchFamily="50" charset="-78"/>
                          <a:cs typeface="Abar Mid" pitchFamily="50" charset="-78"/>
                        </a:rPr>
                        <a:t>3</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noProof="0" dirty="0">
                          <a:solidFill>
                            <a:srgbClr val="172D31"/>
                          </a:solidFill>
                          <a:latin typeface="Abar Mid" pitchFamily="50" charset="-78"/>
                          <a:ea typeface="Abar Mid" pitchFamily="50" charset="-78"/>
                          <a:cs typeface="Abar Mid" pitchFamily="50" charset="-78"/>
                        </a:rPr>
                        <a:t>التعامل مع الشكاوى</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noProof="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78353301"/>
                  </a:ext>
                </a:extLst>
              </a:tr>
              <a:tr h="607233">
                <a:tc>
                  <a:txBody>
                    <a:bodyPr/>
                    <a:lstStyle/>
                    <a:p>
                      <a:pPr algn="ctr" rtl="1" fontAlgn="ctr">
                        <a:buNone/>
                      </a:pPr>
                      <a:r>
                        <a:rPr lang="ar-SA" sz="1000" b="0" i="0" u="none" strike="noStrike" noProof="0" dirty="0">
                          <a:solidFill>
                            <a:srgbClr val="000000"/>
                          </a:solidFill>
                          <a:effectLst/>
                          <a:latin typeface="Abar Mid" pitchFamily="50" charset="-78"/>
                          <a:cs typeface="Abar Mid" pitchFamily="50" charset="-78"/>
                        </a:rPr>
                        <a:t>4</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a:lnSpc>
                          <a:spcPct val="110000"/>
                        </a:lnSpc>
                        <a:spcBef>
                          <a:spcPts val="0"/>
                        </a:spcBef>
                        <a:spcAft>
                          <a:spcPts val="0"/>
                        </a:spcAft>
                      </a:pPr>
                      <a:r>
                        <a:rPr lang="ar-SA" sz="1000" b="1" noProof="0" dirty="0">
                          <a:solidFill>
                            <a:srgbClr val="172D31"/>
                          </a:solidFill>
                          <a:latin typeface="Abar Mid" pitchFamily="50" charset="-78"/>
                          <a:ea typeface="Abar Mid" pitchFamily="50" charset="-78"/>
                          <a:cs typeface="Abar Mid" pitchFamily="50" charset="-78"/>
                        </a:rPr>
                        <a:t>التقنيات والأدوات</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noProof="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901197"/>
                  </a:ext>
                </a:extLst>
              </a:tr>
            </a:tbl>
          </a:graphicData>
        </a:graphic>
      </p:graphicFrame>
      <p:sp>
        <p:nvSpPr>
          <p:cNvPr id="2" name="Axis 1 title">
            <a:extLst>
              <a:ext uri="{FF2B5EF4-FFF2-40B4-BE49-F238E27FC236}">
                <a16:creationId xmlns:a16="http://schemas.microsoft.com/office/drawing/2014/main" id="{63BC0C05-872B-47E6-FD17-A07450091850}"/>
              </a:ext>
            </a:extLst>
          </p:cNvPr>
          <p:cNvSpPr txBox="1"/>
          <p:nvPr/>
        </p:nvSpPr>
        <p:spPr>
          <a:xfrm>
            <a:off x="1749430" y="2251176"/>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noProof="0" dirty="0">
                <a:solidFill>
                  <a:srgbClr val="172D31"/>
                </a:solidFill>
                <a:latin typeface="Abar Mid" pitchFamily="50" charset="-78"/>
                <a:ea typeface="Abar Mid" pitchFamily="50" charset="-78"/>
                <a:cs typeface="Abar Mid" pitchFamily="50" charset="-78"/>
              </a:rPr>
              <a:t>رضا المستفيد</a:t>
            </a:r>
          </a:p>
        </p:txBody>
      </p:sp>
      <p:sp>
        <p:nvSpPr>
          <p:cNvPr id="6" name="Axis 1 title">
            <a:extLst>
              <a:ext uri="{FF2B5EF4-FFF2-40B4-BE49-F238E27FC236}">
                <a16:creationId xmlns:a16="http://schemas.microsoft.com/office/drawing/2014/main" id="{3BA5BDBB-8695-4C7D-CB1D-0C4E71996FE2}"/>
              </a:ext>
            </a:extLst>
          </p:cNvPr>
          <p:cNvSpPr txBox="1"/>
          <p:nvPr/>
        </p:nvSpPr>
        <p:spPr>
          <a:xfrm>
            <a:off x="5368871" y="5379720"/>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noProof="0" dirty="0">
                <a:solidFill>
                  <a:srgbClr val="172D31"/>
                </a:solidFill>
                <a:latin typeface="Abar Mid" pitchFamily="50" charset="-78"/>
                <a:ea typeface="Abar Mid" pitchFamily="50" charset="-78"/>
                <a:cs typeface="Abar Mid" pitchFamily="50" charset="-78"/>
              </a:rPr>
              <a:t>التعامل مع الشكاوى</a:t>
            </a:r>
          </a:p>
        </p:txBody>
      </p:sp>
      <p:sp>
        <p:nvSpPr>
          <p:cNvPr id="8" name="Axis 1 title">
            <a:extLst>
              <a:ext uri="{FF2B5EF4-FFF2-40B4-BE49-F238E27FC236}">
                <a16:creationId xmlns:a16="http://schemas.microsoft.com/office/drawing/2014/main" id="{0CDA777E-D48A-35E3-F35D-C493F700579C}"/>
              </a:ext>
            </a:extLst>
          </p:cNvPr>
          <p:cNvSpPr txBox="1"/>
          <p:nvPr/>
        </p:nvSpPr>
        <p:spPr>
          <a:xfrm>
            <a:off x="1749430" y="5379720"/>
            <a:ext cx="1504604" cy="282434"/>
          </a:xfrm>
          <a:prstGeom prst="rect">
            <a:avLst/>
          </a:prstGeom>
          <a:noFill/>
          <a:effectLst/>
        </p:spPr>
        <p:txBody>
          <a:bodyPr wrap="square" lIns="0" tIns="0" rIns="0" bIns="0" anchor="ctr"/>
          <a:lstStyle/>
          <a:p>
            <a:pPr algn="r" rtl="1">
              <a:lnSpc>
                <a:spcPct val="110000"/>
              </a:lnSpc>
              <a:spcBef>
                <a:spcPts val="0"/>
              </a:spcBef>
              <a:spcAft>
                <a:spcPts val="0"/>
              </a:spcAft>
            </a:pPr>
            <a:r>
              <a:rPr lang="ar-SA" sz="2400" b="1" noProof="0" dirty="0">
                <a:solidFill>
                  <a:srgbClr val="172D31"/>
                </a:solidFill>
                <a:latin typeface="Abar Mid" pitchFamily="50" charset="-78"/>
                <a:ea typeface="Abar Mid" pitchFamily="50" charset="-78"/>
                <a:cs typeface="Abar Mid" pitchFamily="50" charset="-78"/>
              </a:rPr>
              <a:t>التقنيات والأدوات</a:t>
            </a:r>
          </a:p>
        </p:txBody>
      </p:sp>
      <p:sp>
        <p:nvSpPr>
          <p:cNvPr id="7" name="TextBox 6">
            <a:extLst>
              <a:ext uri="{FF2B5EF4-FFF2-40B4-BE49-F238E27FC236}">
                <a16:creationId xmlns:a16="http://schemas.microsoft.com/office/drawing/2014/main" id="{3E33AF67-FC82-C8C5-81D0-AA20F3EAB1EC}"/>
              </a:ext>
            </a:extLst>
          </p:cNvPr>
          <p:cNvSpPr txBox="1"/>
          <p:nvPr/>
        </p:nvSpPr>
        <p:spPr>
          <a:xfrm>
            <a:off x="353337" y="6510739"/>
            <a:ext cx="6947940" cy="339543"/>
          </a:xfrm>
          <a:prstGeom prst="rect">
            <a:avLst/>
          </a:prstGeom>
          <a:solidFill>
            <a:srgbClr val="F2DCDB"/>
          </a:solidFill>
        </p:spPr>
        <p:txBody>
          <a:bodyPr wrap="square" tIns="36000">
            <a:spAutoFit/>
          </a:bodyPr>
          <a:lstStyle/>
          <a:p>
            <a:pPr algn="r" rtl="1">
              <a:buNone/>
            </a:pPr>
            <a:r>
              <a:rPr lang="ar-SA" sz="1000" b="1" noProof="0" dirty="0">
                <a:solidFill>
                  <a:srgbClr val="96552F"/>
                </a:solidFill>
                <a:latin typeface="Abar Mid" pitchFamily="50" charset="-78"/>
                <a:ea typeface="Abar Mid" pitchFamily="50" charset="-78"/>
                <a:cs typeface="Abar Mid" pitchFamily="50" charset="-78"/>
              </a:rPr>
              <a:t>آلية الاحتساب:</a:t>
            </a:r>
            <a:r>
              <a:rPr lang="ar-SA" sz="1000" noProof="0" dirty="0">
                <a:solidFill>
                  <a:srgbClr val="96552F"/>
                </a:solidFill>
                <a:latin typeface="Abar Mid" pitchFamily="50" charset="-78"/>
                <a:ea typeface="Abar Mid" pitchFamily="50" charset="-78"/>
                <a:cs typeface="Abar Mid" pitchFamily="50" charset="-78"/>
              </a:rPr>
              <a:t> 10% للجاهزية وتشمل المتطلبات والاجتماعات والتنسيق، و5%  لتحديد التواريخ المستهدفة، والنسبة المتبقية وفق الإنجاز الفعلي لمتطلبات الدليل.</a:t>
            </a:r>
          </a:p>
        </p:txBody>
      </p:sp>
    </p:spTree>
    <p:extLst>
      <p:ext uri="{BB962C8B-B14F-4D97-AF65-F5344CB8AC3E}">
        <p14:creationId xmlns:p14="http://schemas.microsoft.com/office/powerpoint/2010/main" val="21005854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AAA3-B057-B4F7-3373-CD2EA1FC8712}"/>
            </a:ext>
          </a:extLst>
        </p:cNvPr>
        <p:cNvGrpSpPr/>
        <p:nvPr/>
      </p:nvGrpSpPr>
      <p:grpSpPr>
        <a:xfrm>
          <a:off x="0" y="0"/>
          <a:ext cx="0" cy="0"/>
          <a:chOff x="0" y="0"/>
          <a:chExt cx="0" cy="0"/>
        </a:xfrm>
      </p:grpSpPr>
      <p:sp>
        <p:nvSpPr>
          <p:cNvPr id="4" name="Button">
            <a:hlinkClick r:id="rId6" action="ppaction://hlinksldjump"/>
            <a:extLst>
              <a:ext uri="{FF2B5EF4-FFF2-40B4-BE49-F238E27FC236}">
                <a16:creationId xmlns:a16="http://schemas.microsoft.com/office/drawing/2014/main" id="{110DA5B9-E25D-5800-7B25-B3F6F4619E86}"/>
              </a:ext>
            </a:extLst>
          </p:cNvPr>
          <p:cNvSpPr>
            <a:spLocks noChangeAspect="1"/>
          </p:cNvSpPr>
          <p:nvPr>
            <p:custDataLst>
              <p:tags r:id="rId1"/>
            </p:custDataLst>
          </p:nvPr>
        </p:nvSpPr>
        <p:spPr>
          <a:xfrm>
            <a:off x="1292720" y="3291163"/>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a:solidFill>
                  <a:schemeClr val="bg1"/>
                </a:solidFill>
                <a:latin typeface="Abar Mid" pitchFamily="50" charset="-78"/>
                <a:ea typeface="Abar Mid" pitchFamily="50" charset="-78"/>
                <a:cs typeface="Abar Mid" pitchFamily="50" charset="-78"/>
              </a:rPr>
              <a:t>تفاصيل المهام</a:t>
            </a:r>
          </a:p>
        </p:txBody>
      </p:sp>
      <p:sp>
        <p:nvSpPr>
          <p:cNvPr id="34" name="Button">
            <a:hlinkClick r:id="rId7" action="ppaction://hlinksldjump"/>
            <a:extLst>
              <a:ext uri="{FF2B5EF4-FFF2-40B4-BE49-F238E27FC236}">
                <a16:creationId xmlns:a16="http://schemas.microsoft.com/office/drawing/2014/main" id="{52BC4D38-F772-B28E-3672-B5D7FC8ADA37}"/>
              </a:ext>
            </a:extLst>
          </p:cNvPr>
          <p:cNvSpPr>
            <a:spLocks noChangeAspect="1"/>
          </p:cNvSpPr>
          <p:nvPr>
            <p:custDataLst>
              <p:tags r:id="rId2"/>
            </p:custDataLst>
          </p:nvPr>
        </p:nvSpPr>
        <p:spPr>
          <a:xfrm>
            <a:off x="1292720" y="5963966"/>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dirty="0">
                <a:solidFill>
                  <a:schemeClr val="bg1"/>
                </a:solidFill>
                <a:latin typeface="Abar Mid" pitchFamily="50" charset="-78"/>
                <a:ea typeface="Abar Mid" pitchFamily="50" charset="-78"/>
                <a:cs typeface="Abar Mid" pitchFamily="50" charset="-78"/>
              </a:rPr>
              <a:t>تفاصيل مشاريع سهيل</a:t>
            </a:r>
          </a:p>
        </p:txBody>
      </p:sp>
      <p:sp>
        <p:nvSpPr>
          <p:cNvPr id="2" name="Button">
            <a:hlinkClick r:id="rId8" action="ppaction://hlinksldjump"/>
            <a:extLst>
              <a:ext uri="{FF2B5EF4-FFF2-40B4-BE49-F238E27FC236}">
                <a16:creationId xmlns:a16="http://schemas.microsoft.com/office/drawing/2014/main" id="{A8A73B11-3952-F761-4F69-108B3CC84D69}"/>
              </a:ext>
            </a:extLst>
          </p:cNvPr>
          <p:cNvSpPr>
            <a:spLocks noChangeAspect="1"/>
          </p:cNvSpPr>
          <p:nvPr>
            <p:custDataLst>
              <p:tags r:id="rId3"/>
            </p:custDataLst>
          </p:nvPr>
        </p:nvSpPr>
        <p:spPr>
          <a:xfrm>
            <a:off x="1292720" y="8636769"/>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dirty="0">
                <a:solidFill>
                  <a:schemeClr val="bg1"/>
                </a:solidFill>
                <a:latin typeface="Abar Mid" pitchFamily="50" charset="-78"/>
                <a:ea typeface="Abar Mid" pitchFamily="50" charset="-78"/>
                <a:cs typeface="Abar Mid" pitchFamily="50" charset="-78"/>
              </a:rPr>
              <a:t>تفاصيل مؤشر نضج التجربة الرقمية</a:t>
            </a:r>
          </a:p>
        </p:txBody>
      </p:sp>
    </p:spTree>
    <p:extLst>
      <p:ext uri="{BB962C8B-B14F-4D97-AF65-F5344CB8AC3E}">
        <p14:creationId xmlns:p14="http://schemas.microsoft.com/office/powerpoint/2010/main" val="3030618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5955A-538C-CF7A-0FE0-F37CB1E2C34F}"/>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8544E6CE-8FBC-4631-628A-C6A764A8CAA5}"/>
              </a:ext>
            </a:extLst>
          </p:cNvPr>
          <p:cNvGraphicFramePr>
            <a:graphicFrameLocks/>
          </p:cNvGraphicFramePr>
          <p:nvPr>
            <p:custDataLst>
              <p:tags r:id="rId1"/>
            </p:custDataLst>
          </p:nvPr>
        </p:nvGraphicFramePr>
        <p:xfrm>
          <a:off x="1588" y="1376363"/>
          <a:ext cx="1588" cy="1588"/>
        </p:xfrm>
        <a:graphic>
          <a:graphicData uri="http://schemas.openxmlformats.org/presentationml/2006/ole">
            <mc:AlternateContent xmlns:mc="http://schemas.openxmlformats.org/markup-compatibility/2006">
              <mc:Choice xmlns:v="urn:schemas-microsoft-com:vml" Requires="v">
                <p:oleObj name="think-cell Slide" r:id="rId5" imgW="592" imgH="591" progId="TCLayout.ActiveDocument.1">
                  <p:embed/>
                </p:oleObj>
              </mc:Choice>
              <mc:Fallback>
                <p:oleObj name="think-cell Slide" r:id="rId5" imgW="592" imgH="591" progId="TCLayout.ActiveDocument.1">
                  <p:embed/>
                  <p:pic>
                    <p:nvPicPr>
                      <p:cNvPr id="2" name="think-cell data - do not delete" hidden="1">
                        <a:extLst>
                          <a:ext uri="{FF2B5EF4-FFF2-40B4-BE49-F238E27FC236}">
                            <a16:creationId xmlns:a16="http://schemas.microsoft.com/office/drawing/2014/main" id="{8544E6CE-8FBC-4631-628A-C6A764A8CAA5}"/>
                          </a:ext>
                        </a:extLst>
                      </p:cNvPr>
                      <p:cNvPicPr/>
                      <p:nvPr/>
                    </p:nvPicPr>
                    <p:blipFill>
                      <a:blip r:embed="rId6"/>
                      <a:stretch>
                        <a:fillRect/>
                      </a:stretch>
                    </p:blipFill>
                    <p:spPr>
                      <a:xfrm>
                        <a:off x="1588" y="1376363"/>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33CD44B0-A17F-BAF5-615D-3ACB686F5CDF}"/>
              </a:ext>
            </a:extLst>
          </p:cNvPr>
          <p:cNvGrpSpPr/>
          <p:nvPr/>
        </p:nvGrpSpPr>
        <p:grpSpPr>
          <a:xfrm>
            <a:off x="917571" y="676842"/>
            <a:ext cx="5724532" cy="517476"/>
            <a:chOff x="1079493" y="4415868"/>
            <a:chExt cx="5724532" cy="1042296"/>
          </a:xfrm>
        </p:grpSpPr>
        <p:sp>
          <p:nvSpPr>
            <p:cNvPr id="12" name="btfpRowHeaderBoxText438126">
              <a:extLst>
                <a:ext uri="{FF2B5EF4-FFF2-40B4-BE49-F238E27FC236}">
                  <a16:creationId xmlns:a16="http://schemas.microsoft.com/office/drawing/2014/main" id="{2F4EDD17-841D-CAB7-5620-C4C29EFBDF1C}"/>
                </a:ext>
              </a:extLst>
            </p:cNvPr>
            <p:cNvSpPr txBox="1"/>
            <p:nvPr>
              <p:custDataLst>
                <p:tags r:id="rId2"/>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المهام</a:t>
              </a:r>
            </a:p>
          </p:txBody>
        </p:sp>
        <p:cxnSp>
          <p:nvCxnSpPr>
            <p:cNvPr id="13" name="Straight Connector 12">
              <a:extLst>
                <a:ext uri="{FF2B5EF4-FFF2-40B4-BE49-F238E27FC236}">
                  <a16:creationId xmlns:a16="http://schemas.microsoft.com/office/drawing/2014/main" id="{4ECF19F5-BEE5-4E01-2A2A-A4A7ED1A903A}"/>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5">
            <a:extLst>
              <a:ext uri="{FF2B5EF4-FFF2-40B4-BE49-F238E27FC236}">
                <a16:creationId xmlns:a16="http://schemas.microsoft.com/office/drawing/2014/main" id="{24C18B9B-64F6-22FD-45B3-540606A7AC0A}"/>
              </a:ext>
            </a:extLst>
          </p:cNvPr>
          <p:cNvGraphicFramePr>
            <a:graphicFrameLocks noGrp="1"/>
          </p:cNvGraphicFramePr>
          <p:nvPr>
            <p:extLst>
              <p:ext uri="{D42A27DB-BD31-4B8C-83A1-F6EECF244321}">
                <p14:modId xmlns:p14="http://schemas.microsoft.com/office/powerpoint/2010/main" val="1499673785"/>
              </p:ext>
            </p:extLst>
          </p:nvPr>
        </p:nvGraphicFramePr>
        <p:xfrm>
          <a:off x="605699" y="1393029"/>
          <a:ext cx="6463458" cy="10745327"/>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46092">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000" dirty="0">
                          <a:solidFill>
                            <a:srgbClr val="00080B"/>
                          </a:solidFill>
                          <a:latin typeface="Abar Mid" pitchFamily="50" charset="-78"/>
                          <a:ea typeface="Abar Mid" pitchFamily="50" charset="-78"/>
                          <a:cs typeface="Abar Mid" pitchFamily="50" charset="-78"/>
                        </a:rPr>
                        <a:t>تفاصيل 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28547">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610508">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 خطة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لمعالجة عدد 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الموضوعات ذات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الأولوية، بما يشمل لجنة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الحج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العليا، الدبلوماسيين، وعمرة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السعوديين لضمان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وض</a:t>
                      </a:r>
                      <a:r>
                        <a:rPr lang="en-US" sz="1000" b="0" i="0" u="none" strike="noStrike">
                          <a:solidFill>
                            <a:srgbClr val="000000"/>
                          </a:solidFill>
                          <a:effectLst/>
                          <a:latin typeface="Abar Mid" pitchFamily="50" charset="-78"/>
                          <a:cs typeface="Abar Mid" pitchFamily="50" charset="-78"/>
                        </a:rPr>
                        <a:t>وح </a:t>
                      </a:r>
                      <a:r>
                        <a:rPr lang="en-US" sz="1000" b="0" i="0" u="none" strike="noStrike" err="1">
                          <a:solidFill>
                            <a:srgbClr val="000000"/>
                          </a:solidFill>
                          <a:effectLst/>
                          <a:latin typeface="Abar Mid" pitchFamily="50" charset="-78"/>
                          <a:cs typeface="Abar Mid" pitchFamily="50" charset="-78"/>
                        </a:rPr>
                        <a:t>المعالجة</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التعاون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الدولي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والشراكات</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23-09-2026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kumimoji="0" lang="ar-SA"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مكتملة</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الانتهاء</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إعداد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حج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الدبلوماسيين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التنسيق</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برنامج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خدمة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لاستكمال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الخاصة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بعمرة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السعوديين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أما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لجنة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الحج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العليا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فهي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قائمة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وتعقد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اجتماعاتها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بشكل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دوري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لمتابعة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الموضوعات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المرتبطة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بها</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733565">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متابعة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تنفيذ</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المبادرات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المرتبطة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برفع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مؤشر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التجربة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الرقمية، وقياس مستوى </a:t>
                      </a:r>
                      <a:r>
                        <a:rPr lang="en-US" sz="1000" b="0" i="0" u="none" strike="noStrike">
                          <a:solidFill>
                            <a:srgbClr val="000000"/>
                          </a:solidFill>
                          <a:effectLst/>
                          <a:latin typeface="Abar Mid" pitchFamily="50" charset="-78"/>
                          <a:cs typeface="Abar Mid" pitchFamily="50" charset="-78"/>
                        </a:rPr>
                        <a:t>الإنجاز</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مركز</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التخطيط</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الاستراتيجي</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11-11-2026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على</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المخطط</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1696166">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خارطة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طريق مرحلية بالتنسيق مع مركز منصة نسك لدمج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وتوحيد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منصات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نسك</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تشمل نسك ال</a:t>
                      </a:r>
                      <a:r>
                        <a:rPr lang="en-US" sz="1000" b="0" i="0" u="none" strike="noStrike">
                          <a:solidFill>
                            <a:srgbClr val="000000"/>
                          </a:solidFill>
                          <a:effectLst/>
                          <a:latin typeface="Abar Mid" pitchFamily="50" charset="-78"/>
                          <a:cs typeface="Abar Mid" pitchFamily="50" charset="-78"/>
                        </a:rPr>
                        <a:t>حج </a:t>
                      </a:r>
                      <a:r>
                        <a:rPr lang="en-US" sz="1000" b="0" i="0" u="none" strike="noStrike" err="1">
                          <a:solidFill>
                            <a:srgbClr val="000000"/>
                          </a:solidFill>
                          <a:effectLst/>
                          <a:latin typeface="Abar Mid" pitchFamily="50" charset="-78"/>
                          <a:cs typeface="Abar Mid" pitchFamily="50" charset="-78"/>
                        </a:rPr>
                        <a:t>المباشر ونسك العمرة المباشرة ونسك مسار، وتحديد الجدول الزمني والمتطلبات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لكل مرحلة، وصولا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إلى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منصة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موحدة للدخول إلى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الخدمات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وتعزيز</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التجربة</a:t>
                      </a:r>
                      <a:r>
                        <a:rPr lang="en-US" sz="1000" b="0" i="0" u="none" strike="noStrike">
                          <a:solidFill>
                            <a:srgbClr val="000000"/>
                          </a:solidFill>
                          <a:effectLst/>
                          <a:latin typeface="Abar Mid" pitchFamily="50" charset="-78"/>
                          <a:cs typeface="Abar Mid" pitchFamily="50" charset="-78"/>
                        </a:rPr>
                        <a:t> الرقمية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التحول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المعلومات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02-12-2026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r h="1173684">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4</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تنفيذ خطة دمج وتوحيد منصات نسك، واستكمال المتطلبات التقنية اللازمة لدمج منصة نسك العمرة، ومنصة نسك الحج، بما يضمن توحيد التجربة الرقمية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ورفع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مؤشر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 التجربة</a:t>
                      </a:r>
                      <a:r>
                        <a:rPr lang="en-US" sz="1000" b="0" i="0" u="none" strike="noStrike">
                          <a:solidFill>
                            <a:srgbClr val="000000"/>
                          </a:solidFill>
                          <a:effectLst/>
                          <a:latin typeface="Abar Mid" pitchFamily="50" charset="-78"/>
                          <a:cs typeface="Abar Mid" pitchFamily="50" charset="-78"/>
                        </a:rPr>
                        <a:t> الرقمية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التحول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المعلومات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13-01-2027</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78020975"/>
                  </a:ext>
                </a:extLst>
              </a:tr>
              <a:tr h="117368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5</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إعداد دراسة لتطوير آلية التحقق من حالات عدم الاستطاعة للحجاج، على أن تتضمن تقييم الحالات والتحقق من مبرراتها، وتطوير آلية تحقق واضحة وموحدة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 المستفيدين</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07-10-2026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86860242"/>
                  </a:ext>
                </a:extLst>
              </a:tr>
              <a:tr h="117368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6</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إضافة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ممثل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 مركز منصة نسك الرقمية إلى فريق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لجنة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الموقع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الإلكتروني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والخروج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بخطة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عمل</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a:t>
                      </a:r>
                      <a:r>
                        <a:rPr lang="en-US" sz="1000" b="0" i="0" u="none" strike="noStrike">
                          <a:solidFill>
                            <a:srgbClr val="000000"/>
                          </a:solidFill>
                          <a:effectLst/>
                          <a:latin typeface="Abar Mid" pitchFamily="50" charset="-78"/>
                          <a:cs typeface="Abar Mid" pitchFamily="50" charset="-78"/>
                        </a:rPr>
                        <a:t>ة </a:t>
                      </a:r>
                      <a:r>
                        <a:rPr lang="en-US" sz="1000" b="0" i="0" u="none" strike="noStrike" err="1">
                          <a:solidFill>
                            <a:srgbClr val="000000"/>
                          </a:solidFill>
                          <a:effectLst/>
                          <a:latin typeface="Abar Mid" pitchFamily="50" charset="-78"/>
                          <a:cs typeface="Abar Mid" pitchFamily="50" charset="-78"/>
                        </a:rPr>
                        <a:t>التوعية وتنمية المهارات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27-09-2026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7666872"/>
                  </a:ext>
                </a:extLst>
              </a:tr>
              <a:tr h="1173684">
                <a:tc>
                  <a:txBody>
                    <a:bodyPr/>
                    <a:lstStyle/>
                    <a:p>
                      <a:pPr marL="0" algn="ctr" defTabSz="914415" rtl="0" eaLnBrk="1" fontAlgn="ctr" latinLnBrk="0" hangingPunct="1">
                        <a:buNone/>
                      </a:pPr>
                      <a:r>
                        <a:rPr lang="ar-SA" sz="1000" b="0" i="0" u="none" strike="noStrike" kern="1200">
                          <a:solidFill>
                            <a:srgbClr val="000000"/>
                          </a:solidFill>
                          <a:effectLst/>
                          <a:latin typeface="Abar Mid" pitchFamily="50" charset="-78"/>
                          <a:ea typeface="+mn-ea"/>
                          <a:cs typeface="Abar Mid" pitchFamily="50" charset="-78"/>
                        </a:rPr>
                        <a:t>7</a:t>
                      </a:r>
                      <a:endParaRPr lang="en-US" sz="1000" b="0" i="0" u="none" strike="noStrike" kern="1200">
                        <a:solidFill>
                          <a:srgbClr val="000000"/>
                        </a:solidFill>
                        <a:effectLst/>
                        <a:latin typeface="Abar Mid" pitchFamily="50" charset="-78"/>
                        <a:ea typeface="+mn-ea"/>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تنظيم ورشة عمل لتطوير آلية</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عد المعتمرين، تبدأ باستعراض وشرح الآلية الحالية التي تم</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تطويرها سابقا ومنهجية الاحتساب والتحقق، ثم مناقشة الأفكار والفرص التطويرية لتحسين دقة العد، بمشاركة الجهات الداخلية والخارجية ذات العلاقة والقطاع الخاص</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0"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برنامج خدمة ضيوف الرحمن</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0"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01-10-2026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على </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المخطط</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mn-ea"/>
                          <a:cs typeface="Abar Mid" pitchFamily="50" charset="-78"/>
                        </a:rPr>
                        <a:t>تم</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التنسيق</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للورشة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والمقرر</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عقدها</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يوم</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الأحد</a:t>
                      </a:r>
                      <a:r>
                        <a:rPr lang="en-US" sz="1000" b="0" i="0" u="none" strike="noStrike" kern="1200" dirty="0">
                          <a:solidFill>
                            <a:srgbClr val="000000"/>
                          </a:solidFill>
                          <a:effectLst/>
                          <a:latin typeface="Abar Mid" pitchFamily="50" charset="-78"/>
                          <a:ea typeface="+mn-ea"/>
                          <a:cs typeface="Abar Mid" pitchFamily="50" charset="-78"/>
                        </a:rPr>
                        <a:t> 20 </a:t>
                      </a:r>
                      <a:r>
                        <a:rPr lang="ar-SA"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سبتمبر</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وجاري</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مواءمة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قائمة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المدعوين</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تمهيدا</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لإرسال</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الدعوات</a:t>
                      </a:r>
                      <a:endParaRPr lang="en-US" sz="1000" b="0" i="0" u="none" strike="noStrike" kern="1200" dirty="0">
                        <a:solidFill>
                          <a:srgbClr val="000000"/>
                        </a:solidFill>
                        <a:effectLst/>
                        <a:latin typeface="Abar Mid" pitchFamily="50" charset="-78"/>
                        <a:ea typeface="+mn-ea"/>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17789366"/>
                  </a:ext>
                </a:extLst>
              </a:tr>
            </a:tbl>
          </a:graphicData>
        </a:graphic>
      </p:graphicFrame>
      <p:sp>
        <p:nvSpPr>
          <p:cNvPr id="5" name="Rectangle 4">
            <a:extLst>
              <a:ext uri="{FF2B5EF4-FFF2-40B4-BE49-F238E27FC236}">
                <a16:creationId xmlns:a16="http://schemas.microsoft.com/office/drawing/2014/main" id="{86CF06BF-730A-6C1D-88DB-22FA06FDA6A3}"/>
              </a:ext>
            </a:extLst>
          </p:cNvPr>
          <p:cNvSpPr/>
          <p:nvPr/>
        </p:nvSpPr>
        <p:spPr>
          <a:xfrm>
            <a:off x="-196770" y="5590572"/>
            <a:ext cx="2210765" cy="1273215"/>
          </a:xfrm>
          <a:prstGeom prst="rect">
            <a:avLst/>
          </a:prstGeom>
          <a:solidFill>
            <a:srgbClr val="F2DCD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Tree>
    <p:extLst>
      <p:ext uri="{BB962C8B-B14F-4D97-AF65-F5344CB8AC3E}">
        <p14:creationId xmlns:p14="http://schemas.microsoft.com/office/powerpoint/2010/main" val="35658596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5955A-538C-CF7A-0FE0-F37CB1E2C34F}"/>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8544E6CE-8FBC-4631-628A-C6A764A8CAA5}"/>
              </a:ext>
            </a:extLst>
          </p:cNvPr>
          <p:cNvGraphicFramePr>
            <a:graphicFrameLocks/>
          </p:cNvGraphicFramePr>
          <p:nvPr>
            <p:custDataLst>
              <p:tags r:id="rId1"/>
            </p:custDataLst>
          </p:nvPr>
        </p:nvGraphicFramePr>
        <p:xfrm>
          <a:off x="1588" y="1376363"/>
          <a:ext cx="1588" cy="1588"/>
        </p:xfrm>
        <a:graphic>
          <a:graphicData uri="http://schemas.openxmlformats.org/presentationml/2006/ole">
            <mc:AlternateContent xmlns:mc="http://schemas.openxmlformats.org/markup-compatibility/2006">
              <mc:Choice xmlns:v="urn:schemas-microsoft-com:vml" Requires="v">
                <p:oleObj name="think-cell Slide" r:id="rId5" imgW="592" imgH="591" progId="TCLayout.ActiveDocument.1">
                  <p:embed/>
                </p:oleObj>
              </mc:Choice>
              <mc:Fallback>
                <p:oleObj name="think-cell Slide" r:id="rId5" imgW="592" imgH="591" progId="TCLayout.ActiveDocument.1">
                  <p:embed/>
                  <p:pic>
                    <p:nvPicPr>
                      <p:cNvPr id="2" name="think-cell data - do not delete" hidden="1">
                        <a:extLst>
                          <a:ext uri="{FF2B5EF4-FFF2-40B4-BE49-F238E27FC236}">
                            <a16:creationId xmlns:a16="http://schemas.microsoft.com/office/drawing/2014/main" id="{8544E6CE-8FBC-4631-628A-C6A764A8CAA5}"/>
                          </a:ext>
                        </a:extLst>
                      </p:cNvPr>
                      <p:cNvPicPr/>
                      <p:nvPr/>
                    </p:nvPicPr>
                    <p:blipFill>
                      <a:blip r:embed="rId6"/>
                      <a:stretch>
                        <a:fillRect/>
                      </a:stretch>
                    </p:blipFill>
                    <p:spPr>
                      <a:xfrm>
                        <a:off x="1588" y="1376363"/>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33CD44B0-A17F-BAF5-615D-3ACB686F5CDF}"/>
              </a:ext>
            </a:extLst>
          </p:cNvPr>
          <p:cNvGrpSpPr/>
          <p:nvPr/>
        </p:nvGrpSpPr>
        <p:grpSpPr>
          <a:xfrm>
            <a:off x="917571" y="676842"/>
            <a:ext cx="5724532" cy="517476"/>
            <a:chOff x="1079493" y="4415868"/>
            <a:chExt cx="5724532" cy="1042296"/>
          </a:xfrm>
        </p:grpSpPr>
        <p:sp>
          <p:nvSpPr>
            <p:cNvPr id="12" name="btfpRowHeaderBoxText438126">
              <a:extLst>
                <a:ext uri="{FF2B5EF4-FFF2-40B4-BE49-F238E27FC236}">
                  <a16:creationId xmlns:a16="http://schemas.microsoft.com/office/drawing/2014/main" id="{2F4EDD17-841D-CAB7-5620-C4C29EFBDF1C}"/>
                </a:ext>
              </a:extLst>
            </p:cNvPr>
            <p:cNvSpPr txBox="1"/>
            <p:nvPr>
              <p:custDataLst>
                <p:tags r:id="rId2"/>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المهام</a:t>
              </a:r>
            </a:p>
          </p:txBody>
        </p:sp>
        <p:cxnSp>
          <p:nvCxnSpPr>
            <p:cNvPr id="13" name="Straight Connector 12">
              <a:extLst>
                <a:ext uri="{FF2B5EF4-FFF2-40B4-BE49-F238E27FC236}">
                  <a16:creationId xmlns:a16="http://schemas.microsoft.com/office/drawing/2014/main" id="{4ECF19F5-BEE5-4E01-2A2A-A4A7ED1A903A}"/>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5">
            <a:extLst>
              <a:ext uri="{FF2B5EF4-FFF2-40B4-BE49-F238E27FC236}">
                <a16:creationId xmlns:a16="http://schemas.microsoft.com/office/drawing/2014/main" id="{24C18B9B-64F6-22FD-45B3-540606A7AC0A}"/>
              </a:ext>
            </a:extLst>
          </p:cNvPr>
          <p:cNvGraphicFramePr>
            <a:graphicFrameLocks noGrp="1"/>
          </p:cNvGraphicFramePr>
          <p:nvPr>
            <p:extLst>
              <p:ext uri="{D42A27DB-BD31-4B8C-83A1-F6EECF244321}">
                <p14:modId xmlns:p14="http://schemas.microsoft.com/office/powerpoint/2010/main" val="1225961035"/>
              </p:ext>
            </p:extLst>
          </p:nvPr>
        </p:nvGraphicFramePr>
        <p:xfrm>
          <a:off x="605699" y="1393029"/>
          <a:ext cx="6463458" cy="6391967"/>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30518">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000" dirty="0">
                          <a:solidFill>
                            <a:srgbClr val="00080B"/>
                          </a:solidFill>
                          <a:latin typeface="Abar Mid" pitchFamily="50" charset="-78"/>
                          <a:ea typeface="Abar Mid" pitchFamily="50" charset="-78"/>
                          <a:cs typeface="Abar Mid" pitchFamily="50" charset="-78"/>
                        </a:rPr>
                        <a:t>تفاصيل 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1423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36829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8</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إعداد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معتمد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العائد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المتحقق</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الاستثمار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في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الإبداع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وريادة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انعكاسه</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على</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 المستفيدين</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25-10-2026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الاجتماع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برنامج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خدمة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وهيئة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البحث</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لمناقشة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الإبداع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وريادة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وتبين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تحديد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المدخلات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وآلية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الاقتصادي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والاجتماعي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يتطلب</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دراسة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إضافية</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r h="1245611">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9</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تحليل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معمق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للشريحة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الخاصة بالزيارات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والمخالفات في مواقع التشغيل في عر</a:t>
                      </a:r>
                      <a:r>
                        <a:rPr lang="en-US" sz="1000" b="0" i="0" u="none" strike="noStrike">
                          <a:solidFill>
                            <a:srgbClr val="000000"/>
                          </a:solidFill>
                          <a:effectLst/>
                          <a:latin typeface="Abar Mid" pitchFamily="50" charset="-78"/>
                          <a:cs typeface="Abar Mid" pitchFamily="50" charset="-78"/>
                        </a:rPr>
                        <a:t>ض مقارنة </a:t>
                      </a:r>
                      <a:r>
                        <a:rPr lang="en-US" sz="1000" b="0" i="0" u="none" strike="noStrike" err="1">
                          <a:solidFill>
                            <a:srgbClr val="000000"/>
                          </a:solidFill>
                          <a:effectLst/>
                          <a:latin typeface="Abar Mid" pitchFamily="50" charset="-78"/>
                          <a:cs typeface="Abar Mid" pitchFamily="50" charset="-78"/>
                        </a:rPr>
                        <a:t>المخالفات بين موسم 47 وموسم 48، للتحقق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دقة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الأرقام وواقعيتها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والخروج بقراءة أدق تعكس</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الوضع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الفعلي</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مركز امتثال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035926492"/>
                  </a:ext>
                </a:extLst>
              </a:tr>
              <a:tr h="1877843">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10</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إجراء</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دراسة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شاملة لثقافة الترحيب الحالية في مكة المكرمة وقياس مستوى نضجها، والاستفادة من تجربة الخطوط السعودية وSGS ودراسة نماذج من بعض الدول التي نجحت في التغيير، والخروج بخطة عمل متكاملة تسهم في 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ثقافة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الترحيب والارتقاء بتجربة ضيوف الرحمن بما يسهم في جعل مكة المكرمة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أفضل</a:t>
                      </a:r>
                      <a:r>
                        <a:rPr lang="ar-SA"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مدن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العالم في هذا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المجال</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التوعية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وتنمية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المهارات</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21-10-2026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endParaRPr dirty="0"/>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980009034"/>
                  </a:ext>
                </a:extLst>
              </a:tr>
            </a:tbl>
          </a:graphicData>
        </a:graphic>
      </p:graphicFrame>
      <p:graphicFrame>
        <p:nvGraphicFramePr>
          <p:cNvPr id="3" name="Table 5">
            <a:extLst>
              <a:ext uri="{FF2B5EF4-FFF2-40B4-BE49-F238E27FC236}">
                <a16:creationId xmlns:a16="http://schemas.microsoft.com/office/drawing/2014/main" id="{8382319D-4674-617E-33AB-0E790D75F602}"/>
              </a:ext>
            </a:extLst>
          </p:cNvPr>
          <p:cNvGraphicFramePr>
            <a:graphicFrameLocks noGrp="1"/>
          </p:cNvGraphicFramePr>
          <p:nvPr>
            <p:extLst>
              <p:ext uri="{D42A27DB-BD31-4B8C-83A1-F6EECF244321}">
                <p14:modId xmlns:p14="http://schemas.microsoft.com/office/powerpoint/2010/main" val="4151802969"/>
              </p:ext>
            </p:extLst>
          </p:nvPr>
        </p:nvGraphicFramePr>
        <p:xfrm>
          <a:off x="605699" y="8220074"/>
          <a:ext cx="6463458" cy="2080379"/>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228556">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50" charset="-78"/>
                          <a:ea typeface="Abar Mid" pitchFamily="50" charset="-78"/>
                          <a:cs typeface="Abar Mid" pitchFamily="50" charset="-78"/>
                        </a:rPr>
                        <a:t>تفاصيل </a:t>
                      </a:r>
                      <a:r>
                        <a:rPr lang="ar-JO" sz="1000">
                          <a:solidFill>
                            <a:srgbClr val="00080B"/>
                          </a:solidFill>
                          <a:latin typeface="Abar Mid" pitchFamily="50" charset="-78"/>
                          <a:ea typeface="Abar Mid" pitchFamily="50" charset="-78"/>
                          <a:cs typeface="Abar Mid" pitchFamily="50" charset="-78"/>
                        </a:rPr>
                        <a:t>مهام</a:t>
                      </a:r>
                      <a:r>
                        <a:rPr lang="ar-SA" sz="1000">
                          <a:solidFill>
                            <a:srgbClr val="00080B"/>
                          </a:solidFill>
                          <a:latin typeface="Abar Mid" pitchFamily="50" charset="-78"/>
                          <a:ea typeface="Abar Mid" pitchFamily="50" charset="-78"/>
                          <a:cs typeface="Abar Mid" pitchFamily="50" charset="-78"/>
                        </a:rPr>
                        <a:t> </a:t>
                      </a:r>
                      <a:r>
                        <a:rPr lang="ar-JO" sz="1000">
                          <a:solidFill>
                            <a:srgbClr val="00080B"/>
                          </a:solidFill>
                          <a:latin typeface="Abar Mid" pitchFamily="50" charset="-78"/>
                          <a:ea typeface="Abar Mid" pitchFamily="50" charset="-78"/>
                          <a:cs typeface="Abar Mid" pitchFamily="50" charset="-78"/>
                        </a:rPr>
                        <a:t>اجتماع التجربة الرقمية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380926">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348859">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إتاحة شراء باقات العمرة واختيار وتغيير شركة العمرة عبر تطبيق نسك</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مركز منصة نسك الرقمية</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على المخطط</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000" b="0" i="0" u="none" strike="noStrike" dirty="0">
                          <a:solidFill>
                            <a:srgbClr val="000000"/>
                          </a:solidFill>
                          <a:effectLst/>
                          <a:latin typeface="Abar Mid" pitchFamily="50" charset="-78"/>
                          <a:cs typeface="Abar Mid" pitchFamily="50" charset="-78"/>
                        </a:rPr>
                        <a:t> </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bl>
          </a:graphicData>
        </a:graphic>
      </p:graphicFrame>
      <p:graphicFrame>
        <p:nvGraphicFramePr>
          <p:cNvPr id="4" name="Table 5">
            <a:extLst>
              <a:ext uri="{FF2B5EF4-FFF2-40B4-BE49-F238E27FC236}">
                <a16:creationId xmlns:a16="http://schemas.microsoft.com/office/drawing/2014/main" id="{236F631E-D50A-7F0D-EE08-691BB58CB619}"/>
              </a:ext>
            </a:extLst>
          </p:cNvPr>
          <p:cNvGraphicFramePr>
            <a:graphicFrameLocks noGrp="1"/>
          </p:cNvGraphicFramePr>
          <p:nvPr>
            <p:extLst>
              <p:ext uri="{D42A27DB-BD31-4B8C-83A1-F6EECF244321}">
                <p14:modId xmlns:p14="http://schemas.microsoft.com/office/powerpoint/2010/main" val="1106322481"/>
              </p:ext>
            </p:extLst>
          </p:nvPr>
        </p:nvGraphicFramePr>
        <p:xfrm>
          <a:off x="605699" y="10426660"/>
          <a:ext cx="6463458" cy="2080378"/>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291415">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50" charset="-78"/>
                          <a:ea typeface="Abar Mid" pitchFamily="50" charset="-78"/>
                          <a:cs typeface="Abar Mid" pitchFamily="50" charset="-78"/>
                        </a:rPr>
                        <a:t>تفاصيل </a:t>
                      </a:r>
                      <a:r>
                        <a:rPr lang="ar-JO" sz="1000">
                          <a:solidFill>
                            <a:srgbClr val="00080B"/>
                          </a:solidFill>
                          <a:latin typeface="Abar Mid" pitchFamily="50" charset="-78"/>
                          <a:ea typeface="Abar Mid" pitchFamily="50" charset="-78"/>
                          <a:cs typeface="Abar Mid" pitchFamily="50" charset="-78"/>
                        </a:rPr>
                        <a:t>مهام لجنة المتابعة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8569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303272">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دراسة مقترح المنظومة الذكية المعتمدة على الساعة المعصمية بالتنسيق مع سدايا، ومشاركة ملخص تنفيذي</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وكالة التحول الرقمي وتقنية المعلومات</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مكتملة</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الانتهاء</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دراسة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المبادرة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بالتعاون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سدايا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وتضمين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أبرز</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الملاحظات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والتوصيات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ومشاركتها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أمانة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لجنة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المتابعة</a:t>
                      </a:r>
                      <a:endParaRPr lang="en-US" sz="1000" b="0" i="0" u="none" strike="noStrike" dirty="0">
                        <a:solidFill>
                          <a:srgbClr val="000000"/>
                        </a:solidFill>
                        <a:effectLst/>
                        <a:latin typeface="Abar Mid" pitchFamily="50" charset="-78"/>
                        <a:cs typeface="Abar Mid" pitchFamily="50" charset="-78"/>
                      </a:endParaRP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bl>
          </a:graphicData>
        </a:graphic>
      </p:graphicFrame>
    </p:spTree>
    <p:extLst>
      <p:ext uri="{BB962C8B-B14F-4D97-AF65-F5344CB8AC3E}">
        <p14:creationId xmlns:p14="http://schemas.microsoft.com/office/powerpoint/2010/main" val="3565859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D7281D2F-F619-25D8-133B-D92BC8DF9E70}"/>
              </a:ext>
            </a:extLst>
          </p:cNvPr>
          <p:cNvGraphicFramePr>
            <a:graphicFrameLocks noGrp="1"/>
          </p:cNvGraphicFramePr>
          <p:nvPr>
            <p:extLst>
              <p:ext uri="{D42A27DB-BD31-4B8C-83A1-F6EECF244321}">
                <p14:modId xmlns:p14="http://schemas.microsoft.com/office/powerpoint/2010/main" val="2829134029"/>
              </p:ext>
            </p:extLst>
          </p:nvPr>
        </p:nvGraphicFramePr>
        <p:xfrm>
          <a:off x="621268" y="1358359"/>
          <a:ext cx="6566916" cy="1061546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شؤون الحج</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585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1</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مشروع رحلة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الحاج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المتكاملة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 1448هـ</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19-11-2027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16</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 الانتهاء من دراسة الوضع الراهن لرحلة الحاج شاملا الفجوات وتوصيات التطوير وجا</a:t>
                      </a:r>
                      <a:r>
                        <a:rPr lang="ar-SA" sz="1000" b="0" i="0" u="none" strike="noStrike" dirty="0">
                          <a:solidFill>
                            <a:srgbClr val="000000"/>
                          </a:solidFill>
                          <a:effectLst/>
                          <a:latin typeface="Abar Mid" pitchFamily="50" charset="-78"/>
                          <a:ea typeface="Abar Mid" pitchFamily="50" charset="-78"/>
                          <a:cs typeface="Abar Mid" pitchFamily="50" charset="-78"/>
                        </a:rPr>
                        <a:t>ر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دليل بيان</a:t>
                      </a:r>
                      <a:r>
                        <a:rPr lang="en-US" sz="1000" b="0" i="0" u="none" strike="noStrike" dirty="0">
                          <a:solidFill>
                            <a:srgbClr val="000000"/>
                          </a:solidFill>
                          <a:effectLst/>
                          <a:latin typeface="Abar Mid" pitchFamily="50" charset="-78"/>
                          <a:ea typeface="Abar Mid" pitchFamily="50" charset="-78"/>
                          <a:cs typeface="Abar Mid" pitchFamily="50" charset="-78"/>
                        </a:rPr>
                        <a:t>ات </a:t>
                      </a:r>
                      <a:r>
                        <a:rPr lang="en-US" sz="1000" b="0" i="0" u="none" strike="noStrike" dirty="0" err="1">
                          <a:solidFill>
                            <a:srgbClr val="000000"/>
                          </a:solidFill>
                          <a:effectLst/>
                          <a:latin typeface="Abar Mid" pitchFamily="50" charset="-78"/>
                          <a:ea typeface="Abar Mid" pitchFamily="50" charset="-78"/>
                          <a:cs typeface="Abar Mid" pitchFamily="50" charset="-78"/>
                        </a:rPr>
                        <a:t>رح</a:t>
                      </a:r>
                      <a:r>
                        <a:rPr lang="en-US" sz="1000" b="0" i="0" u="none" strike="noStrike" dirty="0">
                          <a:solidFill>
                            <a:srgbClr val="000000"/>
                          </a:solidFill>
                          <a:effectLst/>
                          <a:latin typeface="Abar Mid" pitchFamily="50" charset="-78"/>
                          <a:ea typeface="Abar Mid" pitchFamily="50" charset="-78"/>
                          <a:cs typeface="Abar Mid" pitchFamily="50" charset="-78"/>
                        </a:rPr>
                        <a:t>لة </a:t>
                      </a:r>
                      <a:r>
                        <a:rPr lang="en-US" sz="1000" b="0" i="0" u="none" strike="noStrike" dirty="0" err="1">
                          <a:solidFill>
                            <a:srgbClr val="000000"/>
                          </a:solidFill>
                          <a:effectLst/>
                          <a:latin typeface="Abar Mid" pitchFamily="50" charset="-78"/>
                          <a:ea typeface="Abar Mid" pitchFamily="50" charset="-78"/>
                          <a:cs typeface="Abar Mid" pitchFamily="50" charset="-78"/>
                        </a:rPr>
                        <a:t>الحاج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المتكاملة شاملا مصادر البيان</a:t>
                      </a:r>
                      <a:r>
                        <a:rPr lang="en-US" sz="1000" b="0" i="0" u="none" strike="noStrike" dirty="0">
                          <a:solidFill>
                            <a:srgbClr val="000000"/>
                          </a:solidFill>
                          <a:effectLst/>
                          <a:latin typeface="Abar Mid" pitchFamily="50" charset="-78"/>
                          <a:ea typeface="Abar Mid" pitchFamily="50" charset="-78"/>
                          <a:cs typeface="Abar Mid" pitchFamily="50" charset="-78"/>
                        </a:rPr>
                        <a:t>ات </a:t>
                      </a:r>
                      <a:r>
                        <a:rPr lang="en-US" sz="1000" b="0" i="0" u="none" strike="noStrike" dirty="0" err="1">
                          <a:solidFill>
                            <a:srgbClr val="000000"/>
                          </a:solidFill>
                          <a:effectLst/>
                          <a:latin typeface="Abar Mid" pitchFamily="50" charset="-78"/>
                          <a:ea typeface="Abar Mid" pitchFamily="50" charset="-78"/>
                          <a:cs typeface="Abar Mid" pitchFamily="50" charset="-78"/>
                        </a:rPr>
                        <a:t>والجهات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المالكة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ومسؤوليات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التحديث والتحقق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وقواعد جودة البيانات والاكتمال والدقة على أن يتم 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الدليل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27 </a:t>
                      </a:r>
                      <a:r>
                        <a:rPr lang="en-US" sz="1000" b="0" i="0" u="none" strike="noStrike" dirty="0" err="1">
                          <a:solidFill>
                            <a:srgbClr val="000000"/>
                          </a:solidFill>
                          <a:effectLst/>
                          <a:latin typeface="Abar Mid" pitchFamily="50" charset="-78"/>
                          <a:ea typeface="Abar Mid" pitchFamily="50" charset="-78"/>
                          <a:cs typeface="Abar Mid" pitchFamily="50" charset="-78"/>
                        </a:rPr>
                        <a:t>سبتمبر</a:t>
                      </a:r>
                      <a:r>
                        <a:rPr lang="en-US" sz="1000" b="0" i="0" u="none" strike="noStrike" dirty="0">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74394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2</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دراسة إمكانية تسكين الحجاج بمكة المكرمة خلال أيام التشريق</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15-09-2026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23</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أغ</a:t>
                      </a:r>
                      <a:r>
                        <a:rPr lang="en-US" sz="1000" b="1" i="0" u="none" strike="noStrike" dirty="0" err="1">
                          <a:solidFill>
                            <a:srgbClr val="000000"/>
                          </a:solidFill>
                          <a:effectLst/>
                          <a:latin typeface="Abar Mid" pitchFamily="50" charset="-78"/>
                          <a:ea typeface="Abar Mid" pitchFamily="50" charset="-78"/>
                          <a:cs typeface="Abar Mid" pitchFamily="50" charset="-78"/>
                        </a:rPr>
                        <a:t>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استبيان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يوضح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عدد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الحجاج الراغبين بالسكن في مكة خلال أيام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التشريق</a:t>
                      </a:r>
                      <a:r>
                        <a:rPr lang="en-US" sz="1000" b="0" i="0" u="none" strike="noStrike" dirty="0">
                          <a:solidFill>
                            <a:srgbClr val="000000"/>
                          </a:solidFill>
                          <a:effectLst/>
                          <a:latin typeface="Abar Mid" pitchFamily="50" charset="-78"/>
                          <a:ea typeface="Abar Mid" pitchFamily="50" charset="-78"/>
                          <a:cs typeface="Abar Mid" pitchFamily="50" charset="-78"/>
                        </a:rPr>
                        <a:t> و</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6 </a:t>
                      </a:r>
                      <a:r>
                        <a:rPr lang="en-US" sz="1000" b="0" i="0" u="none" strike="noStrike" dirty="0" err="1">
                          <a:solidFill>
                            <a:srgbClr val="000000"/>
                          </a:solidFill>
                          <a:effectLst/>
                          <a:latin typeface="Abar Mid" pitchFamily="50" charset="-78"/>
                          <a:ea typeface="Abar Mid" pitchFamily="50" charset="-78"/>
                          <a:cs typeface="Abar Mid" pitchFamily="50" charset="-78"/>
                        </a:rPr>
                        <a:t>أكتوبر</a:t>
                      </a:r>
                      <a:r>
                        <a:rPr lang="en-US" sz="1000" b="0"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a:solidFill>
                            <a:srgbClr val="000000"/>
                          </a:solidFill>
                          <a:effectLst/>
                          <a:latin typeface="Abar Mid" pitchFamily="50" charset="-78"/>
                          <a:ea typeface="Abar Mid" pitchFamily="50" charset="-78"/>
                          <a:cs typeface="Abar Mid" pitchFamily="50" charset="-78"/>
                        </a:rPr>
                        <a:t>جار العمل إعداد السيناريوهات المتوقعة لاستغلال المساحات مثال زيادة أعداد الحجاج-تسكين العمالة-زيادة المساحة المخصصة للحاج لاعتمادها بتاريخ 23 أكتوبر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950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3</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وتنظيمات شركات تقديم الخدمة للحجاج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05-11-2026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err="1">
                          <a:solidFill>
                            <a:srgbClr val="000000"/>
                          </a:solidFill>
                          <a:effectLst/>
                          <a:latin typeface="Abar Mid" pitchFamily="50" charset="-78"/>
                          <a:ea typeface="Abar Mid" pitchFamily="50" charset="-78"/>
                          <a:cs typeface="Abar Mid" pitchFamily="50" charset="-78"/>
                        </a:rPr>
                        <a:t>تاريخ</a:t>
                      </a:r>
                      <a:r>
                        <a:rPr lang="en-US"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التحديث</a:t>
                      </a:r>
                      <a:r>
                        <a:rPr lang="en-US" sz="1000" b="1" i="0" u="none" strike="noStrike">
                          <a:solidFill>
                            <a:srgbClr val="000000"/>
                          </a:solidFill>
                          <a:effectLst/>
                          <a:latin typeface="Abar Mid" pitchFamily="50" charset="-78"/>
                          <a:ea typeface="Abar Mid" pitchFamily="50" charset="-78"/>
                          <a:cs typeface="Abar Mid" pitchFamily="50" charset="-78"/>
                        </a:rPr>
                        <a:t>  3</a:t>
                      </a:r>
                      <a:r>
                        <a:rPr lang="ar-SA"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سبتمبر</a:t>
                      </a:r>
                      <a:r>
                        <a:rPr lang="en-US" sz="1000" b="1" i="0" u="none" strike="noStrike">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جار العم</a:t>
                      </a:r>
                      <a:r>
                        <a:rPr lang="en-US" sz="1000" b="0" i="0" u="none" strike="noStrike">
                          <a:solidFill>
                            <a:srgbClr val="000000"/>
                          </a:solidFill>
                          <a:effectLst/>
                          <a:latin typeface="Abar Mid" pitchFamily="50" charset="-78"/>
                          <a:ea typeface="Abar Mid" pitchFamily="50" charset="-78"/>
                          <a:cs typeface="Abar Mid" pitchFamily="50" charset="-78"/>
                        </a:rPr>
                        <a:t>ل </a:t>
                      </a:r>
                      <a:r>
                        <a:rPr lang="en-US" sz="1000" b="0" i="0" u="none" strike="noStrike" err="1">
                          <a:solidFill>
                            <a:srgbClr val="000000"/>
                          </a:solidFill>
                          <a:effectLst/>
                          <a:latin typeface="Abar Mid" pitchFamily="50" charset="-78"/>
                          <a:ea typeface="Abar Mid" pitchFamily="50" charset="-78"/>
                          <a:cs typeface="Abar Mid" pitchFamily="50" charset="-78"/>
                        </a:rPr>
                        <a:t>على</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دراسة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وتحليل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نتائج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استبيان نموذج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تشغيل مراكز الضي</a:t>
                      </a:r>
                      <a:r>
                        <a:rPr lang="en-US" sz="1000" b="0" i="0" u="none" strike="noStrike">
                          <a:solidFill>
                            <a:srgbClr val="000000"/>
                          </a:solidFill>
                          <a:effectLst/>
                          <a:latin typeface="Abar Mid" pitchFamily="50" charset="-78"/>
                          <a:ea typeface="Abar Mid" pitchFamily="50" charset="-78"/>
                          <a:cs typeface="Abar Mid" pitchFamily="50" charset="-78"/>
                        </a:rPr>
                        <a:t>افة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 1447هـ، على أن يتم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الانتهاء من تحليل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النتائج بتاريخ 20 أكتوبر</a:t>
                      </a:r>
                      <a:r>
                        <a:rPr lang="en-US" sz="1000" b="0" i="0" u="none" strike="noStrike">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12676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4</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تطوير نموذج شركات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الداخل</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04-10-2026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المجلس</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التنسيقي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الداخل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مستجدات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موسم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a:t>
                      </a:r>
                      <a:r>
                        <a:rPr lang="en-US" sz="1000" b="0" i="0" u="none" strike="noStrike" dirty="0">
                          <a:solidFill>
                            <a:srgbClr val="000000"/>
                          </a:solidFill>
                          <a:effectLst/>
                          <a:latin typeface="Abar Mid" pitchFamily="50" charset="-78"/>
                          <a:ea typeface="Abar Mid" pitchFamily="50" charset="-78"/>
                          <a:cs typeface="Abar Mid" pitchFamily="50" charset="-78"/>
                        </a:rPr>
                        <a:t> 1448هـ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التوصل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إضافة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بعض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لتحسين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وتجويد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الخدمات</a:t>
                      </a:r>
                      <a:endParaRPr lang="en-US" sz="1000" b="0"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تحديث</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بنود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لشركات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الداخل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طور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اعتمادها</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r h="1585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5</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بمشعر مزدلفة لموسم حج 1448 هجري</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30 </a:t>
                      </a:r>
                      <a:r>
                        <a:rPr lang="en-US" sz="1000" b="1" i="0" u="none" strike="noStrike" dirty="0" err="1">
                          <a:solidFill>
                            <a:srgbClr val="000000"/>
                          </a:solidFill>
                          <a:effectLst/>
                          <a:latin typeface="Abar Mid" pitchFamily="50" charset="-78"/>
                          <a:ea typeface="Abar Mid" pitchFamily="50" charset="-78"/>
                          <a:cs typeface="Abar Mid" pitchFamily="50" charset="-78"/>
                        </a:rPr>
                        <a:t>أغسطس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المخرجات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24 </a:t>
                      </a:r>
                      <a:r>
                        <a:rPr lang="en-US" sz="1000" b="0" i="0" u="none" strike="noStrike" dirty="0" err="1">
                          <a:solidFill>
                            <a:srgbClr val="000000"/>
                          </a:solidFill>
                          <a:effectLst/>
                          <a:latin typeface="Abar Mid" pitchFamily="50" charset="-78"/>
                          <a:ea typeface="Abar Mid" pitchFamily="50" charset="-78"/>
                          <a:cs typeface="Abar Mid" pitchFamily="50" charset="-78"/>
                        </a:rPr>
                        <a:t>أغسطس</a:t>
                      </a:r>
                      <a:r>
                        <a:rPr lang="en-US" sz="1000" b="0"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المواءمة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وكالة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التعاون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الدولي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لتضمين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شرح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توضيحي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لمكاتب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شؤون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لمواقع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مشعر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مزدلفة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حسب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الرخص</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الشرعية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التحضيرية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ضمن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التحضيري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مكتب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شؤون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تونس</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156430669"/>
                  </a:ext>
                </a:extLst>
              </a:tr>
              <a:tr h="950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لموسم حج 1448 هجري</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ctr" defTabSz="914415" rtl="1" eaLnBrk="1" fontAlgn="ctr" latinLnBrk="0" hangingPunct="1">
                        <a:lnSpc>
                          <a:spcPct val="100000"/>
                        </a:lnSpc>
                        <a:spcBef>
                          <a:spcPts val="0"/>
                        </a:spcBef>
                        <a:spcAft>
                          <a:spcPts val="0"/>
                        </a:spcAft>
                        <a:buClrTx/>
                        <a:buSzTx/>
                        <a:buFontTx/>
                        <a:buNone/>
                        <a:tabLst/>
                        <a:defRPr/>
                      </a:pPr>
                      <a:r>
                        <a:rPr kumimoji="0" lang="ar-SA" sz="1000" b="0" i="0" u="none" strike="noStrike" kern="1200" cap="none" spc="0" normalizeH="0" baseline="0" noProof="0">
                          <a:ln>
                            <a:noFill/>
                          </a:ln>
                          <a:solidFill>
                            <a:srgbClr val="000000"/>
                          </a:solidFill>
                          <a:effectLst/>
                          <a:uLnTx/>
                          <a:uFillTx/>
                          <a:latin typeface="Abar Mid" pitchFamily="50" charset="-78"/>
                          <a:ea typeface="Abar Mid" pitchFamily="50" charset="-78"/>
                          <a:cs typeface="Abar Mid" pitchFamily="50" charset="-78"/>
                        </a:rPr>
                        <a:t>مكتمل</a:t>
                      </a:r>
                      <a:endParaRPr kumimoji="0" lang="en-US"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err="1">
                          <a:solidFill>
                            <a:srgbClr val="000000"/>
                          </a:solidFill>
                          <a:effectLst/>
                          <a:latin typeface="Abar Mid" pitchFamily="50" charset="-78"/>
                          <a:ea typeface="Abar Mid" pitchFamily="50" charset="-78"/>
                          <a:cs typeface="Abar Mid" pitchFamily="50" charset="-78"/>
                        </a:rPr>
                        <a:t>تاريخ</a:t>
                      </a:r>
                      <a:r>
                        <a:rPr lang="en-US"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التحديث</a:t>
                      </a:r>
                      <a:r>
                        <a:rPr lang="ar-SA" sz="1000" b="1" i="0" u="none" strike="noStrike">
                          <a:solidFill>
                            <a:srgbClr val="000000"/>
                          </a:solidFill>
                          <a:effectLst/>
                          <a:latin typeface="Abar Mid" pitchFamily="50" charset="-78"/>
                          <a:ea typeface="Abar Mid" pitchFamily="50" charset="-78"/>
                          <a:cs typeface="Abar Mid" pitchFamily="50" charset="-78"/>
                        </a:rPr>
                        <a:t>:</a:t>
                      </a:r>
                      <a:r>
                        <a:rPr lang="en-US" sz="1000" b="1" i="0" u="none" strike="noStrike">
                          <a:solidFill>
                            <a:srgbClr val="000000"/>
                          </a:solidFill>
                          <a:effectLst/>
                          <a:latin typeface="Abar Mid" pitchFamily="50" charset="-78"/>
                          <a:ea typeface="Abar Mid" pitchFamily="50" charset="-78"/>
                          <a:cs typeface="Abar Mid" pitchFamily="50" charset="-78"/>
                        </a:rPr>
                        <a:t> 3 </a:t>
                      </a:r>
                      <a:r>
                        <a:rPr lang="en-US" sz="1000" b="1" i="0" u="none" strike="noStrike" err="1">
                          <a:solidFill>
                            <a:srgbClr val="000000"/>
                          </a:solidFill>
                          <a:effectLst/>
                          <a:latin typeface="Abar Mid" pitchFamily="50" charset="-78"/>
                          <a:ea typeface="Abar Mid" pitchFamily="50" charset="-78"/>
                          <a:cs typeface="Abar Mid" pitchFamily="50" charset="-78"/>
                        </a:rPr>
                        <a:t>سبتمبر</a:t>
                      </a:r>
                      <a:r>
                        <a:rPr lang="en-US" sz="1000" b="1"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err="1">
                          <a:solidFill>
                            <a:srgbClr val="000000"/>
                          </a:solidFill>
                          <a:effectLst/>
                          <a:latin typeface="Abar Mid" pitchFamily="50" charset="-78"/>
                          <a:ea typeface="Abar Mid" pitchFamily="50" charset="-78"/>
                          <a:cs typeface="Abar Mid" pitchFamily="50" charset="-78"/>
                        </a:rPr>
                        <a:t>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استعراض</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مخرجات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المشروع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في</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اجتماع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القيادات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بتاريخ</a:t>
                      </a:r>
                      <a:r>
                        <a:rPr lang="en-US" sz="1000" b="0" i="0" u="none" strike="noStrike">
                          <a:solidFill>
                            <a:srgbClr val="000000"/>
                          </a:solidFill>
                          <a:effectLst/>
                          <a:latin typeface="Abar Mid" pitchFamily="50" charset="-78"/>
                          <a:ea typeface="Abar Mid" pitchFamily="50" charset="-78"/>
                          <a:cs typeface="Abar Mid" pitchFamily="50" charset="-78"/>
                        </a:rPr>
                        <a:t> 31 </a:t>
                      </a:r>
                      <a:r>
                        <a:rPr lang="en-US" sz="1000" b="0" i="0" u="none" strike="noStrike" err="1">
                          <a:solidFill>
                            <a:srgbClr val="000000"/>
                          </a:solidFill>
                          <a:effectLst/>
                          <a:latin typeface="Abar Mid" pitchFamily="50" charset="-78"/>
                          <a:ea typeface="Abar Mid" pitchFamily="50" charset="-78"/>
                          <a:cs typeface="Abar Mid" pitchFamily="50" charset="-78"/>
                        </a:rPr>
                        <a:t>أغسطس</a:t>
                      </a:r>
                      <a:r>
                        <a:rPr lang="en-US" sz="1000" b="0"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err="1">
                          <a:solidFill>
                            <a:srgbClr val="000000"/>
                          </a:solidFill>
                          <a:effectLst/>
                          <a:latin typeface="Abar Mid" pitchFamily="50" charset="-78"/>
                          <a:ea typeface="Abar Mid" pitchFamily="50" charset="-78"/>
                          <a:cs typeface="Abar Mid" pitchFamily="50" charset="-78"/>
                        </a:rPr>
                        <a:t>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اعتماد</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أعمال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تطوير</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رغبات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الحجاج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لأداء</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النسك</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1448هـ</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98790111"/>
                  </a:ext>
                </a:extLst>
              </a:tr>
              <a:tr h="174394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النموذج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التشغيلي</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لقادة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الأفواج</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13-08-2026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ctr" defTabSz="914415" rtl="1" eaLnBrk="1" fontAlgn="ctr" latinLnBrk="0" hangingPunct="1">
                        <a:lnSpc>
                          <a:spcPct val="100000"/>
                        </a:lnSpc>
                        <a:spcBef>
                          <a:spcPts val="0"/>
                        </a:spcBef>
                        <a:spcAft>
                          <a:spcPts val="0"/>
                        </a:spcAft>
                        <a:buClrTx/>
                        <a:buSzTx/>
                        <a:buFontTx/>
                        <a:buNone/>
                        <a:tabLst/>
                        <a:defRPr/>
                      </a:pPr>
                      <a:r>
                        <a:rPr kumimoji="0" lang="ar-SA"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rPr>
                        <a:t>مكتمل</a:t>
                      </a:r>
                      <a:endParaRPr kumimoji="0" lang="en-US"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a:t>
                      </a:r>
                      <a:r>
                        <a:rPr lang="en-US" sz="1000" b="1" i="0" u="none" strike="noStrike" dirty="0">
                          <a:solidFill>
                            <a:srgbClr val="000000"/>
                          </a:solidFill>
                          <a:effectLst/>
                          <a:latin typeface="Abar Mid" pitchFamily="50" charset="-78"/>
                          <a:ea typeface="Abar Mid" pitchFamily="50" charset="-78"/>
                          <a:cs typeface="Abar Mid" pitchFamily="50" charset="-78"/>
                        </a:rPr>
                        <a:t> 3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مخرجات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31 </a:t>
                      </a:r>
                      <a:r>
                        <a:rPr lang="en-US" sz="1000" b="0" i="0" u="none" strike="noStrike" dirty="0" err="1">
                          <a:solidFill>
                            <a:srgbClr val="000000"/>
                          </a:solidFill>
                          <a:effectLst/>
                          <a:latin typeface="Abar Mid" pitchFamily="50" charset="-78"/>
                          <a:ea typeface="Abar Mid" pitchFamily="50" charset="-78"/>
                          <a:cs typeface="Abar Mid" pitchFamily="50" charset="-78"/>
                        </a:rPr>
                        <a:t>أغسطس</a:t>
                      </a:r>
                      <a:r>
                        <a:rPr lang="en-US" sz="1000" b="0"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استقطاب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وتأهيل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endParaRPr lang="en-US" sz="1000" b="0"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استقطابهم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وتأهيلهم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إنشاء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مستقل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لمتابعة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الاستقطاب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والتأهيل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وفق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المعتمدة</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26417360"/>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D7281D2F-F619-25D8-133B-D92BC8DF9E70}"/>
              </a:ext>
            </a:extLst>
          </p:cNvPr>
          <p:cNvGraphicFramePr>
            <a:graphicFrameLocks noGrp="1"/>
          </p:cNvGraphicFramePr>
          <p:nvPr>
            <p:extLst>
              <p:ext uri="{D42A27DB-BD31-4B8C-83A1-F6EECF244321}">
                <p14:modId xmlns:p14="http://schemas.microsoft.com/office/powerpoint/2010/main" val="4004347984"/>
              </p:ext>
            </p:extLst>
          </p:nvPr>
        </p:nvGraphicFramePr>
        <p:xfrm>
          <a:off x="621268" y="1358359"/>
          <a:ext cx="6566916" cy="158057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شؤون الحج</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791440">
                <a:tc>
                  <a:txBody>
                    <a:bodyPr/>
                    <a:lstStyle/>
                    <a:p>
                      <a:pPr marL="0" algn="ctr" defTabSz="914400" rtl="0" eaLnBrk="1" latinLnBrk="0" hangingPunct="1">
                        <a:lnSpc>
                          <a:spcPct val="105000"/>
                        </a:lnSpc>
                      </a:pPr>
                      <a:r>
                        <a:rPr lang="ar-SA" sz="1000" kern="0" baseline="0" dirty="0">
                          <a:solidFill>
                            <a:schemeClr val="tx1"/>
                          </a:solidFill>
                          <a:latin typeface="Abar Mid" pitchFamily="50" charset="-78"/>
                          <a:ea typeface="Abar Mid" pitchFamily="50" charset="-78"/>
                          <a:cs typeface="Abar Mid" pitchFamily="50" charset="-78"/>
                        </a:rPr>
                        <a:t>8</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إصدار</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تصنيف</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الخدمات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المحدث</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a:t>
                      </a:r>
                      <a:r>
                        <a:rPr lang="en-US" sz="1000" b="0" i="0" u="none" strike="noStrike">
                          <a:solidFill>
                            <a:srgbClr val="000000"/>
                          </a:solidFill>
                          <a:effectLst/>
                          <a:latin typeface="Abar Mid" pitchFamily="50" charset="-78"/>
                          <a:ea typeface="Abar Mid" pitchFamily="50" charset="-78"/>
                          <a:cs typeface="Abar Mid" pitchFamily="50" charset="-78"/>
                        </a:rPr>
                        <a:t> 1448 </a:t>
                      </a:r>
                      <a:r>
                        <a:rPr lang="en-US" sz="1000" b="0" i="0" u="none" strike="noStrike" err="1">
                          <a:solidFill>
                            <a:srgbClr val="000000"/>
                          </a:solidFill>
                          <a:effectLst/>
                          <a:latin typeface="Abar Mid" pitchFamily="50" charset="-78"/>
                          <a:ea typeface="Abar Mid" pitchFamily="50" charset="-78"/>
                          <a:cs typeface="Abar Mid" pitchFamily="50" charset="-78"/>
                        </a:rPr>
                        <a:t>هجري</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31-07-2026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30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أغسطس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التصنيف</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الكمي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والنوعي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لموسم</a:t>
                      </a:r>
                      <a:r>
                        <a:rPr lang="en-US" sz="1000" b="0" i="0" u="none" strike="noStrike" dirty="0">
                          <a:solidFill>
                            <a:srgbClr val="000000"/>
                          </a:solidFill>
                          <a:effectLst/>
                          <a:latin typeface="Abar Mid" pitchFamily="50" charset="-78"/>
                          <a:ea typeface="Abar Mid" pitchFamily="50" charset="-78"/>
                          <a:cs typeface="Abar Mid" pitchFamily="50" charset="-78"/>
                        </a:rPr>
                        <a:t> 1448 هـ </a:t>
                      </a:r>
                      <a:r>
                        <a:rPr lang="en-US" sz="1000" b="0" i="0" u="none" strike="noStrike" dirty="0" err="1">
                          <a:solidFill>
                            <a:srgbClr val="000000"/>
                          </a:solidFill>
                          <a:effectLst/>
                          <a:latin typeface="Abar Mid" pitchFamily="50" charset="-78"/>
                          <a:ea typeface="Abar Mid" pitchFamily="50" charset="-78"/>
                          <a:cs typeface="Abar Mid" pitchFamily="50" charset="-78"/>
                        </a:rPr>
                        <a:t>بالقرار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الوزاري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رقم</a:t>
                      </a:r>
                      <a:r>
                        <a:rPr lang="en-US" sz="1000" b="0" i="0" u="none" strike="noStrike" dirty="0">
                          <a:solidFill>
                            <a:srgbClr val="000000"/>
                          </a:solidFill>
                          <a:effectLst/>
                          <a:latin typeface="Abar Mid" pitchFamily="50" charset="-78"/>
                          <a:ea typeface="Abar Mid" pitchFamily="50" charset="-78"/>
                          <a:cs typeface="Abar Mid" pitchFamily="50" charset="-78"/>
                        </a:rPr>
                        <a:t> 480212055  </a:t>
                      </a:r>
                      <a:r>
                        <a:rPr lang="en-US" sz="1000" b="0" i="0" u="none" strike="noStrike" dirty="0" err="1">
                          <a:solidFill>
                            <a:srgbClr val="000000"/>
                          </a:solidFill>
                          <a:effectLst/>
                          <a:latin typeface="Abar Mid" pitchFamily="50" charset="-78"/>
                          <a:ea typeface="Abar Mid" pitchFamily="50" charset="-78"/>
                          <a:cs typeface="Abar Mid" pitchFamily="50" charset="-78"/>
                        </a:rPr>
                        <a:t>وتاريخ</a:t>
                      </a:r>
                      <a:r>
                        <a:rPr lang="en-US" sz="1000" b="0" i="0" u="none" strike="noStrike" dirty="0">
                          <a:solidFill>
                            <a:srgbClr val="000000"/>
                          </a:solidFill>
                          <a:effectLst/>
                          <a:latin typeface="Abar Mid" pitchFamily="50" charset="-78"/>
                          <a:ea typeface="Abar Mid" pitchFamily="50" charset="-78"/>
                          <a:cs typeface="Abar Mid" pitchFamily="50" charset="-78"/>
                        </a:rPr>
                        <a:t> 1448/02/16 هـ</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bl>
          </a:graphicData>
        </a:graphic>
      </p:graphicFrame>
      <p:graphicFrame>
        <p:nvGraphicFramePr>
          <p:cNvPr id="31" name="Table 7">
            <a:extLst>
              <a:ext uri="{FF2B5EF4-FFF2-40B4-BE49-F238E27FC236}">
                <a16:creationId xmlns:a16="http://schemas.microsoft.com/office/drawing/2014/main" id="{3E66C75A-F78E-DDF4-95E9-67543B2DA0BE}"/>
              </a:ext>
            </a:extLst>
          </p:cNvPr>
          <p:cNvGraphicFramePr>
            <a:graphicFrameLocks noGrp="1"/>
          </p:cNvGraphicFramePr>
          <p:nvPr>
            <p:extLst>
              <p:ext uri="{D42A27DB-BD31-4B8C-83A1-F6EECF244321}">
                <p14:modId xmlns:p14="http://schemas.microsoft.com/office/powerpoint/2010/main" val="1854604796"/>
              </p:ext>
            </p:extLst>
          </p:nvPr>
        </p:nvGraphicFramePr>
        <p:xfrm>
          <a:off x="621268" y="3053229"/>
          <a:ext cx="6566916" cy="20568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تطوير الأعمال وخدمة المستفيدين</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تطوير تجربة مظلات مبتكرة لضيوف الرحمن</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11-06-2026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24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Abar Mid" pitchFamily="50" charset="-78"/>
                          <a:cs typeface="Abar Mid" pitchFamily="50" charset="-78"/>
                        </a:rPr>
                        <a:t>تم الانتهاء من معرض ابتكارات الحج وعرض جميع المشاركات، بمشاركة 17 شركة/مبتكر وتقديم 22 نموذج مبتكر للمظلات.</a:t>
                      </a: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Abar Mid" pitchFamily="50" charset="-78"/>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32" name="Table 10">
            <a:extLst>
              <a:ext uri="{FF2B5EF4-FFF2-40B4-BE49-F238E27FC236}">
                <a16:creationId xmlns:a16="http://schemas.microsoft.com/office/drawing/2014/main" id="{BD3B8E98-7822-6066-CDA7-8D291CE1013B}"/>
              </a:ext>
            </a:extLst>
          </p:cNvPr>
          <p:cNvGraphicFramePr>
            <a:graphicFrameLocks noGrp="1"/>
          </p:cNvGraphicFramePr>
          <p:nvPr>
            <p:extLst>
              <p:ext uri="{D42A27DB-BD31-4B8C-83A1-F6EECF244321}">
                <p14:modId xmlns:p14="http://schemas.microsoft.com/office/powerpoint/2010/main" val="767795130"/>
              </p:ext>
            </p:extLst>
          </p:nvPr>
        </p:nvGraphicFramePr>
        <p:xfrm>
          <a:off x="621268" y="5224349"/>
          <a:ext cx="6566916" cy="332220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التعاون الدولي والشراكات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791440">
                <a:tc>
                  <a:txBody>
                    <a:bodyPr/>
                    <a:lstStyle/>
                    <a:p>
                      <a:pPr algn="ctr" rtl="1" fontAlgn="ctr">
                        <a:buNone/>
                      </a:pPr>
                      <a:r>
                        <a:rPr lang="en-US" sz="1000" b="0" i="0" u="none" strike="noStrike">
                          <a:solidFill>
                            <a:srgbClr val="000000"/>
                          </a:solidFill>
                          <a:effectLst/>
                          <a:latin typeface="Arial" panose="020B0604020202020204" pitchFamily="34" charset="0"/>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نسك امتثال مراكز الضيافة</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14-06-2026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تم إعادة إرسال كراسة الشروط والمواصفات بعد معالجات الملاحظات لإدارة المشتريات لاستكمال  إجراءات الطرح</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950190">
                <a:tc>
                  <a:txBody>
                    <a:bodyPr/>
                    <a:lstStyle/>
                    <a:p>
                      <a:pPr algn="ctr" rtl="1" fontAlgn="ctr">
                        <a:buNone/>
                      </a:pPr>
                      <a:r>
                        <a:rPr lang="en-US" sz="1000" b="0" i="0" u="none" strike="noStrike">
                          <a:solidFill>
                            <a:srgbClr val="000000"/>
                          </a:solidFill>
                          <a:effectLst/>
                          <a:latin typeface="Arial" panose="020B0604020202020204" pitchFamily="34" charset="0"/>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دراسة</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تحسين</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نموذج</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عمل</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آلية</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تنظيم</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قدوم</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حجاج</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الخليج</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14-06-2026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28-03-2027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جاري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العمل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تحليل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المخاطر</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السياسية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للنموذج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الجديد</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وعرضه</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مستوى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الوكلاء</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والوزارات</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المعنية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في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دول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الخليج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في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معرض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ومؤتمر</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الحج</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791440">
                <a:tc>
                  <a:txBody>
                    <a:bodyPr/>
                    <a:lstStyle/>
                    <a:p>
                      <a:pPr algn="ctr" rtl="1" fontAlgn="ctr">
                        <a:buNone/>
                      </a:pPr>
                      <a:r>
                        <a:rPr lang="en-US" sz="1000" b="0" i="0" u="none" strike="noStrike">
                          <a:solidFill>
                            <a:srgbClr val="000000"/>
                          </a:solidFill>
                          <a:effectLst/>
                          <a:latin typeface="Arial" panose="020B0604020202020204" pitchFamily="34" charset="0"/>
                        </a:rPr>
                        <a:t>3</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برنامج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اعتماد</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مكاتب</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شؤون</a:t>
                      </a:r>
                      <a:r>
                        <a:rPr lang="en-US" sz="1000" b="0" i="0" u="none" strike="noStrike" kern="1200" dirty="0">
                          <a:solidFill>
                            <a:srgbClr val="000000"/>
                          </a:solidFill>
                          <a:effectLst/>
                          <a:latin typeface="Abar Mid" pitchFamily="50" charset="-78"/>
                          <a:ea typeface="Abar Mid" pitchFamily="50" charset="-78"/>
                          <a:cs typeface="Abar Mid" pitchFamily="50" charset="-78"/>
                        </a:rPr>
                        <a:t>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تم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استلام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العروض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الفنية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والمالية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أن</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يتم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من</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تقييم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العروض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بتاريخ</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ar-SA" sz="1000" b="0" i="0" u="none" strike="noStrike" kern="1200" dirty="0">
                          <a:solidFill>
                            <a:srgbClr val="000000"/>
                          </a:solidFill>
                          <a:effectLst/>
                          <a:latin typeface="Abar Mid" pitchFamily="50" charset="-78"/>
                          <a:ea typeface="Abar Mid" pitchFamily="50" charset="-78"/>
                          <a:cs typeface="Abar Mid" pitchFamily="50" charset="-78"/>
                        </a:rPr>
                        <a:t>1 أكتوبر 2026</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bl>
          </a:graphicData>
        </a:graphic>
      </p:graphicFrame>
      <p:graphicFrame>
        <p:nvGraphicFramePr>
          <p:cNvPr id="33" name="Table 6">
            <a:extLst>
              <a:ext uri="{FF2B5EF4-FFF2-40B4-BE49-F238E27FC236}">
                <a16:creationId xmlns:a16="http://schemas.microsoft.com/office/drawing/2014/main" id="{6CED6B66-1642-4103-9585-EEFD107A28B7}"/>
              </a:ext>
            </a:extLst>
          </p:cNvPr>
          <p:cNvGraphicFramePr>
            <a:graphicFrameLocks noGrp="1"/>
          </p:cNvGraphicFramePr>
          <p:nvPr>
            <p:extLst>
              <p:ext uri="{D42A27DB-BD31-4B8C-83A1-F6EECF244321}">
                <p14:modId xmlns:p14="http://schemas.microsoft.com/office/powerpoint/2010/main" val="1840832727"/>
              </p:ext>
            </p:extLst>
          </p:nvPr>
        </p:nvGraphicFramePr>
        <p:xfrm>
          <a:off x="621268" y="8660849"/>
          <a:ext cx="6566916" cy="316576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التوعية وتنمية المهارات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توحيد الهوية المؤسسية داخليا وخارجيا</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المواءمة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واستلام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الزمنية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المركز</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للنقل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بشأن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توحيد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الهوية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الحافلات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عكس</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الملاحظات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وتطوير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التصاميم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تمهيدا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لاعتمادها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9 </a:t>
                      </a:r>
                      <a:r>
                        <a:rPr lang="en-US" sz="1000" b="0" i="0" u="none" strike="noStrike" dirty="0" err="1">
                          <a:solidFill>
                            <a:srgbClr val="000000"/>
                          </a:solidFill>
                          <a:effectLst/>
                          <a:latin typeface="Abar Mid" pitchFamily="50" charset="-78"/>
                          <a:ea typeface="Abar Mid" pitchFamily="50" charset="-78"/>
                          <a:cs typeface="Abar Mid" pitchFamily="50" charset="-78"/>
                        </a:rPr>
                        <a:t>نوفمبر</a:t>
                      </a:r>
                      <a:r>
                        <a:rPr lang="en-US" sz="1000" b="0" i="0" u="none" strike="noStrike" dirty="0">
                          <a:solidFill>
                            <a:srgbClr val="000000"/>
                          </a:solidFill>
                          <a:effectLst/>
                          <a:latin typeface="Abar Mid" pitchFamily="50" charset="-78"/>
                          <a:ea typeface="Abar Mid" pitchFamily="50" charset="-78"/>
                          <a:cs typeface="Abar Mid" pitchFamily="50" charset="-78"/>
                        </a:rPr>
                        <a:t> 2026،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يتولى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المركز</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للنقل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الطباعة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بإشراف</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وزارة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والعمرة</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1089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التوعية بخدمات وأوقات النقل للحرم المكي بأيام التشريق</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حاليا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دراسة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وتحليل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الوضع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الراهن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11 </a:t>
                      </a:r>
                      <a:r>
                        <a:rPr lang="en-US" sz="1000" b="0" i="0" u="none" strike="noStrike" dirty="0" err="1">
                          <a:solidFill>
                            <a:srgbClr val="000000"/>
                          </a:solidFill>
                          <a:effectLst/>
                          <a:latin typeface="Abar Mid" pitchFamily="50" charset="-78"/>
                          <a:ea typeface="Abar Mid" pitchFamily="50" charset="-78"/>
                          <a:cs typeface="Abar Mid" pitchFamily="50" charset="-78"/>
                        </a:rPr>
                        <a:t>يناير</a:t>
                      </a:r>
                      <a:r>
                        <a:rPr lang="en-US" sz="1000" b="0" i="0" u="none" strike="noStrike" dirty="0">
                          <a:solidFill>
                            <a:srgbClr val="000000"/>
                          </a:solidFill>
                          <a:effectLst/>
                          <a:latin typeface="Abar Mid" pitchFamily="50" charset="-78"/>
                          <a:ea typeface="Abar Mid" pitchFamily="50" charset="-78"/>
                          <a:cs typeface="Abar Mid" pitchFamily="50" charset="-78"/>
                        </a:rPr>
                        <a:t> 2027، </a:t>
                      </a:r>
                      <a:r>
                        <a:rPr lang="en-US" sz="1000" b="0" i="0" u="none" strike="noStrike" dirty="0" err="1">
                          <a:solidFill>
                            <a:srgbClr val="000000"/>
                          </a:solidFill>
                          <a:effectLst/>
                          <a:latin typeface="Abar Mid" pitchFamily="50" charset="-78"/>
                          <a:ea typeface="Abar Mid" pitchFamily="50" charset="-78"/>
                          <a:cs typeface="Abar Mid" pitchFamily="50" charset="-78"/>
                        </a:rPr>
                        <a:t>تمهيدا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لإعداد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توعوية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متكاملة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تشمل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المنتجات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التوعوية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وقنوات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النشر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الرقمية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والمكانية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والمباشرة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والجدول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الزمني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والنشر</a:t>
                      </a:r>
                      <a:r>
                        <a:rPr lang="en-US" sz="1000" b="0" i="0" u="none" strike="noStrike" dirty="0">
                          <a:solidFill>
                            <a:srgbClr val="000000"/>
                          </a:solidFill>
                          <a:effectLst/>
                          <a:latin typeface="Abar Mid" pitchFamily="50" charset="-78"/>
                          <a:ea typeface="Abar Mid" pitchFamily="50" charset="-78"/>
                          <a:cs typeface="Abar Mid" pitchFamily="50" charset="-78"/>
                        </a:rPr>
                        <a:t>.</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6CED6B66-1642-4103-9585-EEFD107A28B7}"/>
              </a:ext>
            </a:extLst>
          </p:cNvPr>
          <p:cNvGraphicFramePr>
            <a:graphicFrameLocks noGrp="1"/>
          </p:cNvGraphicFramePr>
          <p:nvPr>
            <p:extLst>
              <p:ext uri="{D42A27DB-BD31-4B8C-83A1-F6EECF244321}">
                <p14:modId xmlns:p14="http://schemas.microsoft.com/office/powerpoint/2010/main" val="3796166219"/>
              </p:ext>
            </p:extLst>
          </p:nvPr>
        </p:nvGraphicFramePr>
        <p:xfrm>
          <a:off x="621268" y="1358359"/>
          <a:ext cx="6566916" cy="268951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dirty="0">
                          <a:solidFill>
                            <a:srgbClr val="00080B"/>
                          </a:solidFill>
                          <a:latin typeface="Abar Mid" pitchFamily="2" charset="-78"/>
                          <a:ea typeface="Abar Mid" pitchFamily="2" charset="-78"/>
                          <a:cs typeface="Abar Mid" pitchFamily="2" charset="-78"/>
                        </a:rPr>
                        <a:t>وكالة التوعية وتنمية المهارات</a:t>
                      </a:r>
                      <a:endParaRPr lang="ar-JO" sz="1000" dirty="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التعريف والتأهيل للمسؤولين في مكاتب شؤون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22-07-2027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4</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زمالة قيادات مكاتب شؤون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bl>
          </a:graphicData>
        </a:graphic>
      </p:graphicFrame>
      <p:graphicFrame>
        <p:nvGraphicFramePr>
          <p:cNvPr id="31" name="Table 7">
            <a:extLst>
              <a:ext uri="{FF2B5EF4-FFF2-40B4-BE49-F238E27FC236}">
                <a16:creationId xmlns:a16="http://schemas.microsoft.com/office/drawing/2014/main" id="{1A2D0F6A-29CC-F521-F79A-1F53075353B8}"/>
              </a:ext>
            </a:extLst>
          </p:cNvPr>
          <p:cNvGraphicFramePr>
            <a:graphicFrameLocks noGrp="1"/>
          </p:cNvGraphicFramePr>
          <p:nvPr>
            <p:extLst>
              <p:ext uri="{D42A27DB-BD31-4B8C-83A1-F6EECF244321}">
                <p14:modId xmlns:p14="http://schemas.microsoft.com/office/powerpoint/2010/main" val="3479042514"/>
              </p:ext>
            </p:extLst>
          </p:nvPr>
        </p:nvGraphicFramePr>
        <p:xfrm>
          <a:off x="621268" y="4162169"/>
          <a:ext cx="6566916" cy="395951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التحول الرقمي وتقنية المعلومات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4264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مشروع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دراسة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وتوسعة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منظومة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المستشعرات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والرصد</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الذكي</a:t>
                      </a:r>
                      <a:r>
                        <a:rPr lang="en-US" sz="1000" b="0" i="0" u="none" strike="noStrike">
                          <a:solidFill>
                            <a:srgbClr val="000000"/>
                          </a:solidFill>
                          <a:effectLst/>
                          <a:latin typeface="Abar Mid" pitchFamily="50" charset="-78"/>
                          <a:ea typeface="Abar Mid" pitchFamily="50" charset="-78"/>
                          <a:cs typeface="Abar Mid" pitchFamily="50" charset="-78"/>
                        </a:rPr>
                        <a:t> للحج والعمرة.</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19-07-2026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20-06-2027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kern="1200" dirty="0" err="1">
                          <a:solidFill>
                            <a:srgbClr val="000000"/>
                          </a:solidFill>
                          <a:effectLst/>
                          <a:latin typeface="Abar Mid" pitchFamily="50" charset="-78"/>
                          <a:ea typeface="+mn-ea"/>
                          <a:cs typeface="Abar Mid" pitchFamily="50" charset="-78"/>
                        </a:rPr>
                        <a:t>تاريخ</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err="1">
                          <a:solidFill>
                            <a:srgbClr val="000000"/>
                          </a:solidFill>
                          <a:effectLst/>
                          <a:latin typeface="Abar Mid" pitchFamily="50" charset="-78"/>
                          <a:ea typeface="+mn-ea"/>
                          <a:cs typeface="Abar Mid" pitchFamily="50" charset="-78"/>
                        </a:rPr>
                        <a:t>التحديث</a:t>
                      </a:r>
                      <a:r>
                        <a:rPr lang="ar-SA"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a:solidFill>
                            <a:srgbClr val="000000"/>
                          </a:solidFill>
                          <a:effectLst/>
                          <a:latin typeface="Abar Mid" pitchFamily="50" charset="-78"/>
                          <a:ea typeface="+mn-ea"/>
                          <a:cs typeface="Abar Mid" pitchFamily="50" charset="-78"/>
                        </a:rPr>
                        <a:t>20</a:t>
                      </a:r>
                      <a:r>
                        <a:rPr lang="ar-SA"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err="1">
                          <a:solidFill>
                            <a:srgbClr val="000000"/>
                          </a:solidFill>
                          <a:effectLst/>
                          <a:latin typeface="Abar Mid" pitchFamily="50" charset="-78"/>
                          <a:ea typeface="+mn-ea"/>
                          <a:cs typeface="Abar Mid" pitchFamily="50" charset="-78"/>
                        </a:rPr>
                        <a:t>سبتمبر</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إصدار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تصاريح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الدخول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للجمرات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لفريق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واستكمال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عملية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المسح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الميداني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وإجراء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تجربة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جديدة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لحساسات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الحرارة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والرطوبة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أحد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المخيمات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بمنى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وبدء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أعمال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حصر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الأعمال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لتطوير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النظام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التقني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حصر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15 </a:t>
                      </a:r>
                      <a:r>
                        <a:rPr lang="en-US" sz="1000" b="0" i="0" u="none" strike="noStrike" dirty="0" err="1">
                          <a:solidFill>
                            <a:srgbClr val="000000"/>
                          </a:solidFill>
                          <a:effectLst/>
                          <a:latin typeface="Abar Mid" pitchFamily="50" charset="-78"/>
                          <a:ea typeface="Abar Mid" pitchFamily="50" charset="-78"/>
                          <a:cs typeface="Abar Mid" pitchFamily="50" charset="-78"/>
                        </a:rPr>
                        <a:t>أكتوبر</a:t>
                      </a:r>
                      <a:r>
                        <a:rPr lang="en-US" sz="1000" b="0" i="0" u="none" strike="noStrike" dirty="0">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7439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المنصة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الموحدة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للعاملين</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01-07-2027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24</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 </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بناء واعتماد وثائق التطوير ومن تطوير الدورة الأولى وجار العمل على استكمال أعمال التطوير والمواءمة مع الموارد البشرية بشأن منصة </a:t>
                      </a:r>
                      <a:r>
                        <a:rPr lang="ar-SA" sz="1000" b="0" i="0" u="none" strike="noStrike" dirty="0" err="1">
                          <a:solidFill>
                            <a:srgbClr val="000000"/>
                          </a:solidFill>
                          <a:effectLst/>
                          <a:latin typeface="Abar Mid" pitchFamily="50" charset="-78"/>
                          <a:ea typeface="Abar Mid" pitchFamily="50" charset="-78"/>
                          <a:cs typeface="Abar Mid" pitchFamily="50" charset="-78"/>
                        </a:rPr>
                        <a:t>جدريون</a:t>
                      </a:r>
                      <a:r>
                        <a:rPr lang="ar-SA" sz="1000" b="0" i="0" u="none" strike="noStrike" dirty="0">
                          <a:solidFill>
                            <a:srgbClr val="000000"/>
                          </a:solidFill>
                          <a:effectLst/>
                          <a:latin typeface="Abar Mid" pitchFamily="50" charset="-78"/>
                          <a:ea typeface="Abar Mid" pitchFamily="50" charset="-78"/>
                          <a:cs typeface="Abar Mid" pitchFamily="50" charset="-78"/>
                        </a:rPr>
                        <a:t> وآلية الاستفادة منها مع منصة العاملين الموحدة</a:t>
                      </a:r>
                    </a:p>
                    <a:p>
                      <a:pPr marR="101600" indent="-76200" algn="r" rtl="1" fontAlgn="ctr">
                        <a:lnSpc>
                          <a:spcPct val="100000"/>
                        </a:lnSpc>
                        <a:spcBef>
                          <a:spcPts val="0"/>
                        </a:spcBef>
                        <a:spcAft>
                          <a:spcPts val="0"/>
                        </a:spcAft>
                        <a:buSzPct val="75000"/>
                        <a:buChar char="•"/>
                      </a:pPr>
                      <a:r>
                        <a:rPr lang="ar-SA" sz="1000" b="0" i="0" u="none" strike="noStrike" dirty="0">
                          <a:solidFill>
                            <a:srgbClr val="000000"/>
                          </a:solidFill>
                          <a:effectLst/>
                          <a:latin typeface="Abar Mid" pitchFamily="50" charset="-78"/>
                          <a:ea typeface="Abar Mid" pitchFamily="50" charset="-78"/>
                          <a:cs typeface="Abar Mid" pitchFamily="50" charset="-78"/>
                        </a:rPr>
                        <a:t>سيتم عرض خارطة الطريق للمشروع في اجتماع القيادات القادم الموافق 28 سبتمبر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graphicFrame>
        <p:nvGraphicFramePr>
          <p:cNvPr id="32" name="Table 14">
            <a:extLst>
              <a:ext uri="{FF2B5EF4-FFF2-40B4-BE49-F238E27FC236}">
                <a16:creationId xmlns:a16="http://schemas.microsoft.com/office/drawing/2014/main" id="{694D8959-2FDE-5CF0-BF1F-1DC1B05721A8}"/>
              </a:ext>
            </a:extLst>
          </p:cNvPr>
          <p:cNvGraphicFramePr>
            <a:graphicFrameLocks noGrp="1"/>
          </p:cNvGraphicFramePr>
          <p:nvPr>
            <p:extLst>
              <p:ext uri="{D42A27DB-BD31-4B8C-83A1-F6EECF244321}">
                <p14:modId xmlns:p14="http://schemas.microsoft.com/office/powerpoint/2010/main" val="1176411183"/>
              </p:ext>
            </p:extLst>
          </p:nvPr>
        </p:nvGraphicFramePr>
        <p:xfrm>
          <a:off x="621268" y="8235979"/>
          <a:ext cx="6566916" cy="17393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مركز منصة نسك الرقمية</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تسويق</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تطبيق</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نسك</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01-08-2027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cs typeface="Abar Mid" pitchFamily="50" charset="-78"/>
                        </a:rPr>
                        <a:t>تاريخ</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التحديث</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16</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سبتمبر</a:t>
                      </a:r>
                      <a:r>
                        <a:rPr lang="en-US" sz="1000" b="1" i="0" u="none" strike="noStrike" dirty="0">
                          <a:solidFill>
                            <a:srgbClr val="000000"/>
                          </a:solidFill>
                          <a:effectLst/>
                          <a:latin typeface="Abar Mid" pitchFamily="50" charset="-78"/>
                          <a:cs typeface="Abar Mid" pitchFamily="50" charset="-78"/>
                        </a:rPr>
                        <a:t> 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a:t>
                      </a:r>
                      <a:r>
                        <a:rPr lang="ar-SA" sz="1000" b="0" i="0" u="none" strike="noStrike" dirty="0">
                          <a:solidFill>
                            <a:srgbClr val="000000"/>
                          </a:solidFill>
                          <a:effectLst/>
                          <a:latin typeface="Abar Mid" pitchFamily="50" charset="-78"/>
                          <a:ea typeface="Abar Mid" pitchFamily="50" charset="-78"/>
                          <a:cs typeface="Abar Mid" pitchFamily="50" charset="-78"/>
                        </a:rPr>
                        <a:t>ا</a:t>
                      </a:r>
                      <a:r>
                        <a:rPr lang="en-US" sz="1000" b="0" i="0" u="none" strike="noStrike" dirty="0" err="1">
                          <a:solidFill>
                            <a:srgbClr val="000000"/>
                          </a:solidFill>
                          <a:effectLst/>
                          <a:latin typeface="Abar Mid" pitchFamily="50" charset="-78"/>
                          <a:ea typeface="Abar Mid" pitchFamily="50" charset="-78"/>
                          <a:cs typeface="Abar Mid" pitchFamily="50" charset="-78"/>
                        </a:rPr>
                        <a:t>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إعداد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كراسة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الشروط</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والمواصفات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والأحكام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الخاصة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بالمشروع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والميزانية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المتوقعة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مشاركتها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إدارة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المشتريات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لأخذ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مرئياتهم</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33" name="Table 5">
            <a:extLst>
              <a:ext uri="{FF2B5EF4-FFF2-40B4-BE49-F238E27FC236}">
                <a16:creationId xmlns:a16="http://schemas.microsoft.com/office/drawing/2014/main" id="{16560A80-6509-8BA6-B3C3-A36FD4D4C70B}"/>
              </a:ext>
            </a:extLst>
          </p:cNvPr>
          <p:cNvGraphicFramePr>
            <a:graphicFrameLocks noGrp="1"/>
          </p:cNvGraphicFramePr>
          <p:nvPr>
            <p:extLst>
              <p:ext uri="{D42A27DB-BD31-4B8C-83A1-F6EECF244321}">
                <p14:modId xmlns:p14="http://schemas.microsoft.com/office/powerpoint/2010/main" val="3786432752"/>
              </p:ext>
            </p:extLst>
          </p:nvPr>
        </p:nvGraphicFramePr>
        <p:xfrm>
          <a:off x="621268" y="10089599"/>
          <a:ext cx="6566916" cy="20568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مركز امتثال أعمال</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ضيف</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بلا حقيبة</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09-08-2026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23-03-2027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cs typeface="Abar Mid" pitchFamily="50" charset="-78"/>
                        </a:rPr>
                        <a:t>تاريخ</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التحديث</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22</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سبتمبر</a:t>
                      </a:r>
                      <a:r>
                        <a:rPr lang="en-US" sz="1000" b="1" i="0" u="none" strike="noStrike" dirty="0">
                          <a:solidFill>
                            <a:srgbClr val="000000"/>
                          </a:solidFill>
                          <a:effectLst/>
                          <a:latin typeface="Abar Mid" pitchFamily="50" charset="-78"/>
                          <a:cs typeface="Abar Mid" pitchFamily="50" charset="-78"/>
                        </a:rPr>
                        <a:t> 2026</a:t>
                      </a:r>
                    </a:p>
                    <a:p>
                      <a:pPr algn="r" rtl="1" fontAlgn="ctr">
                        <a:buNone/>
                      </a:pPr>
                      <a:r>
                        <a:rPr lang="ar-SA" sz="1000" b="0" i="0" u="none" strike="noStrike" dirty="0">
                          <a:solidFill>
                            <a:srgbClr val="000000"/>
                          </a:solidFill>
                          <a:effectLst/>
                          <a:latin typeface="Abar Mid" pitchFamily="50" charset="-78"/>
                          <a:cs typeface="Abar Mid" pitchFamily="50" charset="-78"/>
                        </a:rPr>
                        <a:t>سيتم عقد ورشة عمل يوم الاثنين الموافق 28 سبتمبر مع شركات تقديم الخدمة بمشاركة برنامج خدمة ضيوف الرحمن وشركة مطارات القابضة لمناقشة التحديات الواردة من شركات تقديم الخدمة والحلول المناسبة لمعالجتها</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94A97-3A9A-84E7-EAF3-62B89E78F6C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6FAD260-223E-7550-A443-2DEDA804E2C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F0288FAB-1D39-8211-132F-1911E662968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0706F082-B59A-AA67-1C96-E1243612BDC6}"/>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64FB35A3-E107-CF58-8AB9-401613A1AC32}"/>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55AC9F17-50BE-96C2-C8BD-E212A544E78A}"/>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تجربة المستخدم</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274CF96A-7342-031E-61A0-B6AB5B022CF5}"/>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رضا المستفيد</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B3482A15-32A8-6C97-626F-2B0718B6F51D}"/>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55BFCABA-3852-BE98-4900-56A90660A268}"/>
                </a:ext>
              </a:extLst>
            </p:cNvPr>
            <p:cNvSpPr/>
            <p:nvPr/>
          </p:nvSpPr>
          <p:spPr>
            <a:xfrm>
              <a:off x="737128" y="1301135"/>
              <a:ext cx="1550100" cy="519900"/>
            </a:xfrm>
            <a:prstGeom prst="roundRect">
              <a:avLst>
                <a:gd name="adj" fmla="val 16667"/>
              </a:avLst>
            </a:prstGeom>
            <a:solidFill>
              <a:srgbClr val="8EBADB"/>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التقنيات والأدوات</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3F02CA16-7223-F3A1-86A0-83DA7F712726}"/>
              </a:ext>
            </a:extLst>
          </p:cNvPr>
          <p:cNvGraphicFramePr/>
          <p:nvPr>
            <p:extLst>
              <p:ext uri="{D42A27DB-BD31-4B8C-83A1-F6EECF244321}">
                <p14:modId xmlns:p14="http://schemas.microsoft.com/office/powerpoint/2010/main" val="723679109"/>
              </p:ext>
            </p:extLst>
          </p:nvPr>
        </p:nvGraphicFramePr>
        <p:xfrm>
          <a:off x="209969" y="1927851"/>
          <a:ext cx="7133807" cy="9288793"/>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350312">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dirty="0">
                          <a:solidFill>
                            <a:srgbClr val="00080B"/>
                          </a:solidFill>
                          <a:latin typeface="Abar Mid" pitchFamily="2" charset="-78"/>
                          <a:ea typeface="Abar Mid" pitchFamily="2" charset="-78"/>
                          <a:cs typeface="Abar Mid" pitchFamily="2" charset="-78"/>
                          <a:sym typeface="IBM Plex Sans Arabic"/>
                        </a:rPr>
                        <a:t>وكالة التحول الرقمي</a:t>
                      </a:r>
                      <a:endParaRPr sz="1100" kern="1200" dirty="0">
                        <a:solidFill>
                          <a:srgbClr val="00080B"/>
                        </a:solidFill>
                        <a:latin typeface="Abar Mid" pitchFamily="2" charset="-78"/>
                        <a:ea typeface="Abar Mid" pitchFamily="2" charset="-78"/>
                        <a:cs typeface="Abar Mid" pitchFamily="2"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319727">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أساس التقييم</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الإنجاز</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319727">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تجربة المستخدم: 15%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E5BC8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رفع توافرية المنصات إلى 99.99% فأعلى</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INF-01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خفض زمن عرض المحتوى المرئي الأكبر إلى 2.5 ثانية فأقل</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INF-02</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ربط جميع المنصات بالنفاذ الوطني الموحد وتوحيد حساب المستفيد</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توحيد البنية التقنية لأدوات إمكانية الوصول عبر جميع البوابات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INF-04</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دمج المنصات تحت نطاق موحد بمسارات فرعية واستمرارية الجلسة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INF-05</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توحيد سلوك شريط التصفح وثباته عبر المنصات والتطبيق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INF-06</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تعميم أنماط الإدخال والنصوص الإرشادية في نظام التصميم الموحد</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INF-07</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319727">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رضا المستفيد: 15%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386F67"/>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9"/>
                  </a:ext>
                </a:extLst>
              </a:tr>
              <a:tr h="47265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دعم رفع سرعة التصفح والأداء وخفض الأخطاء (مشتركة مع مركز منصة نسك)</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S-03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319727">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التعامل مع الشكاوى: 15%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1"/>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إصدار تقرير نسبة إتاحة منظومة الشكاوى خلال ساعات العمل</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CS-25</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تطوير احتساب زمن الاستجابة لكل شكوى</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CS-28</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تقرير الطاقة الاستيعابية ونسبة إشغال الدائرة الهاتفية (SIP Trunk)</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CS-34</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تمكين تسجيل الشكوى وتوجيهها آليا عبر القنوات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CS-36</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أولوية معالجة شكاوى كبار السن وذوي الإعاقة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CS-43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إضافة زمن معالجة الشكوى</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CS-55</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 مستلم + 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إضافة عدد مرات إعادة فتح الشكوى</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CS-59</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319727">
                <a:tc gridSpan="4">
                  <a:txBody>
                    <a:bodyPr/>
                    <a:lstStyle/>
                    <a:p>
                      <a:pPr marL="0" lvl="0" indent="0" algn="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التقنيات والأدوات: 15%</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8EBADB"/>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9"/>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واجهات البرمجة والحلول السحابية واستكمال توثيق الإطار التكاملي</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INF-08</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جمع بيانات المستفيدين عبر القنوات ومستودع بيانات التجربة الرقمية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INF-09</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تحليل بيانات وسائل التواصل الاجتماعي وتكاملها مع الأنظمة الداخلية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INF-10</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وصول المصممين والمطورين إلى مستودع البيانات</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INF-11</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منصة التجربة الرقمية الموحدة ونظام العمل المرن</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INF-12</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r h="47265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أنظمة التكامل وواجهات البرمجة بين تطبيقات المنصة والأنظمة الداعمة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INF-13</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5"/>
                  </a:ext>
                </a:extLst>
              </a:tr>
              <a:tr h="319727">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جاهزية + تحديد التواريخ</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أنظمة الذكاء الاصطناعي والأتمتة الداعمة للتجربة الرقمية</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INF-14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6"/>
                  </a:ext>
                </a:extLst>
              </a:tr>
            </a:tbl>
          </a:graphicData>
        </a:graphic>
      </p:graphicFrame>
      <p:graphicFrame>
        <p:nvGraphicFramePr>
          <p:cNvPr id="18" name="Table 17">
            <a:extLst>
              <a:ext uri="{FF2B5EF4-FFF2-40B4-BE49-F238E27FC236}">
                <a16:creationId xmlns:a16="http://schemas.microsoft.com/office/drawing/2014/main" id="{56F53AE8-90EB-9173-B764-ED3B50C9E9A0}"/>
              </a:ext>
            </a:extLst>
          </p:cNvPr>
          <p:cNvGraphicFramePr>
            <a:graphicFrameLocks/>
          </p:cNvGraphicFramePr>
          <p:nvPr>
            <p:extLst>
              <p:ext uri="{D42A27DB-BD31-4B8C-83A1-F6EECF244321}">
                <p14:modId xmlns:p14="http://schemas.microsoft.com/office/powerpoint/2010/main" val="3413811674"/>
              </p:ext>
            </p:extLst>
          </p:nvPr>
        </p:nvGraphicFramePr>
        <p:xfrm>
          <a:off x="209969" y="11256973"/>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التحديات</a:t>
                      </a:r>
                    </a:p>
                  </a:txBody>
                  <a:tcPr marL="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تحديد التواريخ قيد الاستكمال؛ نسبة 15% تفترض اعتماد التواريخ هذا الأسبوع</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en-US" sz="1000" b="0" i="0" u="none" strike="noStrike" dirty="0">
                          <a:solidFill>
                            <a:srgbClr val="000000"/>
                          </a:solidFill>
                          <a:effectLst/>
                          <a:latin typeface="Abar Mid" pitchFamily="50" charset="-78"/>
                          <a:cs typeface="Abar Mid" pitchFamily="50" charset="-78"/>
                        </a:rPr>
                        <a:t>2</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تعدد التقاطعات: 7 مهام في منظور التعامل مع الشكاوى تعتمد على تطويرات تقنية المعلومات ويجب إنجازها قبل دورة التقييم</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bl>
          </a:graphicData>
        </a:graphic>
      </p:graphicFrame>
    </p:spTree>
    <p:extLst>
      <p:ext uri="{BB962C8B-B14F-4D97-AF65-F5344CB8AC3E}">
        <p14:creationId xmlns:p14="http://schemas.microsoft.com/office/powerpoint/2010/main" val="3974899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63A62-E1DB-0978-5980-A092EAFD8BB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C4853-FD59-15DC-77CA-67E1157B46B8}"/>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3A5E46DB-EC8E-337F-E262-B98DF26F1A52}"/>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7E113169-2E0E-586E-C0CC-840DFC718F38}"/>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B8FB8FE5-5535-253D-D94F-9A88F7C72604}"/>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82ACB6D4-B454-9618-3491-598C0972661C}"/>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تجربة المستخدم</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4281F5D7-A8AF-94D5-59E8-D1DBC8796C50}"/>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رضا المستفيد</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759B80A5-A9ED-550A-9CD4-822A4C7E8A68}"/>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15%</a:t>
              </a:r>
              <a:endParaRPr sz="1500" b="1">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7EA60537-6741-210B-21E9-E4C0081ABBAC}"/>
                </a:ext>
              </a:extLst>
            </p:cNvPr>
            <p:cNvSpPr/>
            <p:nvPr/>
          </p:nvSpPr>
          <p:spPr>
            <a:xfrm>
              <a:off x="737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التقنيات والأدوات</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لا ينطبق</a:t>
              </a:r>
              <a:endParaRPr sz="1500" b="1" dirty="0">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BD803AF5-89CC-24DC-207D-BE5A010A4C29}"/>
              </a:ext>
            </a:extLst>
          </p:cNvPr>
          <p:cNvGraphicFramePr/>
          <p:nvPr>
            <p:extLst>
              <p:ext uri="{D42A27DB-BD31-4B8C-83A1-F6EECF244321}">
                <p14:modId xmlns:p14="http://schemas.microsoft.com/office/powerpoint/2010/main" val="415399384"/>
              </p:ext>
            </p:extLst>
          </p:nvPr>
        </p:nvGraphicFramePr>
        <p:xfrm>
          <a:off x="209969" y="1927851"/>
          <a:ext cx="7133807" cy="5262288"/>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0">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noProof="0" dirty="0">
                          <a:solidFill>
                            <a:srgbClr val="00080B"/>
                          </a:solidFill>
                          <a:latin typeface="Abar Mid" pitchFamily="2" charset="-78"/>
                          <a:ea typeface="Abar Mid" pitchFamily="2" charset="-78"/>
                          <a:cs typeface="Abar Mid" pitchFamily="2" charset="-78"/>
                          <a:sym typeface="IBM Plex Sans Arabic"/>
                        </a:rPr>
                        <a:t>وكالة شؤون الحج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0">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أساس التقييم</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الإنجاز</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المهمة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م</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0">
                <a:tc gridSpan="4">
                  <a:txBody>
                    <a:bodyPr/>
                    <a:lstStyle/>
                    <a:p>
                      <a:pPr marL="0" lvl="0" indent="0" algn="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تجربة المستخدم: 15%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E5BC8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معالجة نماذج التسجيل وحقول الإدخال ومكون اختيار التاريخ</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UX-02</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تصحيح رسائل الأخطاء وضبط تفعيل أزرار الإجراء</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UX-03</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مؤشر التقدم وحفظ المدخلات وتجديد الجلسة في الرحلات الممتدة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UX-04</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تنسيق المحتوى ومراجعة الروابط وإتاحة المستندات بأنساق ميسرة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ضبط الدلالات التفاعلية للبطاقات والأزرار</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UX-06</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رفع سرعة عرض المحتوى المرئي الأكبر على الجوال وسطح المكتب</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UX-07</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معالجة ملاحظات إمكانية الوصول التقنية في منصة نسك حج (18 ملاحظة)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TD-01..18</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0">
                <a:tc gridSpan="4">
                  <a:txBody>
                    <a:bodyPr/>
                    <a:lstStyle/>
                    <a:p>
                      <a:pPr marL="0" lvl="0" indent="0" algn="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رضا المستفيد: 15%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386F67"/>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9"/>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إشراك المستفيدين في الأنشطة الرقمية ودعوتهم للتقييم وقياس تلبية التطلعات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US-05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0">
                <a:tc gridSpan="4">
                  <a:txBody>
                    <a:bodyPr/>
                    <a:lstStyle/>
                    <a:p>
                      <a:pPr marL="0" lvl="0" indent="0" algn="r" rtl="1">
                        <a:lnSpc>
                          <a:spcPct val="100000"/>
                        </a:lnSpc>
                        <a:spcBef>
                          <a:spcPts val="0"/>
                        </a:spcBef>
                        <a:spcAft>
                          <a:spcPts val="0"/>
                        </a:spcAft>
                        <a:buNone/>
                      </a:pPr>
                      <a:r>
                        <a:rPr lang="ar-SA" sz="1100" b="1" noProof="0" dirty="0">
                          <a:solidFill>
                            <a:srgbClr val="FFFFFF"/>
                          </a:solidFill>
                          <a:latin typeface="Abar Mid" pitchFamily="50" charset="-78"/>
                          <a:ea typeface="Abar Mid" pitchFamily="50" charset="-78"/>
                          <a:cs typeface="Abar Mid" pitchFamily="50" charset="-78"/>
                          <a:sym typeface="IBM Plex Sans Arabic"/>
                        </a:rPr>
                        <a:t>التعامل مع الشكاوى: 15%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1"/>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CS-05</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قنوات استقبال الشكاوى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CS-12</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ساعات العمل لاستقبال الشكاوى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CS-20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0">
                <a:tc>
                  <a:txBody>
                    <a:bodyPr/>
                    <a:lstStyle/>
                    <a:p>
                      <a:pPr marL="0" lvl="0" indent="0" algn="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جاهزية: الخطاب، ضابط الاتصال، ملف المتطلبات</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noProof="0" dirty="0">
                          <a:solidFill>
                            <a:srgbClr val="211C16"/>
                          </a:solidFill>
                          <a:latin typeface="Abar Mid" pitchFamily="50" charset="-78"/>
                          <a:ea typeface="Abar Mid" pitchFamily="50" charset="-78"/>
                          <a:cs typeface="Abar Mid" pitchFamily="50" charset="-78"/>
                          <a:sym typeface="IBM Plex Sans Arabic"/>
                        </a:rPr>
                        <a:t>10%</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noProof="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منصة نسك حج</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noProof="0" dirty="0">
                          <a:solidFill>
                            <a:srgbClr val="555555"/>
                          </a:solidFill>
                          <a:latin typeface="Abar Mid" pitchFamily="50" charset="-78"/>
                          <a:ea typeface="Abar Mid" pitchFamily="50" charset="-78"/>
                          <a:cs typeface="Abar Mid" pitchFamily="50" charset="-78"/>
                          <a:sym typeface="IBM Plex Sans Arabic"/>
                        </a:rPr>
                        <a:t>CS-76</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bl>
          </a:graphicData>
        </a:graphic>
      </p:graphicFrame>
      <p:graphicFrame>
        <p:nvGraphicFramePr>
          <p:cNvPr id="18" name="Table 17">
            <a:extLst>
              <a:ext uri="{FF2B5EF4-FFF2-40B4-BE49-F238E27FC236}">
                <a16:creationId xmlns:a16="http://schemas.microsoft.com/office/drawing/2014/main" id="{CACB8D5B-962D-8BB5-B63A-2E02EC622AED}"/>
              </a:ext>
            </a:extLst>
          </p:cNvPr>
          <p:cNvGraphicFramePr>
            <a:graphicFrameLocks/>
          </p:cNvGraphicFramePr>
          <p:nvPr>
            <p:extLst>
              <p:ext uri="{D42A27DB-BD31-4B8C-83A1-F6EECF244321}">
                <p14:modId xmlns:p14="http://schemas.microsoft.com/office/powerpoint/2010/main" val="1629089199"/>
              </p:ext>
            </p:extLst>
          </p:nvPr>
        </p:nvGraphicFramePr>
        <p:xfrm>
          <a:off x="209969" y="7296955"/>
          <a:ext cx="7139737" cy="912461"/>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100" b="0" i="0" u="none" strike="noStrike" kern="1200" dirty="0">
                          <a:solidFill>
                            <a:srgbClr val="000000"/>
                          </a:solidFill>
                          <a:effectLst/>
                          <a:latin typeface="Abar Mid" pitchFamily="50" charset="-78"/>
                          <a:ea typeface="+mn-ea"/>
                          <a:cs typeface="Abar Mid" pitchFamily="50" charset="-78"/>
                        </a:rPr>
                        <a:t>ورشة العمل وتحديد التواريخ قيد الاستكمال؛ ترتفع النسبة إلى 15% فور اعتماد التواريخ</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536526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E9B4-BC2D-714D-8782-15F53AA5EF5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310CE03-49BA-62EE-0AF0-517B09BA249A}"/>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1D506136-24E9-F226-DC77-945C8D6F50EE}"/>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F28EABBB-BA1F-D78E-FB13-166A4434820B}"/>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A18DEBC2-7849-DB15-227D-BAEB314C93F7}"/>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E2CFE07B-7F49-961E-5250-58D7AA3C6C1D}"/>
                </a:ext>
              </a:extLst>
            </p:cNvPr>
            <p:cNvSpPr/>
            <p:nvPr/>
          </p:nvSpPr>
          <p:spPr>
            <a:xfrm>
              <a:off x="5615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تجربة المستخدم</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معلق</a:t>
              </a:r>
            </a:p>
          </p:txBody>
        </p:sp>
        <p:sp>
          <p:nvSpPr>
            <p:cNvPr id="8" name="Google Shape;110;p4">
              <a:extLst>
                <a:ext uri="{FF2B5EF4-FFF2-40B4-BE49-F238E27FC236}">
                  <a16:creationId xmlns:a16="http://schemas.microsoft.com/office/drawing/2014/main" id="{3C3B38B9-AFA7-31C3-02FE-7209775ED29C}"/>
                </a:ext>
              </a:extLst>
            </p:cNvPr>
            <p:cNvSpPr/>
            <p:nvPr/>
          </p:nvSpPr>
          <p:spPr>
            <a:xfrm>
              <a:off x="3989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رضا المستفيد</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معلق</a:t>
              </a:r>
            </a:p>
          </p:txBody>
        </p:sp>
        <p:sp>
          <p:nvSpPr>
            <p:cNvPr id="10" name="Google Shape;111;p4">
              <a:extLst>
                <a:ext uri="{FF2B5EF4-FFF2-40B4-BE49-F238E27FC236}">
                  <a16:creationId xmlns:a16="http://schemas.microsoft.com/office/drawing/2014/main" id="{7F72B02B-84BB-7D97-0CD1-6058743CA017}"/>
                </a:ext>
              </a:extLst>
            </p:cNvPr>
            <p:cNvSpPr/>
            <p:nvPr/>
          </p:nvSpPr>
          <p:spPr>
            <a:xfrm>
              <a:off x="2363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التعامل مع الشكاوى</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معلق</a:t>
              </a:r>
              <a:endParaRPr sz="1500" b="1" dirty="0">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1E11B605-E0F9-9D2C-4144-2C51BC7DE6FF}"/>
                </a:ext>
              </a:extLst>
            </p:cNvPr>
            <p:cNvSpPr/>
            <p:nvPr/>
          </p:nvSpPr>
          <p:spPr>
            <a:xfrm>
              <a:off x="737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التقنيات والأدوات</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معلق</a:t>
              </a:r>
              <a:endParaRPr sz="1500" b="1" dirty="0">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9A28B278-E986-F67C-8164-C035F88B3A32}"/>
              </a:ext>
            </a:extLst>
          </p:cNvPr>
          <p:cNvGraphicFramePr/>
          <p:nvPr>
            <p:extLst>
              <p:ext uri="{D42A27DB-BD31-4B8C-83A1-F6EECF244321}">
                <p14:modId xmlns:p14="http://schemas.microsoft.com/office/powerpoint/2010/main" val="207802879"/>
              </p:ext>
            </p:extLst>
          </p:nvPr>
        </p:nvGraphicFramePr>
        <p:xfrm>
          <a:off x="209969" y="1927851"/>
          <a:ext cx="7133807" cy="3379016"/>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356812">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dirty="0">
                          <a:solidFill>
                            <a:srgbClr val="00080B"/>
                          </a:solidFill>
                          <a:latin typeface="Abar Mid" pitchFamily="2" charset="-78"/>
                          <a:ea typeface="Abar Mid" pitchFamily="2" charset="-78"/>
                          <a:cs typeface="Abar Mid" pitchFamily="2" charset="-78"/>
                          <a:sym typeface="IBM Plex Sans Arabic"/>
                        </a:rPr>
                        <a:t>وكالة شؤون العمرة والزيارة</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356812">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أساس التقييم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الإنجاز</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تجربة المستخدم في منصة نسك عمرة (9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U-01..09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منصة نسك عمرة (10 ملاحظات)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رضا المستفيد في منصة نسك عمرة (5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S-01..05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التقنيات والأدوات لمنصة نسك عمرة (5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N-01..05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متطلبات الشكاوى في منصة نسك عمرة (4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CS-06/13/21/77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تجربة المستخدم في منصة نسك عمرة (9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U-01..09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35681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معلق بانتظار قرار الدمج</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معلق</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منصة نسك عمرة (10 ملاحظات)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bl>
          </a:graphicData>
        </a:graphic>
      </p:graphicFrame>
      <p:graphicFrame>
        <p:nvGraphicFramePr>
          <p:cNvPr id="18" name="Table 17">
            <a:extLst>
              <a:ext uri="{FF2B5EF4-FFF2-40B4-BE49-F238E27FC236}">
                <a16:creationId xmlns:a16="http://schemas.microsoft.com/office/drawing/2014/main" id="{6673CCEB-1501-AA70-18E4-0FB70C451DE9}"/>
              </a:ext>
            </a:extLst>
          </p:cNvPr>
          <p:cNvGraphicFramePr>
            <a:graphicFrameLocks/>
          </p:cNvGraphicFramePr>
          <p:nvPr>
            <p:extLst>
              <p:ext uri="{D42A27DB-BD31-4B8C-83A1-F6EECF244321}">
                <p14:modId xmlns:p14="http://schemas.microsoft.com/office/powerpoint/2010/main" val="728439361"/>
              </p:ext>
            </p:extLst>
          </p:nvPr>
        </p:nvGraphicFramePr>
        <p:xfrm>
          <a:off x="209969" y="5413683"/>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احتمال دمج منصة نسك عمرة في تطبيق نسك قبل جولة التقييم، وبالتالي قد لا تدخل المنصة في التقييم</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ar-SA" sz="1100" b="0" i="0" u="none" strike="noStrike" dirty="0">
                          <a:solidFill>
                            <a:srgbClr val="000000"/>
                          </a:solidFill>
                          <a:effectLst/>
                          <a:latin typeface="Abar Mid" pitchFamily="50" charset="-78"/>
                          <a:cs typeface="Abar Mid" pitchFamily="50" charset="-78"/>
                        </a:rPr>
                        <a:t>2</a:t>
                      </a:r>
                      <a:endParaRPr lang="en-US" sz="1100" b="0" i="0" u="none" strike="noStrike" dirty="0">
                        <a:solidFill>
                          <a:srgbClr val="000000"/>
                        </a:solidFill>
                        <a:effectLst/>
                        <a:latin typeface="Abar Mid" pitchFamily="50" charset="-78"/>
                        <a:cs typeface="Abar Mid" pitchFamily="50" charset="-78"/>
                      </a:endParaRP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الجاهزية مكتملة (الخطاب، ضابط الاتصال، ملف المتطلبات)؛ التوصية: عدم بدء التنفيذ حتى صدور قرار الدمج، وفي حال الدمج تنتقل المهام إلى نطاق تطبيق نسك</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6658896"/>
                  </a:ext>
                </a:extLst>
              </a:tr>
            </a:tbl>
          </a:graphicData>
        </a:graphic>
      </p:graphicFrame>
    </p:spTree>
    <p:extLst>
      <p:ext uri="{BB962C8B-B14F-4D97-AF65-F5344CB8AC3E}">
        <p14:creationId xmlns:p14="http://schemas.microsoft.com/office/powerpoint/2010/main" val="7908381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DA2A9-CCFA-3C9D-64E7-7FE8A33B84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42F79E5F-A803-7139-C771-8758B876A9DA}"/>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A22F7EE7-56EE-C415-5BA9-687C5C1467CF}"/>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BDEC9B02-FB8A-5AAD-0BF0-0271EBFAC70B}"/>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C88C1497-45FF-E289-CF33-1BF6186FF8AD}"/>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475298E8-E8D9-9FBE-EE7D-36E1CFD1D046}"/>
                </a:ext>
              </a:extLst>
            </p:cNvPr>
            <p:cNvSpPr/>
            <p:nvPr/>
          </p:nvSpPr>
          <p:spPr>
            <a:xfrm>
              <a:off x="5615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تجربة المستخدم</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لا ينطبق</a:t>
              </a:r>
            </a:p>
          </p:txBody>
        </p:sp>
        <p:sp>
          <p:nvSpPr>
            <p:cNvPr id="8" name="Google Shape;110;p4">
              <a:extLst>
                <a:ext uri="{FF2B5EF4-FFF2-40B4-BE49-F238E27FC236}">
                  <a16:creationId xmlns:a16="http://schemas.microsoft.com/office/drawing/2014/main" id="{A258B612-1A6E-C2FD-34E0-FE9548142B79}"/>
                </a:ext>
              </a:extLst>
            </p:cNvPr>
            <p:cNvSpPr/>
            <p:nvPr/>
          </p:nvSpPr>
          <p:spPr>
            <a:xfrm>
              <a:off x="3989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algn="ctr" rtl="1"/>
              <a:r>
                <a:rPr lang="ar-SA" sz="800" b="1" dirty="0">
                  <a:latin typeface="Abar Mid" pitchFamily="50" charset="-78"/>
                  <a:ea typeface="Abar Mid" pitchFamily="50" charset="-78"/>
                  <a:cs typeface="Abar Mid" pitchFamily="50" charset="-78"/>
                  <a:sym typeface="IBM Plex Sans Arabic"/>
                </a:rPr>
                <a:t>رضا المستفيد</a:t>
              </a:r>
              <a:endParaRPr sz="800" b="1" dirty="0">
                <a:latin typeface="Abar Mid" pitchFamily="50" charset="-78"/>
                <a:ea typeface="Abar Mid" pitchFamily="50" charset="-78"/>
                <a:cs typeface="Abar Mid" pitchFamily="50" charset="-78"/>
                <a:sym typeface="IBM Plex Sans Arabic"/>
              </a:endParaRPr>
            </a:p>
            <a:p>
              <a:pPr algn="ctr" rtl="1"/>
              <a:r>
                <a:rPr lang="ar-SA" sz="1500" b="1" dirty="0">
                  <a:latin typeface="Abar Mid" pitchFamily="50" charset="-78"/>
                  <a:ea typeface="Abar Mid" pitchFamily="50" charset="-78"/>
                  <a:cs typeface="Abar Mid" pitchFamily="50" charset="-78"/>
                  <a:sym typeface="IBM Plex Sans Arabic"/>
                </a:rPr>
                <a:t>لا ينطبق</a:t>
              </a:r>
            </a:p>
          </p:txBody>
        </p:sp>
        <p:sp>
          <p:nvSpPr>
            <p:cNvPr id="10" name="Google Shape;111;p4">
              <a:extLst>
                <a:ext uri="{FF2B5EF4-FFF2-40B4-BE49-F238E27FC236}">
                  <a16:creationId xmlns:a16="http://schemas.microsoft.com/office/drawing/2014/main" id="{9F1102B2-4260-E87C-74BF-29649BC90412}"/>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a:solidFill>
                    <a:srgbClr val="FFFFFF"/>
                  </a:solidFill>
                  <a:latin typeface="Abar Mid" pitchFamily="50" charset="-78"/>
                  <a:ea typeface="Abar Mid" pitchFamily="50" charset="-78"/>
                  <a:cs typeface="Abar Mid" pitchFamily="50" charset="-78"/>
                  <a:sym typeface="IBM Plex Sans Arabic"/>
                </a:rPr>
                <a:t>20%</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F289474D-E91D-2F72-A226-90A196D66F1F}"/>
                </a:ext>
              </a:extLst>
            </p:cNvPr>
            <p:cNvSpPr/>
            <p:nvPr/>
          </p:nvSpPr>
          <p:spPr>
            <a:xfrm>
              <a:off x="737128" y="1301135"/>
              <a:ext cx="1550100" cy="519900"/>
            </a:xfrm>
            <a:prstGeom prst="roundRect">
              <a:avLst>
                <a:gd name="adj" fmla="val 16667"/>
              </a:avLst>
            </a:prstGeom>
            <a:solidFill>
              <a:srgbClr val="DCDCDC"/>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latin typeface="Abar Mid" pitchFamily="50" charset="-78"/>
                  <a:ea typeface="Abar Mid" pitchFamily="50" charset="-78"/>
                  <a:cs typeface="Abar Mid" pitchFamily="50" charset="-78"/>
                  <a:sym typeface="IBM Plex Sans Arabic"/>
                </a:rPr>
                <a:t>التقنيات والأدوات</a:t>
              </a:r>
              <a:endParaRPr sz="800" b="1" dirty="0">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latin typeface="Abar Mid" pitchFamily="50" charset="-78"/>
                  <a:ea typeface="Abar Mid" pitchFamily="50" charset="-78"/>
                  <a:cs typeface="Abar Mid" pitchFamily="50" charset="-78"/>
                  <a:sym typeface="IBM Plex Sans Arabic"/>
                </a:rPr>
                <a:t>لا ينطبق</a:t>
              </a:r>
              <a:endParaRPr sz="1500" b="1" dirty="0">
                <a:latin typeface="Abar Mid" pitchFamily="50" charset="-78"/>
                <a:ea typeface="Abar Mid" pitchFamily="50" charset="-78"/>
                <a:cs typeface="Abar Mid" pitchFamily="50" charset="-78"/>
                <a:sym typeface="IBM Plex Sans Arabic"/>
              </a:endParaRPr>
            </a:p>
          </p:txBody>
        </p:sp>
      </p:grpSp>
      <p:graphicFrame>
        <p:nvGraphicFramePr>
          <p:cNvPr id="16" name="Google Shape;114;p4">
            <a:extLst>
              <a:ext uri="{FF2B5EF4-FFF2-40B4-BE49-F238E27FC236}">
                <a16:creationId xmlns:a16="http://schemas.microsoft.com/office/drawing/2014/main" id="{472DE911-6650-F735-836C-292BCF891E15}"/>
              </a:ext>
            </a:extLst>
          </p:cNvPr>
          <p:cNvGraphicFramePr/>
          <p:nvPr>
            <p:extLst>
              <p:ext uri="{D42A27DB-BD31-4B8C-83A1-F6EECF244321}">
                <p14:modId xmlns:p14="http://schemas.microsoft.com/office/powerpoint/2010/main" val="1809586921"/>
              </p:ext>
            </p:extLst>
          </p:nvPr>
        </p:nvGraphicFramePr>
        <p:xfrm>
          <a:off x="209969" y="1927851"/>
          <a:ext cx="7133807" cy="8921748"/>
        </p:xfrm>
        <a:graphic>
          <a:graphicData uri="http://schemas.openxmlformats.org/drawingml/2006/table">
            <a:tbl>
              <a:tblPr>
                <a:noFill/>
              </a:tblPr>
              <a:tblGrid>
                <a:gridCol w="1877317">
                  <a:extLst>
                    <a:ext uri="{9D8B030D-6E8A-4147-A177-3AD203B41FA5}">
                      <a16:colId xmlns:a16="http://schemas.microsoft.com/office/drawing/2014/main" val="20000"/>
                    </a:ext>
                  </a:extLst>
                </a:gridCol>
                <a:gridCol w="608849">
                  <a:extLst>
                    <a:ext uri="{9D8B030D-6E8A-4147-A177-3AD203B41FA5}">
                      <a16:colId xmlns:a16="http://schemas.microsoft.com/office/drawing/2014/main" val="20001"/>
                    </a:ext>
                  </a:extLst>
                </a:gridCol>
                <a:gridCol w="3988048">
                  <a:extLst>
                    <a:ext uri="{9D8B030D-6E8A-4147-A177-3AD203B41FA5}">
                      <a16:colId xmlns:a16="http://schemas.microsoft.com/office/drawing/2014/main" val="20002"/>
                    </a:ext>
                  </a:extLst>
                </a:gridCol>
                <a:gridCol w="659593">
                  <a:extLst>
                    <a:ext uri="{9D8B030D-6E8A-4147-A177-3AD203B41FA5}">
                      <a16:colId xmlns:a16="http://schemas.microsoft.com/office/drawing/2014/main" val="20003"/>
                    </a:ext>
                  </a:extLst>
                </a:gridCol>
              </a:tblGrid>
              <a:tr h="214428">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dirty="0">
                          <a:solidFill>
                            <a:srgbClr val="00080B"/>
                          </a:solidFill>
                          <a:latin typeface="Abar Mid" pitchFamily="2" charset="-78"/>
                          <a:ea typeface="Abar Mid" pitchFamily="2" charset="-78"/>
                          <a:cs typeface="Abar Mid" pitchFamily="2" charset="-78"/>
                          <a:sym typeface="IBM Plex Sans Arabic"/>
                        </a:rPr>
                        <a:t>وكالة تطوير الأعمال وخدمة المستفيدين</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2244213555"/>
                  </a:ext>
                </a:extLst>
              </a:tr>
              <a:tr h="182156">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أساس التقييم</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الإنجاز</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a:solidFill>
                            <a:srgbClr val="FFFFFF"/>
                          </a:solidFill>
                          <a:latin typeface="Abar Mid" pitchFamily="50" charset="-78"/>
                          <a:ea typeface="Abar Mid" pitchFamily="50" charset="-78"/>
                          <a:cs typeface="Abar Mid" pitchFamily="50" charset="-78"/>
                          <a:sym typeface="IBM Plex Sans Arabic"/>
                        </a:rPr>
                        <a:t>م</a:t>
                      </a:r>
                      <a:endParaRPr sz="1100" b="1">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182156">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التعامل مع الشكاوى: 15%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1"/>
                  </a:ext>
                </a:extLst>
              </a:tr>
              <a:tr h="498733">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الإعداد والاعتماد مكتملان؛ منشور في 2 من 6 قنوات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43%</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دليل الشروط والأحكام لكل قناة (CS-01..09)</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نشر جزئي في البوابة ونسك؛ ترسية كراسة مركز الاتصال لم تتم</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30%</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عدد قنوات استقبال الشكاوى (CS-10..17)</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نشر جزئي في البوابة الخارجية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25%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ساعات العمل لاستقبال الشكاوى (CS-18..23)</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الطلب مرسل؛ التقرير لدى التحول الرقمي</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نسبة إتاحة منظومة الشكاوى (CS-24..25)</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لدى التقنية؛ التطوير والتقرير لم يكتملا</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متوسط زمن الاستجابة للشكوى (CS-26..29)</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241875935"/>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عينة مايو جاهزة؛ الدليل النهائي بعد الترسية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الفقد للتفاعلات (CS-30..32)</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577533624"/>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الطلب مرسل؛ التقرير لدى التحول الرقمي</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نسبة إشغال الدائرة الهاتفية( SIP </a:t>
                      </a:r>
                      <a:r>
                        <a:rPr lang="ar-SA" sz="1100" dirty="0" err="1">
                          <a:solidFill>
                            <a:srgbClr val="211C16"/>
                          </a:solidFill>
                          <a:latin typeface="Abar Mid" pitchFamily="50" charset="-78"/>
                          <a:ea typeface="Abar Mid" pitchFamily="50" charset="-78"/>
                          <a:cs typeface="Abar Mid" pitchFamily="50" charset="-78"/>
                          <a:sym typeface="IBM Plex Sans Arabic"/>
                        </a:rPr>
                        <a:t>Trunk</a:t>
                      </a:r>
                      <a:r>
                        <a:rPr lang="ar-SA" sz="1100" dirty="0">
                          <a:solidFill>
                            <a:srgbClr val="211C16"/>
                          </a:solidFill>
                          <a:latin typeface="Abar Mid" pitchFamily="50" charset="-78"/>
                          <a:ea typeface="Abar Mid" pitchFamily="50" charset="-78"/>
                          <a:cs typeface="Abar Mid" pitchFamily="50" charset="-78"/>
                          <a:sym typeface="IBM Plex Sans Arabic"/>
                        </a:rPr>
                        <a:t> CS-33..34)</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71038838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لدى التقنية ومضمنة في الكراسة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الشكاوى التي يتم الرد عليها آليا 1/2 (CS-35..40)</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419737506"/>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تقرير التفاعلات الآلية لم يبدأ</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الشكاوى التي يتم الرد عليها آليا 2/2 (CS-41)</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496609023"/>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لدى التقنية؛ الاتصال المرئي ضمن الكراسة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آلية رصد الشكاوى وتصنيف فئات المستفيدين (CS-42..47)</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523810008"/>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تقرير نظام إدارة علاقات العملاء مكتمل؛ تحديث الاتفاقيات قائم</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36%</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الالتزام باتفاقيات مستوى الخدمة (CS-48..52)</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401993989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عينات يدوية جاهزة؛ التطوير والتقرير لم يكتملا</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متوسط زمن الحل للشكوى (CS-53..57)</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846076332"/>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المتطلبات والعينات مطلوبة من التقنية</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حل المشكلة من أول تواصل FCR (CS-58..63)</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310818346"/>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رصد المرئيات قيد العمل</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مبادرات تطوير منظومة الشكاوى من مرئيات المستفيدين (CS-64..65)</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491406185"/>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الحصر قيد العمل</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مبادرات معالجة مسببات الشكاوى (CS-66)</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246441579"/>
                  </a:ext>
                </a:extLst>
              </a:tr>
              <a:tr h="498733">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يعتمد على قائمة الخدمات من مركز منصة نسك</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نسبة الشكاوى على الخدمات الرقمية (CS-67..70)</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836815457"/>
                  </a:ext>
                </a:extLst>
              </a:tr>
              <a:tr h="337369">
                <a:tc>
                  <a:txBody>
                    <a:bodyPr/>
                    <a:lstStyle/>
                    <a:p>
                      <a:pPr marL="0" lvl="0" indent="0" algn="r" rtl="1">
                        <a:lnSpc>
                          <a:spcPct val="100000"/>
                        </a:lnSpc>
                        <a:spcBef>
                          <a:spcPts val="0"/>
                        </a:spcBef>
                        <a:spcAft>
                          <a:spcPts val="0"/>
                        </a:spcAft>
                        <a:buNone/>
                      </a:pPr>
                      <a:r>
                        <a:rPr lang="ar-SA" sz="1100">
                          <a:solidFill>
                            <a:srgbClr val="555555"/>
                          </a:solidFill>
                          <a:latin typeface="Abar Mid" pitchFamily="50" charset="-78"/>
                          <a:ea typeface="Abar Mid" pitchFamily="50" charset="-78"/>
                          <a:cs typeface="Abar Mid" pitchFamily="50" charset="-78"/>
                          <a:sym typeface="IBM Plex Sans Arabic"/>
                        </a:rPr>
                        <a:t>رصد المرئيات قيد العمل</a:t>
                      </a:r>
                      <a:endParaRPr sz="110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15%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تطوير رحلة المستفيد (CS-71..72)</a:t>
                      </a:r>
                      <a:endParaRPr sz="110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311811202"/>
                  </a:ext>
                </a:extLst>
              </a:tr>
              <a:tr h="337369">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الدليل 70%؛ النشر لم يبدأ</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a:solidFill>
                            <a:srgbClr val="211C16"/>
                          </a:solidFill>
                          <a:latin typeface="Abar Mid" pitchFamily="50" charset="-78"/>
                          <a:ea typeface="Abar Mid" pitchFamily="50" charset="-78"/>
                          <a:cs typeface="Abar Mid" pitchFamily="50" charset="-78"/>
                          <a:sym typeface="IBM Plex Sans Arabic"/>
                        </a:rPr>
                        <a:t>25%</a:t>
                      </a:r>
                      <a:endParaRPr sz="1100" b="1">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دليل استقبال الشكاوى عربي وإنجليزي (CS-73..80)</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18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lgn="ctr">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3431531616"/>
                  </a:ext>
                </a:extLst>
              </a:tr>
            </a:tbl>
          </a:graphicData>
        </a:graphic>
      </p:graphicFrame>
      <p:graphicFrame>
        <p:nvGraphicFramePr>
          <p:cNvPr id="18" name="Table 17">
            <a:extLst>
              <a:ext uri="{FF2B5EF4-FFF2-40B4-BE49-F238E27FC236}">
                <a16:creationId xmlns:a16="http://schemas.microsoft.com/office/drawing/2014/main" id="{2F797DAF-DED0-3750-CCBA-969E83F90704}"/>
              </a:ext>
            </a:extLst>
          </p:cNvPr>
          <p:cNvGraphicFramePr>
            <a:graphicFrameLocks/>
          </p:cNvGraphicFramePr>
          <p:nvPr>
            <p:extLst>
              <p:ext uri="{D42A27DB-BD31-4B8C-83A1-F6EECF244321}">
                <p14:modId xmlns:p14="http://schemas.microsoft.com/office/powerpoint/2010/main" val="3495620688"/>
              </p:ext>
            </p:extLst>
          </p:nvPr>
        </p:nvGraphicFramePr>
        <p:xfrm>
          <a:off x="172018" y="10849599"/>
          <a:ext cx="7139737" cy="187872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ea typeface="Abar Mid" pitchFamily="50" charset="-78"/>
                          <a:cs typeface="Abar Mid" pitchFamily="50" charset="-78"/>
                        </a:rPr>
                        <a:t>1</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100" b="0" i="0" u="none" strike="noStrike" kern="1200" dirty="0">
                          <a:solidFill>
                            <a:srgbClr val="000000"/>
                          </a:solidFill>
                          <a:effectLst/>
                          <a:latin typeface="Abar Mid" pitchFamily="50" charset="-78"/>
                          <a:ea typeface="Abar Mid" pitchFamily="50" charset="-78"/>
                          <a:cs typeface="Abar Mid" pitchFamily="50" charset="-78"/>
                        </a:rPr>
                        <a:t>توحيد مركز الاتصال الآن قد يرفع الضغط ويؤثر على تقييم الوزارة في فبراير، وإبقاؤه منفصلا غير مستدام؛ يتطلب قرارا على مستوى الوزارة</a:t>
                      </a: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2</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ar-SA" sz="1100" dirty="0">
                          <a:solidFill>
                            <a:srgbClr val="211C16"/>
                          </a:solidFill>
                          <a:latin typeface="Abar Mid" pitchFamily="50" charset="-78"/>
                          <a:ea typeface="Abar Mid" pitchFamily="50" charset="-78"/>
                          <a:cs typeface="Abar Mid" pitchFamily="50" charset="-78"/>
                          <a:sym typeface="IBM Plex Sans Arabic"/>
                        </a:rPr>
                        <a:t>تعدد التقاطعات مع تقنية المعلومات والمنفذين واتفاقيات مستوى الخدمة؛ 7 مؤشرات تعتمد على تطويرات تقنية وترسية كراسة مركز الاتصال</a:t>
                      </a:r>
                    </a:p>
                    <a:p>
                      <a:pPr algn="r" rtl="1" fontAlgn="ctr">
                        <a:buNone/>
                      </a:pPr>
                      <a:endParaRPr lang="ar-SA" sz="1100" b="0" i="0" u="none" strike="noStrike" kern="1200"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90359212"/>
                  </a:ext>
                </a:extLst>
              </a:tr>
              <a:tr h="441743">
                <a:tc>
                  <a:txBody>
                    <a:bodyPr/>
                    <a:lstStyle/>
                    <a:p>
                      <a:pPr algn="ctr" rtl="1" fontAlgn="ctr">
                        <a:buNone/>
                      </a:pPr>
                      <a:r>
                        <a:rPr lang="ar-SA" sz="1100" b="0" i="0" u="none" strike="noStrike" dirty="0">
                          <a:solidFill>
                            <a:srgbClr val="000000"/>
                          </a:solidFill>
                          <a:effectLst/>
                          <a:latin typeface="Abar Mid" pitchFamily="50" charset="-78"/>
                          <a:ea typeface="Abar Mid" pitchFamily="50" charset="-78"/>
                          <a:cs typeface="Abar Mid" pitchFamily="50" charset="-78"/>
                        </a:rPr>
                        <a:t>3</a:t>
                      </a:r>
                      <a:endParaRPr lang="en-US" sz="1100" b="0" i="0" u="none" strike="noStrike"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ar-SA" sz="1100" dirty="0">
                          <a:solidFill>
                            <a:srgbClr val="211C16"/>
                          </a:solidFill>
                          <a:latin typeface="Abar Mid" pitchFamily="50" charset="-78"/>
                          <a:ea typeface="Abar Mid" pitchFamily="50" charset="-78"/>
                          <a:cs typeface="Abar Mid" pitchFamily="50" charset="-78"/>
                          <a:sym typeface="IBM Plex Sans Arabic"/>
                        </a:rPr>
                        <a:t> النسبة تحتسب على مستوى المؤشر وفق الدليل النهائي؛ الطلبات والاجتماعات والعينات وتضمين الكراسة تعد جاهزية</a:t>
                      </a:r>
                    </a:p>
                    <a:p>
                      <a:pPr algn="r" rtl="1" fontAlgn="ctr">
                        <a:buNone/>
                      </a:pPr>
                      <a:endParaRPr lang="ar-SA" sz="1100" b="0" i="0" u="none" strike="noStrike" kern="1200" dirty="0">
                        <a:solidFill>
                          <a:srgbClr val="000000"/>
                        </a:solidFill>
                        <a:effectLst/>
                        <a:latin typeface="Abar Mid" pitchFamily="50" charset="-78"/>
                        <a:ea typeface="Abar Mid" pitchFamily="50" charset="-78"/>
                        <a:cs typeface="Abar Mid" pitchFamily="50" charset="-78"/>
                      </a:endParaRPr>
                    </a:p>
                  </a:txBody>
                  <a:tcPr marL="10800" marR="4572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92737208"/>
                  </a:ext>
                </a:extLst>
              </a:tr>
            </a:tbl>
          </a:graphicData>
        </a:graphic>
      </p:graphicFrame>
    </p:spTree>
    <p:extLst>
      <p:ext uri="{BB962C8B-B14F-4D97-AF65-F5344CB8AC3E}">
        <p14:creationId xmlns:p14="http://schemas.microsoft.com/office/powerpoint/2010/main" val="26857080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DBCD-0ABE-D3FF-BEE2-A1CB09855BF0}"/>
            </a:ext>
          </a:extLst>
        </p:cNvPr>
        <p:cNvGrpSpPr/>
        <p:nvPr/>
      </p:nvGrpSpPr>
      <p:grpSpPr>
        <a:xfrm>
          <a:off x="0" y="0"/>
          <a:ext cx="0" cy="0"/>
          <a:chOff x="0" y="0"/>
          <a:chExt cx="0" cy="0"/>
        </a:xfrm>
      </p:grpSpPr>
      <p:graphicFrame>
        <p:nvGraphicFramePr>
          <p:cNvPr id="7" name="Google Shape;190;p8">
            <a:extLst>
              <a:ext uri="{FF2B5EF4-FFF2-40B4-BE49-F238E27FC236}">
                <a16:creationId xmlns:a16="http://schemas.microsoft.com/office/drawing/2014/main" id="{2519B531-4189-87AB-9AFC-04E2A707CEA3}"/>
              </a:ext>
            </a:extLst>
          </p:cNvPr>
          <p:cNvGraphicFramePr/>
          <p:nvPr>
            <p:extLst>
              <p:ext uri="{D42A27DB-BD31-4B8C-83A1-F6EECF244321}">
                <p14:modId xmlns:p14="http://schemas.microsoft.com/office/powerpoint/2010/main" val="2644752252"/>
              </p:ext>
            </p:extLst>
          </p:nvPr>
        </p:nvGraphicFramePr>
        <p:xfrm>
          <a:off x="213928" y="1927850"/>
          <a:ext cx="7129849" cy="7687122"/>
        </p:xfrm>
        <a:graphic>
          <a:graphicData uri="http://schemas.openxmlformats.org/drawingml/2006/table">
            <a:tbl>
              <a:tblPr>
                <a:noFill/>
              </a:tblPr>
              <a:tblGrid>
                <a:gridCol w="1876276">
                  <a:extLst>
                    <a:ext uri="{9D8B030D-6E8A-4147-A177-3AD203B41FA5}">
                      <a16:colId xmlns:a16="http://schemas.microsoft.com/office/drawing/2014/main" val="20000"/>
                    </a:ext>
                  </a:extLst>
                </a:gridCol>
                <a:gridCol w="608511">
                  <a:extLst>
                    <a:ext uri="{9D8B030D-6E8A-4147-A177-3AD203B41FA5}">
                      <a16:colId xmlns:a16="http://schemas.microsoft.com/office/drawing/2014/main" val="20001"/>
                    </a:ext>
                  </a:extLst>
                </a:gridCol>
                <a:gridCol w="3985835">
                  <a:extLst>
                    <a:ext uri="{9D8B030D-6E8A-4147-A177-3AD203B41FA5}">
                      <a16:colId xmlns:a16="http://schemas.microsoft.com/office/drawing/2014/main" val="20002"/>
                    </a:ext>
                  </a:extLst>
                </a:gridCol>
                <a:gridCol w="659227">
                  <a:extLst>
                    <a:ext uri="{9D8B030D-6E8A-4147-A177-3AD203B41FA5}">
                      <a16:colId xmlns:a16="http://schemas.microsoft.com/office/drawing/2014/main" val="20003"/>
                    </a:ext>
                  </a:extLst>
                </a:gridCol>
              </a:tblGrid>
              <a:tr h="262136">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noProof="0" dirty="0">
                          <a:solidFill>
                            <a:srgbClr val="00080B"/>
                          </a:solidFill>
                          <a:latin typeface="Abar Mid" pitchFamily="2" charset="-78"/>
                          <a:ea typeface="Abar Mid" pitchFamily="2" charset="-78"/>
                          <a:cs typeface="Abar Mid" pitchFamily="2" charset="-78"/>
                          <a:sym typeface="IBM Plex Sans Arabic"/>
                        </a:rPr>
                        <a:t>مركز منصة نسك الرقمية (2/1) </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75536208"/>
                  </a:ext>
                </a:extLst>
              </a:tr>
              <a:tr h="262136">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أساس التقييم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الإنجاز</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262136">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تجربة المستخدم: 26%</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E5BC8D"/>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التصفح والبحث: مسار التصفح والقوائم وسلوك البحث</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اتساق التصميم والأيقونات والمحاذاة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المحتوى والطباعة والتباين وأدلة الخدمات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التفاعلات غير المتوقعة واستجابة المنصة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رسائل الأخطاء ووسائل المساعدة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الخصوصية والثقة: الروابط الثابتة والإشعار عند جمع البيانات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حالات الأزرار وبنية البطاقات والقوائم وتحسين محركات البحث</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التكبير 200% وترتيب التنقل بلوحة المفاتيح وأحجام الأزرار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50%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النافذة الواحدة وحفظ الطلب ومؤشرات الأثر الرقمي</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سجل البحث وشاهدت مؤخرا والحفظ المؤقت والمفضلة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W-10</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استبدال مكون اختيار التاريخ في منصة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W-11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البحث والتصفح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المحتوى والتباين والمساحات والألوان والترجمة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مؤشر التقدم وأزرار التنقل والرجوع وحفظ المسودة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الحقول الإلزامية ورسائل الأخطاء وقواعد التحقق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دليل الخدمة المصور وسياسة الخصوصية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إتاحة التطبيق على مختلف الأجهزة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A-06</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مؤشرات الأثر الرقمي وحفظ الطلب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المفضلة والحفظ المؤقت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استبدال مكون اختيار التاريخ في 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A-09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معالجة 85% من الحالات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منصة نسك (15 ملاحظة، 499 حالة)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أزرار الرجوع والمحاذاة والتوجيه والتنبيهات ومكون التاريخ</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حقول الإدخال والنصوص الإرشادية في نماذج التسجيل</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البطاقات والتباين والخط العربي والنص البديل</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5"/>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أحجام الأزرار وترتيب التنقل ومؤشر التركيز والترجمات النصية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6"/>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التخصيص والمفضلة ومؤشرات الأثر الرقمي</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MSR-05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7"/>
                  </a:ext>
                </a:extLst>
              </a:tr>
              <a:tr h="255582">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ملاحظات إمكانية الوصول التقنية في نسك مسار (15 ملاحظة، 177 حالة)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TD-01..15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8"/>
                  </a:ext>
                </a:extLst>
              </a:tr>
            </a:tbl>
          </a:graphicData>
        </a:graphic>
      </p:graphicFrame>
      <p:grpSp>
        <p:nvGrpSpPr>
          <p:cNvPr id="2" name="Group 1">
            <a:extLst>
              <a:ext uri="{FF2B5EF4-FFF2-40B4-BE49-F238E27FC236}">
                <a16:creationId xmlns:a16="http://schemas.microsoft.com/office/drawing/2014/main" id="{E272D563-896E-C2F7-4A9D-6C79EDF72FF3}"/>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EFBFFFDB-DA91-D165-B2C2-6EA51470A6E0}"/>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2D82C318-FD1A-EB58-6D85-8D392B0C9925}"/>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9CFE3599-76E0-FE9A-9A92-FB8B35B2BC0E}"/>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06BFC975-26A9-6329-8EA7-261D8051776C}"/>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تجربة المستخدم</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26%</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EDF7D837-5A9F-2A84-C82E-668C1D6E459B}"/>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رضا المستفيد</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15%</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A87D1FDE-B4B5-D8F4-A7D7-C9F09C0E7062}"/>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30%</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40FB9C28-58E1-6BC3-1374-C1DADD7E59BD}"/>
                </a:ext>
              </a:extLst>
            </p:cNvPr>
            <p:cNvSpPr/>
            <p:nvPr/>
          </p:nvSpPr>
          <p:spPr>
            <a:xfrm>
              <a:off x="737128" y="1301135"/>
              <a:ext cx="1550100" cy="519900"/>
            </a:xfrm>
            <a:prstGeom prst="roundRect">
              <a:avLst>
                <a:gd name="adj" fmla="val 16667"/>
              </a:avLst>
            </a:prstGeom>
            <a:solidFill>
              <a:srgbClr val="8EBADB"/>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التقنيات والأدوات</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75%</a:t>
              </a:r>
              <a:endParaRPr sz="1500" b="1" dirty="0">
                <a:solidFill>
                  <a:srgbClr val="FFFFFF"/>
                </a:solidFill>
                <a:latin typeface="Abar Mid" pitchFamily="50" charset="-78"/>
                <a:ea typeface="Abar Mid" pitchFamily="50" charset="-78"/>
                <a:cs typeface="Abar Mid" pitchFamily="50" charset="-78"/>
                <a:sym typeface="IBM Plex Sans Arabic"/>
              </a:endParaRPr>
            </a:p>
          </p:txBody>
        </p:sp>
      </p:grpSp>
      <p:graphicFrame>
        <p:nvGraphicFramePr>
          <p:cNvPr id="9" name="Table 8">
            <a:extLst>
              <a:ext uri="{FF2B5EF4-FFF2-40B4-BE49-F238E27FC236}">
                <a16:creationId xmlns:a16="http://schemas.microsoft.com/office/drawing/2014/main" id="{692CC905-1130-B840-B195-776C259C3AF8}"/>
              </a:ext>
            </a:extLst>
          </p:cNvPr>
          <p:cNvGraphicFramePr>
            <a:graphicFrameLocks/>
          </p:cNvGraphicFramePr>
          <p:nvPr>
            <p:extLst>
              <p:ext uri="{D42A27DB-BD31-4B8C-83A1-F6EECF244321}">
                <p14:modId xmlns:p14="http://schemas.microsoft.com/office/powerpoint/2010/main" val="281548865"/>
              </p:ext>
            </p:extLst>
          </p:nvPr>
        </p:nvGraphicFramePr>
        <p:xfrm>
          <a:off x="209969" y="9721787"/>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لا يوجد مالك محتوى موحد لجميع الصفحات المرتبطة بنسك، مما يؤثر على مهام المحتوى والاتساق (</a:t>
                      </a:r>
                      <a:r>
                        <a:rPr lang="en-US" sz="1100" dirty="0">
                          <a:solidFill>
                            <a:srgbClr val="211C16"/>
                          </a:solidFill>
                          <a:latin typeface="Abar Mid" pitchFamily="50" charset="-78"/>
                          <a:ea typeface="Abar Mid" pitchFamily="50" charset="-78"/>
                          <a:cs typeface="Abar Mid" pitchFamily="50" charset="-78"/>
                          <a:sym typeface="IBM Plex Sans Arabic"/>
                        </a:rPr>
                        <a:t>W-03، S-02)</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a:solidFill>
                            <a:srgbClr val="211C16"/>
                          </a:solidFill>
                          <a:latin typeface="Abar Mid" pitchFamily="50" charset="-78"/>
                          <a:ea typeface="Abar Mid" pitchFamily="50" charset="-78"/>
                          <a:cs typeface="Abar Mid" pitchFamily="50" charset="-78"/>
                          <a:sym typeface="IBM Plex Sans Arabic"/>
                        </a:rPr>
                        <a:t>تحديد </a:t>
                      </a:r>
                      <a:r>
                        <a:rPr lang="ar-SA" sz="1100" dirty="0">
                          <a:solidFill>
                            <a:srgbClr val="211C16"/>
                          </a:solidFill>
                          <a:latin typeface="Abar Mid" pitchFamily="50" charset="-78"/>
                          <a:ea typeface="Abar Mid" pitchFamily="50" charset="-78"/>
                          <a:cs typeface="Abar Mid" pitchFamily="50" charset="-78"/>
                          <a:sym typeface="IBM Plex Sans Arabic"/>
                        </a:rPr>
                        <a:t>تواريخ مهام المركز لم يبدأ؛ ترتفع المهام غير المبدوءة من 10% إلى 15% فور اعتمادها</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bl>
          </a:graphicData>
        </a:graphic>
      </p:graphicFrame>
    </p:spTree>
    <p:extLst>
      <p:ext uri="{BB962C8B-B14F-4D97-AF65-F5344CB8AC3E}">
        <p14:creationId xmlns:p14="http://schemas.microsoft.com/office/powerpoint/2010/main" val="17806057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07A83-D8D4-A175-E653-8CFA14F2C13D}"/>
            </a:ext>
          </a:extLst>
        </p:cNvPr>
        <p:cNvGrpSpPr/>
        <p:nvPr/>
      </p:nvGrpSpPr>
      <p:grpSpPr>
        <a:xfrm>
          <a:off x="0" y="0"/>
          <a:ext cx="0" cy="0"/>
          <a:chOff x="0" y="0"/>
          <a:chExt cx="0" cy="0"/>
        </a:xfrm>
      </p:grpSpPr>
      <p:graphicFrame>
        <p:nvGraphicFramePr>
          <p:cNvPr id="9" name="Google Shape;209;p9">
            <a:extLst>
              <a:ext uri="{FF2B5EF4-FFF2-40B4-BE49-F238E27FC236}">
                <a16:creationId xmlns:a16="http://schemas.microsoft.com/office/drawing/2014/main" id="{E0E2E327-4EFD-7C3F-E6AD-F1FA66585D57}"/>
              </a:ext>
            </a:extLst>
          </p:cNvPr>
          <p:cNvGraphicFramePr/>
          <p:nvPr>
            <p:extLst>
              <p:ext uri="{D42A27DB-BD31-4B8C-83A1-F6EECF244321}">
                <p14:modId xmlns:p14="http://schemas.microsoft.com/office/powerpoint/2010/main" val="3952570764"/>
              </p:ext>
            </p:extLst>
          </p:nvPr>
        </p:nvGraphicFramePr>
        <p:xfrm>
          <a:off x="211425" y="1927849"/>
          <a:ext cx="7129849" cy="7300728"/>
        </p:xfrm>
        <a:graphic>
          <a:graphicData uri="http://schemas.openxmlformats.org/drawingml/2006/table">
            <a:tbl>
              <a:tblPr>
                <a:noFill/>
              </a:tblPr>
              <a:tblGrid>
                <a:gridCol w="1876276">
                  <a:extLst>
                    <a:ext uri="{9D8B030D-6E8A-4147-A177-3AD203B41FA5}">
                      <a16:colId xmlns:a16="http://schemas.microsoft.com/office/drawing/2014/main" val="20000"/>
                    </a:ext>
                  </a:extLst>
                </a:gridCol>
                <a:gridCol w="608511">
                  <a:extLst>
                    <a:ext uri="{9D8B030D-6E8A-4147-A177-3AD203B41FA5}">
                      <a16:colId xmlns:a16="http://schemas.microsoft.com/office/drawing/2014/main" val="20001"/>
                    </a:ext>
                  </a:extLst>
                </a:gridCol>
                <a:gridCol w="3985835">
                  <a:extLst>
                    <a:ext uri="{9D8B030D-6E8A-4147-A177-3AD203B41FA5}">
                      <a16:colId xmlns:a16="http://schemas.microsoft.com/office/drawing/2014/main" val="20002"/>
                    </a:ext>
                  </a:extLst>
                </a:gridCol>
                <a:gridCol w="659227">
                  <a:extLst>
                    <a:ext uri="{9D8B030D-6E8A-4147-A177-3AD203B41FA5}">
                      <a16:colId xmlns:a16="http://schemas.microsoft.com/office/drawing/2014/main" val="20003"/>
                    </a:ext>
                  </a:extLst>
                </a:gridCol>
              </a:tblGrid>
              <a:tr h="0">
                <a:tc gridSpan="4">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100" kern="1200" noProof="0" dirty="0">
                          <a:solidFill>
                            <a:srgbClr val="00080B"/>
                          </a:solidFill>
                          <a:latin typeface="Abar Mid" pitchFamily="2" charset="-78"/>
                          <a:ea typeface="Abar Mid" pitchFamily="2" charset="-78"/>
                          <a:cs typeface="Abar Mid" pitchFamily="2" charset="-78"/>
                          <a:sym typeface="IBM Plex Sans Arabic"/>
                        </a:rPr>
                        <a:t>مركز منصة نسك الرقمية (2/2) </a:t>
                      </a: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4E7D7"/>
                    </a:solidFill>
                  </a:tcPr>
                </a:tc>
                <a:tc hMerge="1">
                  <a:txBody>
                    <a:bodyPr/>
                    <a:lstStyle/>
                    <a:p>
                      <a:pPr marL="0" lvl="0" indent="0" algn="ctr" rtl="1">
                        <a:lnSpc>
                          <a:spcPct val="100000"/>
                        </a:lnSpc>
                        <a:spcBef>
                          <a:spcPts val="0"/>
                        </a:spcBef>
                        <a:spcAft>
                          <a:spcPts val="0"/>
                        </a:spcAft>
                        <a:buNone/>
                      </a:pPr>
                      <a:endParaRPr sz="800" b="1">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lgn="ctr">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hMerge="1">
                  <a:txBody>
                    <a:bodyPr/>
                    <a:lstStyle/>
                    <a:p>
                      <a:pPr marL="0" lvl="0" indent="0" algn="ctr" rtl="1">
                        <a:lnSpc>
                          <a:spcPct val="100000"/>
                        </a:lnSpc>
                        <a:spcBef>
                          <a:spcPts val="0"/>
                        </a:spcBef>
                        <a:spcAft>
                          <a:spcPts val="0"/>
                        </a:spcAft>
                        <a:buNone/>
                      </a:pPr>
                      <a:endParaRPr sz="800" b="1" dirty="0">
                        <a:solidFill>
                          <a:srgbClr val="FFFFFF"/>
                        </a:solidFill>
                        <a:latin typeface="Abar Mid" pitchFamily="50" charset="-78"/>
                        <a:ea typeface="Abar Mid" pitchFamily="50" charset="-78"/>
                        <a:cs typeface="Abar Mid" pitchFamily="50" charset="-78"/>
                        <a:sym typeface="IBM Plex Sans Arabic"/>
                      </a:endParaRPr>
                    </a:p>
                  </a:txBody>
                  <a:tcPr marL="91425" marR="91425" marT="91425" marB="91425" anchor="ctr">
                    <a:lnL w="9525" cap="flat" cmpd="sng" algn="ctr">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879350354"/>
                  </a:ext>
                </a:extLst>
              </a:tr>
              <a:tr h="0">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أساس التقييم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الإنجاز</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المهمة</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tc>
                  <a:txBody>
                    <a:bodyPr/>
                    <a:lstStyle/>
                    <a:p>
                      <a:pPr marL="0" lvl="0" indent="0" algn="ct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lgn="ctr">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211C16"/>
                    </a:solidFill>
                  </a:tcPr>
                </a:tc>
                <a:extLst>
                  <a:ext uri="{0D108BD9-81ED-4DB2-BD59-A6C34878D82A}">
                    <a16:rowId xmlns:a16="http://schemas.microsoft.com/office/drawing/2014/main" val="10000"/>
                  </a:ext>
                </a:extLst>
              </a:tr>
              <a:tr h="0">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رضا المستفيد: 15% (10 مهام)</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386F67"/>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الاستبانة جاهزة؛ التفعيل بالنافذة المنبثقة قائم</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استبانة (قيم تجربتك الرقمية) على المنصة والتطبيق</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مرتبط بتعيين مالك المحتوى</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تحديث المحتوى والمعلومات وضمان دقتها وحداثتها</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مرتبط بمهام التحول الرقمي INF-01 و INF-02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رفع سرعة التصفح والتنقل والأداء وخفض الأخطاء</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فاعلية الدعم وسرعة الاستجابة على القنوات الرقمية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أنشطة قائمة؛ دليل القياس لم يكتمل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20%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إشراك المستفيدين في الأنشطة الرقمية وقياس تلبية التطلعات</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S-05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 (لكل مهمة)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نسك مسار: الاستبانة، المحتوى، الأداء، الدعم، إشراك المستفيدين (5 مهام)</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DS-01..05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0">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التعامل مع الشكاوى: 30%</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B47B5F"/>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منشور</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منصة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CS-07</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صفحة التواصل مشتركة مع المنصة (CS-14)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46%</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الشروط والأحكام في 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CS-09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تقدم فعلي في التنفيذ</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46%</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قنوات استقبال الشكاوى في منصة وتطبيق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قنوات استقبال الشكاوى في 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CS-15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صفحة التواصل مشتركة مع المنصة (CS-14)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46%</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ساعات العمل في منصة وتطبيق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CS-22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جاهزية</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ساعات العمل في 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CS-23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مطلوبة لمؤشري اتفاقيات الخدمة ونسبة الشكاوى</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إصدار قائمة الخدمات وعدد الطلبات لكل خدمة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CS-52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بانتظار اكتمال الدليل من وكالة الخدمات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منصة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CS-78</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بانتظار اكتمال الدليل من وكالة الخدمات</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10%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تطبيق نسك</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CS-79</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0">
                <a:tc gridSpan="4">
                  <a:txBody>
                    <a:bodyPr/>
                    <a:lstStyle/>
                    <a:p>
                      <a:pPr marL="0" lvl="0" indent="0" algn="r" rtl="1">
                        <a:lnSpc>
                          <a:spcPct val="100000"/>
                        </a:lnSpc>
                        <a:spcBef>
                          <a:spcPts val="0"/>
                        </a:spcBef>
                        <a:spcAft>
                          <a:spcPts val="0"/>
                        </a:spcAft>
                        <a:buNone/>
                      </a:pPr>
                      <a:r>
                        <a:rPr lang="ar-SA" sz="1100" b="1" dirty="0">
                          <a:solidFill>
                            <a:srgbClr val="FFFFFF"/>
                          </a:solidFill>
                          <a:latin typeface="Abar Mid" pitchFamily="50" charset="-78"/>
                          <a:ea typeface="Abar Mid" pitchFamily="50" charset="-78"/>
                          <a:cs typeface="Abar Mid" pitchFamily="50" charset="-78"/>
                          <a:sym typeface="IBM Plex Sans Arabic"/>
                        </a:rPr>
                        <a:t>التقنيات والأدوات: 75%</a:t>
                      </a:r>
                      <a:endParaRPr sz="1100" b="1" dirty="0">
                        <a:solidFill>
                          <a:srgbClr val="FFFFFF"/>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8EBADB"/>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9"/>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90%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استراتيجية التقنية والمبادئ ورصد التقنيات الناشئة والأتمتة (نسك ونسك مسار)</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N-01</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70%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إطار جمع البيانات وتصنيفها وحوكمتها وسياسة الخصوصية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N-02</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اللوحات قائمة؛ التحليلات التنبؤية قيد البناء</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60%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أدوات التحليل ولوحات ذكاء الأعمال والتحليلات التنبؤية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N-03</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75%</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منهجية وأدوات تصميم الرحلات والتصميم التشاركي</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N-04</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0">
                <a:tc>
                  <a:txBody>
                    <a:bodyPr/>
                    <a:lstStyle/>
                    <a:p>
                      <a:pPr marL="0" lvl="0" indent="0" algn="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دليل دورة 2026 قائم؛ التحديث قيد العمل</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b="1" dirty="0">
                          <a:solidFill>
                            <a:srgbClr val="211C16"/>
                          </a:solidFill>
                          <a:latin typeface="Abar Mid" pitchFamily="50" charset="-78"/>
                          <a:ea typeface="Abar Mid" pitchFamily="50" charset="-78"/>
                          <a:cs typeface="Abar Mid" pitchFamily="50" charset="-78"/>
                          <a:sym typeface="IBM Plex Sans Arabic"/>
                        </a:rPr>
                        <a:t>80%</a:t>
                      </a:r>
                      <a:endParaRPr sz="1100" b="1"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أدوات الاستماع الاجتماعي وأنظمة التجربة الرقمية</a:t>
                      </a:r>
                      <a:endParaRPr sz="1100" dirty="0">
                        <a:solidFill>
                          <a:srgbClr val="211C16"/>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tc>
                  <a:txBody>
                    <a:bodyPr/>
                    <a:lstStyle/>
                    <a:p>
                      <a:pPr marL="0" lvl="0" indent="0" algn="ctr" rtl="1">
                        <a:lnSpc>
                          <a:spcPct val="100000"/>
                        </a:lnSpc>
                        <a:spcBef>
                          <a:spcPts val="0"/>
                        </a:spcBef>
                        <a:spcAft>
                          <a:spcPts val="0"/>
                        </a:spcAft>
                        <a:buNone/>
                      </a:pPr>
                      <a:r>
                        <a:rPr lang="ar-SA" sz="1100" dirty="0">
                          <a:solidFill>
                            <a:srgbClr val="555555"/>
                          </a:solidFill>
                          <a:latin typeface="Abar Mid" pitchFamily="50" charset="-78"/>
                          <a:ea typeface="Abar Mid" pitchFamily="50" charset="-78"/>
                          <a:cs typeface="Abar Mid" pitchFamily="50" charset="-78"/>
                          <a:sym typeface="IBM Plex Sans Arabic"/>
                        </a:rPr>
                        <a:t>N-05</a:t>
                      </a:r>
                      <a:endParaRPr sz="1100" dirty="0">
                        <a:solidFill>
                          <a:srgbClr val="555555"/>
                        </a:solidFill>
                        <a:latin typeface="Abar Mid" pitchFamily="50" charset="-78"/>
                        <a:ea typeface="Abar Mid" pitchFamily="50" charset="-78"/>
                        <a:cs typeface="Abar Mid" pitchFamily="50" charset="-78"/>
                        <a:sym typeface="IBM Plex Sans Arabic"/>
                      </a:endParaRPr>
                    </a:p>
                  </a:txBody>
                  <a:tcPr marL="10800" marR="10800" marT="10800" marB="10800" anchor="ctr">
                    <a:lnL w="9525" cap="flat" cmpd="sng">
                      <a:solidFill>
                        <a:srgbClr val="E5E3E0"/>
                      </a:solidFill>
                      <a:prstDash val="solid"/>
                      <a:round/>
                      <a:headEnd type="none" w="sm" len="sm"/>
                      <a:tailEnd type="none" w="sm" len="sm"/>
                    </a:lnL>
                    <a:lnR w="9525" cap="flat" cmpd="sng">
                      <a:solidFill>
                        <a:srgbClr val="E5E3E0"/>
                      </a:solidFill>
                      <a:prstDash val="solid"/>
                      <a:round/>
                      <a:headEnd type="none" w="sm" len="sm"/>
                      <a:tailEnd type="none" w="sm" len="sm"/>
                    </a:lnR>
                    <a:lnT w="9525" cap="flat" cmpd="sng">
                      <a:solidFill>
                        <a:srgbClr val="E5E3E0"/>
                      </a:solidFill>
                      <a:prstDash val="solid"/>
                      <a:round/>
                      <a:headEnd type="none" w="sm" len="sm"/>
                      <a:tailEnd type="none" w="sm" len="sm"/>
                    </a:lnT>
                    <a:lnB w="9525" cap="flat" cmpd="sng">
                      <a:solidFill>
                        <a:srgbClr val="E5E3E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pSp>
        <p:nvGrpSpPr>
          <p:cNvPr id="2" name="Group 1">
            <a:extLst>
              <a:ext uri="{FF2B5EF4-FFF2-40B4-BE49-F238E27FC236}">
                <a16:creationId xmlns:a16="http://schemas.microsoft.com/office/drawing/2014/main" id="{611A07D5-72EF-C260-2F6E-3A2CD2505E1E}"/>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4F07EABA-2AF3-8335-7CBD-D52FADDF5CAB}"/>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مؤشر نضج التجربة الرقمية</a:t>
              </a:r>
            </a:p>
          </p:txBody>
        </p:sp>
        <p:cxnSp>
          <p:nvCxnSpPr>
            <p:cNvPr id="4" name="Straight Connector 3">
              <a:extLst>
                <a:ext uri="{FF2B5EF4-FFF2-40B4-BE49-F238E27FC236}">
                  <a16:creationId xmlns:a16="http://schemas.microsoft.com/office/drawing/2014/main" id="{87BB11B8-B340-3400-8816-A7DA11699E79}"/>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pSp>
        <p:nvGrpSpPr>
          <p:cNvPr id="14" name="Group 13">
            <a:extLst>
              <a:ext uri="{FF2B5EF4-FFF2-40B4-BE49-F238E27FC236}">
                <a16:creationId xmlns:a16="http://schemas.microsoft.com/office/drawing/2014/main" id="{AABEDCBA-1A09-9FB6-6418-97C6F3A33E3A}"/>
              </a:ext>
            </a:extLst>
          </p:cNvPr>
          <p:cNvGrpSpPr/>
          <p:nvPr/>
        </p:nvGrpSpPr>
        <p:grpSpPr>
          <a:xfrm>
            <a:off x="565787" y="1301135"/>
            <a:ext cx="6428100" cy="519900"/>
            <a:chOff x="737128" y="1301135"/>
            <a:chExt cx="6428100" cy="519900"/>
          </a:xfrm>
        </p:grpSpPr>
        <p:sp>
          <p:nvSpPr>
            <p:cNvPr id="6" name="Google Shape;109;p4">
              <a:extLst>
                <a:ext uri="{FF2B5EF4-FFF2-40B4-BE49-F238E27FC236}">
                  <a16:creationId xmlns:a16="http://schemas.microsoft.com/office/drawing/2014/main" id="{0A232BF7-1D38-66CE-7030-22EE58DA272F}"/>
                </a:ext>
              </a:extLst>
            </p:cNvPr>
            <p:cNvSpPr/>
            <p:nvPr/>
          </p:nvSpPr>
          <p:spPr>
            <a:xfrm>
              <a:off x="5615128" y="1301135"/>
              <a:ext cx="1550100" cy="519900"/>
            </a:xfrm>
            <a:prstGeom prst="roundRect">
              <a:avLst>
                <a:gd name="adj" fmla="val 16667"/>
              </a:avLst>
            </a:prstGeom>
            <a:solidFill>
              <a:srgbClr val="E5BC8D"/>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تجربة المستخدم</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26%</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8" name="Google Shape;110;p4">
              <a:extLst>
                <a:ext uri="{FF2B5EF4-FFF2-40B4-BE49-F238E27FC236}">
                  <a16:creationId xmlns:a16="http://schemas.microsoft.com/office/drawing/2014/main" id="{387A1070-8F0C-0066-3491-DC1804B0C88F}"/>
                </a:ext>
              </a:extLst>
            </p:cNvPr>
            <p:cNvSpPr/>
            <p:nvPr/>
          </p:nvSpPr>
          <p:spPr>
            <a:xfrm>
              <a:off x="3989128" y="1301135"/>
              <a:ext cx="1550100" cy="519900"/>
            </a:xfrm>
            <a:prstGeom prst="roundRect">
              <a:avLst>
                <a:gd name="adj" fmla="val 16667"/>
              </a:avLst>
            </a:prstGeom>
            <a:solidFill>
              <a:srgbClr val="386F67"/>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رضا المستفيد</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15%</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0" name="Google Shape;111;p4">
              <a:extLst>
                <a:ext uri="{FF2B5EF4-FFF2-40B4-BE49-F238E27FC236}">
                  <a16:creationId xmlns:a16="http://schemas.microsoft.com/office/drawing/2014/main" id="{B62430D7-89AF-79AD-0309-9BE098747764}"/>
                </a:ext>
              </a:extLst>
            </p:cNvPr>
            <p:cNvSpPr/>
            <p:nvPr/>
          </p:nvSpPr>
          <p:spPr>
            <a:xfrm>
              <a:off x="2363128" y="1301135"/>
              <a:ext cx="1550100" cy="519900"/>
            </a:xfrm>
            <a:prstGeom prst="roundRect">
              <a:avLst>
                <a:gd name="adj" fmla="val 16667"/>
              </a:avLst>
            </a:prstGeom>
            <a:solidFill>
              <a:srgbClr val="B47B5F"/>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التعامل مع الشكاوى</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30%</a:t>
              </a:r>
              <a:endParaRPr sz="1500" b="1" dirty="0">
                <a:solidFill>
                  <a:srgbClr val="FFFFFF"/>
                </a:solidFill>
                <a:latin typeface="Abar Mid" pitchFamily="50" charset="-78"/>
                <a:ea typeface="Abar Mid" pitchFamily="50" charset="-78"/>
                <a:cs typeface="Abar Mid" pitchFamily="50" charset="-78"/>
                <a:sym typeface="IBM Plex Sans Arabic"/>
              </a:endParaRPr>
            </a:p>
          </p:txBody>
        </p:sp>
        <p:sp>
          <p:nvSpPr>
            <p:cNvPr id="12" name="Google Shape;112;p4">
              <a:extLst>
                <a:ext uri="{FF2B5EF4-FFF2-40B4-BE49-F238E27FC236}">
                  <a16:creationId xmlns:a16="http://schemas.microsoft.com/office/drawing/2014/main" id="{5700C8AF-E444-7526-1AE1-72AD9A9EB4F3}"/>
                </a:ext>
              </a:extLst>
            </p:cNvPr>
            <p:cNvSpPr/>
            <p:nvPr/>
          </p:nvSpPr>
          <p:spPr>
            <a:xfrm>
              <a:off x="737128" y="1301135"/>
              <a:ext cx="1550100" cy="519900"/>
            </a:xfrm>
            <a:prstGeom prst="roundRect">
              <a:avLst>
                <a:gd name="adj" fmla="val 16667"/>
              </a:avLst>
            </a:prstGeom>
            <a:solidFill>
              <a:srgbClr val="8EBADB"/>
            </a:solidFill>
            <a:ln>
              <a:noFill/>
            </a:ln>
          </p:spPr>
          <p:txBody>
            <a:bodyPr spcFirstLastPara="1" wrap="square" lIns="91425" tIns="91425" rIns="91425" bIns="91425" anchor="ctr" anchorCtr="0">
              <a:noAutofit/>
            </a:bodyPr>
            <a:lstStyle/>
            <a:p>
              <a:pPr marL="0" lvl="0" indent="0" algn="ctr" rtl="1">
                <a:lnSpc>
                  <a:spcPct val="100000"/>
                </a:lnSpc>
                <a:spcBef>
                  <a:spcPts val="0"/>
                </a:spcBef>
                <a:spcAft>
                  <a:spcPts val="0"/>
                </a:spcAft>
                <a:buNone/>
              </a:pPr>
              <a:r>
                <a:rPr lang="ar-SA" sz="800" b="1" dirty="0">
                  <a:solidFill>
                    <a:srgbClr val="FFFFFF"/>
                  </a:solidFill>
                  <a:latin typeface="Abar Mid" pitchFamily="50" charset="-78"/>
                  <a:ea typeface="Abar Mid" pitchFamily="50" charset="-78"/>
                  <a:cs typeface="Abar Mid" pitchFamily="50" charset="-78"/>
                  <a:sym typeface="IBM Plex Sans Arabic"/>
                </a:rPr>
                <a:t>التقنيات والأدوات</a:t>
              </a:r>
              <a:endParaRPr sz="800" b="1" dirty="0">
                <a:solidFill>
                  <a:srgbClr val="FFFFFF"/>
                </a:solidFill>
                <a:latin typeface="Abar Mid" pitchFamily="50" charset="-78"/>
                <a:ea typeface="Abar Mid" pitchFamily="50" charset="-78"/>
                <a:cs typeface="Abar Mid" pitchFamily="50" charset="-78"/>
                <a:sym typeface="IBM Plex Sans Arabic"/>
              </a:endParaRPr>
            </a:p>
            <a:p>
              <a:pPr marL="0" lvl="0" indent="0" algn="ctr" rtl="1">
                <a:lnSpc>
                  <a:spcPct val="100000"/>
                </a:lnSpc>
                <a:spcBef>
                  <a:spcPts val="0"/>
                </a:spcBef>
                <a:spcAft>
                  <a:spcPts val="0"/>
                </a:spcAft>
                <a:buNone/>
              </a:pPr>
              <a:r>
                <a:rPr lang="ar-SA" sz="1500" b="1" dirty="0">
                  <a:solidFill>
                    <a:srgbClr val="FFFFFF"/>
                  </a:solidFill>
                  <a:latin typeface="Abar Mid" pitchFamily="50" charset="-78"/>
                  <a:ea typeface="Abar Mid" pitchFamily="50" charset="-78"/>
                  <a:cs typeface="Abar Mid" pitchFamily="50" charset="-78"/>
                  <a:sym typeface="IBM Plex Sans Arabic"/>
                </a:rPr>
                <a:t>75%</a:t>
              </a:r>
              <a:endParaRPr sz="1500" b="1" dirty="0">
                <a:solidFill>
                  <a:srgbClr val="FFFFFF"/>
                </a:solidFill>
                <a:latin typeface="Abar Mid" pitchFamily="50" charset="-78"/>
                <a:ea typeface="Abar Mid" pitchFamily="50" charset="-78"/>
                <a:cs typeface="Abar Mid" pitchFamily="50" charset="-78"/>
                <a:sym typeface="IBM Plex Sans Arabic"/>
              </a:endParaRPr>
            </a:p>
          </p:txBody>
        </p:sp>
      </p:grpSp>
      <p:graphicFrame>
        <p:nvGraphicFramePr>
          <p:cNvPr id="13" name="Table 12">
            <a:extLst>
              <a:ext uri="{FF2B5EF4-FFF2-40B4-BE49-F238E27FC236}">
                <a16:creationId xmlns:a16="http://schemas.microsoft.com/office/drawing/2014/main" id="{A7585655-91D3-0C76-775C-7E54878FA787}"/>
              </a:ext>
            </a:extLst>
          </p:cNvPr>
          <p:cNvGraphicFramePr>
            <a:graphicFrameLocks/>
          </p:cNvGraphicFramePr>
          <p:nvPr>
            <p:extLst>
              <p:ext uri="{D42A27DB-BD31-4B8C-83A1-F6EECF244321}">
                <p14:modId xmlns:p14="http://schemas.microsoft.com/office/powerpoint/2010/main" val="3247051392"/>
              </p:ext>
            </p:extLst>
          </p:nvPr>
        </p:nvGraphicFramePr>
        <p:xfrm>
          <a:off x="209969" y="9335391"/>
          <a:ext cx="7139737" cy="1354204"/>
        </p:xfrm>
        <a:graphic>
          <a:graphicData uri="http://schemas.openxmlformats.org/drawingml/2006/table">
            <a:tbl>
              <a:tblPr rtl="1"/>
              <a:tblGrid>
                <a:gridCol w="383974">
                  <a:extLst>
                    <a:ext uri="{9D8B030D-6E8A-4147-A177-3AD203B41FA5}">
                      <a16:colId xmlns:a16="http://schemas.microsoft.com/office/drawing/2014/main" val="3562085196"/>
                    </a:ext>
                  </a:extLst>
                </a:gridCol>
                <a:gridCol w="6755763">
                  <a:extLst>
                    <a:ext uri="{9D8B030D-6E8A-4147-A177-3AD203B41FA5}">
                      <a16:colId xmlns:a16="http://schemas.microsoft.com/office/drawing/2014/main" val="374937463"/>
                    </a:ext>
                  </a:extLst>
                </a:gridCol>
              </a:tblGrid>
              <a:tr h="235359">
                <a:tc gridSpan="2">
                  <a:txBody>
                    <a:bodyPr/>
                    <a:lstStyle/>
                    <a:p>
                      <a:pPr algn="r" rtl="1">
                        <a:lnSpc>
                          <a:spcPct val="105000"/>
                        </a:lnSpc>
                      </a:pPr>
                      <a:r>
                        <a:rPr lang="ar-SA" sz="1100" b="1" dirty="0">
                          <a:solidFill>
                            <a:srgbClr val="000000"/>
                          </a:solidFill>
                          <a:latin typeface="Abar Mid" pitchFamily="50" charset="-78"/>
                          <a:ea typeface="Abar Mid" pitchFamily="50" charset="-78"/>
                          <a:cs typeface="Abar Mid" pitchFamily="50" charset="-78"/>
                        </a:rPr>
                        <a:t>التحديات</a:t>
                      </a:r>
                    </a:p>
                  </a:txBody>
                  <a:tcPr marL="10800" marR="10800" marT="10800" marB="1080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r" rtl="1">
                        <a:lnSpc>
                          <a:spcPct val="105000"/>
                        </a:lnSpc>
                      </a:pPr>
                      <a:endParaRPr lang="ar-SA" sz="1000" b="1" dirty="0">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3535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100" b="1" dirty="0">
                          <a:solidFill>
                            <a:srgbClr val="FFFFFF"/>
                          </a:solidFill>
                          <a:latin typeface="Abar Mid" pitchFamily="50" charset="-78"/>
                          <a:ea typeface="Abar Mid" pitchFamily="50" charset="-78"/>
                          <a:cs typeface="Abar Mid" pitchFamily="50" charset="-78"/>
                        </a:rPr>
                        <a:t>#</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100" b="1" dirty="0">
                          <a:solidFill>
                            <a:srgbClr val="FFFFFF"/>
                          </a:solidFill>
                          <a:latin typeface="Abar Mid" pitchFamily="50" charset="-78"/>
                          <a:ea typeface="Abar Mid" pitchFamily="50" charset="-78"/>
                          <a:cs typeface="Abar Mid" pitchFamily="50" charset="-78"/>
                        </a:rPr>
                        <a:t>التحدي</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1</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lvl="0" indent="0" algn="r" rtl="1">
                        <a:lnSpc>
                          <a:spcPct val="100000"/>
                        </a:lnSpc>
                        <a:spcBef>
                          <a:spcPts val="0"/>
                        </a:spcBef>
                        <a:spcAft>
                          <a:spcPts val="0"/>
                        </a:spcAft>
                        <a:buNone/>
                      </a:pPr>
                      <a:r>
                        <a:rPr lang="ar-SA" sz="1100" dirty="0">
                          <a:solidFill>
                            <a:srgbClr val="211C16"/>
                          </a:solidFill>
                          <a:latin typeface="Abar Mid" pitchFamily="50" charset="-78"/>
                          <a:ea typeface="Abar Mid" pitchFamily="50" charset="-78"/>
                          <a:cs typeface="Abar Mid" pitchFamily="50" charset="-78"/>
                          <a:sym typeface="IBM Plex Sans Arabic"/>
                        </a:rPr>
                        <a:t>مهام المحتوى في رضا المستفيد (</a:t>
                      </a:r>
                      <a:r>
                        <a:rPr lang="en-US" sz="1100" dirty="0">
                          <a:solidFill>
                            <a:srgbClr val="211C16"/>
                          </a:solidFill>
                          <a:latin typeface="Abar Mid" pitchFamily="50" charset="-78"/>
                          <a:ea typeface="Abar Mid" pitchFamily="50" charset="-78"/>
                          <a:cs typeface="Abar Mid" pitchFamily="50" charset="-78"/>
                          <a:sym typeface="IBM Plex Sans Arabic"/>
                        </a:rPr>
                        <a:t>S-02</a:t>
                      </a:r>
                      <a:r>
                        <a:rPr lang="ar-SA" sz="1100" dirty="0">
                          <a:solidFill>
                            <a:srgbClr val="211C16"/>
                          </a:solidFill>
                          <a:latin typeface="Abar Mid" pitchFamily="50" charset="-78"/>
                          <a:ea typeface="Abar Mid" pitchFamily="50" charset="-78"/>
                          <a:cs typeface="Abar Mid" pitchFamily="50" charset="-78"/>
                          <a:sym typeface="IBM Plex Sans Arabic"/>
                        </a:rPr>
                        <a:t>) مرتبطة بتعيين مالك محتوى موحد لصفحات نسك</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1743">
                <a:tc>
                  <a:txBody>
                    <a:bodyPr/>
                    <a:lstStyle/>
                    <a:p>
                      <a:pPr algn="ctr" rtl="1" fontAlgn="ctr">
                        <a:buNone/>
                      </a:pPr>
                      <a:r>
                        <a:rPr lang="en-US" sz="1100" b="0" i="0" u="none" strike="noStrike" dirty="0">
                          <a:solidFill>
                            <a:srgbClr val="000000"/>
                          </a:solidFill>
                          <a:effectLst/>
                          <a:latin typeface="Abar Mid" pitchFamily="50" charset="-78"/>
                          <a:cs typeface="Abar Mid" pitchFamily="50" charset="-78"/>
                        </a:rPr>
                        <a:t>2</a:t>
                      </a: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100" dirty="0">
                          <a:solidFill>
                            <a:srgbClr val="211C16"/>
                          </a:solidFill>
                          <a:latin typeface="Abar Mid" pitchFamily="50" charset="-78"/>
                          <a:ea typeface="Abar Mid" pitchFamily="50" charset="-78"/>
                          <a:cs typeface="Abar Mid" pitchFamily="50" charset="-78"/>
                          <a:sym typeface="IBM Plex Sans Arabic"/>
                        </a:rPr>
                        <a:t>نشر دليل استقبال الشكاوى في المنصة والتطبيق مرتبط باكتماله من وكالة الخدمات، وقائمة الخدمات (CS-52) مدخل لمؤشرين في منظور الشكاوى</a:t>
                      </a:r>
                      <a:endParaRPr lang="ar-SA" sz="1100" b="0" i="0" u="none" strike="noStrike" kern="1200" dirty="0">
                        <a:solidFill>
                          <a:srgbClr val="000000"/>
                        </a:solidFill>
                        <a:effectLst/>
                        <a:latin typeface="Abar Mid" pitchFamily="50" charset="-78"/>
                        <a:ea typeface="Abar Mid" pitchFamily="50" charset="-78"/>
                        <a:cs typeface="Abar Mid" pitchFamily="50" charset="-78"/>
                      </a:endParaRPr>
                    </a:p>
                  </a:txBody>
                  <a:tcPr marL="10800" marR="10800" marT="10800" marB="1080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77937494"/>
                  </a:ext>
                </a:extLst>
              </a:tr>
            </a:tbl>
          </a:graphicData>
        </a:graphic>
      </p:graphicFrame>
    </p:spTree>
    <p:extLst>
      <p:ext uri="{BB962C8B-B14F-4D97-AF65-F5344CB8AC3E}">
        <p14:creationId xmlns:p14="http://schemas.microsoft.com/office/powerpoint/2010/main" val="3255118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819622-E910-FEF4-C5AD-0D521245A34B}"/>
              </a:ext>
            </a:extLst>
          </p:cNvPr>
          <p:cNvSpPr txBox="1"/>
          <p:nvPr/>
        </p:nvSpPr>
        <p:spPr>
          <a:xfrm>
            <a:off x="2045241" y="6721475"/>
            <a:ext cx="3469205" cy="923330"/>
          </a:xfrm>
          <a:prstGeom prst="rect">
            <a:avLst/>
          </a:prstGeom>
          <a:noFill/>
        </p:spPr>
        <p:txBody>
          <a:bodyPr wrap="square" lIns="0" tIns="0" rIns="0" bIns="0" anchor="ctr">
            <a:spAutoFit/>
          </a:bodyPr>
          <a:lstStyle/>
          <a:p>
            <a:pPr algn="ctr" defTabSz="977875" rtl="1"/>
            <a:r>
              <a:rPr lang="ar-SA" sz="6000" b="1" dirty="0">
                <a:solidFill>
                  <a:srgbClr val="FFFFFF"/>
                </a:solidFill>
                <a:latin typeface="Abar Mid" pitchFamily="2" charset="-78"/>
                <a:ea typeface="Abar Mid" pitchFamily="2" charset="-78"/>
                <a:cs typeface="Abar Mid" pitchFamily="2" charset="-78"/>
              </a:rPr>
              <a:t>شكرا لكم</a:t>
            </a:r>
            <a:endParaRPr sz="6000" b="1" dirty="0">
              <a:solidFill>
                <a:srgbClr val="FFFFFF"/>
              </a:solidFill>
              <a:latin typeface="Abar Mid" pitchFamily="2" charset="-78"/>
              <a:ea typeface="Abar Mid" pitchFamily="2" charset="-78"/>
              <a:cs typeface="Abar Mid" pitchFamily="2" charset="-78"/>
            </a:endParaRPr>
          </a:p>
        </p:txBody>
      </p:sp>
      <p:cxnSp>
        <p:nvCxnSpPr>
          <p:cNvPr id="2" name="Straight Connector 1">
            <a:extLst>
              <a:ext uri="{FF2B5EF4-FFF2-40B4-BE49-F238E27FC236}">
                <a16:creationId xmlns:a16="http://schemas.microsoft.com/office/drawing/2014/main" id="{C64976DF-2BD2-67AA-4707-8B5214620052}"/>
              </a:ext>
            </a:extLst>
          </p:cNvPr>
          <p:cNvCxnSpPr>
            <a:cxnSpLocks/>
          </p:cNvCxnSpPr>
          <p:nvPr/>
        </p:nvCxnSpPr>
        <p:spPr>
          <a:xfrm>
            <a:off x="3138176" y="7958289"/>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extLst>
      <p:ext uri="{BB962C8B-B14F-4D97-AF65-F5344CB8AC3E}">
        <p14:creationId xmlns:p14="http://schemas.microsoft.com/office/powerpoint/2010/main" val="300119597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OWER_USER_CONTEXTUAL_SHAPES_AGENDA_DESIGNER" val="{&quot;Version&quot;:3,&quot;Divider1&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148.8125,&quot;Top&quot;:423.35,&quot;Rotation&quot;:-1.0,&quot;CanManageSize&quot;:true,&quot;Width&quot;:426.4375,&quot;Height&quot;:211.675,&quot;TextFrame2AutoSize&quot;:1,&quot;TextFrame2TextRangeFontName&quot;:&quot;&quot;,&quot;TextFrameMarginTop&quot;:0.0,&quot;TextFrameMarginLeft&quot;:0.0,&quot;TextFrameMarginRight&quot;:0.0,&quot;TextFrameMarginBottom&quot;:0.0,&quot;TextFrameWordWrap&quot;:-1,&quot;TextFrameTextRangeFontSize&quot;:30.0,&quot;TextFrameTextRangeFontColorHexa&quot;:&quot;#000000&quot;,&quot;TextFrameTextRangeFontHighlightColorHexa&quot;:&quot;&quot;,&quot;TextFrameTextRangeFontBold&quot;:0,&quot;TextFrameTextRangeFontItalic&quot;:0,&quot;TextFrameTextRangeFontUnderline&quot;:0,&quot;TextFrameVerticalAnchor&quot;:1,&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Number&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71.43,&quot;Top&quot;:423.35,&quot;Rotation&quot;:-1.0,&quot;CanManageSize&quot;:true,&quot;Width&quot;:89.2875,&quot;Height&quot;:158.756256,&quot;TextFrame2AutoSize&quot;:0,&quot;TextFrame2TextRangeFontName&quot;:&quot;&quot;,&quot;TextFrameMarginTop&quot;:0.0,&quot;TextFrameMarginLeft&quot;:0.0,&quot;TextFrameMarginRight&quot;:0.0,&quot;TextFrameMarginBottom&quot;:0.0,&quot;TextFrameWordWrap&quot;:0,&quot;TextFrameTextRangeFontSize&quot;:30.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2,&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true},&quot;Lin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148.8125,&quot;Top&quot;:642.025,&quot;Rotation&quot;:-1.0,&quot;CanManageSize&quot;:true,&quot;Width&quot;:426.4375,&quot;Height&quot;:0.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0.0,&quot;LineDashStyle&quot;:1,&quot;LineEndArrowheadStyle&quot;:1,&quot;LineBeginArrowheadStyle&quot;:1,&quot;ShouldSendToBack&quot;:false,&quot;NeedsApplyToAll&quot;:false},&quot;FontSizeShapeRatio&quot;:1.4},&quot;TableOfContent1&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Back&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true,&quot;NeedsApplyToAll&quot;:false}],&quot;InactiveDesigns&quot;:[{&quot;AutoShapeType&quot;:1,&quot;CalloutType&quot;:1,&quot;CalloutAngle&quot;:2,&quot;CalloutGap&quot;:-3.40282347E+38,&quot;Visible&quot;:0,&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000000&quot;,&quot;FillTransparency&quot;:0.0,&quot;LineVisible&quot;:-1,&quot;LineForeColorHexa&quot;:null,&quot;LineWeight&quot;:0.0,&quot;LineDashStyle&quot;:1,&quot;LineEndArrowheadStyle&quot;:1,&quot;LineBeginArrowheadStyle&quot;:1,&quot;ShouldSendToBack&quot;:true,&quot;NeedsApplyToAll&quot;:false}],&quot;CoverPageDesigns&quot;:[{&quot;AutoShapeType&quot;:1,&quot;CalloutType&quot;:1,&quot;CalloutAngle&quot;:2,&quot;CalloutGap&quot;:-3.40282347E+38,&quot;Visible&quot;:0,&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000000&quot;,&quot;FillTransparency&quot;:0.0,&quot;LineVisible&quot;:-1,&quot;LineForeColorHexa&quot;:null,&quot;LineWeight&quot;:0.0,&quot;LineDashStyle&quot;:1,&quot;LineEndArrowheadStyle&quot;:1,&quot;LineBeginArrowheadStyle&quot;:1,&quot;ShouldSendToBack&quot;:true,&quot;NeedsApplyToAll&quot;:false}]},&quot;Number&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D9D9D9&quot;,&quot;FillTransparency&quot;:0.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MarginLeft&quot;:48.0,&quot;MarginRight&quot;:47.25,&quot;MarginTop&quot;:169.0,&quot;MarginBottom&quot;:42.375,&quot;AgendaAlignment&quot;:1,&quot;FontSizeShapeRatio&quot;:1.4},&quot;TableOfContent3&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Number&quot;:{&quot;Activ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Inactiv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156082&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FFFFFF&quot;,&quot;FillTransparency&quot;:0.0,&quot;LineVisible&quot;:-1,&quot;LineForeColorHexa&quot;:&quot;#156082&quot;,&quot;LineWeight&quot;:2.0,&quot;LineDashStyle&quot;:1,&quot;LineEndArrowheadStyle&quot;:1,&quot;LineBeginArrowheadStyle&quot;:1,&quot;ShouldSendToBack&quot;:false,&quot;NeedsApplyToAll&quot;:false}],&quot;CoverPag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Lin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2.0,&quot;LineDashStyle&quot;:1,&quot;LineEndArrowheadStyle&quot;:1,&quot;LineBeginArrowheadStyle&quot;:1,&quot;ShouldSendToBack&quot;:true,&quot;NeedsApplyToAll&quot;:false},&quot;MarginLeft&quot;:47.62,&quot;MarginRight&quot;:47.62,&quot;MarginTop&quot;:169.34,&quot;MarginBottom&quot;:42.335,&quot;AgendaAlignment&quot;:1,&quot;FontSizeShapeRatio&quot;:1.4},&quot;TableOfContent4&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Number&quot;:{&quot;Activ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Inactiv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156082&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FFFFFF&quot;,&quot;FillTransparency&quot;:0.0,&quot;LineVisible&quot;:-1,&quot;LineForeColorHexa&quot;:&quot;#156082&quot;,&quot;LineWeight&quot;:2.0,&quot;LineDashStyle&quot;:1,&quot;LineEndArrowheadStyle&quot;:1,&quot;LineBeginArrowheadStyle&quot;:1,&quot;ShouldSendToBack&quot;:false,&quot;NeedsApplyToAll&quot;:false}],&quot;CoverPag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Arc&quot;:{&quot;AutoShapeType&quot;:25,&quot;CalloutType&quot;:1,&quot;CalloutAngle&quot;:2,&quot;CalloutGap&quot;:-3.40282347E+38,&quot;Visible&quot;:-1,&quot;LockAspectRatio&quot;:0,&quot;CanUpdateAdjustments&quot;:fals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2.0,&quot;LineDashStyle&quot;:1,&quot;LineEndArrowheadStyle&quot;:1,&quot;LineBeginArrowheadStyle&quot;:1,&quot;ShouldSendToBack&quot;:true,&quot;NeedsApplyToAll&quot;:false},&quot;MarginLeft&quot;:47.62,&quot;MarginRight&quot;:47.62,&quot;MarginTop&quot;:169.34,&quot;MarginBottom&quot;:42.335,&quot;AgendaAlignment&quot;:1,&quot;FontSizeShapeRatio&quot;:1.4},&quot;Breadcrumb&quot;:{&quot;ShapeDesign&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A6A6A6&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LeftOffsetAfterFirstShape&quot;:0.0,&quot;Left&quot;:0.0,&quot;Top&quot;:0.0,&quot;Activ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A6A6A6&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FontSizeShapeRatio&quot;:1.4}}"/>
  <p:tag name="POWER_USER_PPT_AGENDA_PRESENTATION_SHOW_BREADCRUMB_CHECKED_TAG" val="AllSections"/>
  <p:tag name="POWER_USER_LINKS_STATUS_TAG" val="&lt;?xml version=&quot;1.0&quot; encoding=&quot;utf-16&quot;?&gt;&#10;&lt;PuLinks xmlns:xsd=&quot;http://www.w3.org/2001/XMLSchema&quot; xmlns:xsi=&quot;http://www.w3.org/2001/XMLSchema-instance&quot;&gt;&#10;  &lt;PuLink status=&quot;1&quot; id=&quot;POWER_USER_LINK_55558452_5EEB_43E3_B17B_AFCE618899C7&quot; /&gt;&#10;  &lt;PuLink status=&quot;1&quot; id=&quot;POWER_USER_LINK_15298569_15DF_4D7E_B155_87E4D9E08999&quot; /&gt;&#10;&lt;/PuLinks&gt;"/>
</p:tagLst>
</file>

<file path=ppt/tags/tag2.xml><?xml version="1.0" encoding="utf-8"?>
<p:tagLst xmlns:a="http://schemas.openxmlformats.org/drawingml/2006/main" xmlns:r="http://schemas.openxmlformats.org/officeDocument/2006/relationships" xmlns:p="http://schemas.openxmlformats.org/presentationml/2006/main">
  <p:tag name="AS_UNIQUEID" val="114598"/>
</p:tagLst>
</file>

<file path=ppt/tags/tag3.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4.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5.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AS_UNIQUEID" val="114598"/>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AS_UNIQUEID" val="114598"/>
</p:tagLst>
</file>

<file path=ppt/tags/tag10.xml><?xml version="1.0" encoding="utf-8"?>
<p:tagLst xmlns:a="http://schemas.openxmlformats.org/drawingml/2006/main" xmlns:r="http://schemas.openxmlformats.org/officeDocument/2006/relationships" xmlns:p="http://schemas.openxmlformats.org/presentationml/2006/main">
  <p:tag name="AS_UNIQUEID" val="114598"/>
</p:tagLst>
</file>

<file path=ppt/tags/tag11.xml><?xml version="1.0" encoding="utf-8"?>
<p:tagLst xmlns:a="http://schemas.openxmlformats.org/drawingml/2006/main" xmlns:r="http://schemas.openxmlformats.org/officeDocument/2006/relationships" xmlns:p="http://schemas.openxmlformats.org/presentationml/2006/main">
  <p:tag name="AS_UNIQUEID" val="114598"/>
</p:tagLst>
</file>

<file path=ppt/tags/tag12.xml><?xml version="1.0" encoding="utf-8"?>
<p:tagLst xmlns:a="http://schemas.openxmlformats.org/drawingml/2006/main" xmlns:r="http://schemas.openxmlformats.org/officeDocument/2006/relationships" xmlns:p="http://schemas.openxmlformats.org/presentationml/2006/main">
  <p:tag name="AS_UNIQUEID" val="114598"/>
</p:tagLst>
</file>

<file path=ppt/tags/tag13.xml><?xml version="1.0" encoding="utf-8"?>
<p:tagLst xmlns:a="http://schemas.openxmlformats.org/drawingml/2006/main" xmlns:r="http://schemas.openxmlformats.org/officeDocument/2006/relationships" xmlns:p="http://schemas.openxmlformats.org/presentationml/2006/main">
  <p:tag name="AS_UNIQUEID" val="114598"/>
</p:tagLst>
</file>

<file path=ppt/tags/tag14.xml><?xml version="1.0" encoding="utf-8"?>
<p:tagLst xmlns:a="http://schemas.openxmlformats.org/drawingml/2006/main" xmlns:r="http://schemas.openxmlformats.org/officeDocument/2006/relationships" xmlns:p="http://schemas.openxmlformats.org/presentationml/2006/main">
  <p:tag name="AS_UNIQUEID" val="114598"/>
</p:tagLst>
</file>

<file path=ppt/tags/tag15.xml><?xml version="1.0" encoding="utf-8"?>
<p:tagLst xmlns:a="http://schemas.openxmlformats.org/drawingml/2006/main" xmlns:r="http://schemas.openxmlformats.org/officeDocument/2006/relationships" xmlns:p="http://schemas.openxmlformats.org/presentationml/2006/main">
  <p:tag name="AS_UNIQUEID" val="114598"/>
</p:tagLst>
</file>

<file path=ppt/tags/tag16.xml><?xml version="1.0" encoding="utf-8"?>
<p:tagLst xmlns:a="http://schemas.openxmlformats.org/drawingml/2006/main" xmlns:r="http://schemas.openxmlformats.org/officeDocument/2006/relationships" xmlns:p="http://schemas.openxmlformats.org/presentationml/2006/main">
  <p:tag name="AS_UNIQUEID" val="114598"/>
</p:tagLst>
</file>

<file path=ppt/tags/tag17.xml><?xml version="1.0" encoding="utf-8"?>
<p:tagLst xmlns:a="http://schemas.openxmlformats.org/drawingml/2006/main" xmlns:r="http://schemas.openxmlformats.org/officeDocument/2006/relationships" xmlns:p="http://schemas.openxmlformats.org/presentationml/2006/main">
  <p:tag name="AS_UNIQUEID" val="114598"/>
</p:tagLst>
</file>

<file path=ppt/tags/tag18.xml><?xml version="1.0" encoding="utf-8"?>
<p:tagLst xmlns:a="http://schemas.openxmlformats.org/drawingml/2006/main" xmlns:r="http://schemas.openxmlformats.org/officeDocument/2006/relationships" xmlns:p="http://schemas.openxmlformats.org/presentationml/2006/main">
  <p:tag name="AS_UNIQUEID" val="114598"/>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ddcb049-de32-468e-a2a1-70a63145ae32">
      <Terms xmlns="http://schemas.microsoft.com/office/infopath/2007/PartnerControls"/>
    </lcf76f155ced4ddcb4097134ff3c332f>
    <_Flow_SignoffStatus xmlns="eddcb049-de32-468e-a2a1-70a63145ae32" xsi:nil="true"/>
    <TaxCatchAll xmlns="2f6d02a0-59ef-494b-8458-690fa2dbc21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F5CE64B34CF6EC44A199F338B72EDEB5" ma:contentTypeVersion="13" ma:contentTypeDescription="Create a new document." ma:contentTypeScope="" ma:versionID="3f4b9e014ff65a4ea3c0e512a7f292a9">
  <xsd:schema xmlns:xsd="http://www.w3.org/2001/XMLSchema" xmlns:xs="http://www.w3.org/2001/XMLSchema" xmlns:p="http://schemas.microsoft.com/office/2006/metadata/properties" xmlns:ns2="eddcb049-de32-468e-a2a1-70a63145ae32" xmlns:ns3="2f6d02a0-59ef-494b-8458-690fa2dbc213" targetNamespace="http://schemas.microsoft.com/office/2006/metadata/properties" ma:root="true" ma:fieldsID="4438d69b347d6f7105c41aa14e58a461" ns2:_="" ns3:_="">
    <xsd:import namespace="eddcb049-de32-468e-a2a1-70a63145ae32"/>
    <xsd:import namespace="2f6d02a0-59ef-494b-8458-690fa2dbc21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OCR" minOccurs="0"/>
                <xsd:element ref="ns2:_Flow_SignoffStatu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cb049-de32-468e-a2a1-70a63145a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15cc7d9-54bd-481d-a51c-d3ab4800245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CR" ma:index="18" nillable="true" ma:displayName="Extracted Text" ma:internalName="MediaServiceOCR" ma:readOnly="true">
      <xsd:simpleType>
        <xsd:restriction base="dms:Note">
          <xsd:maxLength value="255"/>
        </xsd:restriction>
      </xsd:simpleType>
    </xsd:element>
    <xsd:element name="_Flow_SignoffStatus" ma:index="19" nillable="true" ma:displayName="Sign-off status" ma:internalName="_x0024_Resources_x003a_core_x002c_Signoff_Status">
      <xsd:simpleType>
        <xsd:restriction base="dms:Text"/>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f6d02a0-59ef-494b-8458-690fa2dbc21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f63078d-e739-44c7-952a-bfa7a1ce5c02}" ma:internalName="TaxCatchAll" ma:showField="CatchAllData" ma:web="2f6d02a0-59ef-494b-8458-690fa2dbc21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36AC9A5-35D0-4F75-B6C5-37E5961DA866}">
  <ds:schemaRefs>
    <ds:schemaRef ds:uri="http://schemas.microsoft.com/sharepoint/v3/contenttype/forms"/>
  </ds:schemaRefs>
</ds:datastoreItem>
</file>

<file path=customXml/itemProps2.xml><?xml version="1.0" encoding="utf-8"?>
<ds:datastoreItem xmlns:ds="http://schemas.openxmlformats.org/officeDocument/2006/customXml" ds:itemID="{D605B090-E725-431D-8F7D-A82706FB17C1}">
  <ds:schemaRefs>
    <ds:schemaRef ds:uri="24029d3c-7a44-447d-9afd-66984a7e0b9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eddcb049-de32-468e-a2a1-70a63145ae32"/>
    <ds:schemaRef ds:uri="2f6d02a0-59ef-494b-8458-690fa2dbc213"/>
  </ds:schemaRefs>
</ds:datastoreItem>
</file>

<file path=customXml/itemProps3.xml><?xml version="1.0" encoding="utf-8"?>
<ds:datastoreItem xmlns:ds="http://schemas.openxmlformats.org/officeDocument/2006/customXml" ds:itemID="{5231825B-29AE-464A-87C5-77B1ED10B8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cb049-de32-468e-a2a1-70a63145ae32"/>
    <ds:schemaRef ds:uri="2f6d02a0-59ef-494b-8458-690fa2dbc2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95653b52-df9b-47d2-8549-8de78ac04e21}" enabled="1" method="Standard" siteId="{deff24bb-2089-4400-8c8e-f71e680378b2}" removed="0"/>
</clbl:labelList>
</file>

<file path=docProps/app.xml><?xml version="1.0" encoding="utf-8"?>
<Properties xmlns="http://schemas.openxmlformats.org/officeDocument/2006/extended-properties" xmlns:vt="http://schemas.openxmlformats.org/officeDocument/2006/docPropsVTypes">
  <Template/>
  <TotalTime>897</TotalTime>
  <Words>4534</Words>
  <Application>Microsoft Office PowerPoint</Application>
  <PresentationFormat>Custom</PresentationFormat>
  <Paragraphs>1023</Paragraphs>
  <Slides>18</Slides>
  <Notes>17</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18</vt:i4>
      </vt:variant>
    </vt:vector>
  </HeadingPairs>
  <TitlesOfParts>
    <vt:vector size="26" baseType="lpstr">
      <vt:lpstr>Abar Mid</vt:lpstr>
      <vt:lpstr>Aptos</vt:lpstr>
      <vt:lpstr>Arial</vt:lpstr>
      <vt:lpstr>Calibri</vt:lpstr>
      <vt:lpstr>Century Gothic</vt:lpstr>
      <vt:lpstr>Sakkal Majalla</vt:lpstr>
      <vt:lpstr>Custom Design</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Jamjoom, Mamdouh</dc:creator>
  <cp:keywords/>
  <dc:description>generated using python-pptx</dc:description>
  <cp:lastModifiedBy>Baraa Fayez Bakhsh</cp:lastModifiedBy>
  <cp:revision>2</cp:revision>
  <dcterms:created xsi:type="dcterms:W3CDTF">2013-01-27T09:14:16Z</dcterms:created>
  <dcterms:modified xsi:type="dcterms:W3CDTF">2026-10-22T09:59:12Z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0x010100F5CE64B34CF6EC44A199F338B72EDEB5</vt:lpwstr>
  </property>
  <property fmtid="{D5CDD505-2E9C-101B-9397-08002B2CF9AE}" pid="3" name="MediaServiceImageTags">
    <vt:lpwstr/>
  </property>
</Properties>
</file>