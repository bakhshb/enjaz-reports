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4"/>
  </p:sldMasterIdLst>
  <p:notesMasterIdLst>
    <p:notesMasterId r:id="rId17"/>
  </p:notesMasterIdLst>
  <p:sldIdLst>
    <p:sldId id="256" r:id="rId5"/>
    <p:sldId id="282" r:id="rId6"/>
    <p:sldId id="276" r:id="rId7"/>
    <p:sldId id="277" r:id="rId8"/>
    <p:sldId id="305" r:id="rId9"/>
    <p:sldId id="289" r:id="rId10"/>
    <p:sldId id="278" r:id="rId11"/>
    <p:sldId id="297" r:id="rId12"/>
    <p:sldId id="288" r:id="rId13"/>
    <p:sldId id="300" r:id="rId14"/>
    <p:sldId id="296" r:id="rId15"/>
    <p:sldId id="301" r:id="rId16"/>
  </p:sldIdLst>
  <p:sldSz cx="7559675" cy="13441363"/>
  <p:notesSz cx="6858000" cy="91440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A667E2-3517-406A-85DE-E7FCA1602895}">
          <p14:sldIdLst>
            <p14:sldId id="256"/>
            <p14:sldId id="282"/>
            <p14:sldId id="276"/>
            <p14:sldId id="277"/>
            <p14:sldId id="305"/>
            <p14:sldId id="289"/>
          </p14:sldIdLst>
        </p14:section>
        <p14:section name="تفاصيل المهام" id="{E5FE2408-8E6D-4155-815E-311FC0B69DA8}">
          <p14:sldIdLst>
            <p14:sldId id="278"/>
            <p14:sldId id="297"/>
          </p14:sldIdLst>
        </p14:section>
        <p14:section name="تفاصيل مشاريع سهيل" id="{F8044DF7-87B1-4C3D-88CA-397A49253FF4}">
          <p14:sldIdLst>
            <p14:sldId id="288"/>
            <p14:sldId id="300"/>
            <p14:sldId id="296"/>
          </p14:sldIdLst>
        </p14:section>
        <p14:section name="الخاتمة" id="{7BDD06FA-8243-4972-8BC4-8A717A79C206}">
          <p14:sldIdLst>
            <p14:sldId id="301"/>
          </p14:sldIdLst>
        </p14:section>
      </p14:sectionLst>
    </p:ext>
    <p:ext uri="{EFAFB233-063F-42B5-8137-9DF3F51BA10A}">
      <p15:sldGuideLst xmlns:p15="http://schemas.microsoft.com/office/powerpoint/2012/main">
        <p15:guide id="1" orient="horz" pos="27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A86A"/>
    <a:srgbClr val="D9D9D9"/>
    <a:srgbClr val="1F4D6B"/>
    <a:srgbClr val="004545"/>
    <a:srgbClr val="66A5CE"/>
    <a:srgbClr val="96552F"/>
    <a:srgbClr val="E6EFF6"/>
    <a:srgbClr val="F3EEE7"/>
    <a:srgbClr val="DFEDE8"/>
    <a:srgbClr val="E2BC8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3AFB62-D30D-4D1E-B02F-F64A5208608D}" v="873" dt="2026-10-14T11:54:29.935"/>
    <p1510:client id="{BA83A17E-BE9A-4C52-8B2A-E1647D02B9F2}" v="8" dt="2026-10-15T08:38:17.044"/>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86" autoAdjust="0"/>
    <p:restoredTop sz="96521" autoAdjust="0"/>
  </p:normalViewPr>
  <p:slideViewPr>
    <p:cSldViewPr snapToGrid="0">
      <p:cViewPr>
        <p:scale>
          <a:sx n="125" d="100"/>
          <a:sy n="125" d="100"/>
        </p:scale>
        <p:origin x="2106" y="-3072"/>
      </p:cViewPr>
      <p:guideLst>
        <p:guide orient="horz" pos="275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douh Jamjoom" userId="4f83adfd-8daa-4f62-9189-dd97c2009acc" providerId="ADAL" clId="{C50D1312-49B6-4843-BF8F-FF2439C740DC}"/>
    <pc:docChg chg="undo redo custSel addSld delSld modSld sldOrd modMainMaster addSection delSection modSection">
      <pc:chgData name="Mamdouh Jamjoom" userId="4f83adfd-8daa-4f62-9189-dd97c2009acc" providerId="ADAL" clId="{C50D1312-49B6-4843-BF8F-FF2439C740DC}" dt="2026-10-15T08:41:24.104" v="2693" actId="1076"/>
      <pc:docMkLst>
        <pc:docMk/>
      </pc:docMkLst>
      <pc:sldChg chg="modSp add del mod">
        <pc:chgData name="Mamdouh Jamjoom" userId="4f83adfd-8daa-4f62-9189-dd97c2009acc" providerId="ADAL" clId="{C50D1312-49B6-4843-BF8F-FF2439C740DC}" dt="2026-09-28T12:18:31.382" v="297" actId="465"/>
        <pc:sldMkLst>
          <pc:docMk/>
          <pc:sldMk cId="1320534220" sldId="276"/>
        </pc:sldMkLst>
        <pc:graphicFrameChg chg="mod">
          <ac:chgData name="Mamdouh Jamjoom" userId="4f83adfd-8daa-4f62-9189-dd97c2009acc" providerId="ADAL" clId="{C50D1312-49B6-4843-BF8F-FF2439C740DC}" dt="2026-09-28T12:17:42.227" v="296"/>
          <ac:graphicFrameMkLst>
            <pc:docMk/>
            <pc:sldMk cId="1320534220" sldId="276"/>
            <ac:graphicFrameMk id="4" creationId="{00BA627B-32AA-1ADA-50CC-F62281CD6958}"/>
          </ac:graphicFrameMkLst>
        </pc:graphicFrameChg>
        <pc:graphicFrameChg chg="mod">
          <ac:chgData name="Mamdouh Jamjoom" userId="4f83adfd-8daa-4f62-9189-dd97c2009acc" providerId="ADAL" clId="{C50D1312-49B6-4843-BF8F-FF2439C740DC}" dt="2026-09-28T12:18:31.382" v="297" actId="465"/>
          <ac:graphicFrameMkLst>
            <pc:docMk/>
            <pc:sldMk cId="1320534220" sldId="276"/>
            <ac:graphicFrameMk id="23" creationId="{CF546488-1D51-FC1E-8268-FEB36D923228}"/>
          </ac:graphicFrameMkLst>
        </pc:graphicFrameChg>
      </pc:sldChg>
      <pc:sldChg chg="addSp modSp add del mod ord">
        <pc:chgData name="Mamdouh Jamjoom" userId="4f83adfd-8daa-4f62-9189-dd97c2009acc" providerId="ADAL" clId="{C50D1312-49B6-4843-BF8F-FF2439C740DC}" dt="2026-09-28T12:01:25.551" v="205"/>
        <pc:sldMkLst>
          <pc:docMk/>
          <pc:sldMk cId="3891141108" sldId="277"/>
        </pc:sldMkLst>
        <pc:graphicFrameChg chg="add mod modGraphic">
          <ac:chgData name="Mamdouh Jamjoom" userId="4f83adfd-8daa-4f62-9189-dd97c2009acc" providerId="ADAL" clId="{C50D1312-49B6-4843-BF8F-FF2439C740DC}" dt="2026-09-28T11:24:58.406" v="193" actId="14100"/>
          <ac:graphicFrameMkLst>
            <pc:docMk/>
            <pc:sldMk cId="3891141108" sldId="277"/>
            <ac:graphicFrameMk id="4" creationId="{2519BF84-6971-AC64-49A5-6B524042ED21}"/>
          </ac:graphicFrameMkLst>
        </pc:graphicFrameChg>
      </pc:sldChg>
      <pc:sldChg chg="addSp delSp modSp mod">
        <pc:chgData name="Mamdouh Jamjoom" userId="4f83adfd-8daa-4f62-9189-dd97c2009acc" providerId="ADAL" clId="{C50D1312-49B6-4843-BF8F-FF2439C740DC}" dt="2026-09-28T12:01:56.462" v="208" actId="3064"/>
        <pc:sldMkLst>
          <pc:docMk/>
          <pc:sldMk cId="3565859656" sldId="278"/>
        </pc:sldMkLst>
        <pc:graphicFrameChg chg="mod modGraphic">
          <ac:chgData name="Mamdouh Jamjoom" userId="4f83adfd-8daa-4f62-9189-dd97c2009acc" providerId="ADAL" clId="{C50D1312-49B6-4843-BF8F-FF2439C740DC}" dt="2026-09-28T12:01:56.462" v="208" actId="3064"/>
          <ac:graphicFrameMkLst>
            <pc:docMk/>
            <pc:sldMk cId="3565859656" sldId="278"/>
            <ac:graphicFrameMk id="30" creationId="{24C18B9B-64F6-22FD-45B3-540606A7AC0A}"/>
          </ac:graphicFrameMkLst>
        </pc:graphicFrameChg>
      </pc:sldChg>
      <pc:sldChg chg="addSp delSp modSp add del mod modClrScheme chgLayout">
        <pc:chgData name="Mamdouh Jamjoom" userId="4f83adfd-8daa-4f62-9189-dd97c2009acc" providerId="ADAL" clId="{C50D1312-49B6-4843-BF8F-FF2439C740DC}" dt="2026-10-15T08:38:54.552" v="2688" actId="700"/>
        <pc:sldMkLst>
          <pc:docMk/>
          <pc:sldMk cId="903101738" sldId="282"/>
        </pc:sldMkLst>
        <pc:spChg chg="mod">
          <ac:chgData name="Mamdouh Jamjoom" userId="4f83adfd-8daa-4f62-9189-dd97c2009acc" providerId="ADAL" clId="{C50D1312-49B6-4843-BF8F-FF2439C740DC}" dt="2026-10-13T12:47:58.061" v="309" actId="164"/>
          <ac:spMkLst>
            <pc:docMk/>
            <pc:sldMk cId="903101738" sldId="282"/>
            <ac:spMk id="5" creationId="{183ABFA4-9FD9-4674-4F06-18013E630531}"/>
          </ac:spMkLst>
        </pc:spChg>
        <pc:spChg chg="mod">
          <ac:chgData name="Mamdouh Jamjoom" userId="4f83adfd-8daa-4f62-9189-dd97c2009acc" providerId="ADAL" clId="{C50D1312-49B6-4843-BF8F-FF2439C740DC}" dt="2026-10-13T12:47:58.061" v="309" actId="164"/>
          <ac:spMkLst>
            <pc:docMk/>
            <pc:sldMk cId="903101738" sldId="282"/>
            <ac:spMk id="6" creationId="{4F3CCE75-1975-5AD9-B4C2-968F0999F69F}"/>
          </ac:spMkLst>
        </pc:spChg>
        <pc:spChg chg="mod">
          <ac:chgData name="Mamdouh Jamjoom" userId="4f83adfd-8daa-4f62-9189-dd97c2009acc" providerId="ADAL" clId="{C50D1312-49B6-4843-BF8F-FF2439C740DC}" dt="2026-10-13T12:47:58.061" v="309" actId="164"/>
          <ac:spMkLst>
            <pc:docMk/>
            <pc:sldMk cId="903101738" sldId="282"/>
            <ac:spMk id="9" creationId="{DBE8DE5E-2B01-B9ED-4358-98F661013026}"/>
          </ac:spMkLst>
        </pc:spChg>
        <pc:spChg chg="mod">
          <ac:chgData name="Mamdouh Jamjoom" userId="4f83adfd-8daa-4f62-9189-dd97c2009acc" providerId="ADAL" clId="{C50D1312-49B6-4843-BF8F-FF2439C740DC}" dt="2026-10-13T12:47:58.061" v="309" actId="164"/>
          <ac:spMkLst>
            <pc:docMk/>
            <pc:sldMk cId="903101738" sldId="282"/>
            <ac:spMk id="11" creationId="{6C213196-8A04-2FAD-FBDD-8A229F8D1EE9}"/>
          </ac:spMkLst>
        </pc:spChg>
        <pc:spChg chg="mod">
          <ac:chgData name="Mamdouh Jamjoom" userId="4f83adfd-8daa-4f62-9189-dd97c2009acc" providerId="ADAL" clId="{C50D1312-49B6-4843-BF8F-FF2439C740DC}" dt="2026-10-13T12:47:58.061" v="309" actId="164"/>
          <ac:spMkLst>
            <pc:docMk/>
            <pc:sldMk cId="903101738" sldId="282"/>
            <ac:spMk id="13" creationId="{8D681E39-ADD8-C594-716B-73D2C9C8F370}"/>
          </ac:spMkLst>
        </pc:spChg>
        <pc:spChg chg="mod">
          <ac:chgData name="Mamdouh Jamjoom" userId="4f83adfd-8daa-4f62-9189-dd97c2009acc" providerId="ADAL" clId="{C50D1312-49B6-4843-BF8F-FF2439C740DC}" dt="2026-10-13T12:47:58.061" v="309" actId="164"/>
          <ac:spMkLst>
            <pc:docMk/>
            <pc:sldMk cId="903101738" sldId="282"/>
            <ac:spMk id="14" creationId="{A2C514DC-97F6-3889-8180-0BE9B2B9C750}"/>
          </ac:spMkLst>
        </pc:spChg>
        <pc:spChg chg="mod">
          <ac:chgData name="Mamdouh Jamjoom" userId="4f83adfd-8daa-4f62-9189-dd97c2009acc" providerId="ADAL" clId="{C50D1312-49B6-4843-BF8F-FF2439C740DC}" dt="2026-10-13T12:47:58.061" v="309" actId="164"/>
          <ac:spMkLst>
            <pc:docMk/>
            <pc:sldMk cId="903101738" sldId="282"/>
            <ac:spMk id="15" creationId="{F7A44687-1040-2384-2F7D-A4CEAA69D440}"/>
          </ac:spMkLst>
        </pc:spChg>
        <pc:spChg chg="mod">
          <ac:chgData name="Mamdouh Jamjoom" userId="4f83adfd-8daa-4f62-9189-dd97c2009acc" providerId="ADAL" clId="{C50D1312-49B6-4843-BF8F-FF2439C740DC}" dt="2026-10-13T12:47:58.061" v="309" actId="164"/>
          <ac:spMkLst>
            <pc:docMk/>
            <pc:sldMk cId="903101738" sldId="282"/>
            <ac:spMk id="16" creationId="{655EFD64-72CE-5B02-038F-E3EF346E6808}"/>
          </ac:spMkLst>
        </pc:spChg>
        <pc:spChg chg="mod">
          <ac:chgData name="Mamdouh Jamjoom" userId="4f83adfd-8daa-4f62-9189-dd97c2009acc" providerId="ADAL" clId="{C50D1312-49B6-4843-BF8F-FF2439C740DC}" dt="2026-10-13T12:47:58.061" v="309" actId="164"/>
          <ac:spMkLst>
            <pc:docMk/>
            <pc:sldMk cId="903101738" sldId="282"/>
            <ac:spMk id="18" creationId="{50813D75-5E58-FFC7-F847-86C86BFF7ED5}"/>
          </ac:spMkLst>
        </pc:spChg>
        <pc:spChg chg="mod">
          <ac:chgData name="Mamdouh Jamjoom" userId="4f83adfd-8daa-4f62-9189-dd97c2009acc" providerId="ADAL" clId="{C50D1312-49B6-4843-BF8F-FF2439C740DC}" dt="2026-10-13T12:47:58.061" v="309" actId="164"/>
          <ac:spMkLst>
            <pc:docMk/>
            <pc:sldMk cId="903101738" sldId="282"/>
            <ac:spMk id="19" creationId="{F4E04539-090F-D1A9-DD9C-824C2F987424}"/>
          </ac:spMkLst>
        </pc:spChg>
        <pc:graphicFrameChg chg="add mod">
          <ac:chgData name="Mamdouh Jamjoom" userId="4f83adfd-8daa-4f62-9189-dd97c2009acc" providerId="ADAL" clId="{C50D1312-49B6-4843-BF8F-FF2439C740DC}" dt="2026-09-28T12:18:36.036" v="298" actId="465"/>
          <ac:graphicFrameMkLst>
            <pc:docMk/>
            <pc:sldMk cId="903101738" sldId="282"/>
            <ac:graphicFrameMk id="8" creationId="{24B98477-BCD3-FB0B-D64E-B319BEBECA61}"/>
          </ac:graphicFrameMkLst>
        </pc:graphicFrameChg>
        <pc:graphicFrameChg chg="mod">
          <ac:chgData name="Mamdouh Jamjoom" userId="4f83adfd-8daa-4f62-9189-dd97c2009acc" providerId="ADAL" clId="{C50D1312-49B6-4843-BF8F-FF2439C740DC}" dt="2026-09-28T12:20:15.968" v="307"/>
          <ac:graphicFrameMkLst>
            <pc:docMk/>
            <pc:sldMk cId="903101738" sldId="282"/>
            <ac:graphicFrameMk id="10" creationId="{29852CAF-D388-3E18-BA70-6C9E5FB343F7}"/>
          </ac:graphicFrameMkLst>
        </pc:graphicFrameChg>
        <pc:graphicFrameChg chg="mod">
          <ac:chgData name="Mamdouh Jamjoom" userId="4f83adfd-8daa-4f62-9189-dd97c2009acc" providerId="ADAL" clId="{C50D1312-49B6-4843-BF8F-FF2439C740DC}" dt="2026-09-28T12:18:36.036" v="298" actId="465"/>
          <ac:graphicFrameMkLst>
            <pc:docMk/>
            <pc:sldMk cId="903101738" sldId="282"/>
            <ac:graphicFrameMk id="23" creationId="{DB91C56E-189A-ACA9-8953-B0CDCB57F1CA}"/>
          </ac:graphicFrameMkLst>
        </pc:graphicFrameChg>
        <pc:graphicFrameChg chg="mod">
          <ac:chgData name="Mamdouh Jamjoom" userId="4f83adfd-8daa-4f62-9189-dd97c2009acc" providerId="ADAL" clId="{C50D1312-49B6-4843-BF8F-FF2439C740DC}" dt="2026-10-13T12:54:11.905" v="382" actId="1076"/>
          <ac:graphicFrameMkLst>
            <pc:docMk/>
            <pc:sldMk cId="903101738" sldId="282"/>
            <ac:graphicFrameMk id="24" creationId="{32CE81B1-22BE-1895-001C-B7932DE22516}"/>
          </ac:graphicFrameMkLst>
        </pc:graphicFrameChg>
        <pc:graphicFrameChg chg="add mod modGraphic">
          <ac:chgData name="Mamdouh Jamjoom" userId="4f83adfd-8daa-4f62-9189-dd97c2009acc" providerId="ADAL" clId="{C50D1312-49B6-4843-BF8F-FF2439C740DC}" dt="2026-09-28T12:17:32.015" v="294" actId="572"/>
          <ac:graphicFrameMkLst>
            <pc:docMk/>
            <pc:sldMk cId="903101738" sldId="282"/>
            <ac:graphicFrameMk id="25" creationId="{3C308FE4-692D-D8D9-9C96-48B1DE6F32DD}"/>
          </ac:graphicFrameMkLst>
        </pc:graphicFrameChg>
      </pc:sldChg>
      <pc:sldChg chg="addSp delSp modSp mod">
        <pc:chgData name="Mamdouh Jamjoom" userId="4f83adfd-8daa-4f62-9189-dd97c2009acc" providerId="ADAL" clId="{C50D1312-49B6-4843-BF8F-FF2439C740DC}" dt="2026-09-28T12:02:37.617" v="217" actId="3064"/>
        <pc:sldMkLst>
          <pc:docMk/>
          <pc:sldMk cId="2014544344" sldId="288"/>
        </pc:sldMkLst>
        <pc:graphicFrameChg chg="mod modGraphic">
          <ac:chgData name="Mamdouh Jamjoom" userId="4f83adfd-8daa-4f62-9189-dd97c2009acc" providerId="ADAL" clId="{C50D1312-49B6-4843-BF8F-FF2439C740DC}" dt="2026-09-28T12:02:37.617" v="217" actId="3064"/>
          <ac:graphicFrameMkLst>
            <pc:docMk/>
            <pc:sldMk cId="2014544344" sldId="288"/>
            <ac:graphicFrameMk id="30" creationId="{D7281D2F-F619-25D8-133B-D92BC8DF9E70}"/>
          </ac:graphicFrameMkLst>
        </pc:graphicFrameChg>
      </pc:sldChg>
      <pc:sldChg chg="modSp mod">
        <pc:chgData name="Mamdouh Jamjoom" userId="4f83adfd-8daa-4f62-9189-dd97c2009acc" providerId="ADAL" clId="{C50D1312-49B6-4843-BF8F-FF2439C740DC}" dt="2026-09-28T12:03:19.573" v="237" actId="3064"/>
        <pc:sldMkLst>
          <pc:docMk/>
          <pc:sldMk cId="2014544344" sldId="296"/>
        </pc:sldMkLst>
        <pc:graphicFrameChg chg="mod modGraphic">
          <ac:chgData name="Mamdouh Jamjoom" userId="4f83adfd-8daa-4f62-9189-dd97c2009acc" providerId="ADAL" clId="{C50D1312-49B6-4843-BF8F-FF2439C740DC}" dt="2026-09-28T12:02:56.641" v="225" actId="3064"/>
          <ac:graphicFrameMkLst>
            <pc:docMk/>
            <pc:sldMk cId="2014544344" sldId="296"/>
            <ac:graphicFrameMk id="30" creationId="{6CED6B66-1642-4103-9585-EEFD107A28B7}"/>
          </ac:graphicFrameMkLst>
        </pc:graphicFrameChg>
        <pc:graphicFrameChg chg="mod modGraphic">
          <ac:chgData name="Mamdouh Jamjoom" userId="4f83adfd-8daa-4f62-9189-dd97c2009acc" providerId="ADAL" clId="{C50D1312-49B6-4843-BF8F-FF2439C740DC}" dt="2026-09-28T12:03:06.286" v="229" actId="3064"/>
          <ac:graphicFrameMkLst>
            <pc:docMk/>
            <pc:sldMk cId="2014544344" sldId="296"/>
            <ac:graphicFrameMk id="31" creationId="{1A2D0F6A-29CC-F521-F79A-1F53075353B8}"/>
          </ac:graphicFrameMkLst>
        </pc:graphicFrameChg>
        <pc:graphicFrameChg chg="mod modGraphic">
          <ac:chgData name="Mamdouh Jamjoom" userId="4f83adfd-8daa-4f62-9189-dd97c2009acc" providerId="ADAL" clId="{C50D1312-49B6-4843-BF8F-FF2439C740DC}" dt="2026-09-28T12:03:13.625" v="233" actId="3064"/>
          <ac:graphicFrameMkLst>
            <pc:docMk/>
            <pc:sldMk cId="2014544344" sldId="296"/>
            <ac:graphicFrameMk id="32" creationId="{694D8959-2FDE-5CF0-BF1F-1DC1B05721A8}"/>
          </ac:graphicFrameMkLst>
        </pc:graphicFrameChg>
        <pc:graphicFrameChg chg="mod modGraphic">
          <ac:chgData name="Mamdouh Jamjoom" userId="4f83adfd-8daa-4f62-9189-dd97c2009acc" providerId="ADAL" clId="{C50D1312-49B6-4843-BF8F-FF2439C740DC}" dt="2026-09-28T12:03:19.573" v="237" actId="3064"/>
          <ac:graphicFrameMkLst>
            <pc:docMk/>
            <pc:sldMk cId="2014544344" sldId="296"/>
            <ac:graphicFrameMk id="33" creationId="{16560A80-6509-8BA6-B3C3-A36FD4D4C70B}"/>
          </ac:graphicFrameMkLst>
        </pc:graphicFrameChg>
      </pc:sldChg>
      <pc:sldChg chg="modSp mod">
        <pc:chgData name="Mamdouh Jamjoom" userId="4f83adfd-8daa-4f62-9189-dd97c2009acc" providerId="ADAL" clId="{C50D1312-49B6-4843-BF8F-FF2439C740DC}" dt="2026-09-28T12:02:24.495" v="213" actId="3064"/>
        <pc:sldMkLst>
          <pc:docMk/>
          <pc:sldMk cId="3565859656" sldId="297"/>
        </pc:sldMkLst>
        <pc:graphicFrameChg chg="mod modGraphic">
          <ac:chgData name="Mamdouh Jamjoom" userId="4f83adfd-8daa-4f62-9189-dd97c2009acc" providerId="ADAL" clId="{C50D1312-49B6-4843-BF8F-FF2439C740DC}" dt="2026-09-28T11:22:54.442" v="184"/>
          <ac:graphicFrameMkLst>
            <pc:docMk/>
            <pc:sldMk cId="3565859656" sldId="297"/>
            <ac:graphicFrameMk id="3" creationId="{8382319D-4674-617E-33AB-0E790D75F602}"/>
          </ac:graphicFrameMkLst>
        </pc:graphicFrameChg>
        <pc:graphicFrameChg chg="mod modGraphic">
          <ac:chgData name="Mamdouh Jamjoom" userId="4f83adfd-8daa-4f62-9189-dd97c2009acc" providerId="ADAL" clId="{C50D1312-49B6-4843-BF8F-FF2439C740DC}" dt="2026-09-28T11:22:55.652" v="185"/>
          <ac:graphicFrameMkLst>
            <pc:docMk/>
            <pc:sldMk cId="3565859656" sldId="297"/>
            <ac:graphicFrameMk id="4" creationId="{236F631E-D50A-7F0D-EE08-691BB58CB619}"/>
          </ac:graphicFrameMkLst>
        </pc:graphicFrameChg>
        <pc:graphicFrameChg chg="mod modGraphic">
          <ac:chgData name="Mamdouh Jamjoom" userId="4f83adfd-8daa-4f62-9189-dd97c2009acc" providerId="ADAL" clId="{C50D1312-49B6-4843-BF8F-FF2439C740DC}" dt="2026-09-28T12:02:24.495" v="213" actId="3064"/>
          <ac:graphicFrameMkLst>
            <pc:docMk/>
            <pc:sldMk cId="3565859656" sldId="297"/>
            <ac:graphicFrameMk id="30" creationId="{24C18B9B-64F6-22FD-45B3-540606A7AC0A}"/>
          </ac:graphicFrameMkLst>
        </pc:graphicFrameChg>
      </pc:sldChg>
      <pc:sldChg chg="addSp delSp modSp mod">
        <pc:chgData name="Mamdouh Jamjoom" userId="4f83adfd-8daa-4f62-9189-dd97c2009acc" providerId="ADAL" clId="{C50D1312-49B6-4843-BF8F-FF2439C740DC}" dt="2026-09-28T12:03:45.346" v="249" actId="3064"/>
        <pc:sldMkLst>
          <pc:docMk/>
          <pc:sldMk cId="2014544344" sldId="300"/>
        </pc:sldMkLst>
        <pc:graphicFrameChg chg="mod modGraphic">
          <ac:chgData name="Mamdouh Jamjoom" userId="4f83adfd-8daa-4f62-9189-dd97c2009acc" providerId="ADAL" clId="{C50D1312-49B6-4843-BF8F-FF2439C740DC}" dt="2026-09-28T12:02:47.348" v="221" actId="3064"/>
          <ac:graphicFrameMkLst>
            <pc:docMk/>
            <pc:sldMk cId="2014544344" sldId="300"/>
            <ac:graphicFrameMk id="30" creationId="{D7281D2F-F619-25D8-133B-D92BC8DF9E70}"/>
          </ac:graphicFrameMkLst>
        </pc:graphicFrameChg>
        <pc:graphicFrameChg chg="mod modGraphic">
          <ac:chgData name="Mamdouh Jamjoom" userId="4f83adfd-8daa-4f62-9189-dd97c2009acc" providerId="ADAL" clId="{C50D1312-49B6-4843-BF8F-FF2439C740DC}" dt="2026-09-28T12:03:30.559" v="241" actId="3064"/>
          <ac:graphicFrameMkLst>
            <pc:docMk/>
            <pc:sldMk cId="2014544344" sldId="300"/>
            <ac:graphicFrameMk id="31" creationId="{3E66C75A-F78E-DDF4-95E9-67543B2DA0BE}"/>
          </ac:graphicFrameMkLst>
        </pc:graphicFrameChg>
        <pc:graphicFrameChg chg="mod modGraphic">
          <ac:chgData name="Mamdouh Jamjoom" userId="4f83adfd-8daa-4f62-9189-dd97c2009acc" providerId="ADAL" clId="{C50D1312-49B6-4843-BF8F-FF2439C740DC}" dt="2026-09-28T12:03:37.742" v="245" actId="3064"/>
          <ac:graphicFrameMkLst>
            <pc:docMk/>
            <pc:sldMk cId="2014544344" sldId="300"/>
            <ac:graphicFrameMk id="32" creationId="{BD3B8E98-7822-6066-CDA7-8D291CE1013B}"/>
          </ac:graphicFrameMkLst>
        </pc:graphicFrameChg>
        <pc:graphicFrameChg chg="mod modGraphic">
          <ac:chgData name="Mamdouh Jamjoom" userId="4f83adfd-8daa-4f62-9189-dd97c2009acc" providerId="ADAL" clId="{C50D1312-49B6-4843-BF8F-FF2439C740DC}" dt="2026-09-28T12:03:45.346" v="249" actId="3064"/>
          <ac:graphicFrameMkLst>
            <pc:docMk/>
            <pc:sldMk cId="2014544344" sldId="300"/>
            <ac:graphicFrameMk id="33" creationId="{6CED6B66-1642-4103-9585-EEFD107A28B7}"/>
          </ac:graphicFrameMkLst>
        </pc:graphicFrameChg>
      </pc:sldChg>
      <pc:sldChg chg="add">
        <pc:chgData name="Mamdouh Jamjoom" userId="4f83adfd-8daa-4f62-9189-dd97c2009acc" providerId="ADAL" clId="{C50D1312-49B6-4843-BF8F-FF2439C740DC}" dt="2026-09-28T11:28:18.096" v="202"/>
        <pc:sldMkLst>
          <pc:docMk/>
          <pc:sldMk cId="3001195978" sldId="301"/>
        </pc:sldMkLst>
      </pc:sldChg>
      <pc:sldChg chg="addSp delSp modSp new del mod">
        <pc:chgData name="Mamdouh Jamjoom" userId="4f83adfd-8daa-4f62-9189-dd97c2009acc" providerId="ADAL" clId="{C50D1312-49B6-4843-BF8F-FF2439C740DC}" dt="2026-10-15T08:34:07.895" v="2626" actId="47"/>
        <pc:sldMkLst>
          <pc:docMk/>
          <pc:sldMk cId="2620753142" sldId="304"/>
        </pc:sldMkLst>
        <pc:spChg chg="add mod">
          <ac:chgData name="Mamdouh Jamjoom" userId="4f83adfd-8daa-4f62-9189-dd97c2009acc" providerId="ADAL" clId="{C50D1312-49B6-4843-BF8F-FF2439C740DC}" dt="2026-10-14T09:39:52.425" v="2033" actId="1076"/>
          <ac:spMkLst>
            <pc:docMk/>
            <pc:sldMk cId="2620753142" sldId="304"/>
            <ac:spMk id="2" creationId="{2E584683-736F-494E-5BBB-94849A8083EB}"/>
          </ac:spMkLst>
        </pc:spChg>
        <pc:spChg chg="add mod">
          <ac:chgData name="Mamdouh Jamjoom" userId="4f83adfd-8daa-4f62-9189-dd97c2009acc" providerId="ADAL" clId="{C50D1312-49B6-4843-BF8F-FF2439C740DC}" dt="2026-10-14T09:54:23.629" v="2226" actId="14100"/>
          <ac:spMkLst>
            <pc:docMk/>
            <pc:sldMk cId="2620753142" sldId="304"/>
            <ac:spMk id="3" creationId="{E83EFF48-C7C7-3A26-8FF1-3E8263DEDE6E}"/>
          </ac:spMkLst>
        </pc:spChg>
        <pc:spChg chg="add mod">
          <ac:chgData name="Mamdouh Jamjoom" userId="4f83adfd-8daa-4f62-9189-dd97c2009acc" providerId="ADAL" clId="{C50D1312-49B6-4843-BF8F-FF2439C740DC}" dt="2026-10-14T09:40:29.867" v="2062" actId="20577"/>
          <ac:spMkLst>
            <pc:docMk/>
            <pc:sldMk cId="2620753142" sldId="304"/>
            <ac:spMk id="6" creationId="{CAB92FBA-9277-00D4-66A1-261722534367}"/>
          </ac:spMkLst>
        </pc:spChg>
        <pc:spChg chg="add mod">
          <ac:chgData name="Mamdouh Jamjoom" userId="4f83adfd-8daa-4f62-9189-dd97c2009acc" providerId="ADAL" clId="{C50D1312-49B6-4843-BF8F-FF2439C740DC}" dt="2026-10-14T09:54:23.629" v="2226" actId="14100"/>
          <ac:spMkLst>
            <pc:docMk/>
            <pc:sldMk cId="2620753142" sldId="304"/>
            <ac:spMk id="8" creationId="{8B974F54-A84B-CB77-86C0-DDE2E161866A}"/>
          </ac:spMkLst>
        </pc:spChg>
        <pc:spChg chg="add mod">
          <ac:chgData name="Mamdouh Jamjoom" userId="4f83adfd-8daa-4f62-9189-dd97c2009acc" providerId="ADAL" clId="{C50D1312-49B6-4843-BF8F-FF2439C740DC}" dt="2026-10-14T09:40:05.060" v="2037" actId="20577"/>
          <ac:spMkLst>
            <pc:docMk/>
            <pc:sldMk cId="2620753142" sldId="304"/>
            <ac:spMk id="9" creationId="{8D669CF9-CEC8-3A5E-81C5-667A9CC29413}"/>
          </ac:spMkLst>
        </pc:spChg>
        <pc:spChg chg="del mod">
          <ac:chgData name="Mamdouh Jamjoom" userId="4f83adfd-8daa-4f62-9189-dd97c2009acc" providerId="ADAL" clId="{C50D1312-49B6-4843-BF8F-FF2439C740DC}" dt="2026-10-14T09:39:19.247" v="2014" actId="478"/>
          <ac:spMkLst>
            <pc:docMk/>
            <pc:sldMk cId="2620753142" sldId="304"/>
            <ac:spMk id="15" creationId="{DBA159B7-C2C2-8832-515F-1BC7DA95730D}"/>
          </ac:spMkLst>
        </pc:spChg>
        <pc:spChg chg="add del mod">
          <ac:chgData name="Mamdouh Jamjoom" userId="4f83adfd-8daa-4f62-9189-dd97c2009acc" providerId="ADAL" clId="{C50D1312-49B6-4843-BF8F-FF2439C740DC}" dt="2026-10-14T09:39:19.247" v="2014" actId="478"/>
          <ac:spMkLst>
            <pc:docMk/>
            <pc:sldMk cId="2620753142" sldId="304"/>
            <ac:spMk id="17" creationId="{70E670B0-5FEC-9275-E182-78338BDD821E}"/>
          </ac:spMkLst>
        </pc:spChg>
        <pc:spChg chg="del mod">
          <ac:chgData name="Mamdouh Jamjoom" userId="4f83adfd-8daa-4f62-9189-dd97c2009acc" providerId="ADAL" clId="{C50D1312-49B6-4843-BF8F-FF2439C740DC}" dt="2026-10-14T09:39:19.247" v="2014" actId="478"/>
          <ac:spMkLst>
            <pc:docMk/>
            <pc:sldMk cId="2620753142" sldId="304"/>
            <ac:spMk id="19" creationId="{25233D28-9E11-D212-93C2-18E04A1D89A7}"/>
          </ac:spMkLst>
        </pc:spChg>
        <pc:spChg chg="add mod">
          <ac:chgData name="Mamdouh Jamjoom" userId="4f83adfd-8daa-4f62-9189-dd97c2009acc" providerId="ADAL" clId="{C50D1312-49B6-4843-BF8F-FF2439C740DC}" dt="2026-10-14T09:38:29.208" v="1997" actId="1076"/>
          <ac:spMkLst>
            <pc:docMk/>
            <pc:sldMk cId="2620753142" sldId="304"/>
            <ac:spMk id="25" creationId="{4BB7D051-9523-9785-E43E-7FD67B078D6C}"/>
          </ac:spMkLst>
        </pc:spChg>
        <pc:spChg chg="mod">
          <ac:chgData name="Mamdouh Jamjoom" userId="4f83adfd-8daa-4f62-9189-dd97c2009acc" providerId="ADAL" clId="{C50D1312-49B6-4843-BF8F-FF2439C740DC}" dt="2026-10-14T09:54:23.629" v="2226" actId="14100"/>
          <ac:spMkLst>
            <pc:docMk/>
            <pc:sldMk cId="2620753142" sldId="304"/>
            <ac:spMk id="31" creationId="{4A58B733-CADC-62B5-90E8-2B0D7C4EED76}"/>
          </ac:spMkLst>
        </pc:spChg>
        <pc:spChg chg="mod">
          <ac:chgData name="Mamdouh Jamjoom" userId="4f83adfd-8daa-4f62-9189-dd97c2009acc" providerId="ADAL" clId="{C50D1312-49B6-4843-BF8F-FF2439C740DC}" dt="2026-10-14T09:54:23.629" v="2226" actId="14100"/>
          <ac:spMkLst>
            <pc:docMk/>
            <pc:sldMk cId="2620753142" sldId="304"/>
            <ac:spMk id="39" creationId="{BBBACB48-E287-44EE-8974-055047F9A462}"/>
          </ac:spMkLst>
        </pc:spChg>
        <pc:spChg chg="del mod">
          <ac:chgData name="Mamdouh Jamjoom" userId="4f83adfd-8daa-4f62-9189-dd97c2009acc" providerId="ADAL" clId="{C50D1312-49B6-4843-BF8F-FF2439C740DC}" dt="2026-10-14T09:38:26.637" v="1995" actId="478"/>
          <ac:spMkLst>
            <pc:docMk/>
            <pc:sldMk cId="2620753142" sldId="304"/>
            <ac:spMk id="41" creationId="{714D63C6-FA7E-1003-B11F-D7B54F842C29}"/>
          </ac:spMkLst>
        </pc:spChg>
        <pc:spChg chg="del mod">
          <ac:chgData name="Mamdouh Jamjoom" userId="4f83adfd-8daa-4f62-9189-dd97c2009acc" providerId="ADAL" clId="{C50D1312-49B6-4843-BF8F-FF2439C740DC}" dt="2026-10-14T09:38:26.637" v="1995" actId="478"/>
          <ac:spMkLst>
            <pc:docMk/>
            <pc:sldMk cId="2620753142" sldId="304"/>
            <ac:spMk id="43" creationId="{4C539A09-4E49-AD70-465D-CA4C1AB8EE54}"/>
          </ac:spMkLst>
        </pc:spChg>
        <pc:spChg chg="mod">
          <ac:chgData name="Mamdouh Jamjoom" userId="4f83adfd-8daa-4f62-9189-dd97c2009acc" providerId="ADAL" clId="{C50D1312-49B6-4843-BF8F-FF2439C740DC}" dt="2026-10-14T09:54:23.629" v="2226" actId="14100"/>
          <ac:spMkLst>
            <pc:docMk/>
            <pc:sldMk cId="2620753142" sldId="304"/>
            <ac:spMk id="45" creationId="{3E6A6801-20BC-C296-0B2D-95E76BDBC767}"/>
          </ac:spMkLst>
        </pc:spChg>
        <pc:spChg chg="mod">
          <ac:chgData name="Mamdouh Jamjoom" userId="4f83adfd-8daa-4f62-9189-dd97c2009acc" providerId="ADAL" clId="{C50D1312-49B6-4843-BF8F-FF2439C740DC}" dt="2026-10-14T09:54:23.629" v="2226" actId="14100"/>
          <ac:spMkLst>
            <pc:docMk/>
            <pc:sldMk cId="2620753142" sldId="304"/>
            <ac:spMk id="49" creationId="{6155BC90-F52C-78E5-FD1A-755207D0BCA7}"/>
          </ac:spMkLst>
        </pc:spChg>
        <pc:spChg chg="mod">
          <ac:chgData name="Mamdouh Jamjoom" userId="4f83adfd-8daa-4f62-9189-dd97c2009acc" providerId="ADAL" clId="{C50D1312-49B6-4843-BF8F-FF2439C740DC}" dt="2026-10-14T09:41:06.378" v="2089" actId="20577"/>
          <ac:spMkLst>
            <pc:docMk/>
            <pc:sldMk cId="2620753142" sldId="304"/>
            <ac:spMk id="55" creationId="{5F818857-D199-72B5-88FF-661351509445}"/>
          </ac:spMkLst>
        </pc:spChg>
        <pc:spChg chg="mod">
          <ac:chgData name="Mamdouh Jamjoom" userId="4f83adfd-8daa-4f62-9189-dd97c2009acc" providerId="ADAL" clId="{C50D1312-49B6-4843-BF8F-FF2439C740DC}" dt="2026-10-14T09:42:30.004" v="2114"/>
          <ac:spMkLst>
            <pc:docMk/>
            <pc:sldMk cId="2620753142" sldId="304"/>
            <ac:spMk id="57" creationId="{0D1AE143-03B3-FC20-B5A6-C42B2037E2CA}"/>
          </ac:spMkLst>
        </pc:spChg>
        <pc:spChg chg="mod">
          <ac:chgData name="Mamdouh Jamjoom" userId="4f83adfd-8daa-4f62-9189-dd97c2009acc" providerId="ADAL" clId="{C50D1312-49B6-4843-BF8F-FF2439C740DC}" dt="2026-10-14T09:42:30.004" v="2114"/>
          <ac:spMkLst>
            <pc:docMk/>
            <pc:sldMk cId="2620753142" sldId="304"/>
            <ac:spMk id="59" creationId="{5EC29929-5C9A-6498-1B58-44C622A613BF}"/>
          </ac:spMkLst>
        </pc:spChg>
        <pc:spChg chg="del mod">
          <ac:chgData name="Mamdouh Jamjoom" userId="4f83adfd-8daa-4f62-9189-dd97c2009acc" providerId="ADAL" clId="{C50D1312-49B6-4843-BF8F-FF2439C740DC}" dt="2026-10-14T09:39:43.146" v="2029" actId="478"/>
          <ac:spMkLst>
            <pc:docMk/>
            <pc:sldMk cId="2620753142" sldId="304"/>
            <ac:spMk id="61" creationId="{F10F5DDC-24E7-D0B9-A5A3-A40ECAEB45B3}"/>
          </ac:spMkLst>
        </pc:spChg>
        <pc:spChg chg="add del mod">
          <ac:chgData name="Mamdouh Jamjoom" userId="4f83adfd-8daa-4f62-9189-dd97c2009acc" providerId="ADAL" clId="{C50D1312-49B6-4843-BF8F-FF2439C740DC}" dt="2026-10-14T09:39:41.179" v="2028" actId="478"/>
          <ac:spMkLst>
            <pc:docMk/>
            <pc:sldMk cId="2620753142" sldId="304"/>
            <ac:spMk id="63" creationId="{31662C68-FEA5-6413-EAF3-3C3666D8B414}"/>
          </ac:spMkLst>
        </pc:spChg>
        <pc:spChg chg="del mod">
          <ac:chgData name="Mamdouh Jamjoom" userId="4f83adfd-8daa-4f62-9189-dd97c2009acc" providerId="ADAL" clId="{C50D1312-49B6-4843-BF8F-FF2439C740DC}" dt="2026-10-14T09:39:41.179" v="2028" actId="478"/>
          <ac:spMkLst>
            <pc:docMk/>
            <pc:sldMk cId="2620753142" sldId="304"/>
            <ac:spMk id="65" creationId="{2B834C52-9F43-E78F-E05C-55F21F1C18AB}"/>
          </ac:spMkLst>
        </pc:spChg>
        <pc:spChg chg="add del mod">
          <ac:chgData name="Mamdouh Jamjoom" userId="4f83adfd-8daa-4f62-9189-dd97c2009acc" providerId="ADAL" clId="{C50D1312-49B6-4843-BF8F-FF2439C740DC}" dt="2026-10-14T09:54:23.629" v="2226" actId="14100"/>
          <ac:spMkLst>
            <pc:docMk/>
            <pc:sldMk cId="2620753142" sldId="304"/>
            <ac:spMk id="67" creationId="{DF5E5D83-5C2E-D3D5-C296-7EB5F3615CAB}"/>
          </ac:spMkLst>
        </pc:spChg>
        <pc:spChg chg="mod">
          <ac:chgData name="Mamdouh Jamjoom" userId="4f83adfd-8daa-4f62-9189-dd97c2009acc" providerId="ADAL" clId="{C50D1312-49B6-4843-BF8F-FF2439C740DC}" dt="2026-10-14T09:54:23.629" v="2226" actId="14100"/>
          <ac:spMkLst>
            <pc:docMk/>
            <pc:sldMk cId="2620753142" sldId="304"/>
            <ac:spMk id="77" creationId="{63ADDAFD-0BAD-19B6-34AA-63EDEFE7BF83}"/>
          </ac:spMkLst>
        </pc:spChg>
        <pc:spChg chg="mod">
          <ac:chgData name="Mamdouh Jamjoom" userId="4f83adfd-8daa-4f62-9189-dd97c2009acc" providerId="ADAL" clId="{C50D1312-49B6-4843-BF8F-FF2439C740DC}" dt="2026-10-14T09:42:30.004" v="2118"/>
          <ac:spMkLst>
            <pc:docMk/>
            <pc:sldMk cId="2620753142" sldId="304"/>
            <ac:spMk id="79" creationId="{DEEEC750-8B77-932D-F37C-35DD72F8E7F5}"/>
          </ac:spMkLst>
        </pc:spChg>
        <pc:spChg chg="add mod">
          <ac:chgData name="Mamdouh Jamjoom" userId="4f83adfd-8daa-4f62-9189-dd97c2009acc" providerId="ADAL" clId="{C50D1312-49B6-4843-BF8F-FF2439C740DC}" dt="2026-10-14T09:42:30.004" v="2118"/>
          <ac:spMkLst>
            <pc:docMk/>
            <pc:sldMk cId="2620753142" sldId="304"/>
            <ac:spMk id="81" creationId="{555D6F1A-174B-ADBC-1BCC-A0A8815F0CAD}"/>
          </ac:spMkLst>
        </pc:spChg>
        <pc:spChg chg="del">
          <ac:chgData name="Mamdouh Jamjoom" userId="4f83adfd-8daa-4f62-9189-dd97c2009acc" providerId="ADAL" clId="{C50D1312-49B6-4843-BF8F-FF2439C740DC}" dt="2026-10-14T09:39:41.179" v="2028" actId="478"/>
          <ac:spMkLst>
            <pc:docMk/>
            <pc:sldMk cId="2620753142" sldId="304"/>
            <ac:spMk id="83" creationId="{C90B0ABC-EB77-AF77-57D9-D8FDB3F7597A}"/>
          </ac:spMkLst>
        </pc:spChg>
        <pc:spChg chg="del">
          <ac:chgData name="Mamdouh Jamjoom" userId="4f83adfd-8daa-4f62-9189-dd97c2009acc" providerId="ADAL" clId="{C50D1312-49B6-4843-BF8F-FF2439C740DC}" dt="2026-10-14T09:39:41.179" v="2028" actId="478"/>
          <ac:spMkLst>
            <pc:docMk/>
            <pc:sldMk cId="2620753142" sldId="304"/>
            <ac:spMk id="85" creationId="{21CC4985-CFAC-D0DC-5601-3BFF8DC7FA0C}"/>
          </ac:spMkLst>
        </pc:spChg>
        <pc:spChg chg="del mod">
          <ac:chgData name="Mamdouh Jamjoom" userId="4f83adfd-8daa-4f62-9189-dd97c2009acc" providerId="ADAL" clId="{C50D1312-49B6-4843-BF8F-FF2439C740DC}" dt="2026-10-14T09:39:41.179" v="2028" actId="478"/>
          <ac:spMkLst>
            <pc:docMk/>
            <pc:sldMk cId="2620753142" sldId="304"/>
            <ac:spMk id="87" creationId="{D6311C54-637A-578A-C721-42433BEF22CA}"/>
          </ac:spMkLst>
        </pc:spChg>
        <pc:spChg chg="add del mod">
          <ac:chgData name="Mamdouh Jamjoom" userId="4f83adfd-8daa-4f62-9189-dd97c2009acc" providerId="ADAL" clId="{C50D1312-49B6-4843-BF8F-FF2439C740DC}" dt="2026-10-14T09:54:23.629" v="2226" actId="14100"/>
          <ac:spMkLst>
            <pc:docMk/>
            <pc:sldMk cId="2620753142" sldId="304"/>
            <ac:spMk id="89" creationId="{239F9F41-1F11-40D4-F33A-EC5C1BECF782}"/>
          </ac:spMkLst>
        </pc:spChg>
        <pc:spChg chg="add del mod">
          <ac:chgData name="Mamdouh Jamjoom" userId="4f83adfd-8daa-4f62-9189-dd97c2009acc" providerId="ADAL" clId="{C50D1312-49B6-4843-BF8F-FF2439C740DC}" dt="2026-10-14T09:54:23.629" v="2226" actId="14100"/>
          <ac:spMkLst>
            <pc:docMk/>
            <pc:sldMk cId="2620753142" sldId="304"/>
            <ac:spMk id="91" creationId="{E01F6363-D51B-CCB7-2A52-65656D1D23BD}"/>
          </ac:spMkLst>
        </pc:spChg>
        <pc:spChg chg="mod">
          <ac:chgData name="Mamdouh Jamjoom" userId="4f83adfd-8daa-4f62-9189-dd97c2009acc" providerId="ADAL" clId="{C50D1312-49B6-4843-BF8F-FF2439C740DC}" dt="2026-10-14T09:53:16.670" v="2221" actId="20577"/>
          <ac:spMkLst>
            <pc:docMk/>
            <pc:sldMk cId="2620753142" sldId="304"/>
            <ac:spMk id="96" creationId="{CF7703D1-A055-83B6-4057-D7897E3DA8F0}"/>
          </ac:spMkLst>
        </pc:spChg>
        <pc:grpChg chg="add mod">
          <ac:chgData name="Mamdouh Jamjoom" userId="4f83adfd-8daa-4f62-9189-dd97c2009acc" providerId="ADAL" clId="{C50D1312-49B6-4843-BF8F-FF2439C740DC}" dt="2026-10-14T09:42:49.833" v="2207" actId="1036"/>
          <ac:grpSpMkLst>
            <pc:docMk/>
            <pc:sldMk cId="2620753142" sldId="304"/>
            <ac:grpSpMk id="123" creationId="{BBAACE77-6771-1B54-F24E-671E333ED9EE}"/>
          </ac:grpSpMkLst>
        </pc:grpChg>
        <pc:grpChg chg="add mod ord">
          <ac:chgData name="Mamdouh Jamjoom" userId="4f83adfd-8daa-4f62-9189-dd97c2009acc" providerId="ADAL" clId="{C50D1312-49B6-4843-BF8F-FF2439C740DC}" dt="2026-10-14T09:42:49.833" v="2207" actId="1036"/>
          <ac:grpSpMkLst>
            <pc:docMk/>
            <pc:sldMk cId="2620753142" sldId="304"/>
            <ac:grpSpMk id="124" creationId="{32EC6EB6-A314-AB28-00F8-B39EC35CCC9E}"/>
          </ac:grpSpMkLst>
        </pc:grpChg>
        <pc:grpChg chg="add mod ord">
          <ac:chgData name="Mamdouh Jamjoom" userId="4f83adfd-8daa-4f62-9189-dd97c2009acc" providerId="ADAL" clId="{C50D1312-49B6-4843-BF8F-FF2439C740DC}" dt="2026-10-14T09:42:49.833" v="2207" actId="1036"/>
          <ac:grpSpMkLst>
            <pc:docMk/>
            <pc:sldMk cId="2620753142" sldId="304"/>
            <ac:grpSpMk id="125" creationId="{93ACDFE1-A67E-2F24-B51C-28FF39C16893}"/>
          </ac:grpSpMkLst>
        </pc:grpChg>
        <pc:grpChg chg="add mod">
          <ac:chgData name="Mamdouh Jamjoom" userId="4f83adfd-8daa-4f62-9189-dd97c2009acc" providerId="ADAL" clId="{C50D1312-49B6-4843-BF8F-FF2439C740DC}" dt="2026-10-14T09:42:49.833" v="2207" actId="1036"/>
          <ac:grpSpMkLst>
            <pc:docMk/>
            <pc:sldMk cId="2620753142" sldId="304"/>
            <ac:grpSpMk id="126" creationId="{30E2D0C4-5509-7C85-9005-8819A7D8617E}"/>
          </ac:grpSpMkLst>
        </pc:grpChg>
        <pc:graphicFrameChg chg="mod modGraphic">
          <ac:chgData name="Mamdouh Jamjoom" userId="4f83adfd-8daa-4f62-9189-dd97c2009acc" providerId="ADAL" clId="{C50D1312-49B6-4843-BF8F-FF2439C740DC}" dt="2026-10-14T09:55:21.353" v="2235" actId="20577"/>
          <ac:graphicFrameMkLst>
            <pc:docMk/>
            <pc:sldMk cId="2620753142" sldId="304"/>
            <ac:graphicFrameMk id="99" creationId="{A98504CC-C528-F27A-1000-E871C1FF868A}"/>
          </ac:graphicFrameMkLst>
        </pc:graphicFrameChg>
        <pc:cxnChg chg="mod">
          <ac:chgData name="Mamdouh Jamjoom" userId="4f83adfd-8daa-4f62-9189-dd97c2009acc" providerId="ADAL" clId="{C50D1312-49B6-4843-BF8F-FF2439C740DC}" dt="2026-10-14T09:53:20.187" v="2222" actId="14100"/>
          <ac:cxnSpMkLst>
            <pc:docMk/>
            <pc:sldMk cId="2620753142" sldId="304"/>
            <ac:cxnSpMk id="97" creationId="{C45EE41D-7C7E-7DD8-DF67-1955C77C07B3}"/>
          </ac:cxnSpMkLst>
        </pc:cxnChg>
      </pc:sldChg>
      <pc:sldChg chg="addSp delSp modSp add mod ord">
        <pc:chgData name="Mamdouh Jamjoom" userId="4f83adfd-8daa-4f62-9189-dd97c2009acc" providerId="ADAL" clId="{C50D1312-49B6-4843-BF8F-FF2439C740DC}" dt="2026-10-15T08:39:07.527" v="2689" actId="478"/>
        <pc:sldMkLst>
          <pc:docMk/>
          <pc:sldMk cId="2100585411" sldId="305"/>
        </pc:sldMkLst>
        <pc:spChg chg="mod">
          <ac:chgData name="Mamdouh Jamjoom" userId="4f83adfd-8daa-4f62-9189-dd97c2009acc" providerId="ADAL" clId="{C50D1312-49B6-4843-BF8F-FF2439C740DC}" dt="2026-10-14T11:51:27.264" v="2304" actId="14100"/>
          <ac:spMkLst>
            <pc:docMk/>
            <pc:sldMk cId="2100585411" sldId="305"/>
            <ac:spMk id="2" creationId="{63BC0C05-872B-47E6-FD17-A07450091850}"/>
          </ac:spMkLst>
        </pc:spChg>
        <pc:spChg chg="mod">
          <ac:chgData name="Mamdouh Jamjoom" userId="4f83adfd-8daa-4f62-9189-dd97c2009acc" providerId="ADAL" clId="{C50D1312-49B6-4843-BF8F-FF2439C740DC}" dt="2026-10-14T11:53:42.266" v="2604" actId="207"/>
          <ac:spMkLst>
            <pc:docMk/>
            <pc:sldMk cId="2100585411" sldId="305"/>
            <ac:spMk id="3" creationId="{B1390335-FEDF-6056-BC94-ECD9E1A34F21}"/>
          </ac:spMkLst>
        </pc:spChg>
        <pc:spChg chg="mod">
          <ac:chgData name="Mamdouh Jamjoom" userId="4f83adfd-8daa-4f62-9189-dd97c2009acc" providerId="ADAL" clId="{C50D1312-49B6-4843-BF8F-FF2439C740DC}" dt="2026-10-14T10:52:49.883" v="2256"/>
          <ac:spMkLst>
            <pc:docMk/>
            <pc:sldMk cId="2100585411" sldId="305"/>
            <ac:spMk id="7" creationId="{07C7B915-301E-C1E0-3D42-31142E619CA5}"/>
          </ac:spMkLst>
        </pc:spChg>
        <pc:spChg chg="mod">
          <ac:chgData name="Mamdouh Jamjoom" userId="4f83adfd-8daa-4f62-9189-dd97c2009acc" providerId="ADAL" clId="{C50D1312-49B6-4843-BF8F-FF2439C740DC}" dt="2026-10-14T11:51:27.264" v="2304" actId="14100"/>
          <ac:spMkLst>
            <pc:docMk/>
            <pc:sldMk cId="2100585411" sldId="305"/>
            <ac:spMk id="8" creationId="{0CDA777E-D48A-35E3-F35D-C493F700579C}"/>
          </ac:spMkLst>
        </pc:spChg>
        <pc:spChg chg="mod">
          <ac:chgData name="Mamdouh Jamjoom" userId="4f83adfd-8daa-4f62-9189-dd97c2009acc" providerId="ADAL" clId="{C50D1312-49B6-4843-BF8F-FF2439C740DC}" dt="2026-10-14T11:51:27.264" v="2304" actId="14100"/>
          <ac:spMkLst>
            <pc:docMk/>
            <pc:sldMk cId="2100585411" sldId="305"/>
            <ac:spMk id="9" creationId="{348A93E9-DBD2-E2C3-2285-EC67CC340B56}"/>
          </ac:spMkLst>
        </pc:spChg>
        <pc:spChg chg="mod">
          <ac:chgData name="Mamdouh Jamjoom" userId="4f83adfd-8daa-4f62-9189-dd97c2009acc" providerId="ADAL" clId="{C50D1312-49B6-4843-BF8F-FF2439C740DC}" dt="2026-10-14T10:52:49.883" v="2256"/>
          <ac:spMkLst>
            <pc:docMk/>
            <pc:sldMk cId="2100585411" sldId="305"/>
            <ac:spMk id="10" creationId="{467D20B2-06E9-25CA-E664-7AEC4FC0F994}"/>
          </ac:spMkLst>
        </pc:spChg>
        <pc:spChg chg="mod">
          <ac:chgData name="Mamdouh Jamjoom" userId="4f83adfd-8daa-4f62-9189-dd97c2009acc" providerId="ADAL" clId="{C50D1312-49B6-4843-BF8F-FF2439C740DC}" dt="2026-10-14T11:47:46.588" v="2263" actId="207"/>
          <ac:spMkLst>
            <pc:docMk/>
            <pc:sldMk cId="2100585411" sldId="305"/>
            <ac:spMk id="11" creationId="{46F6ECAB-0443-153B-43E7-BE9F76E707C2}"/>
          </ac:spMkLst>
        </pc:spChg>
        <pc:spChg chg="mod">
          <ac:chgData name="Mamdouh Jamjoom" userId="4f83adfd-8daa-4f62-9189-dd97c2009acc" providerId="ADAL" clId="{C50D1312-49B6-4843-BF8F-FF2439C740DC}" dt="2026-10-14T10:52:49.883" v="2256"/>
          <ac:spMkLst>
            <pc:docMk/>
            <pc:sldMk cId="2100585411" sldId="305"/>
            <ac:spMk id="12" creationId="{47DC43E8-D65F-DF9D-9B50-9D107CB85AB3}"/>
          </ac:spMkLst>
        </pc:spChg>
        <pc:spChg chg="mod">
          <ac:chgData name="Mamdouh Jamjoom" userId="4f83adfd-8daa-4f62-9189-dd97c2009acc" providerId="ADAL" clId="{C50D1312-49B6-4843-BF8F-FF2439C740DC}" dt="2026-10-14T11:47:54.922" v="2265" actId="208"/>
          <ac:spMkLst>
            <pc:docMk/>
            <pc:sldMk cId="2100585411" sldId="305"/>
            <ac:spMk id="13" creationId="{352EE0A9-871E-6ECF-FF79-EC291FB636E8}"/>
          </ac:spMkLst>
        </pc:spChg>
        <pc:spChg chg="mod">
          <ac:chgData name="Mamdouh Jamjoom" userId="4f83adfd-8daa-4f62-9189-dd97c2009acc" providerId="ADAL" clId="{C50D1312-49B6-4843-BF8F-FF2439C740DC}" dt="2026-10-14T10:52:49.883" v="2256"/>
          <ac:spMkLst>
            <pc:docMk/>
            <pc:sldMk cId="2100585411" sldId="305"/>
            <ac:spMk id="14" creationId="{6997CAC4-5DF4-B1F6-CCD4-88CC09466A08}"/>
          </ac:spMkLst>
        </pc:spChg>
        <pc:spChg chg="mod">
          <ac:chgData name="Mamdouh Jamjoom" userId="4f83adfd-8daa-4f62-9189-dd97c2009acc" providerId="ADAL" clId="{C50D1312-49B6-4843-BF8F-FF2439C740DC}" dt="2026-10-14T10:52:49.883" v="2256"/>
          <ac:spMkLst>
            <pc:docMk/>
            <pc:sldMk cId="2100585411" sldId="305"/>
            <ac:spMk id="15" creationId="{FA47E1A6-FDE0-2449-1CC7-40A89E551F66}"/>
          </ac:spMkLst>
        </pc:spChg>
        <pc:spChg chg="mod">
          <ac:chgData name="Mamdouh Jamjoom" userId="4f83adfd-8daa-4f62-9189-dd97c2009acc" providerId="ADAL" clId="{C50D1312-49B6-4843-BF8F-FF2439C740DC}" dt="2026-10-14T10:52:49.883" v="2256"/>
          <ac:spMkLst>
            <pc:docMk/>
            <pc:sldMk cId="2100585411" sldId="305"/>
            <ac:spMk id="16" creationId="{728372B8-4412-7B53-6368-5DE165AD0880}"/>
          </ac:spMkLst>
        </pc:spChg>
        <pc:spChg chg="mod">
          <ac:chgData name="Mamdouh Jamjoom" userId="4f83adfd-8daa-4f62-9189-dd97c2009acc" providerId="ADAL" clId="{C50D1312-49B6-4843-BF8F-FF2439C740DC}" dt="2026-10-14T10:52:49.883" v="2256"/>
          <ac:spMkLst>
            <pc:docMk/>
            <pc:sldMk cId="2100585411" sldId="305"/>
            <ac:spMk id="17" creationId="{CC0DB842-0021-584D-F6CC-4517043912E7}"/>
          </ac:spMkLst>
        </pc:spChg>
        <pc:spChg chg="mod">
          <ac:chgData name="Mamdouh Jamjoom" userId="4f83adfd-8daa-4f62-9189-dd97c2009acc" providerId="ADAL" clId="{C50D1312-49B6-4843-BF8F-FF2439C740DC}" dt="2026-10-14T10:52:49.883" v="2256"/>
          <ac:spMkLst>
            <pc:docMk/>
            <pc:sldMk cId="2100585411" sldId="305"/>
            <ac:spMk id="18" creationId="{96069DC2-F048-C526-0990-E2EC110F9C38}"/>
          </ac:spMkLst>
        </pc:spChg>
        <pc:spChg chg="mod">
          <ac:chgData name="Mamdouh Jamjoom" userId="4f83adfd-8daa-4f62-9189-dd97c2009acc" providerId="ADAL" clId="{C50D1312-49B6-4843-BF8F-FF2439C740DC}" dt="2026-10-14T10:52:49.883" v="2256"/>
          <ac:spMkLst>
            <pc:docMk/>
            <pc:sldMk cId="2100585411" sldId="305"/>
            <ac:spMk id="19" creationId="{CF4959BF-2581-DCF7-0561-99D5AB85B11F}"/>
          </ac:spMkLst>
        </pc:spChg>
        <pc:spChg chg="mod">
          <ac:chgData name="Mamdouh Jamjoom" userId="4f83adfd-8daa-4f62-9189-dd97c2009acc" providerId="ADAL" clId="{C50D1312-49B6-4843-BF8F-FF2439C740DC}" dt="2026-10-14T10:52:49.883" v="2256"/>
          <ac:spMkLst>
            <pc:docMk/>
            <pc:sldMk cId="2100585411" sldId="305"/>
            <ac:spMk id="20" creationId="{5D0CC90E-3CE0-69CD-E8F7-E6512239E134}"/>
          </ac:spMkLst>
        </pc:spChg>
        <pc:spChg chg="mod ord">
          <ac:chgData name="Mamdouh Jamjoom" userId="4f83adfd-8daa-4f62-9189-dd97c2009acc" providerId="ADAL" clId="{C50D1312-49B6-4843-BF8F-FF2439C740DC}" dt="2026-10-14T11:52:57.163" v="2580"/>
          <ac:spMkLst>
            <pc:docMk/>
            <pc:sldMk cId="2100585411" sldId="305"/>
            <ac:spMk id="23" creationId="{DC145411-10C8-3433-960F-17B0BE6FE099}"/>
          </ac:spMkLst>
        </pc:spChg>
        <pc:spChg chg="mod">
          <ac:chgData name="Mamdouh Jamjoom" userId="4f83adfd-8daa-4f62-9189-dd97c2009acc" providerId="ADAL" clId="{C50D1312-49B6-4843-BF8F-FF2439C740DC}" dt="2026-10-14T11:53:43.270" v="2606" actId="207"/>
          <ac:spMkLst>
            <pc:docMk/>
            <pc:sldMk cId="2100585411" sldId="305"/>
            <ac:spMk id="25" creationId="{6EEF22BF-9B0A-EA1D-5B42-969A0E9E9A43}"/>
          </ac:spMkLst>
        </pc:spChg>
        <pc:spChg chg="mod">
          <ac:chgData name="Mamdouh Jamjoom" userId="4f83adfd-8daa-4f62-9189-dd97c2009acc" providerId="ADAL" clId="{C50D1312-49B6-4843-BF8F-FF2439C740DC}" dt="2026-10-14T11:51:27.264" v="2304" actId="14100"/>
          <ac:spMkLst>
            <pc:docMk/>
            <pc:sldMk cId="2100585411" sldId="305"/>
            <ac:spMk id="39" creationId="{3E318CEF-FCC1-1F06-1D8E-A9C37AEBD7FC}"/>
          </ac:spMkLst>
        </pc:spChg>
        <pc:spChg chg="mod ord">
          <ac:chgData name="Mamdouh Jamjoom" userId="4f83adfd-8daa-4f62-9189-dd97c2009acc" providerId="ADAL" clId="{C50D1312-49B6-4843-BF8F-FF2439C740DC}" dt="2026-10-14T11:52:58.457" v="2588"/>
          <ac:spMkLst>
            <pc:docMk/>
            <pc:sldMk cId="2100585411" sldId="305"/>
            <ac:spMk id="47" creationId="{3ACFD9DD-3129-BBAB-BB36-913C70B3E25B}"/>
          </ac:spMkLst>
        </pc:spChg>
        <pc:spChg chg="mod">
          <ac:chgData name="Mamdouh Jamjoom" userId="4f83adfd-8daa-4f62-9189-dd97c2009acc" providerId="ADAL" clId="{C50D1312-49B6-4843-BF8F-FF2439C740DC}" dt="2026-10-14T11:48:38.178" v="2272" actId="207"/>
          <ac:spMkLst>
            <pc:docMk/>
            <pc:sldMk cId="2100585411" sldId="305"/>
            <ac:spMk id="55" creationId="{913B1D46-65C4-5BA7-FD7D-0ABA99136552}"/>
          </ac:spMkLst>
        </pc:spChg>
        <pc:spChg chg="mod">
          <ac:chgData name="Mamdouh Jamjoom" userId="4f83adfd-8daa-4f62-9189-dd97c2009acc" providerId="ADAL" clId="{C50D1312-49B6-4843-BF8F-FF2439C740DC}" dt="2026-10-14T11:48:07.541" v="2266" actId="207"/>
          <ac:spMkLst>
            <pc:docMk/>
            <pc:sldMk cId="2100585411" sldId="305"/>
            <ac:spMk id="57" creationId="{C7346229-AD99-4FA8-CD68-83011175FC88}"/>
          </ac:spMkLst>
        </pc:spChg>
        <pc:spChg chg="mod">
          <ac:chgData name="Mamdouh Jamjoom" userId="4f83adfd-8daa-4f62-9189-dd97c2009acc" providerId="ADAL" clId="{C50D1312-49B6-4843-BF8F-FF2439C740DC}" dt="2026-10-14T11:48:12.684" v="2267" actId="208"/>
          <ac:spMkLst>
            <pc:docMk/>
            <pc:sldMk cId="2100585411" sldId="305"/>
            <ac:spMk id="59" creationId="{3C6EA22C-A4EC-6989-F8BC-4E8F0EC0AEB3}"/>
          </ac:spMkLst>
        </pc:spChg>
        <pc:spChg chg="mod">
          <ac:chgData name="Mamdouh Jamjoom" userId="4f83adfd-8daa-4f62-9189-dd97c2009acc" providerId="ADAL" clId="{C50D1312-49B6-4843-BF8F-FF2439C740DC}" dt="2026-10-14T11:51:27.264" v="2304" actId="14100"/>
          <ac:spMkLst>
            <pc:docMk/>
            <pc:sldMk cId="2100585411" sldId="305"/>
            <ac:spMk id="67" creationId="{E49F8266-1BAB-06A2-305F-DCF3F900F398}"/>
          </ac:spMkLst>
        </pc:spChg>
        <pc:spChg chg="mod ord">
          <ac:chgData name="Mamdouh Jamjoom" userId="4f83adfd-8daa-4f62-9189-dd97c2009acc" providerId="ADAL" clId="{C50D1312-49B6-4843-BF8F-FF2439C740DC}" dt="2026-10-14T11:52:58.457" v="2590"/>
          <ac:spMkLst>
            <pc:docMk/>
            <pc:sldMk cId="2100585411" sldId="305"/>
            <ac:spMk id="69" creationId="{C1A89673-FC34-CF4F-B112-A8ED3F859F27}"/>
          </ac:spMkLst>
        </pc:spChg>
        <pc:spChg chg="mod">
          <ac:chgData name="Mamdouh Jamjoom" userId="4f83adfd-8daa-4f62-9189-dd97c2009acc" providerId="ADAL" clId="{C50D1312-49B6-4843-BF8F-FF2439C740DC}" dt="2026-10-14T11:51:27.264" v="2304" actId="14100"/>
          <ac:spMkLst>
            <pc:docMk/>
            <pc:sldMk cId="2100585411" sldId="305"/>
            <ac:spMk id="71" creationId="{C36CC6EE-7A2D-DB33-AE4E-CE82ACF69869}"/>
          </ac:spMkLst>
        </pc:spChg>
        <pc:spChg chg="mod">
          <ac:chgData name="Mamdouh Jamjoom" userId="4f83adfd-8daa-4f62-9189-dd97c2009acc" providerId="ADAL" clId="{C50D1312-49B6-4843-BF8F-FF2439C740DC}" dt="2026-10-14T11:48:23.324" v="2269" actId="207"/>
          <ac:spMkLst>
            <pc:docMk/>
            <pc:sldMk cId="2100585411" sldId="305"/>
            <ac:spMk id="77" creationId="{FF3BBA8E-545D-74AE-CF78-E4D8AC786DE5}"/>
          </ac:spMkLst>
        </pc:spChg>
        <pc:spChg chg="mod">
          <ac:chgData name="Mamdouh Jamjoom" userId="4f83adfd-8daa-4f62-9189-dd97c2009acc" providerId="ADAL" clId="{C50D1312-49B6-4843-BF8F-FF2439C740DC}" dt="2026-10-14T11:48:43.719" v="2273" actId="207"/>
          <ac:spMkLst>
            <pc:docMk/>
            <pc:sldMk cId="2100585411" sldId="305"/>
            <ac:spMk id="79" creationId="{DE066D82-6C01-F76A-1602-436A1293A360}"/>
          </ac:spMkLst>
        </pc:spChg>
        <pc:spChg chg="mod">
          <ac:chgData name="Mamdouh Jamjoom" userId="4f83adfd-8daa-4f62-9189-dd97c2009acc" providerId="ADAL" clId="{C50D1312-49B6-4843-BF8F-FF2439C740DC}" dt="2026-10-14T11:48:51.251" v="2275" actId="208"/>
          <ac:spMkLst>
            <pc:docMk/>
            <pc:sldMk cId="2100585411" sldId="305"/>
            <ac:spMk id="81" creationId="{368704EC-8BCD-0AC7-5406-A411B7011711}"/>
          </ac:spMkLst>
        </pc:spChg>
        <pc:spChg chg="mod">
          <ac:chgData name="Mamdouh Jamjoom" userId="4f83adfd-8daa-4f62-9189-dd97c2009acc" providerId="ADAL" clId="{C50D1312-49B6-4843-BF8F-FF2439C740DC}" dt="2026-10-14T11:51:27.264" v="2304" actId="14100"/>
          <ac:spMkLst>
            <pc:docMk/>
            <pc:sldMk cId="2100585411" sldId="305"/>
            <ac:spMk id="89" creationId="{AB95FCC8-371B-FC85-63F6-49EB88F0B9B7}"/>
          </ac:spMkLst>
        </pc:spChg>
        <pc:spChg chg="mod ord">
          <ac:chgData name="Mamdouh Jamjoom" userId="4f83adfd-8daa-4f62-9189-dd97c2009acc" providerId="ADAL" clId="{C50D1312-49B6-4843-BF8F-FF2439C740DC}" dt="2026-10-14T11:52:58.459" v="2592"/>
          <ac:spMkLst>
            <pc:docMk/>
            <pc:sldMk cId="2100585411" sldId="305"/>
            <ac:spMk id="91" creationId="{58E618C3-D6B7-D4B9-E755-58C1B60AE0F7}"/>
          </ac:spMkLst>
        </pc:spChg>
        <pc:grpChg chg="del">
          <ac:chgData name="Mamdouh Jamjoom" userId="4f83adfd-8daa-4f62-9189-dd97c2009acc" providerId="ADAL" clId="{C50D1312-49B6-4843-BF8F-FF2439C740DC}" dt="2026-10-15T08:39:07.527" v="2689" actId="478"/>
          <ac:grpSpMkLst>
            <pc:docMk/>
            <pc:sldMk cId="2100585411" sldId="305"/>
            <ac:grpSpMk id="4" creationId="{63943956-2799-EB07-EF1D-E267AD5BA5CA}"/>
          </ac:grpSpMkLst>
        </pc:grpChg>
        <pc:grpChg chg="mod">
          <ac:chgData name="Mamdouh Jamjoom" userId="4f83adfd-8daa-4f62-9189-dd97c2009acc" providerId="ADAL" clId="{C50D1312-49B6-4843-BF8F-FF2439C740DC}" dt="2026-10-14T11:54:25.922" v="2624" actId="1037"/>
          <ac:grpSpMkLst>
            <pc:docMk/>
            <pc:sldMk cId="2100585411" sldId="305"/>
            <ac:grpSpMk id="98" creationId="{F91D8688-BE95-CCBE-5149-1031B39A6145}"/>
          </ac:grpSpMkLst>
        </pc:grpChg>
        <pc:graphicFrameChg chg="mod">
          <ac:chgData name="Mamdouh Jamjoom" userId="4f83adfd-8daa-4f62-9189-dd97c2009acc" providerId="ADAL" clId="{C50D1312-49B6-4843-BF8F-FF2439C740DC}" dt="2026-10-14T11:48:34.437" v="2271" actId="207"/>
          <ac:graphicFrameMkLst>
            <pc:docMk/>
            <pc:sldMk cId="2100585411" sldId="305"/>
            <ac:graphicFrameMk id="51" creationId="{5ADC4D71-F3BD-CB53-A163-D61CBBBAA2A8}"/>
          </ac:graphicFrameMkLst>
        </pc:graphicFrameChg>
        <pc:graphicFrameChg chg="mod">
          <ac:chgData name="Mamdouh Jamjoom" userId="4f83adfd-8daa-4f62-9189-dd97c2009acc" providerId="ADAL" clId="{C50D1312-49B6-4843-BF8F-FF2439C740DC}" dt="2026-10-14T11:48:16.734" v="2268" actId="207"/>
          <ac:graphicFrameMkLst>
            <pc:docMk/>
            <pc:sldMk cId="2100585411" sldId="305"/>
            <ac:graphicFrameMk id="73" creationId="{CCDF5BCB-6AF7-EFCD-0947-B8B8A8EE7C65}"/>
          </ac:graphicFrameMkLst>
        </pc:graphicFrameChg>
        <pc:graphicFrameChg chg="mod">
          <ac:chgData name="Mamdouh Jamjoom" userId="4f83adfd-8daa-4f62-9189-dd97c2009acc" providerId="ADAL" clId="{C50D1312-49B6-4843-BF8F-FF2439C740DC}" dt="2026-10-14T11:54:29.935" v="2625"/>
          <ac:graphicFrameMkLst>
            <pc:docMk/>
            <pc:sldMk cId="2100585411" sldId="305"/>
            <ac:graphicFrameMk id="93" creationId="{CFF678BD-DAB1-6191-0210-AD8B8A2C703B}"/>
          </ac:graphicFrameMkLst>
        </pc:graphicFrameChg>
        <pc:graphicFrameChg chg="mod modGraphic">
          <ac:chgData name="Mamdouh Jamjoom" userId="4f83adfd-8daa-4f62-9189-dd97c2009acc" providerId="ADAL" clId="{C50D1312-49B6-4843-BF8F-FF2439C740DC}" dt="2026-10-14T11:54:17.805" v="2615" actId="14100"/>
          <ac:graphicFrameMkLst>
            <pc:docMk/>
            <pc:sldMk cId="2100585411" sldId="305"/>
            <ac:graphicFrameMk id="99" creationId="{6FEA0175-EE25-8783-E1F7-A3B7EEDFDC70}"/>
          </ac:graphicFrameMkLst>
        </pc:graphicFrameChg>
        <pc:picChg chg="add del mod">
          <ac:chgData name="Mamdouh Jamjoom" userId="4f83adfd-8daa-4f62-9189-dd97c2009acc" providerId="ADAL" clId="{C50D1312-49B6-4843-BF8F-FF2439C740DC}" dt="2026-10-14T11:51:40.174" v="2308" actId="478"/>
          <ac:picMkLst>
            <pc:docMk/>
            <pc:sldMk cId="2100585411" sldId="305"/>
            <ac:picMk id="24" creationId="{2A657891-8FB0-C3D9-8F26-B40A035A59A5}"/>
          </ac:picMkLst>
        </pc:picChg>
      </pc:sldChg>
      <pc:sldMasterChg chg="addSldLayout modSldLayout sldLayoutOrd">
        <pc:chgData name="Mamdouh Jamjoom" userId="4f83adfd-8daa-4f62-9189-dd97c2009acc" providerId="ADAL" clId="{C50D1312-49B6-4843-BF8F-FF2439C740DC}" dt="2026-10-15T08:41:24.104" v="2693" actId="1076"/>
        <pc:sldMasterMkLst>
          <pc:docMk/>
          <pc:sldMasterMk cId="3574706131" sldId="2147483668"/>
        </pc:sldMasterMkLst>
        <pc:sldLayoutChg chg="addSp delSp modSp mod">
          <pc:chgData name="Mamdouh Jamjoom" userId="4f83adfd-8daa-4f62-9189-dd97c2009acc" providerId="ADAL" clId="{C50D1312-49B6-4843-BF8F-FF2439C740DC}" dt="2026-10-15T08:41:24.104" v="2693" actId="1076"/>
          <pc:sldLayoutMkLst>
            <pc:docMk/>
            <pc:sldMasterMk cId="3574706131" sldId="2147483668"/>
            <pc:sldLayoutMk cId="2936374816" sldId="2147483686"/>
          </pc:sldLayoutMkLst>
          <pc:spChg chg="add mod topLvl">
            <ac:chgData name="Mamdouh Jamjoom" userId="4f83adfd-8daa-4f62-9189-dd97c2009acc" providerId="ADAL" clId="{C50D1312-49B6-4843-BF8F-FF2439C740DC}" dt="2026-10-13T20:14:24.803" v="1945"/>
            <ac:spMkLst>
              <pc:docMk/>
              <pc:sldMasterMk cId="3574706131" sldId="2147483668"/>
              <pc:sldLayoutMk cId="2936374816" sldId="2147483686"/>
              <ac:spMk id="8" creationId="{F07887D5-4371-3456-3A99-F65130EC509C}"/>
            </ac:spMkLst>
          </pc:spChg>
          <pc:spChg chg="add mod topLvl">
            <ac:chgData name="Mamdouh Jamjoom" userId="4f83adfd-8daa-4f62-9189-dd97c2009acc" providerId="ADAL" clId="{C50D1312-49B6-4843-BF8F-FF2439C740DC}" dt="2026-10-13T20:14:24.803" v="1945"/>
            <ac:spMkLst>
              <pc:docMk/>
              <pc:sldMasterMk cId="3574706131" sldId="2147483668"/>
              <pc:sldLayoutMk cId="2936374816" sldId="2147483686"/>
              <ac:spMk id="9" creationId="{6ACECB9F-2595-FC0A-B818-97D53690AE2E}"/>
            </ac:spMkLst>
          </pc:spChg>
          <pc:spChg chg="add">
            <ac:chgData name="Mamdouh Jamjoom" userId="4f83adfd-8daa-4f62-9189-dd97c2009acc" providerId="ADAL" clId="{C50D1312-49B6-4843-BF8F-FF2439C740DC}" dt="2026-10-15T08:41:18.318" v="2691" actId="22"/>
            <ac:spMkLst>
              <pc:docMk/>
              <pc:sldMasterMk cId="3574706131" sldId="2147483668"/>
              <pc:sldLayoutMk cId="2936374816" sldId="2147483686"/>
              <ac:spMk id="12" creationId="{FC17D182-6603-23E9-B8CD-E86F73A8F14E}"/>
            </ac:spMkLst>
          </pc:spChg>
          <pc:spChg chg="add">
            <ac:chgData name="Mamdouh Jamjoom" userId="4f83adfd-8daa-4f62-9189-dd97c2009acc" providerId="ADAL" clId="{C50D1312-49B6-4843-BF8F-FF2439C740DC}" dt="2026-10-15T08:41:18.318" v="2691" actId="22"/>
            <ac:spMkLst>
              <pc:docMk/>
              <pc:sldMasterMk cId="3574706131" sldId="2147483668"/>
              <pc:sldLayoutMk cId="2936374816" sldId="2147483686"/>
              <ac:spMk id="14" creationId="{11606CB2-343F-650E-4BE0-93662901B4D6}"/>
            </ac:spMkLst>
          </pc:spChg>
          <pc:spChg chg="mod">
            <ac:chgData name="Mamdouh Jamjoom" userId="4f83adfd-8daa-4f62-9189-dd97c2009acc" providerId="ADAL" clId="{C50D1312-49B6-4843-BF8F-FF2439C740DC}" dt="2026-10-13T13:20:11.312" v="1195" actId="207"/>
            <ac:spMkLst>
              <pc:docMk/>
              <pc:sldMasterMk cId="3574706131" sldId="2147483668"/>
              <pc:sldLayoutMk cId="2936374816" sldId="2147483686"/>
              <ac:spMk id="23" creationId="{D84AC8B4-ED73-847F-4BBF-50224AEF97AF}"/>
            </ac:spMkLst>
          </pc:spChg>
          <pc:spChg chg="mod topLvl">
            <ac:chgData name="Mamdouh Jamjoom" userId="4f83adfd-8daa-4f62-9189-dd97c2009acc" providerId="ADAL" clId="{C50D1312-49B6-4843-BF8F-FF2439C740DC}" dt="2026-10-15T08:34:35.092" v="2629" actId="1076"/>
            <ac:spMkLst>
              <pc:docMk/>
              <pc:sldMasterMk cId="3574706131" sldId="2147483668"/>
              <pc:sldLayoutMk cId="2936374816" sldId="2147483686"/>
              <ac:spMk id="36" creationId="{73FBB6E0-029E-5C36-7D3C-C3086DCB8F61}"/>
            </ac:spMkLst>
          </pc:spChg>
          <pc:spChg chg="del mod topLvl">
            <ac:chgData name="Mamdouh Jamjoom" userId="4f83adfd-8daa-4f62-9189-dd97c2009acc" providerId="ADAL" clId="{C50D1312-49B6-4843-BF8F-FF2439C740DC}" dt="2026-10-15T08:41:17.910" v="2690" actId="478"/>
            <ac:spMkLst>
              <pc:docMk/>
              <pc:sldMasterMk cId="3574706131" sldId="2147483668"/>
              <pc:sldLayoutMk cId="2936374816" sldId="2147483686"/>
              <ac:spMk id="37" creationId="{E9738941-90D8-D1A5-278D-AF8BB2B0923A}"/>
            </ac:spMkLst>
          </pc:spChg>
          <pc:spChg chg="mod topLvl">
            <ac:chgData name="Mamdouh Jamjoom" userId="4f83adfd-8daa-4f62-9189-dd97c2009acc" providerId="ADAL" clId="{C50D1312-49B6-4843-BF8F-FF2439C740DC}" dt="2026-10-15T08:34:35.092" v="2629" actId="1076"/>
            <ac:spMkLst>
              <pc:docMk/>
              <pc:sldMasterMk cId="3574706131" sldId="2147483668"/>
              <pc:sldLayoutMk cId="2936374816" sldId="2147483686"/>
              <ac:spMk id="39" creationId="{287B7D5A-9F83-7330-C9C8-0D07342A1615}"/>
            </ac:spMkLst>
          </pc:spChg>
          <pc:spChg chg="del mod topLvl">
            <ac:chgData name="Mamdouh Jamjoom" userId="4f83adfd-8daa-4f62-9189-dd97c2009acc" providerId="ADAL" clId="{C50D1312-49B6-4843-BF8F-FF2439C740DC}" dt="2026-10-15T08:41:17.910" v="2690" actId="478"/>
            <ac:spMkLst>
              <pc:docMk/>
              <pc:sldMasterMk cId="3574706131" sldId="2147483668"/>
              <pc:sldLayoutMk cId="2936374816" sldId="2147483686"/>
              <ac:spMk id="40" creationId="{BE27891A-A253-AABC-612D-8BE022146281}"/>
            </ac:spMkLst>
          </pc:spChg>
          <pc:spChg chg="mod topLvl">
            <ac:chgData name="Mamdouh Jamjoom" userId="4f83adfd-8daa-4f62-9189-dd97c2009acc" providerId="ADAL" clId="{C50D1312-49B6-4843-BF8F-FF2439C740DC}" dt="2026-10-15T08:34:35.092" v="2629" actId="1076"/>
            <ac:spMkLst>
              <pc:docMk/>
              <pc:sldMasterMk cId="3574706131" sldId="2147483668"/>
              <pc:sldLayoutMk cId="2936374816" sldId="2147483686"/>
              <ac:spMk id="42" creationId="{0756BCB3-9F89-B1B5-EEF9-9DAA906AC2E4}"/>
            </ac:spMkLst>
          </pc:spChg>
          <pc:spChg chg="mod topLvl">
            <ac:chgData name="Mamdouh Jamjoom" userId="4f83adfd-8daa-4f62-9189-dd97c2009acc" providerId="ADAL" clId="{C50D1312-49B6-4843-BF8F-FF2439C740DC}" dt="2026-10-15T08:41:21.764" v="2692" actId="1076"/>
            <ac:spMkLst>
              <pc:docMk/>
              <pc:sldMasterMk cId="3574706131" sldId="2147483668"/>
              <pc:sldLayoutMk cId="2936374816" sldId="2147483686"/>
              <ac:spMk id="43" creationId="{A064E357-EB14-F530-0142-67201D5CC85C}"/>
            </ac:spMkLst>
          </pc:spChg>
          <pc:spChg chg="mod topLvl">
            <ac:chgData name="Mamdouh Jamjoom" userId="4f83adfd-8daa-4f62-9189-dd97c2009acc" providerId="ADAL" clId="{C50D1312-49B6-4843-BF8F-FF2439C740DC}" dt="2026-10-13T20:14:24.803" v="1949"/>
            <ac:spMkLst>
              <pc:docMk/>
              <pc:sldMasterMk cId="3574706131" sldId="2147483668"/>
              <pc:sldLayoutMk cId="2936374816" sldId="2147483686"/>
              <ac:spMk id="45" creationId="{F2657A36-C429-A67C-74B1-D61CFD41FBB1}"/>
            </ac:spMkLst>
          </pc:spChg>
          <pc:spChg chg="mod topLvl">
            <ac:chgData name="Mamdouh Jamjoom" userId="4f83adfd-8daa-4f62-9189-dd97c2009acc" providerId="ADAL" clId="{C50D1312-49B6-4843-BF8F-FF2439C740DC}" dt="2026-10-15T08:41:24.104" v="2693" actId="1076"/>
            <ac:spMkLst>
              <pc:docMk/>
              <pc:sldMasterMk cId="3574706131" sldId="2147483668"/>
              <pc:sldLayoutMk cId="2936374816" sldId="2147483686"/>
              <ac:spMk id="46" creationId="{2A1D9F59-1C83-02D7-5789-17E50739D4F5}"/>
            </ac:spMkLst>
          </pc:spChg>
          <pc:grpChg chg="add mod ord">
            <ac:chgData name="Mamdouh Jamjoom" userId="4f83adfd-8daa-4f62-9189-dd97c2009acc" providerId="ADAL" clId="{C50D1312-49B6-4843-BF8F-FF2439C740DC}" dt="2026-10-15T08:34:35.092" v="2629" actId="1076"/>
            <ac:grpSpMkLst>
              <pc:docMk/>
              <pc:sldMasterMk cId="3574706131" sldId="2147483668"/>
              <pc:sldLayoutMk cId="2936374816" sldId="2147483686"/>
              <ac:grpSpMk id="10" creationId="{2B6679C8-5764-1053-6B26-97897A3A8CEB}"/>
            </ac:grpSpMkLst>
          </pc:grpChg>
          <pc:grpChg chg="add mod ord">
            <ac:chgData name="Mamdouh Jamjoom" userId="4f83adfd-8daa-4f62-9189-dd97c2009acc" providerId="ADAL" clId="{C50D1312-49B6-4843-BF8F-FF2439C740DC}" dt="2026-10-15T08:34:35.092" v="2629" actId="1076"/>
            <ac:grpSpMkLst>
              <pc:docMk/>
              <pc:sldMasterMk cId="3574706131" sldId="2147483668"/>
              <pc:sldLayoutMk cId="2936374816" sldId="2147483686"/>
              <ac:grpSpMk id="11" creationId="{0414CACC-B735-29B9-DD30-9AC8813DA266}"/>
            </ac:grpSpMkLst>
          </pc:grpChg>
        </pc:sldLayoutChg>
        <pc:sldLayoutChg chg="addSp delSp modSp mod ord">
          <pc:chgData name="Mamdouh Jamjoom" userId="4f83adfd-8daa-4f62-9189-dd97c2009acc" providerId="ADAL" clId="{C50D1312-49B6-4843-BF8F-FF2439C740DC}" dt="2026-10-15T08:36:41.729" v="2654" actId="207"/>
          <pc:sldLayoutMkLst>
            <pc:docMk/>
            <pc:sldMasterMk cId="3574706131" sldId="2147483668"/>
            <pc:sldLayoutMk cId="530765436" sldId="2147483687"/>
          </pc:sldLayoutMkLst>
          <pc:spChg chg="add mod">
            <ac:chgData name="Mamdouh Jamjoom" userId="4f83adfd-8daa-4f62-9189-dd97c2009acc" providerId="ADAL" clId="{C50D1312-49B6-4843-BF8F-FF2439C740DC}" dt="2026-10-15T08:36:38.525" v="2653" actId="207"/>
            <ac:spMkLst>
              <pc:docMk/>
              <pc:sldMasterMk cId="3574706131" sldId="2147483668"/>
              <pc:sldLayoutMk cId="530765436" sldId="2147483687"/>
              <ac:spMk id="2" creationId="{14D5667A-757E-5196-3B68-9E4D5195DE37}"/>
            </ac:spMkLst>
          </pc:spChg>
          <pc:spChg chg="add mod">
            <ac:chgData name="Mamdouh Jamjoom" userId="4f83adfd-8daa-4f62-9189-dd97c2009acc" providerId="ADAL" clId="{C50D1312-49B6-4843-BF8F-FF2439C740DC}" dt="2026-10-15T08:36:33.548" v="2652" actId="1076"/>
            <ac:spMkLst>
              <pc:docMk/>
              <pc:sldMasterMk cId="3574706131" sldId="2147483668"/>
              <pc:sldLayoutMk cId="530765436" sldId="2147483687"/>
              <ac:spMk id="3" creationId="{5E490353-743C-8F2D-5981-18C34E882679}"/>
            </ac:spMkLst>
          </pc:spChg>
          <pc:spChg chg="add mod">
            <ac:chgData name="Mamdouh Jamjoom" userId="4f83adfd-8daa-4f62-9189-dd97c2009acc" providerId="ADAL" clId="{C50D1312-49B6-4843-BF8F-FF2439C740DC}" dt="2026-10-15T08:36:41.729" v="2654" actId="207"/>
            <ac:spMkLst>
              <pc:docMk/>
              <pc:sldMasterMk cId="3574706131" sldId="2147483668"/>
              <pc:sldLayoutMk cId="530765436" sldId="2147483687"/>
              <ac:spMk id="8" creationId="{07DA3773-1C89-D902-CFA9-4558AC886A64}"/>
            </ac:spMkLst>
          </pc:spChg>
          <pc:spChg chg="add mod">
            <ac:chgData name="Mamdouh Jamjoom" userId="4f83adfd-8daa-4f62-9189-dd97c2009acc" providerId="ADAL" clId="{C50D1312-49B6-4843-BF8F-FF2439C740DC}" dt="2026-10-15T08:36:28.624" v="2650" actId="113"/>
            <ac:spMkLst>
              <pc:docMk/>
              <pc:sldMasterMk cId="3574706131" sldId="2147483668"/>
              <pc:sldLayoutMk cId="530765436" sldId="2147483687"/>
              <ac:spMk id="10" creationId="{9BB5C87E-F518-46E3-3BAD-06642924FCB5}"/>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11" creationId="{06E2AC6D-7C1A-CA8F-9345-4C6DA0D32B75}"/>
            </ac:spMkLst>
          </pc:spChg>
          <pc:spChg chg="add mod">
            <ac:chgData name="Mamdouh Jamjoom" userId="4f83adfd-8daa-4f62-9189-dd97c2009acc" providerId="ADAL" clId="{C50D1312-49B6-4843-BF8F-FF2439C740DC}" dt="2026-10-15T08:36:16.029" v="2646"/>
            <ac:spMkLst>
              <pc:docMk/>
              <pc:sldMasterMk cId="3574706131" sldId="2147483668"/>
              <pc:sldLayoutMk cId="530765436" sldId="2147483687"/>
              <ac:spMk id="12" creationId="{1378A7EC-331B-BDC9-12C9-84D4A6C5F2DF}"/>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13" creationId="{4AE6164B-BA77-4DD3-6B32-80B03778C2FD}"/>
            </ac:spMkLst>
          </pc:spChg>
          <pc:spChg chg="add mod">
            <ac:chgData name="Mamdouh Jamjoom" userId="4f83adfd-8daa-4f62-9189-dd97c2009acc" providerId="ADAL" clId="{C50D1312-49B6-4843-BF8F-FF2439C740DC}" dt="2026-10-15T08:36:16.029" v="2646"/>
            <ac:spMkLst>
              <pc:docMk/>
              <pc:sldMasterMk cId="3574706131" sldId="2147483668"/>
              <pc:sldLayoutMk cId="530765436" sldId="2147483687"/>
              <ac:spMk id="14" creationId="{44B5CA6F-6061-63DA-A569-100F3DDDA013}"/>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15" creationId="{9558E353-FE98-0479-8468-2F61761FF52E}"/>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17" creationId="{A30AE00C-1041-19CB-DCB2-DFD6DFBDD328}"/>
            </ac:spMkLst>
          </pc:spChg>
          <pc:spChg chg="mod">
            <ac:chgData name="Mamdouh Jamjoom" userId="4f83adfd-8daa-4f62-9189-dd97c2009acc" providerId="ADAL" clId="{C50D1312-49B6-4843-BF8F-FF2439C740DC}" dt="2026-10-15T08:36:16.029" v="2646"/>
            <ac:spMkLst>
              <pc:docMk/>
              <pc:sldMasterMk cId="3574706131" sldId="2147483668"/>
              <pc:sldLayoutMk cId="530765436" sldId="2147483687"/>
              <ac:spMk id="18" creationId="{29E5C90B-636B-326B-CFD5-F384044CAE94}"/>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19" creationId="{18E36F67-A2BC-F9DA-9046-67154C942A32}"/>
            </ac:spMkLst>
          </pc:spChg>
          <pc:spChg chg="mod">
            <ac:chgData name="Mamdouh Jamjoom" userId="4f83adfd-8daa-4f62-9189-dd97c2009acc" providerId="ADAL" clId="{C50D1312-49B6-4843-BF8F-FF2439C740DC}" dt="2026-10-15T08:36:16.029" v="2646"/>
            <ac:spMkLst>
              <pc:docMk/>
              <pc:sldMasterMk cId="3574706131" sldId="2147483668"/>
              <pc:sldLayoutMk cId="530765436" sldId="2147483687"/>
              <ac:spMk id="20" creationId="{B45086CF-7DDB-311C-F525-D0903F7338A7}"/>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21" creationId="{BE2F6099-8082-8B95-4FFE-2BE10D2BFCEA}"/>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25" creationId="{A41982CD-F28D-D3C3-8BBB-0591236E3922}"/>
            </ac:spMkLst>
          </pc:spChg>
          <pc:spChg chg="mod">
            <ac:chgData name="Mamdouh Jamjoom" userId="4f83adfd-8daa-4f62-9189-dd97c2009acc" providerId="ADAL" clId="{C50D1312-49B6-4843-BF8F-FF2439C740DC}" dt="2026-10-15T08:36:16.029" v="2646"/>
            <ac:spMkLst>
              <pc:docMk/>
              <pc:sldMasterMk cId="3574706131" sldId="2147483668"/>
              <pc:sldLayoutMk cId="530765436" sldId="2147483687"/>
              <ac:spMk id="26" creationId="{26BF74D5-CD53-D5E7-D822-64EC30E82B19}"/>
            </ac:spMkLst>
          </pc:spChg>
          <pc:spChg chg="del">
            <ac:chgData name="Mamdouh Jamjoom" userId="4f83adfd-8daa-4f62-9189-dd97c2009acc" providerId="ADAL" clId="{C50D1312-49B6-4843-BF8F-FF2439C740DC}" dt="2026-10-15T08:36:15.710" v="2645" actId="478"/>
            <ac:spMkLst>
              <pc:docMk/>
              <pc:sldMasterMk cId="3574706131" sldId="2147483668"/>
              <pc:sldLayoutMk cId="530765436" sldId="2147483687"/>
              <ac:spMk id="27" creationId="{3F733451-9B51-7BFB-E082-8C511E59816A}"/>
            </ac:spMkLst>
          </pc:spChg>
          <pc:spChg chg="mod">
            <ac:chgData name="Mamdouh Jamjoom" userId="4f83adfd-8daa-4f62-9189-dd97c2009acc" providerId="ADAL" clId="{C50D1312-49B6-4843-BF8F-FF2439C740DC}" dt="2026-10-15T08:36:16.029" v="2646"/>
            <ac:spMkLst>
              <pc:docMk/>
              <pc:sldMasterMk cId="3574706131" sldId="2147483668"/>
              <pc:sldLayoutMk cId="530765436" sldId="2147483687"/>
              <ac:spMk id="28" creationId="{A6C5F163-935C-D949-FED5-63A28E638E75}"/>
            </ac:spMkLst>
          </pc:spChg>
        </pc:sldLayoutChg>
        <pc:sldLayoutChg chg="addSp delSp modSp mod ord">
          <pc:chgData name="Mamdouh Jamjoom" userId="4f83adfd-8daa-4f62-9189-dd97c2009acc" providerId="ADAL" clId="{C50D1312-49B6-4843-BF8F-FF2439C740DC}" dt="2026-10-15T08:37:15.117" v="2665" actId="207"/>
          <pc:sldLayoutMkLst>
            <pc:docMk/>
            <pc:sldMasterMk cId="3574706131" sldId="2147483668"/>
            <pc:sldLayoutMk cId="188970420" sldId="2147483688"/>
          </pc:sldLayoutMkLst>
          <pc:spChg chg="add mod">
            <ac:chgData name="Mamdouh Jamjoom" userId="4f83adfd-8daa-4f62-9189-dd97c2009acc" providerId="ADAL" clId="{C50D1312-49B6-4843-BF8F-FF2439C740DC}" dt="2026-10-15T08:36:52.989" v="2657"/>
            <ac:spMkLst>
              <pc:docMk/>
              <pc:sldMasterMk cId="3574706131" sldId="2147483668"/>
              <pc:sldLayoutMk cId="188970420" sldId="2147483688"/>
              <ac:spMk id="2" creationId="{BFE8A468-6E0F-B1F0-93DD-50F15BEFF1DF}"/>
            </ac:spMkLst>
          </pc:spChg>
          <pc:spChg chg="add mod">
            <ac:chgData name="Mamdouh Jamjoom" userId="4f83adfd-8daa-4f62-9189-dd97c2009acc" providerId="ADAL" clId="{C50D1312-49B6-4843-BF8F-FF2439C740DC}" dt="2026-10-15T08:36:52.989" v="2657"/>
            <ac:spMkLst>
              <pc:docMk/>
              <pc:sldMasterMk cId="3574706131" sldId="2147483668"/>
              <pc:sldLayoutMk cId="188970420" sldId="2147483688"/>
              <ac:spMk id="3" creationId="{2BEEC85B-92B3-FA55-C0B7-95CB46F60EE2}"/>
            </ac:spMkLst>
          </pc:spChg>
          <pc:spChg chg="add mod">
            <ac:chgData name="Mamdouh Jamjoom" userId="4f83adfd-8daa-4f62-9189-dd97c2009acc" providerId="ADAL" clId="{C50D1312-49B6-4843-BF8F-FF2439C740DC}" dt="2026-10-15T08:37:11.445" v="2664" actId="14100"/>
            <ac:spMkLst>
              <pc:docMk/>
              <pc:sldMasterMk cId="3574706131" sldId="2147483668"/>
              <pc:sldLayoutMk cId="188970420" sldId="2147483688"/>
              <ac:spMk id="4" creationId="{07D6242F-DBCF-EE8F-7AD3-631CB63F8DFC}"/>
            </ac:spMkLst>
          </pc:spChg>
          <pc:spChg chg="add mod">
            <ac:chgData name="Mamdouh Jamjoom" userId="4f83adfd-8daa-4f62-9189-dd97c2009acc" providerId="ADAL" clId="{C50D1312-49B6-4843-BF8F-FF2439C740DC}" dt="2026-10-15T08:37:04.378" v="2662" actId="1076"/>
            <ac:spMkLst>
              <pc:docMk/>
              <pc:sldMasterMk cId="3574706131" sldId="2147483668"/>
              <pc:sldLayoutMk cId="188970420" sldId="2147483688"/>
              <ac:spMk id="5" creationId="{863E3B64-443B-12BD-E347-2924071EBBC3}"/>
            </ac:spMkLst>
          </pc:spChg>
          <pc:spChg chg="add mod">
            <ac:chgData name="Mamdouh Jamjoom" userId="4f83adfd-8daa-4f62-9189-dd97c2009acc" providerId="ADAL" clId="{C50D1312-49B6-4843-BF8F-FF2439C740DC}" dt="2026-10-15T08:37:15.117" v="2665" actId="207"/>
            <ac:spMkLst>
              <pc:docMk/>
              <pc:sldMasterMk cId="3574706131" sldId="2147483668"/>
              <pc:sldLayoutMk cId="188970420" sldId="2147483688"/>
              <ac:spMk id="10" creationId="{01B695D0-D629-57A3-B3F7-ED2D1ADF01B0}"/>
            </ac:spMkLst>
          </pc:spChg>
          <pc:spChg chg="add mod">
            <ac:chgData name="Mamdouh Jamjoom" userId="4f83adfd-8daa-4f62-9189-dd97c2009acc" providerId="ADAL" clId="{C50D1312-49B6-4843-BF8F-FF2439C740DC}" dt="2026-10-15T08:37:01.408" v="2660" actId="1076"/>
            <ac:spMkLst>
              <pc:docMk/>
              <pc:sldMasterMk cId="3574706131" sldId="2147483668"/>
              <pc:sldLayoutMk cId="188970420" sldId="2147483688"/>
              <ac:spMk id="12" creationId="{23F35AD4-AA43-1C08-EF79-8E43767C31B6}"/>
            </ac:spMkLst>
          </pc:spChg>
          <pc:spChg chg="mod">
            <ac:chgData name="Mamdouh Jamjoom" userId="4f83adfd-8daa-4f62-9189-dd97c2009acc" providerId="ADAL" clId="{C50D1312-49B6-4843-BF8F-FF2439C740DC}" dt="2026-10-15T08:36:52.989" v="2657"/>
            <ac:spMkLst>
              <pc:docMk/>
              <pc:sldMasterMk cId="3574706131" sldId="2147483668"/>
              <pc:sldLayoutMk cId="188970420" sldId="2147483688"/>
              <ac:spMk id="14" creationId="{A3EB29BD-CA40-28F4-1580-885A1F4E6C51}"/>
            </ac:spMkLst>
          </pc:spChg>
          <pc:spChg chg="mod">
            <ac:chgData name="Mamdouh Jamjoom" userId="4f83adfd-8daa-4f62-9189-dd97c2009acc" providerId="ADAL" clId="{C50D1312-49B6-4843-BF8F-FF2439C740DC}" dt="2026-10-15T08:36:52.989" v="2657"/>
            <ac:spMkLst>
              <pc:docMk/>
              <pc:sldMasterMk cId="3574706131" sldId="2147483668"/>
              <pc:sldLayoutMk cId="188970420" sldId="2147483688"/>
              <ac:spMk id="15" creationId="{12BA3B7C-E4A3-DD57-EAF6-5427D6C2C0DC}"/>
            </ac:spMkLst>
          </pc:spChg>
          <pc:spChg chg="mod">
            <ac:chgData name="Mamdouh Jamjoom" userId="4f83adfd-8daa-4f62-9189-dd97c2009acc" providerId="ADAL" clId="{C50D1312-49B6-4843-BF8F-FF2439C740DC}" dt="2026-10-15T08:36:52.989" v="2657"/>
            <ac:spMkLst>
              <pc:docMk/>
              <pc:sldMasterMk cId="3574706131" sldId="2147483668"/>
              <pc:sldLayoutMk cId="188970420" sldId="2147483688"/>
              <ac:spMk id="17" creationId="{F4D5B238-6AD3-618C-1CB6-FFDA501F0D78}"/>
            </ac:spMkLst>
          </pc:spChg>
          <pc:spChg chg="mod">
            <ac:chgData name="Mamdouh Jamjoom" userId="4f83adfd-8daa-4f62-9189-dd97c2009acc" providerId="ADAL" clId="{C50D1312-49B6-4843-BF8F-FF2439C740DC}" dt="2026-10-15T08:36:52.989" v="2657"/>
            <ac:spMkLst>
              <pc:docMk/>
              <pc:sldMasterMk cId="3574706131" sldId="2147483668"/>
              <pc:sldLayoutMk cId="188970420" sldId="2147483688"/>
              <ac:spMk id="18" creationId="{B4BBF8EB-1CE9-C393-A28B-74B30D3FD3B9}"/>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30" creationId="{4C49540B-83DD-5F24-C048-2E5E1B69DA84}"/>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32" creationId="{E1BCF987-3EDB-70E5-F826-E9D09B22CF22}"/>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34" creationId="{D310C85B-CAD3-B79F-FFF9-314B1A8371FD}"/>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49" creationId="{4126CB9F-C475-08BB-113E-A74450B17C9C}"/>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51" creationId="{017FECE5-1E95-D1F4-A8F2-73DEBD1619CE}"/>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53" creationId="{4C8F0547-B88A-3029-F4FB-B9E710FB09B7}"/>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55" creationId="{C96775D0-F49B-7B35-DF21-FEADD92D468A}"/>
            </ac:spMkLst>
          </pc:spChg>
          <pc:spChg chg="del">
            <ac:chgData name="Mamdouh Jamjoom" userId="4f83adfd-8daa-4f62-9189-dd97c2009acc" providerId="ADAL" clId="{C50D1312-49B6-4843-BF8F-FF2439C740DC}" dt="2026-10-15T08:36:52.500" v="2656" actId="478"/>
            <ac:spMkLst>
              <pc:docMk/>
              <pc:sldMasterMk cId="3574706131" sldId="2147483668"/>
              <pc:sldLayoutMk cId="188970420" sldId="2147483688"/>
              <ac:spMk id="57" creationId="{EB9AFA9E-295A-7261-F005-10443882A664}"/>
            </ac:spMkLst>
          </pc:spChg>
        </pc:sldLayoutChg>
        <pc:sldLayoutChg chg="addSp delSp modSp mod">
          <pc:chgData name="Mamdouh Jamjoom" userId="4f83adfd-8daa-4f62-9189-dd97c2009acc" providerId="ADAL" clId="{C50D1312-49B6-4843-BF8F-FF2439C740DC}" dt="2026-10-15T08:38:17.044" v="2681"/>
          <pc:sldLayoutMkLst>
            <pc:docMk/>
            <pc:sldMasterMk cId="3574706131" sldId="2147483668"/>
            <pc:sldLayoutMk cId="2480571018" sldId="2147483689"/>
          </pc:sldLayoutMkLst>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1" creationId="{6DEB5D5E-408C-7493-F923-B6EF1756E94C}"/>
            </ac:spMkLst>
          </pc:spChg>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2" creationId="{75A9EE37-1238-9E76-9BEA-0AC584517351}"/>
            </ac:spMkLst>
          </pc:spChg>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5" creationId="{E7328497-8372-CD3C-E567-69C91E6C3018}"/>
            </ac:spMkLst>
          </pc:spChg>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6" creationId="{49783F3E-3FAA-2E68-CBE6-C3307F94B90D}"/>
            </ac:spMkLst>
          </pc:spChg>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7" creationId="{68F2E0A9-FF17-A0C4-FF12-60F648D47400}"/>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28" creationId="{DC4AA947-8C16-67D4-9E3F-9A4D30424A20}"/>
            </ac:spMkLst>
          </pc:spChg>
          <pc:spChg chg="add mod">
            <ac:chgData name="Mamdouh Jamjoom" userId="4f83adfd-8daa-4f62-9189-dd97c2009acc" providerId="ADAL" clId="{C50D1312-49B6-4843-BF8F-FF2439C740DC}" dt="2026-10-15T08:38:17.044" v="2681"/>
            <ac:spMkLst>
              <pc:docMk/>
              <pc:sldMasterMk cId="3574706131" sldId="2147483668"/>
              <pc:sldLayoutMk cId="2480571018" sldId="2147483689"/>
              <ac:spMk id="29" creationId="{EF476831-BA76-F5C3-6380-3E987FC80E78}"/>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30" creationId="{B5F8FB6A-D4EC-E9A2-1E90-844C889537CD}"/>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32" creationId="{502B0D20-B5EC-5B4F-99FA-297BBE6F1F69}"/>
            </ac:spMkLst>
          </pc:spChg>
          <pc:spChg chg="mod">
            <ac:chgData name="Mamdouh Jamjoom" userId="4f83adfd-8daa-4f62-9189-dd97c2009acc" providerId="ADAL" clId="{C50D1312-49B6-4843-BF8F-FF2439C740DC}" dt="2026-10-15T08:38:17.044" v="2681"/>
            <ac:spMkLst>
              <pc:docMk/>
              <pc:sldMasterMk cId="3574706131" sldId="2147483668"/>
              <pc:sldLayoutMk cId="2480571018" sldId="2147483689"/>
              <ac:spMk id="33" creationId="{B6BDA8DD-3222-6E8C-911B-BEB643873AA4}"/>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34" creationId="{6FC44653-8F23-F851-851A-2D51D1D7703A}"/>
            </ac:spMkLst>
          </pc:spChg>
          <pc:spChg chg="mod">
            <ac:chgData name="Mamdouh Jamjoom" userId="4f83adfd-8daa-4f62-9189-dd97c2009acc" providerId="ADAL" clId="{C50D1312-49B6-4843-BF8F-FF2439C740DC}" dt="2026-10-15T08:38:17.044" v="2681"/>
            <ac:spMkLst>
              <pc:docMk/>
              <pc:sldMasterMk cId="3574706131" sldId="2147483668"/>
              <pc:sldLayoutMk cId="2480571018" sldId="2147483689"/>
              <ac:spMk id="35" creationId="{0D941AA8-CDBB-05C5-E21A-9667BEAC078B}"/>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36" creationId="{C8A81324-91F1-E524-28C2-808B60142D6C}"/>
            </ac:spMkLst>
          </pc:spChg>
          <pc:spChg chg="mod">
            <ac:chgData name="Mamdouh Jamjoom" userId="4f83adfd-8daa-4f62-9189-dd97c2009acc" providerId="ADAL" clId="{C50D1312-49B6-4843-BF8F-FF2439C740DC}" dt="2026-10-15T08:38:17.044" v="2681"/>
            <ac:spMkLst>
              <pc:docMk/>
              <pc:sldMasterMk cId="3574706131" sldId="2147483668"/>
              <pc:sldLayoutMk cId="2480571018" sldId="2147483689"/>
              <ac:spMk id="38" creationId="{7879FC86-B1B2-60FA-5318-67BE3F17536B}"/>
            </ac:spMkLst>
          </pc:spChg>
          <pc:spChg chg="mod">
            <ac:chgData name="Mamdouh Jamjoom" userId="4f83adfd-8daa-4f62-9189-dd97c2009acc" providerId="ADAL" clId="{C50D1312-49B6-4843-BF8F-FF2439C740DC}" dt="2026-10-15T08:38:17.044" v="2681"/>
            <ac:spMkLst>
              <pc:docMk/>
              <pc:sldMasterMk cId="3574706131" sldId="2147483668"/>
              <pc:sldLayoutMk cId="2480571018" sldId="2147483689"/>
              <ac:spMk id="39" creationId="{9671A10D-21EF-A92C-9753-FA0E3F39EBFF}"/>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47" creationId="{2E5429E4-29C9-43AA-EB1E-AADBF9193068}"/>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54" creationId="{14C8462C-149F-6DE8-1606-6A10EF4EA44A}"/>
            </ac:spMkLst>
          </pc:spChg>
          <pc:spChg chg="del">
            <ac:chgData name="Mamdouh Jamjoom" userId="4f83adfd-8daa-4f62-9189-dd97c2009acc" providerId="ADAL" clId="{C50D1312-49B6-4843-BF8F-FF2439C740DC}" dt="2026-10-15T08:38:16.673" v="2680" actId="478"/>
            <ac:spMkLst>
              <pc:docMk/>
              <pc:sldMasterMk cId="3574706131" sldId="2147483668"/>
              <pc:sldLayoutMk cId="2480571018" sldId="2147483689"/>
              <ac:spMk id="56" creationId="{0B56C647-A070-6F3F-D069-0B1F00E79A97}"/>
            </ac:spMkLst>
          </pc:spChg>
        </pc:sldLayoutChg>
        <pc:sldLayoutChg chg="addSp delSp modSp mod">
          <pc:chgData name="Mamdouh Jamjoom" userId="4f83adfd-8daa-4f62-9189-dd97c2009acc" providerId="ADAL" clId="{C50D1312-49B6-4843-BF8F-FF2439C740DC}" dt="2026-10-15T08:38:07.678" v="2679" actId="571"/>
          <pc:sldLayoutMkLst>
            <pc:docMk/>
            <pc:sldMasterMk cId="3574706131" sldId="2147483668"/>
            <pc:sldLayoutMk cId="451760298" sldId="2147483701"/>
          </pc:sldLayoutMkLst>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2" creationId="{03088236-BA75-35CE-DDAA-7ED8A960D08D}"/>
            </ac:spMkLst>
          </pc:spChg>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5" creationId="{C03ABDF5-1017-CCEF-794B-A37D5EE253A6}"/>
            </ac:spMkLst>
          </pc:spChg>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6" creationId="{D542A77B-0CBE-CDEE-2A74-ED3D00111DF3}"/>
            </ac:spMkLst>
          </pc:spChg>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7" creationId="{AFB72780-4EFB-D592-1BFA-B062FBE0212F}"/>
            </ac:spMkLst>
          </pc:spChg>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9" creationId="{F3BF7CC4-2185-67F1-29AB-11C81B0172CB}"/>
            </ac:spMkLst>
          </pc:spChg>
          <pc:spChg chg="add mod">
            <ac:chgData name="Mamdouh Jamjoom" userId="4f83adfd-8daa-4f62-9189-dd97c2009acc" providerId="ADAL" clId="{C50D1312-49B6-4843-BF8F-FF2439C740DC}" dt="2026-10-15T08:37:30.414" v="2667"/>
            <ac:spMkLst>
              <pc:docMk/>
              <pc:sldMasterMk cId="3574706131" sldId="2147483668"/>
              <pc:sldLayoutMk cId="451760298" sldId="2147483701"/>
              <ac:spMk id="10" creationId="{5848E4B1-BEA9-332E-E959-86FDC50E2942}"/>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13" creationId="{DDF2A6F4-DA36-2C1C-BEDA-0A2EBA7D0E87}"/>
            </ac:spMkLst>
          </pc:spChg>
          <pc:spChg chg="mod">
            <ac:chgData name="Mamdouh Jamjoom" userId="4f83adfd-8daa-4f62-9189-dd97c2009acc" providerId="ADAL" clId="{C50D1312-49B6-4843-BF8F-FF2439C740DC}" dt="2026-10-15T08:37:42.408" v="2670" actId="207"/>
            <ac:spMkLst>
              <pc:docMk/>
              <pc:sldMasterMk cId="3574706131" sldId="2147483668"/>
              <pc:sldLayoutMk cId="451760298" sldId="2147483701"/>
              <ac:spMk id="14" creationId="{2BD34CA2-F5B4-943E-1DD2-60D039F1E619}"/>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15" creationId="{9F4820A9-69B7-1100-40D3-57FF324DB8E3}"/>
            </ac:spMkLst>
          </pc:spChg>
          <pc:spChg chg="mod">
            <ac:chgData name="Mamdouh Jamjoom" userId="4f83adfd-8daa-4f62-9189-dd97c2009acc" providerId="ADAL" clId="{C50D1312-49B6-4843-BF8F-FF2439C740DC}" dt="2026-10-15T08:37:43.553" v="2671" actId="113"/>
            <ac:spMkLst>
              <pc:docMk/>
              <pc:sldMasterMk cId="3574706131" sldId="2147483668"/>
              <pc:sldLayoutMk cId="451760298" sldId="2147483701"/>
              <ac:spMk id="16" creationId="{17489BBC-7558-68F5-37AE-D4C48EB1AF04}"/>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17" creationId="{26A9B02E-BFEC-3D69-A965-0FF00095B48D}"/>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19" creationId="{DC5D9021-B833-D1C5-32A2-E61A7EB776F2}"/>
            </ac:spMkLst>
          </pc:spChg>
          <pc:spChg chg="mod">
            <ac:chgData name="Mamdouh Jamjoom" userId="4f83adfd-8daa-4f62-9189-dd97c2009acc" providerId="ADAL" clId="{C50D1312-49B6-4843-BF8F-FF2439C740DC}" dt="2026-10-15T08:37:54.853" v="2675" actId="14100"/>
            <ac:spMkLst>
              <pc:docMk/>
              <pc:sldMasterMk cId="3574706131" sldId="2147483668"/>
              <pc:sldLayoutMk cId="451760298" sldId="2147483701"/>
              <ac:spMk id="20" creationId="{11402A0A-22D3-2723-F6C2-B1077FFC5700}"/>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21" creationId="{8BA4EEB4-28B2-F06D-6248-4C8703D05561}"/>
            </ac:spMkLst>
          </pc:spChg>
          <pc:spChg chg="mod">
            <ac:chgData name="Mamdouh Jamjoom" userId="4f83adfd-8daa-4f62-9189-dd97c2009acc" providerId="ADAL" clId="{C50D1312-49B6-4843-BF8F-FF2439C740DC}" dt="2026-10-15T08:37:56.919" v="2676" actId="1076"/>
            <ac:spMkLst>
              <pc:docMk/>
              <pc:sldMasterMk cId="3574706131" sldId="2147483668"/>
              <pc:sldLayoutMk cId="451760298" sldId="2147483701"/>
              <ac:spMk id="22" creationId="{A4041D52-E849-CE37-AC3B-8816B37FEC0A}"/>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23" creationId="{0ED83015-FF90-D6DD-C423-ABFB60FC967A}"/>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25" creationId="{31503053-E80B-4B65-33F2-A03DC5862808}"/>
            </ac:spMkLst>
          </pc:spChg>
          <pc:spChg chg="mod">
            <ac:chgData name="Mamdouh Jamjoom" userId="4f83adfd-8daa-4f62-9189-dd97c2009acc" providerId="ADAL" clId="{C50D1312-49B6-4843-BF8F-FF2439C740DC}" dt="2026-10-15T08:37:52.014" v="2674"/>
            <ac:spMkLst>
              <pc:docMk/>
              <pc:sldMasterMk cId="3574706131" sldId="2147483668"/>
              <pc:sldLayoutMk cId="451760298" sldId="2147483701"/>
              <ac:spMk id="26" creationId="{6B9077A0-F591-F262-AB0E-7D412A7F47F1}"/>
            </ac:spMkLst>
          </pc:spChg>
          <pc:spChg chg="del">
            <ac:chgData name="Mamdouh Jamjoom" userId="4f83adfd-8daa-4f62-9189-dd97c2009acc" providerId="ADAL" clId="{C50D1312-49B6-4843-BF8F-FF2439C740DC}" dt="2026-10-15T08:37:29.964" v="2666" actId="478"/>
            <ac:spMkLst>
              <pc:docMk/>
              <pc:sldMasterMk cId="3574706131" sldId="2147483668"/>
              <pc:sldLayoutMk cId="451760298" sldId="2147483701"/>
              <ac:spMk id="27" creationId="{C60028AC-72E5-C60C-655B-55AFC8C95991}"/>
            </ac:spMkLst>
          </pc:spChg>
          <pc:spChg chg="mod">
            <ac:chgData name="Mamdouh Jamjoom" userId="4f83adfd-8daa-4f62-9189-dd97c2009acc" providerId="ADAL" clId="{C50D1312-49B6-4843-BF8F-FF2439C740DC}" dt="2026-10-15T08:37:52.014" v="2674"/>
            <ac:spMkLst>
              <pc:docMk/>
              <pc:sldMasterMk cId="3574706131" sldId="2147483668"/>
              <pc:sldLayoutMk cId="451760298" sldId="2147483701"/>
              <ac:spMk id="28" creationId="{9B3BF445-BE79-437A-87E0-64769103A02C}"/>
            </ac:spMkLst>
          </pc:spChg>
          <pc:spChg chg="add mod">
            <ac:chgData name="Mamdouh Jamjoom" userId="4f83adfd-8daa-4f62-9189-dd97c2009acc" providerId="ADAL" clId="{C50D1312-49B6-4843-BF8F-FF2439C740DC}" dt="2026-10-15T08:38:07.678" v="2679" actId="571"/>
            <ac:spMkLst>
              <pc:docMk/>
              <pc:sldMasterMk cId="3574706131" sldId="2147483668"/>
              <pc:sldLayoutMk cId="451760298" sldId="2147483701"/>
              <ac:spMk id="29" creationId="{760AAC1F-9EA1-B6BB-C00C-9E28A463CDED}"/>
            </ac:spMkLst>
          </pc:spChg>
          <pc:grpChg chg="add del mod">
            <ac:chgData name="Mamdouh Jamjoom" userId="4f83adfd-8daa-4f62-9189-dd97c2009acc" providerId="ADAL" clId="{C50D1312-49B6-4843-BF8F-FF2439C740DC}" dt="2026-10-15T08:37:59.706" v="2677" actId="478"/>
            <ac:grpSpMkLst>
              <pc:docMk/>
              <pc:sldMasterMk cId="3574706131" sldId="2147483668"/>
              <pc:sldLayoutMk cId="451760298" sldId="2147483701"/>
              <ac:grpSpMk id="24" creationId="{AF274D6A-A901-EF51-2F05-F40239256DAA}"/>
            </ac:grpSpMkLst>
          </pc:grpChg>
        </pc:sldLayoutChg>
        <pc:sldLayoutChg chg="delSp mod">
          <pc:chgData name="Mamdouh Jamjoom" userId="4f83adfd-8daa-4f62-9189-dd97c2009acc" providerId="ADAL" clId="{C50D1312-49B6-4843-BF8F-FF2439C740DC}" dt="2026-09-28T10:46:46.682" v="4" actId="478"/>
          <pc:sldLayoutMkLst>
            <pc:docMk/>
            <pc:sldMasterMk cId="3574706131" sldId="2147483668"/>
            <pc:sldLayoutMk cId="3734601892" sldId="2147483703"/>
          </pc:sldLayoutMkLst>
        </pc:sldLayoutChg>
        <pc:sldLayoutChg chg="addSp delSp modSp add mod ord modTransition">
          <pc:chgData name="Mamdouh Jamjoom" userId="4f83adfd-8daa-4f62-9189-dd97c2009acc" providerId="ADAL" clId="{C50D1312-49B6-4843-BF8F-FF2439C740DC}" dt="2026-10-15T08:36:02.494" v="2643" actId="207"/>
          <pc:sldLayoutMkLst>
            <pc:docMk/>
            <pc:sldMasterMk cId="3574706131" sldId="2147483668"/>
            <pc:sldLayoutMk cId="4190469686" sldId="2147483704"/>
          </pc:sldLayoutMkLst>
          <pc:spChg chg="mod">
            <ac:chgData name="Mamdouh Jamjoom" userId="4f83adfd-8daa-4f62-9189-dd97c2009acc" providerId="ADAL" clId="{C50D1312-49B6-4843-BF8F-FF2439C740DC}" dt="2026-10-15T08:35:36.038" v="2637" actId="207"/>
            <ac:spMkLst>
              <pc:docMk/>
              <pc:sldMasterMk cId="3574706131" sldId="2147483668"/>
              <pc:sldLayoutMk cId="4190469686" sldId="2147483704"/>
              <ac:spMk id="8" creationId="{F07887D5-4371-3456-3A99-F65130EC509C}"/>
            </ac:spMkLst>
          </pc:spChg>
          <pc:spChg chg="mod">
            <ac:chgData name="Mamdouh Jamjoom" userId="4f83adfd-8daa-4f62-9189-dd97c2009acc" providerId="ADAL" clId="{C50D1312-49B6-4843-BF8F-FF2439C740DC}" dt="2026-10-15T08:35:28.126" v="2636" actId="113"/>
            <ac:spMkLst>
              <pc:docMk/>
              <pc:sldMasterMk cId="3574706131" sldId="2147483668"/>
              <pc:sldLayoutMk cId="4190469686" sldId="2147483704"/>
              <ac:spMk id="9" creationId="{6ACECB9F-2595-FC0A-B818-97D53690AE2E}"/>
            </ac:spMkLst>
          </pc:spChg>
          <pc:spChg chg="add">
            <ac:chgData name="Mamdouh Jamjoom" userId="4f83adfd-8daa-4f62-9189-dd97c2009acc" providerId="ADAL" clId="{C50D1312-49B6-4843-BF8F-FF2439C740DC}" dt="2026-10-15T08:35:17.145" v="2633" actId="22"/>
            <ac:spMkLst>
              <pc:docMk/>
              <pc:sldMasterMk cId="3574706131" sldId="2147483668"/>
              <pc:sldLayoutMk cId="4190469686" sldId="2147483704"/>
              <ac:spMk id="12" creationId="{2FB554FF-AF4A-1EC4-5B82-2E08D8E47F8B}"/>
            </ac:spMkLst>
          </pc:spChg>
          <pc:spChg chg="mod">
            <ac:chgData name="Mamdouh Jamjoom" userId="4f83adfd-8daa-4f62-9189-dd97c2009acc" providerId="ADAL" clId="{C50D1312-49B6-4843-BF8F-FF2439C740DC}" dt="2026-10-15T08:35:42.747" v="2638"/>
            <ac:spMkLst>
              <pc:docMk/>
              <pc:sldMasterMk cId="3574706131" sldId="2147483668"/>
              <pc:sldLayoutMk cId="4190469686" sldId="2147483704"/>
              <ac:spMk id="14" creationId="{C5F310D7-6EA5-3662-B9BF-DD43294D9A14}"/>
            </ac:spMkLst>
          </pc:spChg>
          <pc:spChg chg="mod">
            <ac:chgData name="Mamdouh Jamjoom" userId="4f83adfd-8daa-4f62-9189-dd97c2009acc" providerId="ADAL" clId="{C50D1312-49B6-4843-BF8F-FF2439C740DC}" dt="2026-10-15T08:35:42.747" v="2638"/>
            <ac:spMkLst>
              <pc:docMk/>
              <pc:sldMasterMk cId="3574706131" sldId="2147483668"/>
              <pc:sldLayoutMk cId="4190469686" sldId="2147483704"/>
              <ac:spMk id="15" creationId="{E56C60F1-DA66-6AAF-FF5C-4582DB3759B7}"/>
            </ac:spMkLst>
          </pc:spChg>
          <pc:spChg chg="del">
            <ac:chgData name="Mamdouh Jamjoom" userId="4f83adfd-8daa-4f62-9189-dd97c2009acc" providerId="ADAL" clId="{C50D1312-49B6-4843-BF8F-FF2439C740DC}" dt="2026-10-15T08:35:16.861" v="2632" actId="478"/>
            <ac:spMkLst>
              <pc:docMk/>
              <pc:sldMasterMk cId="3574706131" sldId="2147483668"/>
              <pc:sldLayoutMk cId="4190469686" sldId="2147483704"/>
              <ac:spMk id="23" creationId="{D84AC8B4-ED73-847F-4BBF-50224AEF97AF}"/>
            </ac:spMkLst>
          </pc:spChg>
          <pc:spChg chg="mod">
            <ac:chgData name="Mamdouh Jamjoom" userId="4f83adfd-8daa-4f62-9189-dd97c2009acc" providerId="ADAL" clId="{C50D1312-49B6-4843-BF8F-FF2439C740DC}" dt="2026-10-15T08:36:02.494" v="2643" actId="207"/>
            <ac:spMkLst>
              <pc:docMk/>
              <pc:sldMasterMk cId="3574706131" sldId="2147483668"/>
              <pc:sldLayoutMk cId="4190469686" sldId="2147483704"/>
              <ac:spMk id="36" creationId="{73FBB6E0-029E-5C36-7D3C-C3086DCB8F61}"/>
            </ac:spMkLst>
          </pc:spChg>
          <pc:spChg chg="mod">
            <ac:chgData name="Mamdouh Jamjoom" userId="4f83adfd-8daa-4f62-9189-dd97c2009acc" providerId="ADAL" clId="{C50D1312-49B6-4843-BF8F-FF2439C740DC}" dt="2026-10-15T08:35:50.893" v="2641" actId="1076"/>
            <ac:spMkLst>
              <pc:docMk/>
              <pc:sldMasterMk cId="3574706131" sldId="2147483668"/>
              <pc:sldLayoutMk cId="4190469686" sldId="2147483704"/>
              <ac:spMk id="37" creationId="{E9738941-90D8-D1A5-278D-AF8BB2B0923A}"/>
            </ac:spMkLst>
          </pc:spChg>
          <pc:grpChg chg="add del mod">
            <ac:chgData name="Mamdouh Jamjoom" userId="4f83adfd-8daa-4f62-9189-dd97c2009acc" providerId="ADAL" clId="{C50D1312-49B6-4843-BF8F-FF2439C740DC}" dt="2026-10-15T08:35:52.777" v="2642" actId="478"/>
            <ac:grpSpMkLst>
              <pc:docMk/>
              <pc:sldMasterMk cId="3574706131" sldId="2147483668"/>
              <pc:sldLayoutMk cId="4190469686" sldId="2147483704"/>
              <ac:grpSpMk id="13" creationId="{226F0C63-F543-246A-9D2D-101B27A81B24}"/>
            </ac:grpSpMkLst>
          </pc:grpChg>
        </pc:sldLayoutChg>
      </pc:sldMasterChg>
    </pc:docChg>
  </pc:docChgLst>
  <pc:docChgLst>
    <pc:chgData name="Amjad Abdulrahman Alluhaibi" userId="991dd13c-d66c-4e29-a764-81fc4b3aa379" providerId="ADAL" clId="{75DB031D-D834-4C29-BF15-25C88C7302BD}"/>
    <pc:docChg chg="undo redo custSel modSld">
      <pc:chgData name="Amjad Abdulrahman Alluhaibi" userId="991dd13c-d66c-4e29-a764-81fc4b3aa379" providerId="ADAL" clId="{75DB031D-D834-4C29-BF15-25C88C7302BD}" dt="2026-09-24T11:56:26.826" v="60" actId="20577"/>
      <pc:docMkLst>
        <pc:docMk/>
      </pc:docMkLst>
      <pc:sldChg chg="addSp modSp">
        <pc:chgData name="Amjad Abdulrahman Alluhaibi" userId="991dd13c-d66c-4e29-a764-81fc4b3aa379" providerId="ADAL" clId="{75DB031D-D834-4C29-BF15-25C88C7302BD}" dt="2026-09-24T11:42:17.852" v="11"/>
        <pc:sldMkLst>
          <pc:docMk/>
          <pc:sldMk cId="1320534220" sldId="276"/>
        </pc:sldMkLst>
        <pc:graphicFrameChg chg="mod">
          <ac:chgData name="Amjad Abdulrahman Alluhaibi" userId="991dd13c-d66c-4e29-a764-81fc4b3aa379" providerId="ADAL" clId="{75DB031D-D834-4C29-BF15-25C88C7302BD}" dt="2026-09-24T11:42:17.852" v="11"/>
          <ac:graphicFrameMkLst>
            <pc:docMk/>
            <pc:sldMk cId="1320534220" sldId="276"/>
            <ac:graphicFrameMk id="4" creationId="{00BA627B-32AA-1ADA-50CC-F62281CD6958}"/>
          </ac:graphicFrameMkLst>
        </pc:graphicFrameChg>
      </pc:sldChg>
      <pc:sldChg chg="modSp mod">
        <pc:chgData name="Amjad Abdulrahman Alluhaibi" userId="991dd13c-d66c-4e29-a764-81fc4b3aa379" providerId="ADAL" clId="{75DB031D-D834-4C29-BF15-25C88C7302BD}" dt="2026-09-24T11:56:26.826" v="60" actId="20577"/>
        <pc:sldMkLst>
          <pc:docMk/>
          <pc:sldMk cId="3565859656" sldId="278"/>
        </pc:sldMkLst>
        <pc:graphicFrameChg chg="mod modGraphic">
          <ac:chgData name="Amjad Abdulrahman Alluhaibi" userId="991dd13c-d66c-4e29-a764-81fc4b3aa379" providerId="ADAL" clId="{75DB031D-D834-4C29-BF15-25C88C7302BD}" dt="2026-09-24T11:56:26.826" v="60" actId="20577"/>
          <ac:graphicFrameMkLst>
            <pc:docMk/>
            <pc:sldMk cId="3565859656" sldId="278"/>
            <ac:graphicFrameMk id="30" creationId="{24C18B9B-64F6-22FD-45B3-540606A7AC0A}"/>
          </ac:graphicFrameMkLst>
        </pc:graphicFrameChg>
      </pc:sldChg>
      <pc:sldChg chg="modSp mod">
        <pc:chgData name="Amjad Abdulrahman Alluhaibi" userId="991dd13c-d66c-4e29-a764-81fc4b3aa379" providerId="ADAL" clId="{75DB031D-D834-4C29-BF15-25C88C7302BD}" dt="2026-09-24T11:56:24.372" v="58" actId="14100"/>
        <pc:sldMkLst>
          <pc:docMk/>
          <pc:sldMk cId="2014544344" sldId="288"/>
        </pc:sldMkLst>
        <pc:graphicFrameChg chg="mod modGraphic">
          <ac:chgData name="Amjad Abdulrahman Alluhaibi" userId="991dd13c-d66c-4e29-a764-81fc4b3aa379" providerId="ADAL" clId="{75DB031D-D834-4C29-BF15-25C88C7302BD}" dt="2026-09-24T11:56:24.372" v="58" actId="14100"/>
          <ac:graphicFrameMkLst>
            <pc:docMk/>
            <pc:sldMk cId="2014544344" sldId="288"/>
            <ac:graphicFrameMk id="30" creationId="{D7281D2F-F619-25D8-133B-D92BC8DF9E70}"/>
          </ac:graphicFrameMkLst>
        </pc:graphicFrameChg>
      </pc:sldChg>
      <pc:sldChg chg="modSp">
        <pc:chgData name="Amjad Abdulrahman Alluhaibi" userId="991dd13c-d66c-4e29-a764-81fc4b3aa379" providerId="ADAL" clId="{75DB031D-D834-4C29-BF15-25C88C7302BD}" dt="2026-09-24T11:39:24.026" v="5"/>
        <pc:sldMkLst>
          <pc:docMk/>
          <pc:sldMk cId="2014544344" sldId="296"/>
        </pc:sldMkLst>
        <pc:graphicFrameChg chg="mod">
          <ac:chgData name="Amjad Abdulrahman Alluhaibi" userId="991dd13c-d66c-4e29-a764-81fc4b3aa379" providerId="ADAL" clId="{75DB031D-D834-4C29-BF15-25C88C7302BD}" dt="2026-09-24T11:37:58.882" v="4"/>
          <ac:graphicFrameMkLst>
            <pc:docMk/>
            <pc:sldMk cId="2014544344" sldId="296"/>
            <ac:graphicFrameMk id="31" creationId="{1A2D0F6A-29CC-F521-F79A-1F53075353B8}"/>
          </ac:graphicFrameMkLst>
        </pc:graphicFrameChg>
        <pc:graphicFrameChg chg="mod">
          <ac:chgData name="Amjad Abdulrahman Alluhaibi" userId="991dd13c-d66c-4e29-a764-81fc4b3aa379" providerId="ADAL" clId="{75DB031D-D834-4C29-BF15-25C88C7302BD}" dt="2026-09-24T11:39:24.026" v="5"/>
          <ac:graphicFrameMkLst>
            <pc:docMk/>
            <pc:sldMk cId="2014544344" sldId="296"/>
            <ac:graphicFrameMk id="32" creationId="{694D8959-2FDE-5CF0-BF1F-1DC1B05721A8}"/>
          </ac:graphicFrameMkLst>
        </pc:graphicFrameChg>
      </pc:sldChg>
      <pc:sldChg chg="modSp mod">
        <pc:chgData name="Amjad Abdulrahman Alluhaibi" userId="991dd13c-d66c-4e29-a764-81fc4b3aa379" providerId="ADAL" clId="{75DB031D-D834-4C29-BF15-25C88C7302BD}" dt="2026-09-24T11:52:24.448" v="39" actId="20577"/>
        <pc:sldMkLst>
          <pc:docMk/>
          <pc:sldMk cId="3565859656" sldId="297"/>
        </pc:sldMkLst>
        <pc:graphicFrameChg chg="modGraphic">
          <ac:chgData name="Amjad Abdulrahman Alluhaibi" userId="991dd13c-d66c-4e29-a764-81fc4b3aa379" providerId="ADAL" clId="{75DB031D-D834-4C29-BF15-25C88C7302BD}" dt="2026-09-24T11:45:34.250" v="12" actId="207"/>
          <ac:graphicFrameMkLst>
            <pc:docMk/>
            <pc:sldMk cId="3565859656" sldId="297"/>
            <ac:graphicFrameMk id="4" creationId="{236F631E-D50A-7F0D-EE08-691BB58CB619}"/>
          </ac:graphicFrameMkLst>
        </pc:graphicFrameChg>
        <pc:graphicFrameChg chg="mod modGraphic">
          <ac:chgData name="Amjad Abdulrahman Alluhaibi" userId="991dd13c-d66c-4e29-a764-81fc4b3aa379" providerId="ADAL" clId="{75DB031D-D834-4C29-BF15-25C88C7302BD}" dt="2026-09-24T11:52:24.448" v="39" actId="20577"/>
          <ac:graphicFrameMkLst>
            <pc:docMk/>
            <pc:sldMk cId="3565859656" sldId="297"/>
            <ac:graphicFrameMk id="30" creationId="{24C18B9B-64F6-22FD-45B3-540606A7AC0A}"/>
          </ac:graphicFrameMkLst>
        </pc:graphicFrameChg>
      </pc:sldChg>
      <pc:sldChg chg="modSp">
        <pc:chgData name="Amjad Abdulrahman Alluhaibi" userId="991dd13c-d66c-4e29-a764-81fc4b3aa379" providerId="ADAL" clId="{75DB031D-D834-4C29-BF15-25C88C7302BD}" dt="2026-09-24T11:34:55.179" v="1"/>
        <pc:sldMkLst>
          <pc:docMk/>
          <pc:sldMk cId="2014544344" sldId="300"/>
        </pc:sldMkLst>
        <pc:graphicFrameChg chg="mod">
          <ac:chgData name="Amjad Abdulrahman Alluhaibi" userId="991dd13c-d66c-4e29-a764-81fc4b3aa379" providerId="ADAL" clId="{75DB031D-D834-4C29-BF15-25C88C7302BD}" dt="2026-09-24T11:34:55.179" v="1"/>
          <ac:graphicFrameMkLst>
            <pc:docMk/>
            <pc:sldMk cId="2014544344" sldId="300"/>
            <ac:graphicFrameMk id="31" creationId="{3E66C75A-F78E-DDF4-95E9-67543B2DA0B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BEF2-422F-BED0-B3808AA9489E}"/>
                </c:ext>
              </c:extLst>
            </c:dLbl>
            <c:dLbl>
              <c:idx val="1"/>
              <c:delete val="1"/>
              <c:extLst>
                <c:ext xmlns:c15="http://schemas.microsoft.com/office/drawing/2012/chart" uri="{CE6537A1-D6FC-4f65-9D91-7224C49458BB}"/>
                <c:ext xmlns:c16="http://schemas.microsoft.com/office/drawing/2014/chart" uri="{C3380CC4-5D6E-409C-BE32-E72D297353CC}">
                  <c16:uniqueId val="{00000004-BEF2-422F-BED0-B3808AA9489E}"/>
                </c:ext>
              </c:extLst>
            </c:dLbl>
            <c:dLbl>
              <c:idx val="2"/>
              <c:delete val="1"/>
              <c:extLst>
                <c:ext xmlns:c15="http://schemas.microsoft.com/office/drawing/2012/chart" uri="{CE6537A1-D6FC-4f65-9D91-7224C49458BB}"/>
                <c:ext xmlns:c16="http://schemas.microsoft.com/office/drawing/2014/chart" uri="{C3380CC4-5D6E-409C-BE32-E72D297353CC}">
                  <c16:uniqueId val="{00000003-BEF2-422F-BED0-B3808AA9489E}"/>
                </c:ext>
              </c:extLst>
            </c:dLbl>
            <c:dLbl>
              <c:idx val="3"/>
              <c:delete val="1"/>
              <c:extLst>
                <c:ext xmlns:c15="http://schemas.microsoft.com/office/drawing/2012/chart" uri="{CE6537A1-D6FC-4f65-9D91-7224C49458BB}"/>
                <c:ext xmlns:c16="http://schemas.microsoft.com/office/drawing/2014/chart" uri="{C3380CC4-5D6E-409C-BE32-E72D297353CC}">
                  <c16:uniqueId val="{00000002-BEF2-422F-BED0-B3808AA9489E}"/>
                </c:ext>
              </c:extLst>
            </c:dLbl>
            <c:dLbl>
              <c:idx val="6"/>
              <c:delete val="1"/>
              <c:extLst>
                <c:ext xmlns:c15="http://schemas.microsoft.com/office/drawing/2012/chart" uri="{CE6537A1-D6FC-4f65-9D91-7224C49458BB}"/>
                <c:ext xmlns:c16="http://schemas.microsoft.com/office/drawing/2014/chart" uri="{C3380CC4-5D6E-409C-BE32-E72D297353CC}">
                  <c16:uniqueId val="{00000001-BEF2-422F-BED0-B3808AA9489E}"/>
                </c:ext>
              </c:extLst>
            </c:dLbl>
            <c:dLbl>
              <c:idx val="7"/>
              <c:delete val="1"/>
              <c:extLst>
                <c:ext xmlns:c15="http://schemas.microsoft.com/office/drawing/2012/chart" uri="{CE6537A1-D6FC-4f65-9D91-7224C49458BB}"/>
                <c:ext xmlns:c16="http://schemas.microsoft.com/office/drawing/2014/chart" uri="{C3380CC4-5D6E-409C-BE32-E72D297353CC}">
                  <c16:uniqueId val="{00000000-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Sheet1!$B$2:$B$9</c:f>
              <c:numCache>
                <c:formatCode>General</c:formatCode>
                <c:ptCount val="8"/>
                <c:pt idx="0">
                  <c:v>0</c:v>
                </c:pt>
                <c:pt idx="1">
                  <c:v>0</c:v>
                </c:pt>
                <c:pt idx="2">
                  <c:v>0</c:v>
                </c:pt>
                <c:pt idx="3">
                  <c:v>0</c:v>
                </c:pt>
                <c:pt idx="4">
                  <c:v>1</c:v>
                </c:pt>
                <c:pt idx="5">
                  <c:v>1</c:v>
                </c:pt>
                <c:pt idx="6">
                  <c:v>0</c:v>
                </c:pt>
                <c:pt idx="7">
                  <c:v>0</c:v>
                </c:pt>
              </c:numCache>
            </c:numRef>
          </c:val>
          <c:extLst>
            <c:ext xmlns:c16="http://schemas.microsoft.com/office/drawing/2014/chart" uri="{C3380CC4-5D6E-409C-BE32-E72D297353CC}">
              <c16:uniqueId val="{00000000-E399-4802-B083-1C69216D46B0}"/>
            </c:ext>
          </c:extLst>
        </c:ser>
        <c:ser>
          <c:idx val="1"/>
          <c:order val="1"/>
          <c:tx>
            <c:strRef>
              <c:f>Sheet1!$C$1</c:f>
              <c:strCache>
                <c:ptCount val="1"/>
                <c:pt idx="0">
                  <c:v>على المخطط</c:v>
                </c:pt>
              </c:strCache>
            </c:strRef>
          </c:tx>
          <c:spPr>
            <a:solidFill>
              <a:srgbClr val="038060"/>
            </a:solidFill>
            <a:ln>
              <a:noFill/>
            </a:ln>
            <a:effectLst/>
          </c:spPr>
          <c:invertIfNegative val="0"/>
          <c:dLbls>
            <c:dLbl>
              <c:idx val="5"/>
              <c:delete val="1"/>
              <c:extLst>
                <c:ext xmlns:c15="http://schemas.microsoft.com/office/drawing/2012/chart" uri="{CE6537A1-D6FC-4f65-9D91-7224C49458BB}"/>
                <c:ext xmlns:c16="http://schemas.microsoft.com/office/drawing/2014/chart" uri="{C3380CC4-5D6E-409C-BE32-E72D297353CC}">
                  <c16:uniqueId val="{00000006-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Sheet1!$C$2:$C$9</c:f>
              <c:numCache>
                <c:formatCode>General</c:formatCode>
                <c:ptCount val="8"/>
                <c:pt idx="0">
                  <c:v>1</c:v>
                </c:pt>
                <c:pt idx="1">
                  <c:v>1</c:v>
                </c:pt>
                <c:pt idx="2">
                  <c:v>1</c:v>
                </c:pt>
                <c:pt idx="3">
                  <c:v>1</c:v>
                </c:pt>
                <c:pt idx="4">
                  <c:v>2</c:v>
                </c:pt>
                <c:pt idx="5">
                  <c:v>0</c:v>
                </c:pt>
                <c:pt idx="6">
                  <c:v>2</c:v>
                </c:pt>
                <c:pt idx="7">
                  <c:v>2</c:v>
                </c:pt>
              </c:numCache>
            </c:numRef>
          </c:val>
          <c:extLst>
            <c:ext xmlns:c16="http://schemas.microsoft.com/office/drawing/2014/chart" uri="{C3380CC4-5D6E-409C-BE32-E72D297353CC}">
              <c16:uniqueId val="{00000001-E399-4802-B083-1C69216D46B0}"/>
            </c:ext>
          </c:extLst>
        </c:ser>
        <c:ser>
          <c:idx val="2"/>
          <c:order val="2"/>
          <c:tx>
            <c:strRef>
              <c:f>Sheet1!$D$1</c:f>
              <c:strCache>
                <c:ptCount val="1"/>
                <c:pt idx="0">
                  <c:v>متأخر</c:v>
                </c:pt>
              </c:strCache>
            </c:strRef>
          </c:tx>
          <c:spPr>
            <a:solidFill>
              <a:srgbClr val="87452B"/>
            </a:solidFill>
            <a:ln>
              <a:noFill/>
            </a:ln>
            <a:effectLst/>
          </c:spPr>
          <c:invertIfNegative val="0"/>
          <c:dLbls>
            <c:delete val="1"/>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Sheet1!$D$2:$D$9</c:f>
              <c:numCache>
                <c:formatCode>General</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2-E399-4802-B083-1C69216D46B0}"/>
            </c:ext>
          </c:extLst>
        </c:ser>
        <c:ser>
          <c:idx val="3"/>
          <c:order val="3"/>
          <c:tx>
            <c:strRef>
              <c:f>Sheet1!$E$1</c:f>
              <c:strCache>
                <c:ptCount val="1"/>
                <c:pt idx="0">
                  <c:v>معلق</c:v>
                </c:pt>
              </c:strCache>
            </c:strRef>
          </c:tx>
          <c:spPr>
            <a:solidFill>
              <a:schemeClr val="accent3">
                <a:tint val="58000"/>
              </a:schemeClr>
            </a:solidFill>
            <a:ln>
              <a:noFill/>
            </a:ln>
            <a:effectLst/>
          </c:spPr>
          <c:invertIfNegative val="0"/>
          <c:dLbls>
            <c:delete val="1"/>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Sheet1!$E$2:$E$9</c:f>
              <c:numCache>
                <c:formatCode>General</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3-E399-4802-B083-1C69216D46B0}"/>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9863-4960-B365-468DFF3AA0F6}"/>
                </c:ext>
              </c:extLst>
            </c:dLbl>
            <c:dLbl>
              <c:idx val="1"/>
              <c:delete val="1"/>
              <c:extLst>
                <c:ext xmlns:c15="http://schemas.microsoft.com/office/drawing/2012/chart" uri="{CE6537A1-D6FC-4f65-9D91-7224C49458BB}"/>
                <c:ext xmlns:c16="http://schemas.microsoft.com/office/drawing/2014/chart" uri="{C3380CC4-5D6E-409C-BE32-E72D297353CC}">
                  <c16:uniqueId val="{00000004-9863-4960-B365-468DFF3AA0F6}"/>
                </c:ext>
              </c:extLst>
            </c:dLbl>
            <c:dLbl>
              <c:idx val="2"/>
              <c:delete val="1"/>
              <c:extLst>
                <c:ext xmlns:c15="http://schemas.microsoft.com/office/drawing/2012/chart" uri="{CE6537A1-D6FC-4f65-9D91-7224C49458BB}"/>
                <c:ext xmlns:c16="http://schemas.microsoft.com/office/drawing/2014/chart" uri="{C3380CC4-5D6E-409C-BE32-E72D297353CC}">
                  <c16:uniqueId val="{00000003-9863-4960-B365-468DFF3AA0F6}"/>
                </c:ext>
              </c:extLst>
            </c:dLbl>
            <c:dLbl>
              <c:idx val="3"/>
              <c:delete val="1"/>
              <c:extLst>
                <c:ext xmlns:c15="http://schemas.microsoft.com/office/drawing/2012/chart" uri="{CE6537A1-D6FC-4f65-9D91-7224C49458BB}"/>
                <c:ext xmlns:c16="http://schemas.microsoft.com/office/drawing/2014/chart" uri="{C3380CC4-5D6E-409C-BE32-E72D297353CC}">
                  <c16:uniqueId val="{00000002-9863-4960-B365-468DFF3AA0F6}"/>
                </c:ext>
              </c:extLst>
            </c:dLbl>
            <c:dLbl>
              <c:idx val="4"/>
              <c:delete val="1"/>
              <c:extLst>
                <c:ext xmlns:c15="http://schemas.microsoft.com/office/drawing/2012/chart" uri="{CE6537A1-D6FC-4f65-9D91-7224C49458BB}"/>
                <c:ext xmlns:c16="http://schemas.microsoft.com/office/drawing/2014/chart" uri="{C3380CC4-5D6E-409C-BE32-E72D297353CC}">
                  <c16:uniqueId val="{00000001-9863-4960-B365-468DFF3AA0F6}"/>
                </c:ext>
              </c:extLst>
            </c:dLbl>
            <c:dLbl>
              <c:idx val="5"/>
              <c:delete val="1"/>
              <c:extLst>
                <c:ext xmlns:c15="http://schemas.microsoft.com/office/drawing/2012/chart" uri="{CE6537A1-D6FC-4f65-9D91-7224C49458BB}"/>
                <c:ext xmlns:c16="http://schemas.microsoft.com/office/drawing/2014/chart" uri="{C3380CC4-5D6E-409C-BE32-E72D297353CC}">
                  <c16:uniqueId val="{00000000-9863-4960-B365-468DFF3AA0F6}"/>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Sheet1!$B$2:$B$8</c:f>
              <c:numCache>
                <c:formatCode>General</c:formatCode>
                <c:ptCount val="7"/>
                <c:pt idx="0">
                  <c:v>0</c:v>
                </c:pt>
                <c:pt idx="1">
                  <c:v>0</c:v>
                </c:pt>
                <c:pt idx="2">
                  <c:v>0</c:v>
                </c:pt>
                <c:pt idx="3">
                  <c:v>0</c:v>
                </c:pt>
                <c:pt idx="4">
                  <c:v>0</c:v>
                </c:pt>
                <c:pt idx="5">
                  <c:v>0</c:v>
                </c:pt>
                <c:pt idx="6">
                  <c:v>4</c:v>
                </c:pt>
              </c:numCache>
            </c:numRef>
          </c:val>
          <c:extLst>
            <c:ext xmlns:c16="http://schemas.microsoft.com/office/drawing/2014/chart" uri="{C3380CC4-5D6E-409C-BE32-E72D297353CC}">
              <c16:uniqueId val="{00000000-854C-4445-AFB3-8F0C8941F3AF}"/>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Sheet1!$C$2:$C$8</c:f>
              <c:numCache>
                <c:formatCode>General</c:formatCode>
                <c:ptCount val="7"/>
                <c:pt idx="0">
                  <c:v>1</c:v>
                </c:pt>
                <c:pt idx="1">
                  <c:v>1</c:v>
                </c:pt>
                <c:pt idx="2">
                  <c:v>2</c:v>
                </c:pt>
                <c:pt idx="3">
                  <c:v>3</c:v>
                </c:pt>
                <c:pt idx="4">
                  <c:v>4</c:v>
                </c:pt>
                <c:pt idx="5">
                  <c:v>1</c:v>
                </c:pt>
                <c:pt idx="6">
                  <c:v>4</c:v>
                </c:pt>
              </c:numCache>
            </c:numRef>
          </c:val>
          <c:extLst>
            <c:ext xmlns:c16="http://schemas.microsoft.com/office/drawing/2014/chart" uri="{C3380CC4-5D6E-409C-BE32-E72D297353CC}">
              <c16:uniqueId val="{00000001-854C-4445-AFB3-8F0C8941F3AF}"/>
            </c:ext>
          </c:extLst>
        </c:ser>
        <c:ser>
          <c:idx val="2"/>
          <c:order val="2"/>
          <c:tx>
            <c:strRef>
              <c:f>Sheet1!$D$1</c:f>
              <c:strCache>
                <c:ptCount val="1"/>
                <c:pt idx="0">
                  <c:v>متأخر</c:v>
                </c:pt>
              </c:strCache>
            </c:strRef>
          </c:tx>
          <c:spPr>
            <a:solidFill>
              <a:srgbClr val="87452B"/>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Sheet1!$D$2:$D$8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2-854C-4445-AFB3-8F0C8941F3AF}"/>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Sheet1!$E$2:$E$8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3-854C-4445-AFB3-8F0C8941F3AF}"/>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Sheet1!$B$2:$B$9</c:f>
              <c:numCache>
                <c:formatCode>0</c:formatCode>
                <c:ptCount val="8"/>
                <c:pt idx="0">
                  <c:v>1</c:v>
                </c:pt>
                <c:pt idx="1">
                  <c:v>102</c:v>
                </c:pt>
                <c:pt idx="2">
                  <c:v>1</c:v>
                </c:pt>
                <c:pt idx="3">
                  <c:v>7</c:v>
                </c:pt>
                <c:pt idx="4">
                  <c:v>33</c:v>
                </c:pt>
                <c:pt idx="5">
                  <c:v>72</c:v>
                </c:pt>
                <c:pt idx="6">
                  <c:v>58</c:v>
                </c:pt>
                <c:pt idx="7">
                  <c:v>60</c:v>
                </c:pt>
              </c:numCache>
            </c:numRef>
          </c:val>
          <c:extLst>
            <c:ext xmlns:c16="http://schemas.microsoft.com/office/drawing/2014/chart" uri="{C3380CC4-5D6E-409C-BE32-E72D297353CC}">
              <c16:uniqueId val="{00000000-9299-4A7D-862A-A4F02E2413A6}"/>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Sheet1!$C$2:$C$9</c:f>
              <c:numCache>
                <c:formatCode>0</c:formatCode>
                <c:ptCount val="8"/>
                <c:pt idx="0">
                  <c:v>2</c:v>
                </c:pt>
                <c:pt idx="1">
                  <c:v>16</c:v>
                </c:pt>
                <c:pt idx="3">
                  <c:v>14</c:v>
                </c:pt>
                <c:pt idx="4">
                  <c:v>32</c:v>
                </c:pt>
                <c:pt idx="5">
                  <c:v>63</c:v>
                </c:pt>
                <c:pt idx="6">
                  <c:v>79</c:v>
                </c:pt>
                <c:pt idx="7">
                  <c:v>49</c:v>
                </c:pt>
              </c:numCache>
            </c:numRef>
          </c:val>
          <c:extLst>
            <c:ext xmlns:c16="http://schemas.microsoft.com/office/drawing/2014/chart" uri="{C3380CC4-5D6E-409C-BE32-E72D297353CC}">
              <c16:uniqueId val="{00000001-9299-4A7D-862A-A4F02E2413A6}"/>
            </c:ext>
          </c:extLst>
        </c:ser>
        <c:ser>
          <c:idx val="2"/>
          <c:order val="2"/>
          <c:tx>
            <c:strRef>
              <c:f>Sheet1!$D$1</c:f>
              <c:strCache>
                <c:ptCount val="1"/>
                <c:pt idx="0">
                  <c:v>متأخر</c:v>
                </c:pt>
              </c:strCache>
            </c:strRef>
          </c:tx>
          <c:spPr>
            <a:solidFill>
              <a:srgbClr val="87452B"/>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Sheet1!$D$2:$D$9</c:f>
              <c:numCache>
                <c:formatCode>General</c:formatCode>
                <c:ptCount val="8"/>
              </c:numCache>
            </c:numRef>
          </c:val>
          <c:extLst>
            <c:ext xmlns:c16="http://schemas.microsoft.com/office/drawing/2014/chart" uri="{C3380CC4-5D6E-409C-BE32-E72D297353CC}">
              <c16:uniqueId val="{00000002-9299-4A7D-862A-A4F02E2413A6}"/>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Sheet1!$E$2:$E$9</c:f>
              <c:numCache>
                <c:formatCode>General</c:formatCode>
                <c:ptCount val="8"/>
              </c:numCache>
            </c:numRef>
          </c:val>
          <c:extLst>
            <c:ext xmlns:c16="http://schemas.microsoft.com/office/drawing/2014/chart" uri="{C3380CC4-5D6E-409C-BE32-E72D297353CC}">
              <c16:uniqueId val="{00000003-9299-4A7D-862A-A4F02E2413A6}"/>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0"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نسبة الإنجاز</c:v>
                </c:pt>
              </c:strCache>
            </c:strRef>
          </c:tx>
          <c:dPt>
            <c:idx val="0"/>
            <c:bubble3D val="0"/>
            <c:spPr>
              <a:solidFill>
                <a:srgbClr val="074D46"/>
              </a:solidFill>
              <a:ln>
                <a:noFill/>
              </a:ln>
            </c:spPr>
            <c:extLst>
              <c:ext xmlns:c16="http://schemas.microsoft.com/office/drawing/2014/chart" uri="{C3380CC4-5D6E-409C-BE32-E72D297353CC}">
                <c16:uniqueId val="{00000001-1CAD-4F25-9517-9A939816FCA0}"/>
              </c:ext>
            </c:extLst>
          </c:dPt>
          <c:dPt>
            <c:idx val="1"/>
            <c:bubble3D val="0"/>
            <c:spPr>
              <a:solidFill>
                <a:srgbClr val="E4E3E0"/>
              </a:solidFill>
              <a:ln>
                <a:noFill/>
              </a:ln>
            </c:spPr>
            <c:extLst>
              <c:ext xmlns:c16="http://schemas.microsoft.com/office/drawing/2014/chart" uri="{C3380CC4-5D6E-409C-BE32-E72D297353CC}">
                <c16:uniqueId val="{00000003-1CAD-4F25-9517-9A939816FCA0}"/>
              </c:ext>
            </c:extLst>
          </c:dPt>
          <c:cat>
            <c:strRef>
              <c:f>Sheet1!$A$2:$A$3</c:f>
              <c:strCache>
                <c:ptCount val="2"/>
                <c:pt idx="0">
                  <c:v>المنجز</c:v>
                </c:pt>
                <c:pt idx="1">
                  <c:v>المتبقي</c:v>
                </c:pt>
              </c:strCache>
            </c:strRef>
          </c:cat>
          <c:val>
            <c:numRef>
              <c:f>Sheet1!$B$2:$B$3</c:f>
              <c:numCache>
                <c:formatCode>General</c:formatCode>
                <c:ptCount val="2"/>
                <c:pt idx="0">
                  <c:v>25</c:v>
                </c:pt>
                <c:pt idx="1">
                  <c:v>75</c:v>
                </c:pt>
              </c:numCache>
            </c:numRef>
          </c:val>
          <c:extLst>
            <c:ext xmlns:c16="http://schemas.microsoft.com/office/drawing/2014/chart" uri="{C3380CC4-5D6E-409C-BE32-E72D297353CC}">
              <c16:uniqueId val="{00000004-1CAD-4F25-9517-9A939816FCA0}"/>
            </c:ext>
          </c:extLst>
        </c:ser>
        <c:dLbls>
          <c:showLegendKey val="0"/>
          <c:showVal val="0"/>
          <c:showCatName val="0"/>
          <c:showSerName val="0"/>
          <c:showPercent val="0"/>
          <c:showBubbleSize val="0"/>
          <c:showLeaderLines val="1"/>
        </c:dLbls>
        <c:firstSliceAng val="0"/>
        <c:holeSize val="75"/>
      </c:doughnutChart>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نسبة الإنجاز</c:v>
                </c:pt>
              </c:strCache>
            </c:strRef>
          </c:tx>
          <c:dPt>
            <c:idx val="0"/>
            <c:bubble3D val="0"/>
            <c:spPr>
              <a:solidFill>
                <a:srgbClr val="C89A56"/>
              </a:solidFill>
              <a:ln>
                <a:noFill/>
              </a:ln>
            </c:spPr>
            <c:extLst>
              <c:ext xmlns:c16="http://schemas.microsoft.com/office/drawing/2014/chart" uri="{C3380CC4-5D6E-409C-BE32-E72D297353CC}">
                <c16:uniqueId val="{00000001-6911-4FA6-B442-43578C4EB3CC}"/>
              </c:ext>
            </c:extLst>
          </c:dPt>
          <c:dPt>
            <c:idx val="1"/>
            <c:bubble3D val="0"/>
            <c:spPr>
              <a:solidFill>
                <a:srgbClr val="E4E3E0"/>
              </a:solidFill>
              <a:ln>
                <a:noFill/>
              </a:ln>
            </c:spPr>
            <c:extLst>
              <c:ext xmlns:c16="http://schemas.microsoft.com/office/drawing/2014/chart" uri="{C3380CC4-5D6E-409C-BE32-E72D297353CC}">
                <c16:uniqueId val="{00000003-6911-4FA6-B442-43578C4EB3CC}"/>
              </c:ext>
            </c:extLst>
          </c:dPt>
          <c:cat>
            <c:strRef>
              <c:f>Sheet1!$A$2:$A$3</c:f>
              <c:strCache>
                <c:ptCount val="2"/>
                <c:pt idx="0">
                  <c:v>المنجز</c:v>
                </c:pt>
                <c:pt idx="1">
                  <c:v>المتبقي</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6911-4FA6-B442-43578C4EB3CC}"/>
            </c:ext>
          </c:extLst>
        </c:ser>
        <c:dLbls>
          <c:showLegendKey val="0"/>
          <c:showVal val="0"/>
          <c:showCatName val="0"/>
          <c:showSerName val="0"/>
          <c:showPercent val="0"/>
          <c:showBubbleSize val="0"/>
          <c:showLeaderLines val="1"/>
        </c:dLbls>
        <c:firstSliceAng val="0"/>
        <c:holeSize val="75"/>
      </c:doughnutChart>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نسبة الإنجاز</c:v>
                </c:pt>
              </c:strCache>
            </c:strRef>
          </c:tx>
          <c:dPt>
            <c:idx val="0"/>
            <c:bubble3D val="0"/>
            <c:spPr>
              <a:solidFill>
                <a:srgbClr val="66A5CE"/>
              </a:solidFill>
              <a:ln>
                <a:noFill/>
              </a:ln>
            </c:spPr>
            <c:extLst>
              <c:ext xmlns:c16="http://schemas.microsoft.com/office/drawing/2014/chart" uri="{C3380CC4-5D6E-409C-BE32-E72D297353CC}">
                <c16:uniqueId val="{00000001-7104-4477-B76B-4DC5CCDE6273}"/>
              </c:ext>
            </c:extLst>
          </c:dPt>
          <c:dPt>
            <c:idx val="1"/>
            <c:bubble3D val="0"/>
            <c:spPr>
              <a:solidFill>
                <a:srgbClr val="E4E3E0"/>
              </a:solidFill>
              <a:ln>
                <a:noFill/>
              </a:ln>
            </c:spPr>
            <c:extLst>
              <c:ext xmlns:c16="http://schemas.microsoft.com/office/drawing/2014/chart" uri="{C3380CC4-5D6E-409C-BE32-E72D297353CC}">
                <c16:uniqueId val="{00000003-7104-4477-B76B-4DC5CCDE6273}"/>
              </c:ext>
            </c:extLst>
          </c:dPt>
          <c:cat>
            <c:strRef>
              <c:f>Sheet1!$A$2:$A$3</c:f>
              <c:strCache>
                <c:ptCount val="2"/>
                <c:pt idx="0">
                  <c:v>المنجز</c:v>
                </c:pt>
                <c:pt idx="1">
                  <c:v>المتبقي</c:v>
                </c:pt>
              </c:strCache>
            </c:strRef>
          </c:cat>
          <c:val>
            <c:numRef>
              <c:f>Sheet1!$B$2:$B$3</c:f>
              <c:numCache>
                <c:formatCode>General</c:formatCode>
                <c:ptCount val="2"/>
                <c:pt idx="0">
                  <c:v>10</c:v>
                </c:pt>
                <c:pt idx="1">
                  <c:v>90</c:v>
                </c:pt>
              </c:numCache>
            </c:numRef>
          </c:val>
          <c:extLst>
            <c:ext xmlns:c16="http://schemas.microsoft.com/office/drawing/2014/chart" uri="{C3380CC4-5D6E-409C-BE32-E72D297353CC}">
              <c16:uniqueId val="{00000004-7104-4477-B76B-4DC5CCDE6273}"/>
            </c:ext>
          </c:extLst>
        </c:ser>
        <c:dLbls>
          <c:showLegendKey val="0"/>
          <c:showVal val="0"/>
          <c:showCatName val="0"/>
          <c:showSerName val="0"/>
          <c:showPercent val="0"/>
          <c:showBubbleSize val="0"/>
          <c:showLeaderLines val="1"/>
        </c:dLbls>
        <c:firstSliceAng val="0"/>
        <c:holeSize val="75"/>
      </c:doughnutChart>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نسبة الإنجاز</c:v>
                </c:pt>
              </c:strCache>
            </c:strRef>
          </c:tx>
          <c:dPt>
            <c:idx val="0"/>
            <c:bubble3D val="0"/>
            <c:spPr>
              <a:solidFill>
                <a:srgbClr val="96552F"/>
              </a:solidFill>
              <a:ln>
                <a:noFill/>
              </a:ln>
            </c:spPr>
            <c:extLst>
              <c:ext xmlns:c16="http://schemas.microsoft.com/office/drawing/2014/chart" uri="{C3380CC4-5D6E-409C-BE32-E72D297353CC}">
                <c16:uniqueId val="{00000001-25F4-42C9-A929-259DA3F4B56F}"/>
              </c:ext>
            </c:extLst>
          </c:dPt>
          <c:dPt>
            <c:idx val="1"/>
            <c:bubble3D val="0"/>
            <c:spPr>
              <a:solidFill>
                <a:srgbClr val="E4E3E0"/>
              </a:solidFill>
              <a:ln>
                <a:noFill/>
              </a:ln>
            </c:spPr>
            <c:extLst>
              <c:ext xmlns:c16="http://schemas.microsoft.com/office/drawing/2014/chart" uri="{C3380CC4-5D6E-409C-BE32-E72D297353CC}">
                <c16:uniqueId val="{00000003-25F4-42C9-A929-259DA3F4B56F}"/>
              </c:ext>
            </c:extLst>
          </c:dPt>
          <c:cat>
            <c:strRef>
              <c:f>Sheet1!$A$2:$A$3</c:f>
              <c:strCache>
                <c:ptCount val="2"/>
                <c:pt idx="0">
                  <c:v>المنجز</c:v>
                </c:pt>
                <c:pt idx="1">
                  <c:v>المتبقي</c:v>
                </c:pt>
              </c:strCache>
            </c:strRef>
          </c:cat>
          <c:val>
            <c:numRef>
              <c:f>Sheet1!$B$2:$B$3</c:f>
              <c:numCache>
                <c:formatCode>General</c:formatCode>
                <c:ptCount val="2"/>
                <c:pt idx="0">
                  <c:v>15</c:v>
                </c:pt>
                <c:pt idx="1">
                  <c:v>85</c:v>
                </c:pt>
              </c:numCache>
            </c:numRef>
          </c:val>
          <c:extLst>
            <c:ext xmlns:c16="http://schemas.microsoft.com/office/drawing/2014/chart" uri="{C3380CC4-5D6E-409C-BE32-E72D297353CC}">
              <c16:uniqueId val="{00000004-25F4-42C9-A929-259DA3F4B56F}"/>
            </c:ext>
          </c:extLst>
        </c:ser>
        <c:dLbls>
          <c:showLegendKey val="0"/>
          <c:showVal val="0"/>
          <c:showCatName val="0"/>
          <c:showSerName val="0"/>
          <c:showPercent val="0"/>
          <c:showBubbleSize val="0"/>
          <c:showLeaderLines val="1"/>
        </c:dLbls>
        <c:firstSliceAng val="0"/>
        <c:holeSize val="75"/>
      </c:doughnutChart>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1761707588386883E-2"/>
          <c:y val="2.9041557908076505E-2"/>
          <c:w val="0.69761556286058946"/>
          <c:h val="0.74869970795819518"/>
        </c:manualLayout>
      </c:layout>
      <c:barChart>
        <c:barDir val="bar"/>
        <c:grouping val="percentStacked"/>
        <c:varyColors val="0"/>
        <c:ser>
          <c:idx val="0"/>
          <c:order val="0"/>
          <c:tx>
            <c:strRef>
              <c:f>Sheet1!$B$1</c:f>
              <c:strCache>
                <c:ptCount val="1"/>
                <c:pt idx="0">
                  <c:v>تجربة المستخدم</c:v>
                </c:pt>
              </c:strCache>
            </c:strRef>
          </c:tx>
          <c:spPr>
            <a:solidFill>
              <a:srgbClr val="D9A86A">
                <a:alpha val="8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وكالة الحج</c:v>
                </c:pt>
                <c:pt idx="1">
                  <c:v>وكالة التحول الرقمي وتقنية المعلومات</c:v>
                </c:pt>
                <c:pt idx="2">
                  <c:v>مركز امتثال</c:v>
                </c:pt>
                <c:pt idx="3">
                  <c:v>وكالة الخدمات المشتركة</c:v>
                </c:pt>
                <c:pt idx="4">
                  <c:v>وكالة التعاون الدولي</c:v>
                </c:pt>
              </c:strCache>
            </c:strRef>
          </c:cat>
          <c:val>
            <c:numRef>
              <c:f>Sheet1!$B$2:$B$6</c:f>
              <c:numCache>
                <c:formatCode>0%</c:formatCode>
                <c:ptCount val="5"/>
                <c:pt idx="0">
                  <c:v>0.2</c:v>
                </c:pt>
                <c:pt idx="1">
                  <c:v>0.7</c:v>
                </c:pt>
                <c:pt idx="2">
                  <c:v>0.21</c:v>
                </c:pt>
                <c:pt idx="3">
                  <c:v>0.11</c:v>
                </c:pt>
                <c:pt idx="4">
                  <c:v>0.2</c:v>
                </c:pt>
              </c:numCache>
            </c:numRef>
          </c:val>
          <c:extLst>
            <c:ext xmlns:c16="http://schemas.microsoft.com/office/drawing/2014/chart" uri="{C3380CC4-5D6E-409C-BE32-E72D297353CC}">
              <c16:uniqueId val="{00000000-90AE-4057-869F-6F07D36A2C1D}"/>
            </c:ext>
          </c:extLst>
        </c:ser>
        <c:ser>
          <c:idx val="1"/>
          <c:order val="1"/>
          <c:tx>
            <c:strRef>
              <c:f>Sheet1!$C$1</c:f>
              <c:strCache>
                <c:ptCount val="1"/>
                <c:pt idx="0">
                  <c:v>رضا المستفيد</c:v>
                </c:pt>
              </c:strCache>
            </c:strRef>
          </c:tx>
          <c:spPr>
            <a:solidFill>
              <a:srgbClr val="004545">
                <a:alpha val="74902"/>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وكالة الحج</c:v>
                </c:pt>
                <c:pt idx="1">
                  <c:v>وكالة التحول الرقمي وتقنية المعلومات</c:v>
                </c:pt>
                <c:pt idx="2">
                  <c:v>مركز امتثال</c:v>
                </c:pt>
                <c:pt idx="3">
                  <c:v>وكالة الخدمات المشتركة</c:v>
                </c:pt>
                <c:pt idx="4">
                  <c:v>وكالة التعاون الدولي</c:v>
                </c:pt>
              </c:strCache>
            </c:strRef>
          </c:cat>
          <c:val>
            <c:numRef>
              <c:f>Sheet1!$C$2:$C$6</c:f>
              <c:numCache>
                <c:formatCode>0%</c:formatCode>
                <c:ptCount val="5"/>
                <c:pt idx="0">
                  <c:v>0.9</c:v>
                </c:pt>
                <c:pt idx="1">
                  <c:v>0.1</c:v>
                </c:pt>
                <c:pt idx="2">
                  <c:v>0.23</c:v>
                </c:pt>
                <c:pt idx="3">
                  <c:v>0.4</c:v>
                </c:pt>
                <c:pt idx="4">
                  <c:v>0.8</c:v>
                </c:pt>
              </c:numCache>
            </c:numRef>
          </c:val>
          <c:extLst>
            <c:ext xmlns:c16="http://schemas.microsoft.com/office/drawing/2014/chart" uri="{C3380CC4-5D6E-409C-BE32-E72D297353CC}">
              <c16:uniqueId val="{00000001-90AE-4057-869F-6F07D36A2C1D}"/>
            </c:ext>
          </c:extLst>
        </c:ser>
        <c:ser>
          <c:idx val="2"/>
          <c:order val="2"/>
          <c:tx>
            <c:strRef>
              <c:f>Sheet1!$D$1</c:f>
              <c:strCache>
                <c:ptCount val="1"/>
                <c:pt idx="0">
                  <c:v>التعامل مع الشكاوى</c:v>
                </c:pt>
              </c:strCache>
            </c:strRef>
          </c:tx>
          <c:spPr>
            <a:solidFill>
              <a:srgbClr val="96552F">
                <a:alpha val="74902"/>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وكالة الحج</c:v>
                </c:pt>
                <c:pt idx="1">
                  <c:v>وكالة التحول الرقمي وتقنية المعلومات</c:v>
                </c:pt>
                <c:pt idx="2">
                  <c:v>مركز امتثال</c:v>
                </c:pt>
                <c:pt idx="3">
                  <c:v>وكالة الخدمات المشتركة</c:v>
                </c:pt>
                <c:pt idx="4">
                  <c:v>وكالة التعاون الدولي</c:v>
                </c:pt>
              </c:strCache>
            </c:strRef>
          </c:cat>
          <c:val>
            <c:numRef>
              <c:f>Sheet1!$D$2:$D$6</c:f>
              <c:numCache>
                <c:formatCode>0%</c:formatCode>
                <c:ptCount val="5"/>
                <c:pt idx="0">
                  <c:v>0.5</c:v>
                </c:pt>
                <c:pt idx="1">
                  <c:v>0.14000000000000001</c:v>
                </c:pt>
                <c:pt idx="2">
                  <c:v>0.45</c:v>
                </c:pt>
                <c:pt idx="3">
                  <c:v>0.5</c:v>
                </c:pt>
                <c:pt idx="4">
                  <c:v>0.22</c:v>
                </c:pt>
              </c:numCache>
            </c:numRef>
          </c:val>
          <c:extLst>
            <c:ext xmlns:c16="http://schemas.microsoft.com/office/drawing/2014/chart" uri="{C3380CC4-5D6E-409C-BE32-E72D297353CC}">
              <c16:uniqueId val="{00000000-CD70-42A8-BD72-E1EC42965A6D}"/>
            </c:ext>
          </c:extLst>
        </c:ser>
        <c:ser>
          <c:idx val="3"/>
          <c:order val="3"/>
          <c:tx>
            <c:strRef>
              <c:f>Sheet1!$E$1</c:f>
              <c:strCache>
                <c:ptCount val="1"/>
                <c:pt idx="0">
                  <c:v>التقنيات والأدوات</c:v>
                </c:pt>
              </c:strCache>
            </c:strRef>
          </c:tx>
          <c:spPr>
            <a:solidFill>
              <a:srgbClr val="66A5CE">
                <a:alpha val="74902"/>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وكالة الحج</c:v>
                </c:pt>
                <c:pt idx="1">
                  <c:v>وكالة التحول الرقمي وتقنية المعلومات</c:v>
                </c:pt>
                <c:pt idx="2">
                  <c:v>مركز امتثال</c:v>
                </c:pt>
                <c:pt idx="3">
                  <c:v>وكالة الخدمات المشتركة</c:v>
                </c:pt>
                <c:pt idx="4">
                  <c:v>وكالة التعاون الدولي</c:v>
                </c:pt>
              </c:strCache>
            </c:strRef>
          </c:cat>
          <c:val>
            <c:numRef>
              <c:f>Sheet1!$E$2:$E$6</c:f>
              <c:numCache>
                <c:formatCode>0%</c:formatCode>
                <c:ptCount val="5"/>
                <c:pt idx="0">
                  <c:v>0.4</c:v>
                </c:pt>
                <c:pt idx="1">
                  <c:v>0.5</c:v>
                </c:pt>
                <c:pt idx="2">
                  <c:v>0.4</c:v>
                </c:pt>
                <c:pt idx="3">
                  <c:v>0.57999999999999996</c:v>
                </c:pt>
                <c:pt idx="4">
                  <c:v>0.34</c:v>
                </c:pt>
              </c:numCache>
            </c:numRef>
          </c:val>
          <c:extLst>
            <c:ext xmlns:c16="http://schemas.microsoft.com/office/drawing/2014/chart" uri="{C3380CC4-5D6E-409C-BE32-E72D297353CC}">
              <c16:uniqueId val="{00000001-CD70-42A8-BD72-E1EC42965A6D}"/>
            </c:ext>
          </c:extLst>
        </c:ser>
        <c:dLbls>
          <c:dLblPos val="ctr"/>
          <c:showLegendKey val="0"/>
          <c:showVal val="1"/>
          <c:showCatName val="0"/>
          <c:showSerName val="0"/>
          <c:showPercent val="0"/>
          <c:showBubbleSize val="0"/>
        </c:dLbls>
        <c:gapWidth val="50"/>
        <c:overlap val="100"/>
        <c:axId val="1308010191"/>
        <c:axId val="428359599"/>
      </c:barChart>
      <c:catAx>
        <c:axId val="1308010191"/>
        <c:scaling>
          <c:orientation val="maxMin"/>
        </c:scaling>
        <c:delete val="0"/>
        <c:axPos val="r"/>
        <c:numFmt formatCode="General" sourceLinked="1"/>
        <c:majorTickMark val="none"/>
        <c:minorTickMark val="none"/>
        <c:tickLblPos val="nextTo"/>
        <c:spPr>
          <a:noFill/>
          <a:ln w="9525" cap="flat" cmpd="sng" algn="ctr">
            <a:noFill/>
            <a:round/>
            <a:headEnd type="none" w="sm" len="sm"/>
            <a:tailEnd type="none" w="sm" len="sm"/>
          </a:ln>
          <a:effectLst/>
        </c:spPr>
        <c:txPr>
          <a:bodyPr rot="-60000000" spcFirstLastPara="1" vertOverflow="ellipsis" vert="horz" wrap="square" anchor="ctr" anchorCtr="1"/>
          <a:lstStyle/>
          <a:p>
            <a:pPr rtl="1">
              <a:defRPr sz="1050" b="0" i="0" u="none" strike="noStrike" kern="1200" baseline="0">
                <a:ln>
                  <a:noFill/>
                </a:ln>
                <a:solidFill>
                  <a:schemeClr val="tx1"/>
                </a:solidFill>
                <a:latin typeface="Abar Mid" pitchFamily="50" charset="-78"/>
                <a:ea typeface="Abar Mid" pitchFamily="50" charset="-78"/>
                <a:cs typeface="Abar Mid" pitchFamily="50" charset="-78"/>
              </a:defRPr>
            </a:pPr>
            <a:endParaRPr lang="en-US"/>
          </a:p>
        </c:txPr>
        <c:crossAx val="428359599"/>
        <c:crosses val="autoZero"/>
        <c:auto val="1"/>
        <c:lblAlgn val="ctr"/>
        <c:lblOffset val="100"/>
        <c:noMultiLvlLbl val="0"/>
      </c:catAx>
      <c:valAx>
        <c:axId val="428359599"/>
        <c:scaling>
          <c:orientation val="maxMin"/>
          <c:max val="1"/>
        </c:scaling>
        <c:delete val="1"/>
        <c:axPos val="t"/>
        <c:numFmt formatCode="0%" sourceLinked="1"/>
        <c:majorTickMark val="out"/>
        <c:minorTickMark val="none"/>
        <c:tickLblPos val="nextTo"/>
        <c:crossAx val="1308010191"/>
        <c:crosses val="autoZero"/>
        <c:crossBetween val="between"/>
      </c:valAx>
      <c:spPr>
        <a:noFill/>
        <a:ln>
          <a:noFill/>
        </a:ln>
        <a:effectLst/>
      </c:spPr>
    </c:plotArea>
    <c:legend>
      <c:legendPos val="b"/>
      <c:layout>
        <c:manualLayout>
          <c:xMode val="edge"/>
          <c:yMode val="edge"/>
          <c:x val="7.8360544376936472E-2"/>
          <c:y val="0.83303008501262965"/>
          <c:w val="0.84327891124612708"/>
          <c:h val="0.1555840948160898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bar Mid" pitchFamily="50" charset="-78"/>
              <a:ea typeface="Abar Mid" pitchFamily="50" charset="-78"/>
              <a:cs typeface="Abar Mid" pitchFamily="50"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617FD-4591-4D05-B04D-66696C6DF7AF}" type="datetimeFigureOut">
              <a:rPr lang="ar-SA" smtClean="0"/>
              <a:t>04/05/1448</a:t>
            </a:fld>
            <a:endParaRPr lang="ar-SA"/>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44A09-3DC8-432F-94BA-165855EEE0AB}" type="slidenum">
              <a:rPr lang="ar-SA" smtClean="0"/>
              <a:t>‹#›</a:t>
            </a:fld>
            <a:endParaRPr lang="ar-SA"/>
          </a:p>
        </p:txBody>
      </p:sp>
    </p:spTree>
    <p:extLst>
      <p:ext uri="{BB962C8B-B14F-4D97-AF65-F5344CB8AC3E}">
        <p14:creationId xmlns:p14="http://schemas.microsoft.com/office/powerpoint/2010/main" val="49888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a:t>
            </a:fld>
            <a:endParaRPr lang="ar-SA"/>
          </a:p>
        </p:txBody>
      </p:sp>
    </p:spTree>
    <p:extLst>
      <p:ext uri="{BB962C8B-B14F-4D97-AF65-F5344CB8AC3E}">
        <p14:creationId xmlns:p14="http://schemas.microsoft.com/office/powerpoint/2010/main" val="195124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7467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4275066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67556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6</a:t>
            </a:fld>
            <a:endParaRPr lang="ar-SA"/>
          </a:p>
        </p:txBody>
      </p:sp>
    </p:spTree>
    <p:extLst>
      <p:ext uri="{BB962C8B-B14F-4D97-AF65-F5344CB8AC3E}">
        <p14:creationId xmlns:p14="http://schemas.microsoft.com/office/powerpoint/2010/main" val="2600371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7</a:t>
            </a:fld>
            <a:endParaRPr lang="ar-SA"/>
          </a:p>
        </p:txBody>
      </p:sp>
    </p:spTree>
    <p:extLst>
      <p:ext uri="{BB962C8B-B14F-4D97-AF65-F5344CB8AC3E}">
        <p14:creationId xmlns:p14="http://schemas.microsoft.com/office/powerpoint/2010/main" val="1566361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6C02-861A-ABB8-B537-5B022713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A570F-48B8-2CAF-6F6C-6ABB56A01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30757-5B09-EA6E-026B-46C958C1159B}"/>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875B7B4-0714-7C0E-B7D0-FD295CE6E9F6}"/>
              </a:ext>
            </a:extLst>
          </p:cNvPr>
          <p:cNvSpPr>
            <a:spLocks noGrp="1"/>
          </p:cNvSpPr>
          <p:nvPr>
            <p:ph type="sldNum" sz="quarter" idx="5"/>
          </p:nvPr>
        </p:nvSpPr>
        <p:spPr/>
        <p:txBody>
          <a:bodyPr/>
          <a:lstStyle/>
          <a:p>
            <a:fld id="{51544A09-3DC8-432F-94BA-165855EEE0AB}" type="slidenum">
              <a:rPr lang="ar-SA" smtClean="0"/>
              <a:t>8</a:t>
            </a:fld>
            <a:endParaRPr lang="ar-SA"/>
          </a:p>
        </p:txBody>
      </p:sp>
    </p:spTree>
    <p:extLst>
      <p:ext uri="{BB962C8B-B14F-4D97-AF65-F5344CB8AC3E}">
        <p14:creationId xmlns:p14="http://schemas.microsoft.com/office/powerpoint/2010/main" val="3536059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9</a:t>
            </a:fld>
            <a:endParaRPr lang="ar-SA"/>
          </a:p>
        </p:txBody>
      </p:sp>
    </p:spTree>
    <p:extLst>
      <p:ext uri="{BB962C8B-B14F-4D97-AF65-F5344CB8AC3E}">
        <p14:creationId xmlns:p14="http://schemas.microsoft.com/office/powerpoint/2010/main" val="3125527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ED5D-FF21-037E-0FF9-D8471AACC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6E6EA-52CF-486E-22DB-665074554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07381-4B50-F0BE-2219-31422E3E3E87}"/>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E00EDB5-AD19-9780-AEF7-E399A8323B0F}"/>
              </a:ext>
            </a:extLst>
          </p:cNvPr>
          <p:cNvSpPr>
            <a:spLocks noGrp="1"/>
          </p:cNvSpPr>
          <p:nvPr>
            <p:ph type="sldNum" sz="quarter" idx="5"/>
          </p:nvPr>
        </p:nvSpPr>
        <p:spPr/>
        <p:txBody>
          <a:bodyPr/>
          <a:lstStyle/>
          <a:p>
            <a:fld id="{51544A09-3DC8-432F-94BA-165855EEE0AB}" type="slidenum">
              <a:rPr lang="ar-SA" smtClean="0"/>
              <a:t>10</a:t>
            </a:fld>
            <a:endParaRPr lang="ar-SA"/>
          </a:p>
        </p:txBody>
      </p:sp>
    </p:spTree>
    <p:extLst>
      <p:ext uri="{BB962C8B-B14F-4D97-AF65-F5344CB8AC3E}">
        <p14:creationId xmlns:p14="http://schemas.microsoft.com/office/powerpoint/2010/main" val="3891688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9D88-F279-127B-EFAD-B957A4095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4E8EC-D778-5745-E3CA-7766137B6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D9F4B-F5F3-80F5-DD9C-EF6E35175EAE}"/>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7B822D41-F292-4569-2ED5-B9866910ADBA}"/>
              </a:ext>
            </a:extLst>
          </p:cNvPr>
          <p:cNvSpPr>
            <a:spLocks noGrp="1"/>
          </p:cNvSpPr>
          <p:nvPr>
            <p:ph type="sldNum" sz="quarter" idx="5"/>
          </p:nvPr>
        </p:nvSpPr>
        <p:spPr/>
        <p:txBody>
          <a:bodyPr/>
          <a:lstStyle/>
          <a:p>
            <a:fld id="{51544A09-3DC8-432F-94BA-165855EEE0AB}" type="slidenum">
              <a:rPr lang="ar-SA" smtClean="0"/>
              <a:t>11</a:t>
            </a:fld>
            <a:endParaRPr lang="ar-SA"/>
          </a:p>
        </p:txBody>
      </p:sp>
    </p:spTree>
    <p:extLst>
      <p:ext uri="{BB962C8B-B14F-4D97-AF65-F5344CB8AC3E}">
        <p14:creationId xmlns:p14="http://schemas.microsoft.com/office/powerpoint/2010/main" val="2008023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12</a:t>
            </a:fld>
            <a:endParaRPr lang="ar-SA"/>
          </a:p>
        </p:txBody>
      </p:sp>
    </p:spTree>
    <p:extLst>
      <p:ext uri="{BB962C8B-B14F-4D97-AF65-F5344CB8AC3E}">
        <p14:creationId xmlns:p14="http://schemas.microsoft.com/office/powerpoint/2010/main" val="4262089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slide" Target="../slides/slide6.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6.xml"/><Relationship Id="rId4" Type="http://schemas.openxmlformats.org/officeDocument/2006/relationships/slide" Target="../slides/slide3.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6.xml"/><Relationship Id="rId4" Type="http://schemas.openxmlformats.org/officeDocument/2006/relationships/slide" Target="../slides/slide3.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slide" Target="../slides/slide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3.xml"/><Relationship Id="rId4" Type="http://schemas.openxmlformats.org/officeDocument/2006/relationships/slide" Target="../slides/slide2.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6.xml"/><Relationship Id="rId4" Type="http://schemas.openxmlformats.org/officeDocument/2006/relationships/slide" Target="../slides/slide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1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6ABDC-23FD-73E7-B6DF-0C54C20B7755}"/>
              </a:ext>
            </a:extLst>
          </p:cNvPr>
          <p:cNvPicPr>
            <a:picLocks noChangeAspect="1"/>
          </p:cNvPicPr>
          <p:nvPr userDrawn="1"/>
        </p:nvPicPr>
        <p:blipFill>
          <a:blip r:embed="rId2"/>
          <a:stretch>
            <a:fillRect/>
          </a:stretch>
        </p:blipFill>
        <p:spPr>
          <a:xfrm>
            <a:off x="0" y="-2"/>
            <a:ext cx="7559675" cy="13441365"/>
          </a:xfrm>
          <a:prstGeom prst="rect">
            <a:avLst/>
          </a:prstGeom>
        </p:spPr>
      </p:pic>
      <p:sp>
        <p:nvSpPr>
          <p:cNvPr id="7" name="Rectangle 6">
            <a:extLst>
              <a:ext uri="{FF2B5EF4-FFF2-40B4-BE49-F238E27FC236}">
                <a16:creationId xmlns:a16="http://schemas.microsoft.com/office/drawing/2014/main" id="{48625702-129A-4CFA-AF92-EBA59830281C}"/>
              </a:ext>
            </a:extLst>
          </p:cNvPr>
          <p:cNvSpPr/>
          <p:nvPr userDrawn="1"/>
        </p:nvSpPr>
        <p:spPr>
          <a:xfrm>
            <a:off x="1" y="-1"/>
            <a:ext cx="7559675" cy="13441364"/>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descr="A black and gold sign with white text&#10;&#10;AI-generated content may be incorrect.">
            <a:extLst>
              <a:ext uri="{FF2B5EF4-FFF2-40B4-BE49-F238E27FC236}">
                <a16:creationId xmlns:a16="http://schemas.microsoft.com/office/drawing/2014/main" id="{5FCE459A-47DC-F44C-7111-BA9FA54B5F79}"/>
              </a:ext>
            </a:extLst>
          </p:cNvPr>
          <p:cNvPicPr>
            <a:picLocks noChangeAspect="1"/>
          </p:cNvPicPr>
          <p:nvPr userDrawn="1"/>
        </p:nvPicPr>
        <p:blipFill>
          <a:blip r:embed="rId3"/>
          <a:stretch>
            <a:fillRect/>
          </a:stretch>
        </p:blipFill>
        <p:spPr>
          <a:xfrm>
            <a:off x="4626095" y="952467"/>
            <a:ext cx="2613480" cy="772721"/>
          </a:xfrm>
          <a:prstGeom prst="rect">
            <a:avLst/>
          </a:prstGeom>
        </p:spPr>
      </p:pic>
      <p:sp>
        <p:nvSpPr>
          <p:cNvPr id="10" name="Freeform: Shape 9">
            <a:extLst>
              <a:ext uri="{FF2B5EF4-FFF2-40B4-BE49-F238E27FC236}">
                <a16:creationId xmlns:a16="http://schemas.microsoft.com/office/drawing/2014/main" id="{BD09A976-C19B-9469-C4BD-290EFBB7F5E8}"/>
              </a:ext>
            </a:extLst>
          </p:cNvPr>
          <p:cNvSpPr/>
          <p:nvPr/>
        </p:nvSpPr>
        <p:spPr>
          <a:xfrm>
            <a:off x="6" y="107522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a:p>
        </p:txBody>
      </p:sp>
    </p:spTree>
    <p:extLst>
      <p:ext uri="{BB962C8B-B14F-4D97-AF65-F5344CB8AC3E}">
        <p14:creationId xmlns:p14="http://schemas.microsoft.com/office/powerpoint/2010/main" val="105343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Tree>
    <p:extLst>
      <p:ext uri="{BB962C8B-B14F-4D97-AF65-F5344CB8AC3E}">
        <p14:creationId xmlns:p14="http://schemas.microsoft.com/office/powerpoint/2010/main" val="3734601892"/>
      </p:ext>
    </p:extLst>
  </p:cSld>
  <p:clrMapOvr>
    <a:masterClrMapping/>
  </p:clrMapOvr>
  <p:extLst>
    <p:ext uri="{DCECCB84-F9BA-43D5-87BE-67443E8EF086}">
      <p15:sldGuideLst xmlns:p15="http://schemas.microsoft.com/office/powerpoint/2012/main">
        <p15:guide id="1" orient="horz" pos="4233">
          <p15:clr>
            <a:srgbClr val="FBAE40"/>
          </p15:clr>
        </p15:guide>
        <p15:guide id="2" pos="238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36" name="Rectangle: Top Corners Rounded 35">
            <a:hlinkClick r:id="rId2" action="ppaction://hlinksldjump"/>
            <a:extLst>
              <a:ext uri="{FF2B5EF4-FFF2-40B4-BE49-F238E27FC236}">
                <a16:creationId xmlns:a16="http://schemas.microsoft.com/office/drawing/2014/main" id="{73FBB6E0-029E-5C36-7D3C-C3086DCB8F61}"/>
              </a:ext>
            </a:extLst>
          </p:cNvPr>
          <p:cNvSpPr/>
          <p:nvPr userDrawn="1"/>
        </p:nvSpPr>
        <p:spPr>
          <a:xfrm flipV="1">
            <a:off x="5953267" y="-3"/>
            <a:ext cx="1252892" cy="685785"/>
          </a:xfrm>
          <a:prstGeom prst="round2SameRect">
            <a:avLst/>
          </a:prstGeom>
          <a:solidFill>
            <a:schemeClr val="tx1">
              <a:lumMod val="95000"/>
              <a:lumOff val="5000"/>
            </a:schemeClr>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7" name="Rectangle 36">
            <a:hlinkClick r:id="rId2" action="ppaction://hlinksldjump"/>
            <a:extLst>
              <a:ext uri="{FF2B5EF4-FFF2-40B4-BE49-F238E27FC236}">
                <a16:creationId xmlns:a16="http://schemas.microsoft.com/office/drawing/2014/main" id="{E9738941-90D8-D1A5-278D-AF8BB2B0923A}"/>
              </a:ext>
            </a:extLst>
          </p:cNvPr>
          <p:cNvSpPr/>
          <p:nvPr userDrawn="1"/>
        </p:nvSpPr>
        <p:spPr>
          <a:xfrm>
            <a:off x="5953267" y="205599"/>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39" name="Rectangle: Top Corners Rounded 38">
            <a:hlinkClick r:id="rId3" action="ppaction://hlinksldjump"/>
            <a:extLst>
              <a:ext uri="{FF2B5EF4-FFF2-40B4-BE49-F238E27FC236}">
                <a16:creationId xmlns:a16="http://schemas.microsoft.com/office/drawing/2014/main" id="{287B7D5A-9F83-7330-C9C8-0D07342A1615}"/>
              </a:ext>
            </a:extLst>
          </p:cNvPr>
          <p:cNvSpPr/>
          <p:nvPr userDrawn="1"/>
        </p:nvSpPr>
        <p:spPr>
          <a:xfrm flipV="1">
            <a:off x="4603531"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0" name="Rectangle 39">
            <a:hlinkClick r:id="rId3" action="ppaction://hlinksldjump"/>
            <a:extLst>
              <a:ext uri="{FF2B5EF4-FFF2-40B4-BE49-F238E27FC236}">
                <a16:creationId xmlns:a16="http://schemas.microsoft.com/office/drawing/2014/main" id="{BE27891A-A253-AABC-612D-8BE022146281}"/>
              </a:ext>
            </a:extLst>
          </p:cNvPr>
          <p:cNvSpPr/>
          <p:nvPr userDrawn="1"/>
        </p:nvSpPr>
        <p:spPr>
          <a:xfrm>
            <a:off x="4603531"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42" name="Rectangle: Top Corners Rounded 41">
            <a:extLst>
              <a:ext uri="{FF2B5EF4-FFF2-40B4-BE49-F238E27FC236}">
                <a16:creationId xmlns:a16="http://schemas.microsoft.com/office/drawing/2014/main" id="{0756BCB3-9F89-B1B5-EEF9-9DAA906AC2E4}"/>
              </a:ext>
            </a:extLst>
          </p:cNvPr>
          <p:cNvSpPr/>
          <p:nvPr userDrawn="1"/>
        </p:nvSpPr>
        <p:spPr>
          <a:xfrm flipV="1">
            <a:off x="3253792"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3" name="Rectangle 42">
            <a:extLst>
              <a:ext uri="{FF2B5EF4-FFF2-40B4-BE49-F238E27FC236}">
                <a16:creationId xmlns:a16="http://schemas.microsoft.com/office/drawing/2014/main" id="{A064E357-EB14-F530-0142-67201D5CC85C}"/>
              </a:ext>
            </a:extLst>
          </p:cNvPr>
          <p:cNvSpPr/>
          <p:nvPr userDrawn="1"/>
        </p:nvSpPr>
        <p:spPr>
          <a:xfrm>
            <a:off x="3253792"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10" name="Group 9">
            <a:extLst>
              <a:ext uri="{FF2B5EF4-FFF2-40B4-BE49-F238E27FC236}">
                <a16:creationId xmlns:a16="http://schemas.microsoft.com/office/drawing/2014/main" id="{2B6679C8-5764-1053-6B26-97897A3A8CEB}"/>
              </a:ext>
            </a:extLst>
          </p:cNvPr>
          <p:cNvGrpSpPr/>
          <p:nvPr userDrawn="1"/>
        </p:nvGrpSpPr>
        <p:grpSpPr>
          <a:xfrm>
            <a:off x="1904055" y="-1"/>
            <a:ext cx="1252892" cy="596886"/>
            <a:chOff x="736600" y="-2"/>
            <a:chExt cx="1252892" cy="596886"/>
          </a:xfrm>
        </p:grpSpPr>
        <p:sp>
          <p:nvSpPr>
            <p:cNvPr id="8" name="Rectangle: Top Corners Rounded 7">
              <a:hlinkClick r:id="rId4" action="ppaction://hlinksldjump"/>
              <a:extLst>
                <a:ext uri="{FF2B5EF4-FFF2-40B4-BE49-F238E27FC236}">
                  <a16:creationId xmlns:a16="http://schemas.microsoft.com/office/drawing/2014/main" id="{F07887D5-4371-3456-3A99-F65130EC509C}"/>
                </a:ext>
              </a:extLst>
            </p:cNvPr>
            <p:cNvSpPr/>
            <p:nvPr userDrawn="1"/>
          </p:nvSpPr>
          <p:spPr>
            <a:xfrm flipV="1">
              <a:off x="736600" y="-2"/>
              <a:ext cx="1252892" cy="596886"/>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9" name="Rectangle 8">
              <a:hlinkClick r:id="rId4" action="ppaction://hlinksldjump"/>
              <a:extLst>
                <a:ext uri="{FF2B5EF4-FFF2-40B4-BE49-F238E27FC236}">
                  <a16:creationId xmlns:a16="http://schemas.microsoft.com/office/drawing/2014/main" id="{6ACECB9F-2595-FC0A-B818-97D53690AE2E}"/>
                </a:ext>
              </a:extLst>
            </p:cNvPr>
            <p:cNvSpPr/>
            <p:nvPr userDrawn="1"/>
          </p:nvSpPr>
          <p:spPr>
            <a:xfrm>
              <a:off x="736600" y="165091"/>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11" name="Group 10">
            <a:extLst>
              <a:ext uri="{FF2B5EF4-FFF2-40B4-BE49-F238E27FC236}">
                <a16:creationId xmlns:a16="http://schemas.microsoft.com/office/drawing/2014/main" id="{0414CACC-B735-29B9-DD30-9AC8813DA266}"/>
              </a:ext>
            </a:extLst>
          </p:cNvPr>
          <p:cNvGrpSpPr/>
          <p:nvPr userDrawn="1"/>
        </p:nvGrpSpPr>
        <p:grpSpPr>
          <a:xfrm>
            <a:off x="557855" y="-2"/>
            <a:ext cx="1252892" cy="596891"/>
            <a:chOff x="2082800" y="-1"/>
            <a:chExt cx="1252892" cy="596891"/>
          </a:xfrm>
        </p:grpSpPr>
        <p:sp>
          <p:nvSpPr>
            <p:cNvPr id="45" name="Rectangle: Top Corners Rounded 44">
              <a:hlinkClick r:id="rId4" action="ppaction://hlinksldjump"/>
              <a:extLst>
                <a:ext uri="{FF2B5EF4-FFF2-40B4-BE49-F238E27FC236}">
                  <a16:creationId xmlns:a16="http://schemas.microsoft.com/office/drawing/2014/main" id="{F2657A36-C429-A67C-74B1-D61CFD41FBB1}"/>
                </a:ext>
              </a:extLst>
            </p:cNvPr>
            <p:cNvSpPr/>
            <p:nvPr userDrawn="1"/>
          </p:nvSpPr>
          <p:spPr>
            <a:xfrm flipV="1">
              <a:off x="2082800"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46" name="Rectangle 45">
              <a:hlinkClick r:id="rId4" action="ppaction://hlinksldjump"/>
              <a:extLst>
                <a:ext uri="{FF2B5EF4-FFF2-40B4-BE49-F238E27FC236}">
                  <a16:creationId xmlns:a16="http://schemas.microsoft.com/office/drawing/2014/main" id="{2A1D9F59-1C83-02D7-5789-17E50739D4F5}"/>
                </a:ext>
              </a:extLst>
            </p:cNvPr>
            <p:cNvSpPr/>
            <p:nvPr userDrawn="1"/>
          </p:nvSpPr>
          <p:spPr>
            <a:xfrm>
              <a:off x="2082800"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5"/>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2" name="Rectangle 11">
            <a:extLst>
              <a:ext uri="{FF2B5EF4-FFF2-40B4-BE49-F238E27FC236}">
                <a16:creationId xmlns:a16="http://schemas.microsoft.com/office/drawing/2014/main" id="{2FB554FF-AF4A-1EC4-5B82-2E08D8E47F8B}"/>
              </a:ext>
            </a:extLst>
          </p:cNvPr>
          <p:cNvSpPr/>
          <p:nvPr userDrawn="1"/>
        </p:nvSpPr>
        <p:spPr>
          <a:xfrm>
            <a:off x="6" y="366"/>
            <a:ext cx="264417" cy="2141684"/>
          </a:xfrm>
          <a:prstGeom prst="rect">
            <a:avLst/>
          </a:prstGeom>
          <a:gradFill>
            <a:gsLst>
              <a:gs pos="0">
                <a:srgbClr val="000000"/>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Tree>
    <p:extLst>
      <p:ext uri="{BB962C8B-B14F-4D97-AF65-F5344CB8AC3E}">
        <p14:creationId xmlns:p14="http://schemas.microsoft.com/office/powerpoint/2010/main" val="419046968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004545"/>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4" name="object 117">
            <a:extLst>
              <a:ext uri="{FF2B5EF4-FFF2-40B4-BE49-F238E27FC236}">
                <a16:creationId xmlns:a16="http://schemas.microsoft.com/office/drawing/2014/main" id="{0FA2D9C1-7FB4-41E5-63F8-5CE9D8D80B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4545"/>
            </a:solidFill>
          </a:ln>
        </p:spPr>
        <p:txBody>
          <a:bodyPr wrap="square" lIns="0" tIns="0" rIns="0" bIns="0" rtlCol="0"/>
          <a:lstStyle/>
          <a:p>
            <a:endParaRPr sz="1800"/>
          </a:p>
        </p:txBody>
      </p:sp>
      <p:sp>
        <p:nvSpPr>
          <p:cNvPr id="5" name="object 118">
            <a:extLst>
              <a:ext uri="{FF2B5EF4-FFF2-40B4-BE49-F238E27FC236}">
                <a16:creationId xmlns:a16="http://schemas.microsoft.com/office/drawing/2014/main" id="{7B5BED7B-8DEA-9BC9-06A3-C483D991D1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4545"/>
            </a:solidFill>
          </a:ln>
        </p:spPr>
        <p:txBody>
          <a:bodyPr wrap="square" lIns="0" tIns="0" rIns="0" bIns="0" rtlCol="0"/>
          <a:lstStyle/>
          <a:p>
            <a:endParaRPr sz="1800"/>
          </a:p>
        </p:txBody>
      </p:sp>
      <p:pic>
        <p:nvPicPr>
          <p:cNvPr id="6" name="Picture 5" descr="A black and gold rectangular frame with a black background&#10;&#10;AI-generated content may be incorrect.">
            <a:extLst>
              <a:ext uri="{FF2B5EF4-FFF2-40B4-BE49-F238E27FC236}">
                <a16:creationId xmlns:a16="http://schemas.microsoft.com/office/drawing/2014/main" id="{8F046D44-16C1-98CA-857A-FE279BA8AF91}"/>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7" name="Straight Connector 6">
            <a:extLst>
              <a:ext uri="{FF2B5EF4-FFF2-40B4-BE49-F238E27FC236}">
                <a16:creationId xmlns:a16="http://schemas.microsoft.com/office/drawing/2014/main" id="{552E1C1F-22CC-74C5-D1DF-43E81A9013AF}"/>
              </a:ext>
            </a:extLst>
          </p:cNvPr>
          <p:cNvCxnSpPr/>
          <p:nvPr userDrawn="1"/>
        </p:nvCxnSpPr>
        <p:spPr>
          <a:xfrm>
            <a:off x="1767352" y="12895067"/>
            <a:ext cx="5035693" cy="0"/>
          </a:xfrm>
          <a:prstGeom prst="line">
            <a:avLst/>
          </a:prstGeom>
          <a:ln w="3175">
            <a:solidFill>
              <a:srgbClr val="004545"/>
            </a:solidFill>
          </a:ln>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E75257EA-A4E2-9A82-C528-9DA41683E745}"/>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 name="Rectangle: Top Corners Rounded 1">
            <a:hlinkClick r:id="rId3" action="ppaction://hlinksldjump"/>
            <a:extLst>
              <a:ext uri="{FF2B5EF4-FFF2-40B4-BE49-F238E27FC236}">
                <a16:creationId xmlns:a16="http://schemas.microsoft.com/office/drawing/2014/main" id="{14D5667A-757E-5196-3B68-9E4D5195DE37}"/>
              </a:ext>
            </a:extLst>
          </p:cNvPr>
          <p:cNvSpPr/>
          <p:nvPr userDrawn="1"/>
        </p:nvSpPr>
        <p:spPr>
          <a:xfrm flipV="1">
            <a:off x="5953267" y="-4"/>
            <a:ext cx="1252892" cy="596883"/>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 name="Rectangle 2">
            <a:hlinkClick r:id="rId3" action="ppaction://hlinksldjump"/>
            <a:extLst>
              <a:ext uri="{FF2B5EF4-FFF2-40B4-BE49-F238E27FC236}">
                <a16:creationId xmlns:a16="http://schemas.microsoft.com/office/drawing/2014/main" id="{5E490353-743C-8F2D-5981-18C34E882679}"/>
              </a:ext>
            </a:extLst>
          </p:cNvPr>
          <p:cNvSpPr/>
          <p:nvPr userDrawn="1"/>
        </p:nvSpPr>
        <p:spPr>
          <a:xfrm>
            <a:off x="5953267" y="16508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8" name="Rectangle: Top Corners Rounded 7">
            <a:hlinkClick r:id="rId4" action="ppaction://hlinksldjump"/>
            <a:extLst>
              <a:ext uri="{FF2B5EF4-FFF2-40B4-BE49-F238E27FC236}">
                <a16:creationId xmlns:a16="http://schemas.microsoft.com/office/drawing/2014/main" id="{07DA3773-1C89-D902-CFA9-4558AC886A64}"/>
              </a:ext>
            </a:extLst>
          </p:cNvPr>
          <p:cNvSpPr/>
          <p:nvPr userDrawn="1"/>
        </p:nvSpPr>
        <p:spPr>
          <a:xfrm flipV="1">
            <a:off x="4603531" y="-2"/>
            <a:ext cx="1252892" cy="685777"/>
          </a:xfrm>
          <a:prstGeom prst="round2SameRect">
            <a:avLst/>
          </a:prstGeom>
          <a:solidFill>
            <a:srgbClr val="004545"/>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0" name="Rectangle 9">
            <a:hlinkClick r:id="rId4" action="ppaction://hlinksldjump"/>
            <a:extLst>
              <a:ext uri="{FF2B5EF4-FFF2-40B4-BE49-F238E27FC236}">
                <a16:creationId xmlns:a16="http://schemas.microsoft.com/office/drawing/2014/main" id="{9BB5C87E-F518-46E3-3BAD-06642924FCB5}"/>
              </a:ext>
            </a:extLst>
          </p:cNvPr>
          <p:cNvSpPr/>
          <p:nvPr userDrawn="1"/>
        </p:nvSpPr>
        <p:spPr>
          <a:xfrm>
            <a:off x="4603531" y="228723"/>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12" name="Rectangle: Top Corners Rounded 11">
            <a:extLst>
              <a:ext uri="{FF2B5EF4-FFF2-40B4-BE49-F238E27FC236}">
                <a16:creationId xmlns:a16="http://schemas.microsoft.com/office/drawing/2014/main" id="{1378A7EC-331B-BDC9-12C9-84D4A6C5F2DF}"/>
              </a:ext>
            </a:extLst>
          </p:cNvPr>
          <p:cNvSpPr/>
          <p:nvPr userDrawn="1"/>
        </p:nvSpPr>
        <p:spPr>
          <a:xfrm flipV="1">
            <a:off x="3253792"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4" name="Rectangle 13">
            <a:extLst>
              <a:ext uri="{FF2B5EF4-FFF2-40B4-BE49-F238E27FC236}">
                <a16:creationId xmlns:a16="http://schemas.microsoft.com/office/drawing/2014/main" id="{44B5CA6F-6061-63DA-A569-100F3DDDA013}"/>
              </a:ext>
            </a:extLst>
          </p:cNvPr>
          <p:cNvSpPr/>
          <p:nvPr userDrawn="1"/>
        </p:nvSpPr>
        <p:spPr>
          <a:xfrm>
            <a:off x="3253792"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16" name="Group 15">
            <a:extLst>
              <a:ext uri="{FF2B5EF4-FFF2-40B4-BE49-F238E27FC236}">
                <a16:creationId xmlns:a16="http://schemas.microsoft.com/office/drawing/2014/main" id="{7B8D440E-3090-E909-A511-6C39809FD6E6}"/>
              </a:ext>
            </a:extLst>
          </p:cNvPr>
          <p:cNvGrpSpPr/>
          <p:nvPr userDrawn="1"/>
        </p:nvGrpSpPr>
        <p:grpSpPr>
          <a:xfrm>
            <a:off x="1904055" y="-1"/>
            <a:ext cx="1252892" cy="596886"/>
            <a:chOff x="736600" y="-2"/>
            <a:chExt cx="1252892" cy="596886"/>
          </a:xfrm>
        </p:grpSpPr>
        <p:sp>
          <p:nvSpPr>
            <p:cNvPr id="18" name="Rectangle: Top Corners Rounded 17">
              <a:hlinkClick r:id="rId5" action="ppaction://hlinksldjump"/>
              <a:extLst>
                <a:ext uri="{FF2B5EF4-FFF2-40B4-BE49-F238E27FC236}">
                  <a16:creationId xmlns:a16="http://schemas.microsoft.com/office/drawing/2014/main" id="{29E5C90B-636B-326B-CFD5-F384044CAE94}"/>
                </a:ext>
              </a:extLst>
            </p:cNvPr>
            <p:cNvSpPr/>
            <p:nvPr userDrawn="1"/>
          </p:nvSpPr>
          <p:spPr>
            <a:xfrm flipV="1">
              <a:off x="736600" y="-2"/>
              <a:ext cx="1252892" cy="596886"/>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20" name="Rectangle 19">
              <a:hlinkClick r:id="rId5" action="ppaction://hlinksldjump"/>
              <a:extLst>
                <a:ext uri="{FF2B5EF4-FFF2-40B4-BE49-F238E27FC236}">
                  <a16:creationId xmlns:a16="http://schemas.microsoft.com/office/drawing/2014/main" id="{B45086CF-7DDB-311C-F525-D0903F7338A7}"/>
                </a:ext>
              </a:extLst>
            </p:cNvPr>
            <p:cNvSpPr/>
            <p:nvPr userDrawn="1"/>
          </p:nvSpPr>
          <p:spPr>
            <a:xfrm>
              <a:off x="736600" y="165091"/>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22" name="Group 21">
            <a:extLst>
              <a:ext uri="{FF2B5EF4-FFF2-40B4-BE49-F238E27FC236}">
                <a16:creationId xmlns:a16="http://schemas.microsoft.com/office/drawing/2014/main" id="{7575825C-BEA8-695B-EA17-77E6C0CFE090}"/>
              </a:ext>
            </a:extLst>
          </p:cNvPr>
          <p:cNvGrpSpPr/>
          <p:nvPr userDrawn="1"/>
        </p:nvGrpSpPr>
        <p:grpSpPr>
          <a:xfrm>
            <a:off x="557855" y="-2"/>
            <a:ext cx="1252892" cy="596891"/>
            <a:chOff x="2082800" y="-1"/>
            <a:chExt cx="1252892" cy="596891"/>
          </a:xfrm>
        </p:grpSpPr>
        <p:sp>
          <p:nvSpPr>
            <p:cNvPr id="26" name="Rectangle: Top Corners Rounded 25">
              <a:hlinkClick r:id="rId5" action="ppaction://hlinksldjump"/>
              <a:extLst>
                <a:ext uri="{FF2B5EF4-FFF2-40B4-BE49-F238E27FC236}">
                  <a16:creationId xmlns:a16="http://schemas.microsoft.com/office/drawing/2014/main" id="{26BF74D5-CD53-D5E7-D822-64EC30E82B19}"/>
                </a:ext>
              </a:extLst>
            </p:cNvPr>
            <p:cNvSpPr/>
            <p:nvPr userDrawn="1"/>
          </p:nvSpPr>
          <p:spPr>
            <a:xfrm flipV="1">
              <a:off x="2082800"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28" name="Rectangle 27">
              <a:hlinkClick r:id="rId5" action="ppaction://hlinksldjump"/>
              <a:extLst>
                <a:ext uri="{FF2B5EF4-FFF2-40B4-BE49-F238E27FC236}">
                  <a16:creationId xmlns:a16="http://schemas.microsoft.com/office/drawing/2014/main" id="{A6C5F163-935C-D949-FED5-63A28E638E75}"/>
                </a:ext>
              </a:extLst>
            </p:cNvPr>
            <p:cNvSpPr/>
            <p:nvPr userDrawn="1"/>
          </p:nvSpPr>
          <p:spPr>
            <a:xfrm>
              <a:off x="2082800"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spTree>
    <p:extLst>
      <p:ext uri="{BB962C8B-B14F-4D97-AF65-F5344CB8AC3E}">
        <p14:creationId xmlns:p14="http://schemas.microsoft.com/office/powerpoint/2010/main" val="53076543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174766"/>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1747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6" name="object 117">
            <a:extLst>
              <a:ext uri="{FF2B5EF4-FFF2-40B4-BE49-F238E27FC236}">
                <a16:creationId xmlns:a16="http://schemas.microsoft.com/office/drawing/2014/main" id="{ECDB61E1-0886-D770-A717-1408CC331F07}"/>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174766"/>
            </a:solidFill>
          </a:ln>
        </p:spPr>
        <p:txBody>
          <a:bodyPr wrap="square" lIns="0" tIns="0" rIns="0" bIns="0" rtlCol="0"/>
          <a:lstStyle/>
          <a:p>
            <a:endParaRPr sz="1800"/>
          </a:p>
        </p:txBody>
      </p:sp>
      <p:sp>
        <p:nvSpPr>
          <p:cNvPr id="7" name="object 118">
            <a:extLst>
              <a:ext uri="{FF2B5EF4-FFF2-40B4-BE49-F238E27FC236}">
                <a16:creationId xmlns:a16="http://schemas.microsoft.com/office/drawing/2014/main" id="{895C2633-75E6-8C83-EB75-4571B2B744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174766"/>
            </a:solidFill>
          </a:ln>
        </p:spPr>
        <p:txBody>
          <a:bodyPr wrap="square" lIns="0" tIns="0" rIns="0" bIns="0" rtlCol="0"/>
          <a:lstStyle/>
          <a:p>
            <a:endParaRPr sz="1800"/>
          </a:p>
        </p:txBody>
      </p:sp>
      <p:pic>
        <p:nvPicPr>
          <p:cNvPr id="8" name="Picture 7" descr="A black and gold rectangular frame with a black background&#10;&#10;AI-generated content may be incorrect.">
            <a:extLst>
              <a:ext uri="{FF2B5EF4-FFF2-40B4-BE49-F238E27FC236}">
                <a16:creationId xmlns:a16="http://schemas.microsoft.com/office/drawing/2014/main" id="{18DD566A-FF38-4528-AE57-8FF156244F6B}"/>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9" name="Straight Connector 8">
            <a:extLst>
              <a:ext uri="{FF2B5EF4-FFF2-40B4-BE49-F238E27FC236}">
                <a16:creationId xmlns:a16="http://schemas.microsoft.com/office/drawing/2014/main" id="{3A38B0A7-1677-9A25-2639-29C44377F992}"/>
              </a:ext>
            </a:extLst>
          </p:cNvPr>
          <p:cNvCxnSpPr/>
          <p:nvPr userDrawn="1"/>
        </p:nvCxnSpPr>
        <p:spPr>
          <a:xfrm>
            <a:off x="1767352" y="12895067"/>
            <a:ext cx="5035693" cy="0"/>
          </a:xfrm>
          <a:prstGeom prst="line">
            <a:avLst/>
          </a:prstGeom>
          <a:ln w="3175">
            <a:solidFill>
              <a:srgbClr val="174766"/>
            </a:solidFill>
          </a:ln>
        </p:spPr>
        <p:style>
          <a:lnRef idx="2">
            <a:schemeClr val="accent1"/>
          </a:lnRef>
          <a:fillRef idx="0">
            <a:schemeClr val="accent1"/>
          </a:fillRef>
          <a:effectRef idx="1">
            <a:schemeClr val="accent1"/>
          </a:effectRef>
          <a:fontRef idx="minor">
            <a:schemeClr val="tx1"/>
          </a:fontRef>
        </p:style>
      </p:cxnSp>
      <p:sp>
        <p:nvSpPr>
          <p:cNvPr id="11" name="Date Placeholder 3">
            <a:extLst>
              <a:ext uri="{FF2B5EF4-FFF2-40B4-BE49-F238E27FC236}">
                <a16:creationId xmlns:a16="http://schemas.microsoft.com/office/drawing/2014/main" id="{17012832-88B1-D676-602E-F91D3C99F43A}"/>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 name="Rectangle: Top Corners Rounded 1">
            <a:hlinkClick r:id="rId3" action="ppaction://hlinksldjump"/>
            <a:extLst>
              <a:ext uri="{FF2B5EF4-FFF2-40B4-BE49-F238E27FC236}">
                <a16:creationId xmlns:a16="http://schemas.microsoft.com/office/drawing/2014/main" id="{BFE8A468-6E0F-B1F0-93DD-50F15BEFF1DF}"/>
              </a:ext>
            </a:extLst>
          </p:cNvPr>
          <p:cNvSpPr/>
          <p:nvPr userDrawn="1"/>
        </p:nvSpPr>
        <p:spPr>
          <a:xfrm flipV="1">
            <a:off x="5953267" y="-4"/>
            <a:ext cx="1252892" cy="596883"/>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 name="Rectangle 2">
            <a:hlinkClick r:id="rId3" action="ppaction://hlinksldjump"/>
            <a:extLst>
              <a:ext uri="{FF2B5EF4-FFF2-40B4-BE49-F238E27FC236}">
                <a16:creationId xmlns:a16="http://schemas.microsoft.com/office/drawing/2014/main" id="{2BEEC85B-92B3-FA55-C0B7-95CB46F60EE2}"/>
              </a:ext>
            </a:extLst>
          </p:cNvPr>
          <p:cNvSpPr/>
          <p:nvPr userDrawn="1"/>
        </p:nvSpPr>
        <p:spPr>
          <a:xfrm>
            <a:off x="5953267" y="16508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4" name="Rectangle: Top Corners Rounded 3">
            <a:hlinkClick r:id="rId4" action="ppaction://hlinksldjump"/>
            <a:extLst>
              <a:ext uri="{FF2B5EF4-FFF2-40B4-BE49-F238E27FC236}">
                <a16:creationId xmlns:a16="http://schemas.microsoft.com/office/drawing/2014/main" id="{07D6242F-DBCF-EE8F-7AD3-631CB63F8DFC}"/>
              </a:ext>
            </a:extLst>
          </p:cNvPr>
          <p:cNvSpPr/>
          <p:nvPr userDrawn="1"/>
        </p:nvSpPr>
        <p:spPr>
          <a:xfrm flipV="1">
            <a:off x="4603531" y="-3"/>
            <a:ext cx="1252892" cy="596875"/>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 name="Rectangle 4">
            <a:hlinkClick r:id="rId4" action="ppaction://hlinksldjump"/>
            <a:extLst>
              <a:ext uri="{FF2B5EF4-FFF2-40B4-BE49-F238E27FC236}">
                <a16:creationId xmlns:a16="http://schemas.microsoft.com/office/drawing/2014/main" id="{863E3B64-443B-12BD-E347-2924071EBBC3}"/>
              </a:ext>
            </a:extLst>
          </p:cNvPr>
          <p:cNvSpPr/>
          <p:nvPr userDrawn="1"/>
        </p:nvSpPr>
        <p:spPr>
          <a:xfrm>
            <a:off x="4603531" y="16802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10" name="Rectangle: Top Corners Rounded 9">
            <a:extLst>
              <a:ext uri="{FF2B5EF4-FFF2-40B4-BE49-F238E27FC236}">
                <a16:creationId xmlns:a16="http://schemas.microsoft.com/office/drawing/2014/main" id="{01B695D0-D629-57A3-B3F7-ED2D1ADF01B0}"/>
              </a:ext>
            </a:extLst>
          </p:cNvPr>
          <p:cNvSpPr/>
          <p:nvPr userDrawn="1"/>
        </p:nvSpPr>
        <p:spPr>
          <a:xfrm flipV="1">
            <a:off x="3253792" y="-2"/>
            <a:ext cx="1252892" cy="685771"/>
          </a:xfrm>
          <a:prstGeom prst="round2SameRect">
            <a:avLst/>
          </a:prstGeom>
          <a:solidFill>
            <a:srgbClr val="1F4D6B"/>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2" name="Rectangle 11">
            <a:extLst>
              <a:ext uri="{FF2B5EF4-FFF2-40B4-BE49-F238E27FC236}">
                <a16:creationId xmlns:a16="http://schemas.microsoft.com/office/drawing/2014/main" id="{23F35AD4-AA43-1C08-EF79-8E43767C31B6}"/>
              </a:ext>
            </a:extLst>
          </p:cNvPr>
          <p:cNvSpPr/>
          <p:nvPr userDrawn="1"/>
        </p:nvSpPr>
        <p:spPr>
          <a:xfrm>
            <a:off x="3253792" y="228723"/>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nvGrpSpPr>
          <p:cNvPr id="13" name="Group 12">
            <a:extLst>
              <a:ext uri="{FF2B5EF4-FFF2-40B4-BE49-F238E27FC236}">
                <a16:creationId xmlns:a16="http://schemas.microsoft.com/office/drawing/2014/main" id="{677BC50F-3E12-049E-15FE-C537A29BD211}"/>
              </a:ext>
            </a:extLst>
          </p:cNvPr>
          <p:cNvGrpSpPr/>
          <p:nvPr userDrawn="1"/>
        </p:nvGrpSpPr>
        <p:grpSpPr>
          <a:xfrm>
            <a:off x="1904055" y="-1"/>
            <a:ext cx="1252892" cy="596886"/>
            <a:chOff x="736600" y="-2"/>
            <a:chExt cx="1252892" cy="596886"/>
          </a:xfrm>
        </p:grpSpPr>
        <p:sp>
          <p:nvSpPr>
            <p:cNvPr id="14" name="Rectangle: Top Corners Rounded 13">
              <a:hlinkClick r:id="rId5" action="ppaction://hlinksldjump"/>
              <a:extLst>
                <a:ext uri="{FF2B5EF4-FFF2-40B4-BE49-F238E27FC236}">
                  <a16:creationId xmlns:a16="http://schemas.microsoft.com/office/drawing/2014/main" id="{A3EB29BD-CA40-28F4-1580-885A1F4E6C51}"/>
                </a:ext>
              </a:extLst>
            </p:cNvPr>
            <p:cNvSpPr/>
            <p:nvPr userDrawn="1"/>
          </p:nvSpPr>
          <p:spPr>
            <a:xfrm flipV="1">
              <a:off x="736600" y="-2"/>
              <a:ext cx="1252892" cy="596886"/>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15" name="Rectangle 14">
              <a:hlinkClick r:id="rId5" action="ppaction://hlinksldjump"/>
              <a:extLst>
                <a:ext uri="{FF2B5EF4-FFF2-40B4-BE49-F238E27FC236}">
                  <a16:creationId xmlns:a16="http://schemas.microsoft.com/office/drawing/2014/main" id="{12BA3B7C-E4A3-DD57-EAF6-5427D6C2C0DC}"/>
                </a:ext>
              </a:extLst>
            </p:cNvPr>
            <p:cNvSpPr/>
            <p:nvPr userDrawn="1"/>
          </p:nvSpPr>
          <p:spPr>
            <a:xfrm>
              <a:off x="736600" y="165091"/>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16" name="Group 15">
            <a:extLst>
              <a:ext uri="{FF2B5EF4-FFF2-40B4-BE49-F238E27FC236}">
                <a16:creationId xmlns:a16="http://schemas.microsoft.com/office/drawing/2014/main" id="{B382C2C3-4591-C9C8-21FA-921B4C6695E0}"/>
              </a:ext>
            </a:extLst>
          </p:cNvPr>
          <p:cNvGrpSpPr/>
          <p:nvPr userDrawn="1"/>
        </p:nvGrpSpPr>
        <p:grpSpPr>
          <a:xfrm>
            <a:off x="557855" y="-2"/>
            <a:ext cx="1252892" cy="596891"/>
            <a:chOff x="2082800" y="-1"/>
            <a:chExt cx="1252892" cy="596891"/>
          </a:xfrm>
        </p:grpSpPr>
        <p:sp>
          <p:nvSpPr>
            <p:cNvPr id="17" name="Rectangle: Top Corners Rounded 16">
              <a:hlinkClick r:id="rId5" action="ppaction://hlinksldjump"/>
              <a:extLst>
                <a:ext uri="{FF2B5EF4-FFF2-40B4-BE49-F238E27FC236}">
                  <a16:creationId xmlns:a16="http://schemas.microsoft.com/office/drawing/2014/main" id="{F4D5B238-6AD3-618C-1CB6-FFDA501F0D78}"/>
                </a:ext>
              </a:extLst>
            </p:cNvPr>
            <p:cNvSpPr/>
            <p:nvPr userDrawn="1"/>
          </p:nvSpPr>
          <p:spPr>
            <a:xfrm flipV="1">
              <a:off x="2082800"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18" name="Rectangle 17">
              <a:hlinkClick r:id="rId5" action="ppaction://hlinksldjump"/>
              <a:extLst>
                <a:ext uri="{FF2B5EF4-FFF2-40B4-BE49-F238E27FC236}">
                  <a16:creationId xmlns:a16="http://schemas.microsoft.com/office/drawing/2014/main" id="{B4BBF8EB-1CE9-C393-A28B-74B30D3FD3B9}"/>
                </a:ext>
              </a:extLst>
            </p:cNvPr>
            <p:cNvSpPr/>
            <p:nvPr userDrawn="1"/>
          </p:nvSpPr>
          <p:spPr>
            <a:xfrm>
              <a:off x="2082800"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spTree>
    <p:extLst>
      <p:ext uri="{BB962C8B-B14F-4D97-AF65-F5344CB8AC3E}">
        <p14:creationId xmlns:p14="http://schemas.microsoft.com/office/powerpoint/2010/main" val="188970420"/>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40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36" name="Rectangle: Top Corners Rounded 35">
            <a:hlinkClick r:id="rId2" action="ppaction://hlinksldjump"/>
            <a:extLst>
              <a:ext uri="{FF2B5EF4-FFF2-40B4-BE49-F238E27FC236}">
                <a16:creationId xmlns:a16="http://schemas.microsoft.com/office/drawing/2014/main" id="{73FBB6E0-029E-5C36-7D3C-C3086DCB8F61}"/>
              </a:ext>
            </a:extLst>
          </p:cNvPr>
          <p:cNvSpPr/>
          <p:nvPr userDrawn="1"/>
        </p:nvSpPr>
        <p:spPr>
          <a:xfrm flipV="1">
            <a:off x="5953267" y="-2"/>
            <a:ext cx="1252892"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9" name="Rectangle: Top Corners Rounded 38">
            <a:hlinkClick r:id="rId3" action="ppaction://hlinksldjump"/>
            <a:extLst>
              <a:ext uri="{FF2B5EF4-FFF2-40B4-BE49-F238E27FC236}">
                <a16:creationId xmlns:a16="http://schemas.microsoft.com/office/drawing/2014/main" id="{287B7D5A-9F83-7330-C9C8-0D07342A1615}"/>
              </a:ext>
            </a:extLst>
          </p:cNvPr>
          <p:cNvSpPr/>
          <p:nvPr userDrawn="1"/>
        </p:nvSpPr>
        <p:spPr>
          <a:xfrm flipV="1">
            <a:off x="4603531"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2" name="Rectangle: Top Corners Rounded 41">
            <a:extLst>
              <a:ext uri="{FF2B5EF4-FFF2-40B4-BE49-F238E27FC236}">
                <a16:creationId xmlns:a16="http://schemas.microsoft.com/office/drawing/2014/main" id="{0756BCB3-9F89-B1B5-EEF9-9DAA906AC2E4}"/>
              </a:ext>
            </a:extLst>
          </p:cNvPr>
          <p:cNvSpPr/>
          <p:nvPr userDrawn="1"/>
        </p:nvSpPr>
        <p:spPr>
          <a:xfrm flipV="1">
            <a:off x="3253792"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3" name="Rectangle 42">
            <a:extLst>
              <a:ext uri="{FF2B5EF4-FFF2-40B4-BE49-F238E27FC236}">
                <a16:creationId xmlns:a16="http://schemas.microsoft.com/office/drawing/2014/main" id="{A064E357-EB14-F530-0142-67201D5CC85C}"/>
              </a:ext>
            </a:extLst>
          </p:cNvPr>
          <p:cNvSpPr/>
          <p:nvPr userDrawn="1"/>
        </p:nvSpPr>
        <p:spPr>
          <a:xfrm>
            <a:off x="3253792" y="16508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nvGrpSpPr>
          <p:cNvPr id="10" name="Group 9">
            <a:extLst>
              <a:ext uri="{FF2B5EF4-FFF2-40B4-BE49-F238E27FC236}">
                <a16:creationId xmlns:a16="http://schemas.microsoft.com/office/drawing/2014/main" id="{2B6679C8-5764-1053-6B26-97897A3A8CEB}"/>
              </a:ext>
            </a:extLst>
          </p:cNvPr>
          <p:cNvGrpSpPr/>
          <p:nvPr userDrawn="1"/>
        </p:nvGrpSpPr>
        <p:grpSpPr>
          <a:xfrm>
            <a:off x="1904055" y="-1"/>
            <a:ext cx="1252892" cy="685791"/>
            <a:chOff x="736600" y="-2"/>
            <a:chExt cx="1252892" cy="685791"/>
          </a:xfrm>
        </p:grpSpPr>
        <p:sp>
          <p:nvSpPr>
            <p:cNvPr id="8" name="Rectangle: Top Corners Rounded 7">
              <a:hlinkClick r:id="rId4" action="ppaction://hlinksldjump"/>
              <a:extLst>
                <a:ext uri="{FF2B5EF4-FFF2-40B4-BE49-F238E27FC236}">
                  <a16:creationId xmlns:a16="http://schemas.microsoft.com/office/drawing/2014/main" id="{F07887D5-4371-3456-3A99-F65130EC509C}"/>
                </a:ext>
              </a:extLst>
            </p:cNvPr>
            <p:cNvSpPr/>
            <p:nvPr userDrawn="1"/>
          </p:nvSpPr>
          <p:spPr>
            <a:xfrm flipV="1">
              <a:off x="736600" y="-2"/>
              <a:ext cx="1252892" cy="685791"/>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9" name="Rectangle 8">
              <a:hlinkClick r:id="rId4" action="ppaction://hlinksldjump"/>
              <a:extLst>
                <a:ext uri="{FF2B5EF4-FFF2-40B4-BE49-F238E27FC236}">
                  <a16:creationId xmlns:a16="http://schemas.microsoft.com/office/drawing/2014/main" id="{6ACECB9F-2595-FC0A-B818-97D53690AE2E}"/>
                </a:ext>
              </a:extLst>
            </p:cNvPr>
            <p:cNvSpPr/>
            <p:nvPr userDrawn="1"/>
          </p:nvSpPr>
          <p:spPr>
            <a:xfrm>
              <a:off x="736600" y="23367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11" name="Group 10">
            <a:extLst>
              <a:ext uri="{FF2B5EF4-FFF2-40B4-BE49-F238E27FC236}">
                <a16:creationId xmlns:a16="http://schemas.microsoft.com/office/drawing/2014/main" id="{0414CACC-B735-29B9-DD30-9AC8813DA266}"/>
              </a:ext>
            </a:extLst>
          </p:cNvPr>
          <p:cNvGrpSpPr/>
          <p:nvPr userDrawn="1"/>
        </p:nvGrpSpPr>
        <p:grpSpPr>
          <a:xfrm>
            <a:off x="557855" y="-2"/>
            <a:ext cx="1252892" cy="596891"/>
            <a:chOff x="2082800" y="-1"/>
            <a:chExt cx="1252892" cy="596891"/>
          </a:xfrm>
        </p:grpSpPr>
        <p:sp>
          <p:nvSpPr>
            <p:cNvPr id="45" name="Rectangle: Top Corners Rounded 44">
              <a:hlinkClick r:id="rId4" action="ppaction://hlinksldjump"/>
              <a:extLst>
                <a:ext uri="{FF2B5EF4-FFF2-40B4-BE49-F238E27FC236}">
                  <a16:creationId xmlns:a16="http://schemas.microsoft.com/office/drawing/2014/main" id="{F2657A36-C429-A67C-74B1-D61CFD41FBB1}"/>
                </a:ext>
              </a:extLst>
            </p:cNvPr>
            <p:cNvSpPr/>
            <p:nvPr userDrawn="1"/>
          </p:nvSpPr>
          <p:spPr>
            <a:xfrm flipV="1">
              <a:off x="2082800"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46" name="Rectangle 45">
              <a:hlinkClick r:id="rId4" action="ppaction://hlinksldjump"/>
              <a:extLst>
                <a:ext uri="{FF2B5EF4-FFF2-40B4-BE49-F238E27FC236}">
                  <a16:creationId xmlns:a16="http://schemas.microsoft.com/office/drawing/2014/main" id="{2A1D9F59-1C83-02D7-5789-17E50739D4F5}"/>
                </a:ext>
              </a:extLst>
            </p:cNvPr>
            <p:cNvSpPr/>
            <p:nvPr userDrawn="1"/>
          </p:nvSpPr>
          <p:spPr>
            <a:xfrm>
              <a:off x="2082800" y="165088"/>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5"/>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2" name="Rectangle 11">
            <a:hlinkClick r:id="rId2" action="ppaction://hlinksldjump"/>
            <a:extLst>
              <a:ext uri="{FF2B5EF4-FFF2-40B4-BE49-F238E27FC236}">
                <a16:creationId xmlns:a16="http://schemas.microsoft.com/office/drawing/2014/main" id="{FC17D182-6603-23E9-B8CD-E86F73A8F14E}"/>
              </a:ext>
            </a:extLst>
          </p:cNvPr>
          <p:cNvSpPr/>
          <p:nvPr userDrawn="1"/>
        </p:nvSpPr>
        <p:spPr>
          <a:xfrm>
            <a:off x="5953267" y="16508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14" name="Rectangle 13">
            <a:hlinkClick r:id="rId3" action="ppaction://hlinksldjump"/>
            <a:extLst>
              <a:ext uri="{FF2B5EF4-FFF2-40B4-BE49-F238E27FC236}">
                <a16:creationId xmlns:a16="http://schemas.microsoft.com/office/drawing/2014/main" id="{11606CB2-343F-650E-4BE0-93662901B4D6}"/>
              </a:ext>
            </a:extLst>
          </p:cNvPr>
          <p:cNvSpPr/>
          <p:nvPr userDrawn="1"/>
        </p:nvSpPr>
        <p:spPr>
          <a:xfrm>
            <a:off x="4603531" y="16802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Tree>
    <p:extLst>
      <p:ext uri="{BB962C8B-B14F-4D97-AF65-F5344CB8AC3E}">
        <p14:creationId xmlns:p14="http://schemas.microsoft.com/office/powerpoint/2010/main" val="293637481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DD3F08-0159-01B6-53D0-CFE5CE6F176C}"/>
              </a:ext>
            </a:extLst>
          </p:cNvPr>
          <p:cNvPicPr>
            <a:picLocks noChangeAspect="1"/>
          </p:cNvPicPr>
          <p:nvPr userDrawn="1"/>
        </p:nvPicPr>
        <p:blipFill>
          <a:blip r:embed="rId2"/>
          <a:stretch>
            <a:fillRect/>
          </a:stretch>
        </p:blipFill>
        <p:spPr>
          <a:xfrm>
            <a:off x="0" y="-3"/>
            <a:ext cx="7559675" cy="13441365"/>
          </a:xfrm>
          <a:prstGeom prst="rect">
            <a:avLst/>
          </a:prstGeom>
        </p:spPr>
      </p:pic>
      <p:sp>
        <p:nvSpPr>
          <p:cNvPr id="3" name="Rectangle 2">
            <a:extLst>
              <a:ext uri="{FF2B5EF4-FFF2-40B4-BE49-F238E27FC236}">
                <a16:creationId xmlns:a16="http://schemas.microsoft.com/office/drawing/2014/main" id="{D65CE8FB-8BEB-8DA8-900D-4FE70A46E125}"/>
              </a:ext>
            </a:extLst>
          </p:cNvPr>
          <p:cNvSpPr/>
          <p:nvPr userDrawn="1"/>
        </p:nvSpPr>
        <p:spPr>
          <a:xfrm>
            <a:off x="1" y="-1"/>
            <a:ext cx="7559675" cy="13441363"/>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8" name="Picture 7" descr="A black and gold sign with white text&#10;&#10;AI-generated content may be incorrect.">
            <a:extLst>
              <a:ext uri="{FF2B5EF4-FFF2-40B4-BE49-F238E27FC236}">
                <a16:creationId xmlns:a16="http://schemas.microsoft.com/office/drawing/2014/main" id="{4FED6BD5-9AF3-6A5E-C442-EE976D2A4B70}"/>
              </a:ext>
            </a:extLst>
          </p:cNvPr>
          <p:cNvPicPr>
            <a:picLocks noChangeAspect="1"/>
          </p:cNvPicPr>
          <p:nvPr userDrawn="1"/>
        </p:nvPicPr>
        <p:blipFill>
          <a:blip r:embed="rId3"/>
          <a:stretch>
            <a:fillRect/>
          </a:stretch>
        </p:blipFill>
        <p:spPr>
          <a:xfrm>
            <a:off x="5075436" y="12477294"/>
            <a:ext cx="1963546" cy="580557"/>
          </a:xfrm>
          <a:prstGeom prst="rect">
            <a:avLst/>
          </a:prstGeom>
        </p:spPr>
      </p:pic>
      <p:sp>
        <p:nvSpPr>
          <p:cNvPr id="11" name="Freeform: Shape 10">
            <a:extLst>
              <a:ext uri="{FF2B5EF4-FFF2-40B4-BE49-F238E27FC236}">
                <a16:creationId xmlns:a16="http://schemas.microsoft.com/office/drawing/2014/main" id="{74696F2A-5CB3-9658-1040-CEA95AD4A274}"/>
              </a:ext>
            </a:extLst>
          </p:cNvPr>
          <p:cNvSpPr/>
          <p:nvPr userDrawn="1"/>
        </p:nvSpPr>
        <p:spPr>
          <a:xfrm>
            <a:off x="1" y="12038374"/>
            <a:ext cx="3774431" cy="1019477"/>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
        <p:nvSpPr>
          <p:cNvPr id="53" name="Rectangle 52">
            <a:extLst>
              <a:ext uri="{FF2B5EF4-FFF2-40B4-BE49-F238E27FC236}">
                <a16:creationId xmlns:a16="http://schemas.microsoft.com/office/drawing/2014/main" id="{79EE18B7-9D27-8F40-27C3-9D446D172B6C}"/>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 name="Rectangle: Top Corners Rounded 1">
            <a:hlinkClick r:id="rId4" action="ppaction://hlinksldjump"/>
            <a:extLst>
              <a:ext uri="{FF2B5EF4-FFF2-40B4-BE49-F238E27FC236}">
                <a16:creationId xmlns:a16="http://schemas.microsoft.com/office/drawing/2014/main" id="{03088236-BA75-35CE-DDAA-7ED8A960D08D}"/>
              </a:ext>
            </a:extLst>
          </p:cNvPr>
          <p:cNvSpPr/>
          <p:nvPr userDrawn="1"/>
        </p:nvSpPr>
        <p:spPr>
          <a:xfrm flipV="1">
            <a:off x="5953267" y="-2"/>
            <a:ext cx="1252892"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 name="Rectangle 4">
            <a:hlinkClick r:id="rId4" action="ppaction://hlinksldjump"/>
            <a:extLst>
              <a:ext uri="{FF2B5EF4-FFF2-40B4-BE49-F238E27FC236}">
                <a16:creationId xmlns:a16="http://schemas.microsoft.com/office/drawing/2014/main" id="{C03ABDF5-1017-CCEF-794B-A37D5EE253A6}"/>
              </a:ext>
            </a:extLst>
          </p:cNvPr>
          <p:cNvSpPr/>
          <p:nvPr userDrawn="1"/>
        </p:nvSpPr>
        <p:spPr>
          <a:xfrm>
            <a:off x="5953267" y="13040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6" name="Rectangle: Top Corners Rounded 5">
            <a:hlinkClick r:id="rId5" action="ppaction://hlinksldjump"/>
            <a:extLst>
              <a:ext uri="{FF2B5EF4-FFF2-40B4-BE49-F238E27FC236}">
                <a16:creationId xmlns:a16="http://schemas.microsoft.com/office/drawing/2014/main" id="{D542A77B-0CBE-CDEE-2A74-ED3D00111DF3}"/>
              </a:ext>
            </a:extLst>
          </p:cNvPr>
          <p:cNvSpPr/>
          <p:nvPr userDrawn="1"/>
        </p:nvSpPr>
        <p:spPr>
          <a:xfrm flipV="1">
            <a:off x="4603531"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7" name="Rectangle 6">
            <a:hlinkClick r:id="rId5" action="ppaction://hlinksldjump"/>
            <a:extLst>
              <a:ext uri="{FF2B5EF4-FFF2-40B4-BE49-F238E27FC236}">
                <a16:creationId xmlns:a16="http://schemas.microsoft.com/office/drawing/2014/main" id="{AFB72780-4EFB-D592-1BFA-B062FBE0212F}"/>
              </a:ext>
            </a:extLst>
          </p:cNvPr>
          <p:cNvSpPr/>
          <p:nvPr userDrawn="1"/>
        </p:nvSpPr>
        <p:spPr>
          <a:xfrm>
            <a:off x="4603531"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9" name="Rectangle: Top Corners Rounded 8">
            <a:extLst>
              <a:ext uri="{FF2B5EF4-FFF2-40B4-BE49-F238E27FC236}">
                <a16:creationId xmlns:a16="http://schemas.microsoft.com/office/drawing/2014/main" id="{F3BF7CC4-2185-67F1-29AB-11C81B0172CB}"/>
              </a:ext>
            </a:extLst>
          </p:cNvPr>
          <p:cNvSpPr/>
          <p:nvPr userDrawn="1"/>
        </p:nvSpPr>
        <p:spPr>
          <a:xfrm flipV="1">
            <a:off x="3253792"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0" name="Rectangle 9">
            <a:extLst>
              <a:ext uri="{FF2B5EF4-FFF2-40B4-BE49-F238E27FC236}">
                <a16:creationId xmlns:a16="http://schemas.microsoft.com/office/drawing/2014/main" id="{5848E4B1-BEA9-332E-E959-86FDC50E2942}"/>
              </a:ext>
            </a:extLst>
          </p:cNvPr>
          <p:cNvSpPr/>
          <p:nvPr userDrawn="1"/>
        </p:nvSpPr>
        <p:spPr>
          <a:xfrm>
            <a:off x="3253792"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12" name="Group 11">
            <a:extLst>
              <a:ext uri="{FF2B5EF4-FFF2-40B4-BE49-F238E27FC236}">
                <a16:creationId xmlns:a16="http://schemas.microsoft.com/office/drawing/2014/main" id="{F753EB39-2264-FE94-7E76-365E55CAE290}"/>
              </a:ext>
            </a:extLst>
          </p:cNvPr>
          <p:cNvGrpSpPr/>
          <p:nvPr userDrawn="1"/>
        </p:nvGrpSpPr>
        <p:grpSpPr>
          <a:xfrm>
            <a:off x="1904055" y="-1"/>
            <a:ext cx="1252892" cy="596890"/>
            <a:chOff x="736600" y="-2"/>
            <a:chExt cx="1252892" cy="596890"/>
          </a:xfrm>
        </p:grpSpPr>
        <p:sp>
          <p:nvSpPr>
            <p:cNvPr id="14" name="Rectangle: Top Corners Rounded 13">
              <a:hlinkClick r:id="rId6" action="ppaction://hlinksldjump"/>
              <a:extLst>
                <a:ext uri="{FF2B5EF4-FFF2-40B4-BE49-F238E27FC236}">
                  <a16:creationId xmlns:a16="http://schemas.microsoft.com/office/drawing/2014/main" id="{2BD34CA2-F5B4-943E-1DD2-60D039F1E619}"/>
                </a:ext>
              </a:extLst>
            </p:cNvPr>
            <p:cNvSpPr/>
            <p:nvPr userDrawn="1"/>
          </p:nvSpPr>
          <p:spPr>
            <a:xfrm flipV="1">
              <a:off x="736600" y="-2"/>
              <a:ext cx="1252892" cy="596890"/>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16" name="Rectangle 15">
              <a:hlinkClick r:id="rId6" action="ppaction://hlinksldjump"/>
              <a:extLst>
                <a:ext uri="{FF2B5EF4-FFF2-40B4-BE49-F238E27FC236}">
                  <a16:creationId xmlns:a16="http://schemas.microsoft.com/office/drawing/2014/main" id="{17489BBC-7558-68F5-37AE-D4C48EB1AF04}"/>
                </a:ext>
              </a:extLst>
            </p:cNvPr>
            <p:cNvSpPr/>
            <p:nvPr userDrawn="1"/>
          </p:nvSpPr>
          <p:spPr>
            <a:xfrm>
              <a:off x="736600" y="165092"/>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18" name="Group 17">
            <a:extLst>
              <a:ext uri="{FF2B5EF4-FFF2-40B4-BE49-F238E27FC236}">
                <a16:creationId xmlns:a16="http://schemas.microsoft.com/office/drawing/2014/main" id="{B3CE4975-5744-4BF9-63C5-8B163EE671A5}"/>
              </a:ext>
            </a:extLst>
          </p:cNvPr>
          <p:cNvGrpSpPr/>
          <p:nvPr userDrawn="1"/>
        </p:nvGrpSpPr>
        <p:grpSpPr>
          <a:xfrm>
            <a:off x="557855" y="-3"/>
            <a:ext cx="1252892" cy="685790"/>
            <a:chOff x="2082800" y="-2"/>
            <a:chExt cx="1252892" cy="685790"/>
          </a:xfrm>
        </p:grpSpPr>
        <p:sp>
          <p:nvSpPr>
            <p:cNvPr id="20" name="Rectangle: Top Corners Rounded 19">
              <a:hlinkClick r:id="rId6" action="ppaction://hlinksldjump"/>
              <a:extLst>
                <a:ext uri="{FF2B5EF4-FFF2-40B4-BE49-F238E27FC236}">
                  <a16:creationId xmlns:a16="http://schemas.microsoft.com/office/drawing/2014/main" id="{11402A0A-22D3-2723-F6C2-B1077FFC5700}"/>
                </a:ext>
              </a:extLst>
            </p:cNvPr>
            <p:cNvSpPr/>
            <p:nvPr userDrawn="1"/>
          </p:nvSpPr>
          <p:spPr>
            <a:xfrm flipV="1">
              <a:off x="2082800" y="-2"/>
              <a:ext cx="1252892" cy="685790"/>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22" name="Rectangle 21">
              <a:hlinkClick r:id="rId6" action="ppaction://hlinksldjump"/>
              <a:extLst>
                <a:ext uri="{FF2B5EF4-FFF2-40B4-BE49-F238E27FC236}">
                  <a16:creationId xmlns:a16="http://schemas.microsoft.com/office/drawing/2014/main" id="{A4041D52-E849-CE37-AC3B-8816B37FEC0A}"/>
                </a:ext>
              </a:extLst>
            </p:cNvPr>
            <p:cNvSpPr/>
            <p:nvPr userDrawn="1"/>
          </p:nvSpPr>
          <p:spPr>
            <a:xfrm>
              <a:off x="2082800" y="234546"/>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spTree>
    <p:extLst>
      <p:ext uri="{BB962C8B-B14F-4D97-AF65-F5344CB8AC3E}">
        <p14:creationId xmlns:p14="http://schemas.microsoft.com/office/powerpoint/2010/main" val="451760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D9A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9" name="object 117">
            <a:extLst>
              <a:ext uri="{FF2B5EF4-FFF2-40B4-BE49-F238E27FC236}">
                <a16:creationId xmlns:a16="http://schemas.microsoft.com/office/drawing/2014/main" id="{2AF8B1F4-D50C-E4B7-9C84-BD39191A3801}"/>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D9A86A"/>
            </a:solidFill>
          </a:ln>
        </p:spPr>
        <p:txBody>
          <a:bodyPr wrap="square" lIns="0" tIns="0" rIns="0" bIns="0" rtlCol="0"/>
          <a:lstStyle/>
          <a:p>
            <a:endParaRPr sz="1800"/>
          </a:p>
        </p:txBody>
      </p:sp>
      <p:sp>
        <p:nvSpPr>
          <p:cNvPr id="10" name="object 118">
            <a:extLst>
              <a:ext uri="{FF2B5EF4-FFF2-40B4-BE49-F238E27FC236}">
                <a16:creationId xmlns:a16="http://schemas.microsoft.com/office/drawing/2014/main" id="{17E7CE6B-9AFB-484F-5BD3-0718003B0B22}"/>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D9A86A"/>
            </a:solidFill>
          </a:ln>
        </p:spPr>
        <p:txBody>
          <a:bodyPr wrap="square" lIns="0" tIns="0" rIns="0" bIns="0" rtlCol="0"/>
          <a:lstStyle/>
          <a:p>
            <a:endParaRPr sz="1800"/>
          </a:p>
        </p:txBody>
      </p:sp>
      <p:pic>
        <p:nvPicPr>
          <p:cNvPr id="11" name="Picture 10" descr="A black and gold rectangular frame with a black background&#10;&#10;AI-generated content may be incorrect.">
            <a:extLst>
              <a:ext uri="{FF2B5EF4-FFF2-40B4-BE49-F238E27FC236}">
                <a16:creationId xmlns:a16="http://schemas.microsoft.com/office/drawing/2014/main" id="{5C1EA0C8-26B4-5EA8-DD84-5CE74244C720}"/>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12" name="Straight Connector 11">
            <a:extLst>
              <a:ext uri="{FF2B5EF4-FFF2-40B4-BE49-F238E27FC236}">
                <a16:creationId xmlns:a16="http://schemas.microsoft.com/office/drawing/2014/main" id="{70A992E1-1761-62F5-388F-E1C232453E3C}"/>
              </a:ext>
            </a:extLst>
          </p:cNvPr>
          <p:cNvCxnSpPr/>
          <p:nvPr userDrawn="1"/>
        </p:nvCxnSpPr>
        <p:spPr>
          <a:xfrm>
            <a:off x="1767352" y="12895067"/>
            <a:ext cx="5035693" cy="0"/>
          </a:xfrm>
          <a:prstGeom prst="line">
            <a:avLst/>
          </a:prstGeom>
          <a:ln w="3175">
            <a:solidFill>
              <a:srgbClr val="D9A86A"/>
            </a:solidFill>
          </a:ln>
        </p:spPr>
        <p:style>
          <a:lnRef idx="2">
            <a:schemeClr val="accent1"/>
          </a:lnRef>
          <a:fillRef idx="0">
            <a:schemeClr val="accent1"/>
          </a:fillRef>
          <a:effectRef idx="1">
            <a:schemeClr val="accent1"/>
          </a:effectRef>
          <a:fontRef idx="minor">
            <a:schemeClr val="tx1"/>
          </a:fontRef>
        </p:style>
      </p:cxnSp>
      <p:sp>
        <p:nvSpPr>
          <p:cNvPr id="14" name="Date Placeholder 3">
            <a:extLst>
              <a:ext uri="{FF2B5EF4-FFF2-40B4-BE49-F238E27FC236}">
                <a16:creationId xmlns:a16="http://schemas.microsoft.com/office/drawing/2014/main" id="{2720EF11-69A7-00A7-57DE-4B40922DE5CD}"/>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grpSp>
        <p:nvGrpSpPr>
          <p:cNvPr id="2" name="Group 1">
            <a:extLst>
              <a:ext uri="{FF2B5EF4-FFF2-40B4-BE49-F238E27FC236}">
                <a16:creationId xmlns:a16="http://schemas.microsoft.com/office/drawing/2014/main" id="{DEE01F07-59D2-5A5F-71D0-4A5566404E5D}"/>
              </a:ext>
            </a:extLst>
          </p:cNvPr>
          <p:cNvGrpSpPr/>
          <p:nvPr userDrawn="1"/>
        </p:nvGrpSpPr>
        <p:grpSpPr>
          <a:xfrm>
            <a:off x="-860146" y="1742536"/>
            <a:ext cx="800100" cy="2412802"/>
            <a:chOff x="-1115020" y="205707"/>
            <a:chExt cx="800100" cy="2412802"/>
          </a:xfrm>
        </p:grpSpPr>
        <p:sp>
          <p:nvSpPr>
            <p:cNvPr id="3" name="Rectangle 2">
              <a:extLst>
                <a:ext uri="{FF2B5EF4-FFF2-40B4-BE49-F238E27FC236}">
                  <a16:creationId xmlns:a16="http://schemas.microsoft.com/office/drawing/2014/main" id="{F9FADF6D-79CF-70EC-B2E7-C615F75DD53C}"/>
                </a:ext>
              </a:extLst>
            </p:cNvPr>
            <p:cNvSpPr/>
            <p:nvPr userDrawn="1"/>
          </p:nvSpPr>
          <p:spPr>
            <a:xfrm>
              <a:off x="-1115020" y="211930"/>
              <a:ext cx="800100" cy="2406579"/>
            </a:xfrm>
            <a:prstGeom prst="rect">
              <a:avLst/>
            </a:prstGeom>
            <a:solidFill>
              <a:sysClr val="window" lastClr="FFFFF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prstClr val="white"/>
                </a:solidFill>
                <a:effectLst/>
                <a:uLnTx/>
                <a:uFillTx/>
                <a:latin typeface="Calibri"/>
                <a:ea typeface="+mn-ea"/>
                <a:cs typeface="Arial" panose="020B0604020202020204" pitchFamily="34" charset="0"/>
              </a:endParaRPr>
            </a:p>
          </p:txBody>
        </p:sp>
        <p:grpSp>
          <p:nvGrpSpPr>
            <p:cNvPr id="4" name="Group 3">
              <a:extLst>
                <a:ext uri="{FF2B5EF4-FFF2-40B4-BE49-F238E27FC236}">
                  <a16:creationId xmlns:a16="http://schemas.microsoft.com/office/drawing/2014/main" id="{387972A2-BD76-6063-69D5-425B648D090A}"/>
                </a:ext>
              </a:extLst>
            </p:cNvPr>
            <p:cNvGrpSpPr/>
            <p:nvPr/>
          </p:nvGrpSpPr>
          <p:grpSpPr>
            <a:xfrm>
              <a:off x="-1048928" y="205707"/>
              <a:ext cx="667917" cy="479518"/>
              <a:chOff x="-1290218" y="1100204"/>
              <a:chExt cx="667917" cy="479518"/>
            </a:xfrm>
          </p:grpSpPr>
          <p:sp>
            <p:nvSpPr>
              <p:cNvPr id="19" name="Rectangle 18">
                <a:extLst>
                  <a:ext uri="{FF2B5EF4-FFF2-40B4-BE49-F238E27FC236}">
                    <a16:creationId xmlns:a16="http://schemas.microsoft.com/office/drawing/2014/main" id="{729B0794-57AB-D7A2-A0A6-6AAA043040D4}"/>
                  </a:ext>
                </a:extLst>
              </p:cNvPr>
              <p:cNvSpPr/>
              <p:nvPr/>
            </p:nvSpPr>
            <p:spPr>
              <a:xfrm>
                <a:off x="-1290218" y="1221049"/>
                <a:ext cx="667917" cy="358673"/>
              </a:xfrm>
              <a:prstGeom prst="rect">
                <a:avLst/>
              </a:prstGeom>
              <a:solidFill>
                <a:srgbClr val="4F81B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#DCE6F2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20" name="TextBox 19">
                <a:extLst>
                  <a:ext uri="{FF2B5EF4-FFF2-40B4-BE49-F238E27FC236}">
                    <a16:creationId xmlns:a16="http://schemas.microsoft.com/office/drawing/2014/main" id="{76EBBB15-A0AC-9CE7-1095-69455A90E6E4}"/>
                  </a:ext>
                </a:extLst>
              </p:cNvPr>
              <p:cNvSpPr txBox="1"/>
              <p:nvPr/>
            </p:nvSpPr>
            <p:spPr>
              <a:xfrm>
                <a:off x="-1230104" y="1100204"/>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مكتمل</a:t>
                </a:r>
              </a:p>
            </p:txBody>
          </p:sp>
        </p:grpSp>
        <p:grpSp>
          <p:nvGrpSpPr>
            <p:cNvPr id="5" name="Group 4">
              <a:extLst>
                <a:ext uri="{FF2B5EF4-FFF2-40B4-BE49-F238E27FC236}">
                  <a16:creationId xmlns:a16="http://schemas.microsoft.com/office/drawing/2014/main" id="{3FA259C4-5AB0-CAF4-62D1-356196117D54}"/>
                </a:ext>
              </a:extLst>
            </p:cNvPr>
            <p:cNvGrpSpPr/>
            <p:nvPr/>
          </p:nvGrpSpPr>
          <p:grpSpPr>
            <a:xfrm>
              <a:off x="-1048928" y="818257"/>
              <a:ext cx="667917" cy="479518"/>
              <a:chOff x="-1290218" y="238032"/>
              <a:chExt cx="667917" cy="479518"/>
            </a:xfrm>
          </p:grpSpPr>
          <p:sp>
            <p:nvSpPr>
              <p:cNvPr id="17" name="Rectangle 16">
                <a:extLst>
                  <a:ext uri="{FF2B5EF4-FFF2-40B4-BE49-F238E27FC236}">
                    <a16:creationId xmlns:a16="http://schemas.microsoft.com/office/drawing/2014/main" id="{E33C5A2C-A8DC-302C-E8E2-1C99DFE5DAD5}"/>
                  </a:ext>
                </a:extLst>
              </p:cNvPr>
              <p:cNvSpPr/>
              <p:nvPr/>
            </p:nvSpPr>
            <p:spPr>
              <a:xfrm>
                <a:off x="-1290218" y="358877"/>
                <a:ext cx="667917" cy="358673"/>
              </a:xfrm>
              <a:prstGeom prst="rect">
                <a:avLst/>
              </a:prstGeom>
              <a:solidFill>
                <a:srgbClr val="9BBB59">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#EBF1DE</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8" name="TextBox 17">
                <a:extLst>
                  <a:ext uri="{FF2B5EF4-FFF2-40B4-BE49-F238E27FC236}">
                    <a16:creationId xmlns:a16="http://schemas.microsoft.com/office/drawing/2014/main" id="{77B32C3C-F243-ED62-FD1E-295F2C892078}"/>
                  </a:ext>
                </a:extLst>
              </p:cNvPr>
              <p:cNvSpPr txBox="1"/>
              <p:nvPr/>
            </p:nvSpPr>
            <p:spPr>
              <a:xfrm>
                <a:off x="-1230104" y="238032"/>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على المخطط</a:t>
                </a:r>
              </a:p>
            </p:txBody>
          </p:sp>
        </p:grpSp>
        <p:grpSp>
          <p:nvGrpSpPr>
            <p:cNvPr id="6" name="Group 5">
              <a:extLst>
                <a:ext uri="{FF2B5EF4-FFF2-40B4-BE49-F238E27FC236}">
                  <a16:creationId xmlns:a16="http://schemas.microsoft.com/office/drawing/2014/main" id="{877287DE-1D82-2ED6-9FFC-33C5D246DFE8}"/>
                </a:ext>
              </a:extLst>
            </p:cNvPr>
            <p:cNvGrpSpPr/>
            <p:nvPr/>
          </p:nvGrpSpPr>
          <p:grpSpPr>
            <a:xfrm>
              <a:off x="-1048928" y="1430807"/>
              <a:ext cx="667917" cy="478221"/>
              <a:chOff x="-1290218" y="670415"/>
              <a:chExt cx="667917" cy="478221"/>
            </a:xfrm>
          </p:grpSpPr>
          <p:sp>
            <p:nvSpPr>
              <p:cNvPr id="15" name="Rectangle 14">
                <a:extLst>
                  <a:ext uri="{FF2B5EF4-FFF2-40B4-BE49-F238E27FC236}">
                    <a16:creationId xmlns:a16="http://schemas.microsoft.com/office/drawing/2014/main" id="{440C21DD-219A-A3A7-ACE2-4A537560145B}"/>
                  </a:ext>
                </a:extLst>
              </p:cNvPr>
              <p:cNvSpPr/>
              <p:nvPr/>
            </p:nvSpPr>
            <p:spPr>
              <a:xfrm>
                <a:off x="-1290218" y="789963"/>
                <a:ext cx="667917" cy="358673"/>
              </a:xfrm>
              <a:prstGeom prst="rect">
                <a:avLst/>
              </a:prstGeom>
              <a:solidFill>
                <a:srgbClr val="C0504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#F2DCDB</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6" name="TextBox 15">
                <a:extLst>
                  <a:ext uri="{FF2B5EF4-FFF2-40B4-BE49-F238E27FC236}">
                    <a16:creationId xmlns:a16="http://schemas.microsoft.com/office/drawing/2014/main" id="{4880E166-3B16-8D58-A338-D1F5B486FE30}"/>
                  </a:ext>
                </a:extLst>
              </p:cNvPr>
              <p:cNvSpPr txBox="1"/>
              <p:nvPr/>
            </p:nvSpPr>
            <p:spPr>
              <a:xfrm>
                <a:off x="-1249074" y="670415"/>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متأخر</a:t>
                </a:r>
              </a:p>
            </p:txBody>
          </p:sp>
        </p:grpSp>
        <p:grpSp>
          <p:nvGrpSpPr>
            <p:cNvPr id="7" name="Group 6">
              <a:extLst>
                <a:ext uri="{FF2B5EF4-FFF2-40B4-BE49-F238E27FC236}">
                  <a16:creationId xmlns:a16="http://schemas.microsoft.com/office/drawing/2014/main" id="{8653E04E-EFFA-72B5-AA35-27E118DCD05C}"/>
                </a:ext>
              </a:extLst>
            </p:cNvPr>
            <p:cNvGrpSpPr/>
            <p:nvPr/>
          </p:nvGrpSpPr>
          <p:grpSpPr>
            <a:xfrm>
              <a:off x="-1048928" y="2042061"/>
              <a:ext cx="667917" cy="486226"/>
              <a:chOff x="-1290218" y="1524581"/>
              <a:chExt cx="667917" cy="486226"/>
            </a:xfrm>
          </p:grpSpPr>
          <p:sp>
            <p:nvSpPr>
              <p:cNvPr id="8" name="Rectangle 7">
                <a:extLst>
                  <a:ext uri="{FF2B5EF4-FFF2-40B4-BE49-F238E27FC236}">
                    <a16:creationId xmlns:a16="http://schemas.microsoft.com/office/drawing/2014/main" id="{37BCADA2-A424-B2EB-EC37-E1DB60F589FE}"/>
                  </a:ext>
                </a:extLst>
              </p:cNvPr>
              <p:cNvSpPr/>
              <p:nvPr/>
            </p:nvSpPr>
            <p:spPr>
              <a:xfrm>
                <a:off x="-1290218" y="1652134"/>
                <a:ext cx="667917" cy="358673"/>
              </a:xfrm>
              <a:prstGeom prst="rect">
                <a:avLst/>
              </a:prstGeom>
              <a:solidFill>
                <a:sysClr val="window" lastClr="FFFFFF">
                  <a:lumMod val="95000"/>
                </a:sys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#F2F2F2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3" name="TextBox 12">
                <a:extLst>
                  <a:ext uri="{FF2B5EF4-FFF2-40B4-BE49-F238E27FC236}">
                    <a16:creationId xmlns:a16="http://schemas.microsoft.com/office/drawing/2014/main" id="{DD5ADA87-8F9D-4DF8-E46E-4B4ED0678EF7}"/>
                  </a:ext>
                </a:extLst>
              </p:cNvPr>
              <p:cNvSpPr txBox="1"/>
              <p:nvPr/>
            </p:nvSpPr>
            <p:spPr>
              <a:xfrm>
                <a:off x="-1234284" y="1524581"/>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لم يبدأ/معلق</a:t>
                </a:r>
              </a:p>
            </p:txBody>
          </p:sp>
        </p:grpSp>
      </p:grpSp>
      <p:sp>
        <p:nvSpPr>
          <p:cNvPr id="21" name="Rectangle: Top Corners Rounded 20">
            <a:hlinkClick r:id="rId3" action="ppaction://hlinksldjump"/>
            <a:extLst>
              <a:ext uri="{FF2B5EF4-FFF2-40B4-BE49-F238E27FC236}">
                <a16:creationId xmlns:a16="http://schemas.microsoft.com/office/drawing/2014/main" id="{6DEB5D5E-408C-7493-F923-B6EF1756E94C}"/>
              </a:ext>
            </a:extLst>
          </p:cNvPr>
          <p:cNvSpPr/>
          <p:nvPr userDrawn="1"/>
        </p:nvSpPr>
        <p:spPr>
          <a:xfrm flipV="1">
            <a:off x="5953267" y="-2"/>
            <a:ext cx="1252892"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2" name="Rectangle 21">
            <a:hlinkClick r:id="rId3" action="ppaction://hlinksldjump"/>
            <a:extLst>
              <a:ext uri="{FF2B5EF4-FFF2-40B4-BE49-F238E27FC236}">
                <a16:creationId xmlns:a16="http://schemas.microsoft.com/office/drawing/2014/main" id="{75A9EE37-1238-9E76-9BEA-0AC584517351}"/>
              </a:ext>
            </a:extLst>
          </p:cNvPr>
          <p:cNvSpPr/>
          <p:nvPr userDrawn="1"/>
        </p:nvSpPr>
        <p:spPr>
          <a:xfrm>
            <a:off x="5953267" y="130407"/>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25" name="Rectangle: Top Corners Rounded 24">
            <a:hlinkClick r:id="rId4" action="ppaction://hlinksldjump"/>
            <a:extLst>
              <a:ext uri="{FF2B5EF4-FFF2-40B4-BE49-F238E27FC236}">
                <a16:creationId xmlns:a16="http://schemas.microsoft.com/office/drawing/2014/main" id="{E7328497-8372-CD3C-E567-69C91E6C3018}"/>
              </a:ext>
            </a:extLst>
          </p:cNvPr>
          <p:cNvSpPr/>
          <p:nvPr userDrawn="1"/>
        </p:nvSpPr>
        <p:spPr>
          <a:xfrm flipV="1">
            <a:off x="4603531"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6" name="Rectangle 25">
            <a:hlinkClick r:id="rId4" action="ppaction://hlinksldjump"/>
            <a:extLst>
              <a:ext uri="{FF2B5EF4-FFF2-40B4-BE49-F238E27FC236}">
                <a16:creationId xmlns:a16="http://schemas.microsoft.com/office/drawing/2014/main" id="{49783F3E-3FAA-2E68-CBE6-C3307F94B90D}"/>
              </a:ext>
            </a:extLst>
          </p:cNvPr>
          <p:cNvSpPr/>
          <p:nvPr userDrawn="1"/>
        </p:nvSpPr>
        <p:spPr>
          <a:xfrm>
            <a:off x="4603531"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27" name="Rectangle: Top Corners Rounded 26">
            <a:extLst>
              <a:ext uri="{FF2B5EF4-FFF2-40B4-BE49-F238E27FC236}">
                <a16:creationId xmlns:a16="http://schemas.microsoft.com/office/drawing/2014/main" id="{68F2E0A9-FF17-A0C4-FF12-60F648D47400}"/>
              </a:ext>
            </a:extLst>
          </p:cNvPr>
          <p:cNvSpPr/>
          <p:nvPr userDrawn="1"/>
        </p:nvSpPr>
        <p:spPr>
          <a:xfrm flipV="1">
            <a:off x="3253792" y="-1"/>
            <a:ext cx="1252892"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9" name="Rectangle 28">
            <a:extLst>
              <a:ext uri="{FF2B5EF4-FFF2-40B4-BE49-F238E27FC236}">
                <a16:creationId xmlns:a16="http://schemas.microsoft.com/office/drawing/2014/main" id="{EF476831-BA76-F5C3-6380-3E987FC80E78}"/>
              </a:ext>
            </a:extLst>
          </p:cNvPr>
          <p:cNvSpPr/>
          <p:nvPr userDrawn="1"/>
        </p:nvSpPr>
        <p:spPr>
          <a:xfrm>
            <a:off x="3253792" y="137425"/>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31" name="Group 30">
            <a:extLst>
              <a:ext uri="{FF2B5EF4-FFF2-40B4-BE49-F238E27FC236}">
                <a16:creationId xmlns:a16="http://schemas.microsoft.com/office/drawing/2014/main" id="{BA64C84D-6688-08E9-998C-F59FC3A6EA53}"/>
              </a:ext>
            </a:extLst>
          </p:cNvPr>
          <p:cNvGrpSpPr/>
          <p:nvPr userDrawn="1"/>
        </p:nvGrpSpPr>
        <p:grpSpPr>
          <a:xfrm>
            <a:off x="1904055" y="-1"/>
            <a:ext cx="1252892" cy="596890"/>
            <a:chOff x="736600" y="-2"/>
            <a:chExt cx="1252892" cy="596890"/>
          </a:xfrm>
        </p:grpSpPr>
        <p:sp>
          <p:nvSpPr>
            <p:cNvPr id="33" name="Rectangle: Top Corners Rounded 32">
              <a:hlinkClick r:id="rId5" action="ppaction://hlinksldjump"/>
              <a:extLst>
                <a:ext uri="{FF2B5EF4-FFF2-40B4-BE49-F238E27FC236}">
                  <a16:creationId xmlns:a16="http://schemas.microsoft.com/office/drawing/2014/main" id="{B6BDA8DD-3222-6E8C-911B-BEB643873AA4}"/>
                </a:ext>
              </a:extLst>
            </p:cNvPr>
            <p:cNvSpPr/>
            <p:nvPr userDrawn="1"/>
          </p:nvSpPr>
          <p:spPr>
            <a:xfrm flipV="1">
              <a:off x="736600" y="-2"/>
              <a:ext cx="1252892" cy="596890"/>
            </a:xfrm>
            <a:prstGeom prst="round2SameRect">
              <a:avLst/>
            </a:prstGeom>
            <a:solidFill>
              <a:srgbClr val="D9D9D9"/>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35" name="Rectangle 34">
              <a:hlinkClick r:id="rId5" action="ppaction://hlinksldjump"/>
              <a:extLst>
                <a:ext uri="{FF2B5EF4-FFF2-40B4-BE49-F238E27FC236}">
                  <a16:creationId xmlns:a16="http://schemas.microsoft.com/office/drawing/2014/main" id="{0D941AA8-CDBB-05C5-E21A-9667BEAC078B}"/>
                </a:ext>
              </a:extLst>
            </p:cNvPr>
            <p:cNvSpPr/>
            <p:nvPr userDrawn="1"/>
          </p:nvSpPr>
          <p:spPr>
            <a:xfrm>
              <a:off x="736600" y="165092"/>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التجربة الرقمية</a:t>
              </a: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grpSp>
        <p:nvGrpSpPr>
          <p:cNvPr id="37" name="Group 36">
            <a:extLst>
              <a:ext uri="{FF2B5EF4-FFF2-40B4-BE49-F238E27FC236}">
                <a16:creationId xmlns:a16="http://schemas.microsoft.com/office/drawing/2014/main" id="{F1DDACDB-0CF8-0370-66DA-3A00362EDF29}"/>
              </a:ext>
            </a:extLst>
          </p:cNvPr>
          <p:cNvGrpSpPr/>
          <p:nvPr userDrawn="1"/>
        </p:nvGrpSpPr>
        <p:grpSpPr>
          <a:xfrm>
            <a:off x="557855" y="-3"/>
            <a:ext cx="1252892" cy="685790"/>
            <a:chOff x="2082800" y="-2"/>
            <a:chExt cx="1252892" cy="685790"/>
          </a:xfrm>
        </p:grpSpPr>
        <p:sp>
          <p:nvSpPr>
            <p:cNvPr id="38" name="Rectangle: Top Corners Rounded 37">
              <a:hlinkClick r:id="rId5" action="ppaction://hlinksldjump"/>
              <a:extLst>
                <a:ext uri="{FF2B5EF4-FFF2-40B4-BE49-F238E27FC236}">
                  <a16:creationId xmlns:a16="http://schemas.microsoft.com/office/drawing/2014/main" id="{7879FC86-B1B2-60FA-5318-67BE3F17536B}"/>
                </a:ext>
              </a:extLst>
            </p:cNvPr>
            <p:cNvSpPr/>
            <p:nvPr userDrawn="1"/>
          </p:nvSpPr>
          <p:spPr>
            <a:xfrm flipV="1">
              <a:off x="2082800" y="-2"/>
              <a:ext cx="1252892" cy="685790"/>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sp>
          <p:nvSpPr>
            <p:cNvPr id="39" name="Rectangle 38">
              <a:hlinkClick r:id="rId5" action="ppaction://hlinksldjump"/>
              <a:extLst>
                <a:ext uri="{FF2B5EF4-FFF2-40B4-BE49-F238E27FC236}">
                  <a16:creationId xmlns:a16="http://schemas.microsoft.com/office/drawing/2014/main" id="{9671A10D-21EF-A92C-9753-FA0E3F39EBFF}"/>
                </a:ext>
              </a:extLst>
            </p:cNvPr>
            <p:cNvSpPr/>
            <p:nvPr userDrawn="1"/>
          </p:nvSpPr>
          <p:spPr>
            <a:xfrm>
              <a:off x="2082800" y="234546"/>
              <a:ext cx="1252892"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dirty="0">
                <a:ln>
                  <a:noFill/>
                </a:ln>
                <a:solidFill>
                  <a:srgbClr val="FFFFFF"/>
                </a:solidFill>
                <a:effectLst/>
                <a:uLnTx/>
                <a:uFillTx/>
                <a:latin typeface="Abar Mid" pitchFamily="50" charset="-78"/>
                <a:ea typeface="Abar Mid" pitchFamily="50" charset="-78"/>
                <a:cs typeface="Abar Mid" pitchFamily="50" charset="-78"/>
              </a:endParaRPr>
            </a:p>
          </p:txBody>
        </p:sp>
      </p:grpSp>
    </p:spTree>
    <p:extLst>
      <p:ext uri="{BB962C8B-B14F-4D97-AF65-F5344CB8AC3E}">
        <p14:creationId xmlns:p14="http://schemas.microsoft.com/office/powerpoint/2010/main" val="2480571018"/>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Content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EB13B9-A463-DAD1-8196-F26A48BB2392}"/>
              </a:ext>
            </a:extLst>
          </p:cNvPr>
          <p:cNvPicPr>
            <a:picLocks noChangeAspect="1"/>
          </p:cNvPicPr>
          <p:nvPr userDrawn="1"/>
        </p:nvPicPr>
        <p:blipFill>
          <a:blip r:embed="rId2">
            <a:alphaModFix/>
          </a:blip>
          <a:stretch>
            <a:fillRect/>
          </a:stretch>
        </p:blipFill>
        <p:spPr>
          <a:xfrm>
            <a:off x="-5399" y="1"/>
            <a:ext cx="7559674" cy="13575650"/>
          </a:xfrm>
          <a:prstGeom prst="rect">
            <a:avLst/>
          </a:prstGeom>
        </p:spPr>
      </p:pic>
      <p:sp>
        <p:nvSpPr>
          <p:cNvPr id="4" name="Rectangle 3">
            <a:extLst>
              <a:ext uri="{FF2B5EF4-FFF2-40B4-BE49-F238E27FC236}">
                <a16:creationId xmlns:a16="http://schemas.microsoft.com/office/drawing/2014/main" id="{AD6240AE-F810-9945-E140-ADAB8A36FE24}"/>
              </a:ext>
            </a:extLst>
          </p:cNvPr>
          <p:cNvSpPr/>
          <p:nvPr userDrawn="1"/>
        </p:nvSpPr>
        <p:spPr>
          <a:xfrm>
            <a:off x="1" y="-1"/>
            <a:ext cx="7559675" cy="13575650"/>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a:extLst>
              <a:ext uri="{FF2B5EF4-FFF2-40B4-BE49-F238E27FC236}">
                <a16:creationId xmlns:a16="http://schemas.microsoft.com/office/drawing/2014/main" id="{2DDF71A9-81A5-B800-6EC7-4BFDBA108180}"/>
              </a:ext>
            </a:extLst>
          </p:cNvPr>
          <p:cNvPicPr>
            <a:picLocks noChangeAspect="1"/>
          </p:cNvPicPr>
          <p:nvPr userDrawn="1"/>
        </p:nvPicPr>
        <p:blipFill>
          <a:blip r:embed="rId3"/>
          <a:stretch>
            <a:fillRect/>
          </a:stretch>
        </p:blipFill>
        <p:spPr>
          <a:xfrm>
            <a:off x="2256912" y="2428391"/>
            <a:ext cx="3045859" cy="2892285"/>
          </a:xfrm>
          <a:prstGeom prst="rect">
            <a:avLst/>
          </a:prstGeom>
        </p:spPr>
      </p:pic>
      <p:sp>
        <p:nvSpPr>
          <p:cNvPr id="14" name="Freeform: Shape 13">
            <a:extLst>
              <a:ext uri="{FF2B5EF4-FFF2-40B4-BE49-F238E27FC236}">
                <a16:creationId xmlns:a16="http://schemas.microsoft.com/office/drawing/2014/main" id="{219396C7-E129-D0C8-DBF4-DDAEC9D5F50F}"/>
              </a:ext>
            </a:extLst>
          </p:cNvPr>
          <p:cNvSpPr/>
          <p:nvPr userDrawn="1"/>
        </p:nvSpPr>
        <p:spPr>
          <a:xfrm>
            <a:off x="7" y="11649749"/>
            <a:ext cx="3774431" cy="128165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Tree>
    <p:extLst>
      <p:ext uri="{BB962C8B-B14F-4D97-AF65-F5344CB8AC3E}">
        <p14:creationId xmlns:p14="http://schemas.microsoft.com/office/powerpoint/2010/main" val="157684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70613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687" r:id="rId4"/>
    <p:sldLayoutId id="2147483688" r:id="rId5"/>
    <p:sldLayoutId id="2147483686" r:id="rId6"/>
    <p:sldLayoutId id="2147483701" r:id="rId7"/>
    <p:sldLayoutId id="2147483689" r:id="rId8"/>
    <p:sldLayoutId id="2147483699" r:id="rId9"/>
  </p:sldLayoutIdLst>
  <p:txStyles>
    <p:titleStyle>
      <a:lvl1pPr algn="l" defTabSz="91441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2" indent="-228604" algn="l" defTabSz="91441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9" indent="-228604" algn="l" defTabSz="91441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34"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41"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9"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5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65"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5" rtl="0" eaLnBrk="1" latinLnBrk="0" hangingPunct="1">
        <a:defRPr sz="1800" kern="1200">
          <a:solidFill>
            <a:schemeClr val="tx1"/>
          </a:solidFill>
          <a:latin typeface="+mn-lt"/>
          <a:ea typeface="+mn-ea"/>
          <a:cs typeface="+mn-cs"/>
        </a:defRPr>
      </a:lvl1pPr>
      <a:lvl2pPr marL="457208" algn="l" defTabSz="914415" rtl="0" eaLnBrk="1" latinLnBrk="0" hangingPunct="1">
        <a:defRPr sz="1800" kern="1200">
          <a:solidFill>
            <a:schemeClr val="tx1"/>
          </a:solidFill>
          <a:latin typeface="+mn-lt"/>
          <a:ea typeface="+mn-ea"/>
          <a:cs typeface="+mn-cs"/>
        </a:defRPr>
      </a:lvl2pPr>
      <a:lvl3pPr marL="914415" algn="l" defTabSz="914415" rtl="0" eaLnBrk="1" latinLnBrk="0" hangingPunct="1">
        <a:defRPr sz="1800" kern="1200">
          <a:solidFill>
            <a:schemeClr val="tx1"/>
          </a:solidFill>
          <a:latin typeface="+mn-lt"/>
          <a:ea typeface="+mn-ea"/>
          <a:cs typeface="+mn-cs"/>
        </a:defRPr>
      </a:lvl3pPr>
      <a:lvl4pPr marL="1371623" algn="l" defTabSz="914415" rtl="0" eaLnBrk="1" latinLnBrk="0" hangingPunct="1">
        <a:defRPr sz="1800" kern="1200">
          <a:solidFill>
            <a:schemeClr val="tx1"/>
          </a:solidFill>
          <a:latin typeface="+mn-lt"/>
          <a:ea typeface="+mn-ea"/>
          <a:cs typeface="+mn-cs"/>
        </a:defRPr>
      </a:lvl4pPr>
      <a:lvl5pPr marL="1828831" algn="l" defTabSz="914415" rtl="0" eaLnBrk="1" latinLnBrk="0" hangingPunct="1">
        <a:defRPr sz="1800" kern="1200">
          <a:solidFill>
            <a:schemeClr val="tx1"/>
          </a:solidFill>
          <a:latin typeface="+mn-lt"/>
          <a:ea typeface="+mn-ea"/>
          <a:cs typeface="+mn-cs"/>
        </a:defRPr>
      </a:lvl5pPr>
      <a:lvl6pPr marL="2286038" algn="l" defTabSz="914415" rtl="0" eaLnBrk="1" latinLnBrk="0" hangingPunct="1">
        <a:defRPr sz="1800" kern="1200">
          <a:solidFill>
            <a:schemeClr val="tx1"/>
          </a:solidFill>
          <a:latin typeface="+mn-lt"/>
          <a:ea typeface="+mn-ea"/>
          <a:cs typeface="+mn-cs"/>
        </a:defRPr>
      </a:lvl6pPr>
      <a:lvl7pPr marL="2743245" algn="l" defTabSz="914415" rtl="0" eaLnBrk="1" latinLnBrk="0" hangingPunct="1">
        <a:defRPr sz="1800" kern="1200">
          <a:solidFill>
            <a:schemeClr val="tx1"/>
          </a:solidFill>
          <a:latin typeface="+mn-lt"/>
          <a:ea typeface="+mn-ea"/>
          <a:cs typeface="+mn-cs"/>
        </a:defRPr>
      </a:lvl7pPr>
      <a:lvl8pPr marL="3200453" algn="l" defTabSz="914415" rtl="0" eaLnBrk="1" latinLnBrk="0" hangingPunct="1">
        <a:defRPr sz="1800" kern="1200">
          <a:solidFill>
            <a:schemeClr val="tx1"/>
          </a:solidFill>
          <a:latin typeface="+mn-lt"/>
          <a:ea typeface="+mn-ea"/>
          <a:cs typeface="+mn-cs"/>
        </a:defRPr>
      </a:lvl8pPr>
      <a:lvl9pPr marL="3657661" algn="l" defTabSz="91441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33" userDrawn="1">
          <p15:clr>
            <a:srgbClr val="F26B43"/>
          </p15:clr>
        </p15:guide>
        <p15:guide id="2"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6.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9.xml"/><Relationship Id="rId5" Type="http://schemas.openxmlformats.org/officeDocument/2006/relationships/slide" Target="slide7.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8.emf"/><Relationship Id="rId5" Type="http://schemas.openxmlformats.org/officeDocument/2006/relationships/oleObject" Target="../embeddings/oleObject1.bin"/><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8.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8A8F0F2-F09C-89F8-4E28-AA8FBE1E55C0}"/>
              </a:ext>
            </a:extLst>
          </p:cNvPr>
          <p:cNvGrpSpPr/>
          <p:nvPr/>
        </p:nvGrpSpPr>
        <p:grpSpPr>
          <a:xfrm>
            <a:off x="917571" y="5790648"/>
            <a:ext cx="5724532" cy="1504767"/>
            <a:chOff x="1079493" y="4415868"/>
            <a:chExt cx="5724532" cy="1504767"/>
          </a:xfrm>
        </p:grpSpPr>
        <p:sp>
          <p:nvSpPr>
            <p:cNvPr id="16" name="btfpRowHeaderBoxText438126">
              <a:extLst>
                <a:ext uri="{FF2B5EF4-FFF2-40B4-BE49-F238E27FC236}">
                  <a16:creationId xmlns:a16="http://schemas.microsoft.com/office/drawing/2014/main" id="{FE429AAF-55B8-B948-960D-6C55792C2A5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a:solidFill>
                    <a:srgbClr val="FFFFFF"/>
                  </a:solidFill>
                  <a:latin typeface="Abar Mid" pitchFamily="2" charset="-78"/>
                  <a:ea typeface="Abar Mid" pitchFamily="2" charset="-78"/>
                  <a:cs typeface="Abar Mid" pitchFamily="2" charset="-78"/>
                </a:rPr>
                <a:t>تقرير الإنجاز الأسبوعي</a:t>
              </a:r>
            </a:p>
          </p:txBody>
        </p:sp>
        <p:sp>
          <p:nvSpPr>
            <p:cNvPr id="19" name="TextBox 18">
              <a:extLst>
                <a:ext uri="{FF2B5EF4-FFF2-40B4-BE49-F238E27FC236}">
                  <a16:creationId xmlns:a16="http://schemas.microsoft.com/office/drawing/2014/main" id="{8225EC8C-BD1E-556A-D67E-EC450A0626F0}"/>
                </a:ext>
              </a:extLst>
            </p:cNvPr>
            <p:cNvSpPr txBox="1"/>
            <p:nvPr/>
          </p:nvSpPr>
          <p:spPr>
            <a:xfrm>
              <a:off x="2266726" y="5458163"/>
              <a:ext cx="3350066" cy="307777"/>
            </a:xfrm>
            <a:prstGeom prst="rect">
              <a:avLst/>
            </a:prstGeom>
            <a:noFill/>
          </p:spPr>
          <p:txBody>
            <a:bodyPr wrap="square" lIns="0" tIns="0" rIns="0" bIns="0" anchor="ctr">
              <a:spAutoFit/>
            </a:bodyPr>
            <a:lstStyle/>
            <a:p>
              <a:pPr algn="ctr" defTabSz="977875" rtl="1"/>
              <a:r>
                <a:rPr lang="en-US" sz="2000" b="1">
                  <a:solidFill>
                    <a:srgbClr val="D7A360"/>
                  </a:solidFill>
                  <a:latin typeface="Abar Mid" pitchFamily="50" charset="-78"/>
                  <a:ea typeface="Abar Mid" pitchFamily="50" charset="-78"/>
                  <a:cs typeface="Abar Mid" pitchFamily="50" charset="-78"/>
                </a:rPr>
                <a:t>24</a:t>
              </a:r>
              <a:r>
                <a:rPr lang="ar-SA" sz="2000" b="1">
                  <a:solidFill>
                    <a:srgbClr val="D7A360"/>
                  </a:solidFill>
                  <a:latin typeface="Abar Mid" pitchFamily="50" charset="-78"/>
                  <a:ea typeface="Abar Mid" pitchFamily="50" charset="-78"/>
                  <a:cs typeface="Abar Mid" pitchFamily="50" charset="-78"/>
                </a:rPr>
                <a:t> سبتمبر 2026</a:t>
              </a:r>
            </a:p>
          </p:txBody>
        </p:sp>
        <p:cxnSp>
          <p:nvCxnSpPr>
            <p:cNvPr id="20" name="Straight Connector 19">
              <a:extLst>
                <a:ext uri="{FF2B5EF4-FFF2-40B4-BE49-F238E27FC236}">
                  <a16:creationId xmlns:a16="http://schemas.microsoft.com/office/drawing/2014/main" id="{EEFA0513-7A34-888A-6014-E910B7023510}"/>
                </a:ext>
              </a:extLst>
            </p:cNvPr>
            <p:cNvCxnSpPr>
              <a:cxnSpLocks/>
            </p:cNvCxnSpPr>
            <p:nvPr/>
          </p:nvCxnSpPr>
          <p:spPr>
            <a:xfrm>
              <a:off x="3300100" y="5920635"/>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185419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977D-FAD4-194E-1792-CAB483F600A0}"/>
            </a:ext>
          </a:extLst>
        </p:cNvPr>
        <p:cNvGrpSpPr/>
        <p:nvPr/>
      </p:nvGrpSpPr>
      <p:grpSpPr>
        <a:xfrm>
          <a:off x="0" y="0"/>
          <a:ext cx="0" cy="0"/>
          <a:chOff x="0" y="0"/>
          <a:chExt cx="0" cy="0"/>
        </a:xfrm>
      </p:grpSpPr>
      <p:sp>
        <p:nvSpPr>
          <p:cNvPr id="3" name="Rounded Rectangle 93">
            <a:extLst>
              <a:ext uri="{FF2B5EF4-FFF2-40B4-BE49-F238E27FC236}">
                <a16:creationId xmlns:a16="http://schemas.microsoft.com/office/drawing/2014/main" id="{7E9B4622-A36B-F7BE-1C0C-02DB7F3DB3E9}"/>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grpSp>
        <p:nvGrpSpPr>
          <p:cNvPr id="2" name="Group 1">
            <a:extLst>
              <a:ext uri="{FF2B5EF4-FFF2-40B4-BE49-F238E27FC236}">
                <a16:creationId xmlns:a16="http://schemas.microsoft.com/office/drawing/2014/main" id="{ACD4B715-D681-8A12-D156-79BFC49A5917}"/>
              </a:ext>
            </a:extLst>
          </p:cNvPr>
          <p:cNvGrpSpPr/>
          <p:nvPr/>
        </p:nvGrpSpPr>
        <p:grpSpPr>
          <a:xfrm>
            <a:off x="474245" y="845457"/>
            <a:ext cx="6623050" cy="853456"/>
            <a:chOff x="474245" y="845457"/>
            <a:chExt cx="6623050" cy="853456"/>
          </a:xfrm>
        </p:grpSpPr>
        <p:sp>
          <p:nvSpPr>
            <p:cNvPr id="5" name="Rounded Rectangle 93">
              <a:extLst>
                <a:ext uri="{FF2B5EF4-FFF2-40B4-BE49-F238E27FC236}">
                  <a16:creationId xmlns:a16="http://schemas.microsoft.com/office/drawing/2014/main" id="{183ABFA4-9FD9-4674-4F06-18013E630531}"/>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4F3CCE75-1975-5AD9-B4C2-968F0999F69F}"/>
                </a:ext>
              </a:extLst>
            </p:cNvPr>
            <p:cNvSpPr txBox="1"/>
            <p:nvPr/>
          </p:nvSpPr>
          <p:spPr>
            <a:xfrm>
              <a:off x="740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rPr>
                <a:t>0</a:t>
              </a:r>
            </a:p>
          </p:txBody>
        </p:sp>
        <p:sp>
          <p:nvSpPr>
            <p:cNvPr id="7" name="TextBox 6">
              <a:extLst>
                <a:ext uri="{FF2B5EF4-FFF2-40B4-BE49-F238E27FC236}">
                  <a16:creationId xmlns:a16="http://schemas.microsoft.com/office/drawing/2014/main" id="{D6D164FD-BBE6-C25A-E446-CCE1C3126B61}"/>
                </a:ext>
              </a:extLst>
            </p:cNvPr>
            <p:cNvSpPr txBox="1"/>
            <p:nvPr/>
          </p:nvSpPr>
          <p:spPr>
            <a:xfrm>
              <a:off x="1963282"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endParaRPr>
            </a:p>
          </p:txBody>
        </p:sp>
        <p:sp>
          <p:nvSpPr>
            <p:cNvPr id="9" name="TextBox 8">
              <a:extLst>
                <a:ext uri="{FF2B5EF4-FFF2-40B4-BE49-F238E27FC236}">
                  <a16:creationId xmlns:a16="http://schemas.microsoft.com/office/drawing/2014/main" id="{DBE8DE5E-2B01-B9ED-4358-98F661013026}"/>
                </a:ext>
              </a:extLst>
            </p:cNvPr>
            <p:cNvSpPr txBox="1"/>
            <p:nvPr/>
          </p:nvSpPr>
          <p:spPr>
            <a:xfrm>
              <a:off x="5901726"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إجمالي المهام</a:t>
              </a:r>
            </a:p>
          </p:txBody>
        </p:sp>
        <p:sp>
          <p:nvSpPr>
            <p:cNvPr id="11" name="TextBox 10">
              <a:extLst>
                <a:ext uri="{FF2B5EF4-FFF2-40B4-BE49-F238E27FC236}">
                  <a16:creationId xmlns:a16="http://schemas.microsoft.com/office/drawing/2014/main" id="{6C213196-8A04-2FAD-FBDD-8A229F8D1EE9}"/>
                </a:ext>
              </a:extLst>
            </p:cNvPr>
            <p:cNvSpPr txBox="1"/>
            <p:nvPr/>
          </p:nvSpPr>
          <p:spPr>
            <a:xfrm>
              <a:off x="5992766" y="901399"/>
              <a:ext cx="919654"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12</a:t>
              </a:r>
              <a:endPar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endParaRPr>
            </a:p>
          </p:txBody>
        </p:sp>
        <p:sp>
          <p:nvSpPr>
            <p:cNvPr id="13" name="TextBox 12">
              <a:extLst>
                <a:ext uri="{FF2B5EF4-FFF2-40B4-BE49-F238E27FC236}">
                  <a16:creationId xmlns:a16="http://schemas.microsoft.com/office/drawing/2014/main" id="{8D681E39-ADD8-C594-716B-73D2C9C8F370}"/>
                </a:ext>
              </a:extLst>
            </p:cNvPr>
            <p:cNvSpPr txBox="1"/>
            <p:nvPr/>
          </p:nvSpPr>
          <p:spPr>
            <a:xfrm>
              <a:off x="4422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14" name="TextBox 13">
              <a:extLst>
                <a:ext uri="{FF2B5EF4-FFF2-40B4-BE49-F238E27FC236}">
                  <a16:creationId xmlns:a16="http://schemas.microsoft.com/office/drawing/2014/main" id="{A2C514DC-97F6-3889-8180-0BE9B2B9C750}"/>
                </a:ext>
              </a:extLst>
            </p:cNvPr>
            <p:cNvSpPr txBox="1"/>
            <p:nvPr/>
          </p:nvSpPr>
          <p:spPr>
            <a:xfrm>
              <a:off x="4513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rPr>
                <a:t>2</a:t>
              </a:r>
              <a:endParaRPr kumimoji="0" lang="ar-SA"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endParaRPr>
            </a:p>
          </p:txBody>
        </p:sp>
        <p:sp>
          <p:nvSpPr>
            <p:cNvPr id="15" name="TextBox 14">
              <a:extLst>
                <a:ext uri="{FF2B5EF4-FFF2-40B4-BE49-F238E27FC236}">
                  <a16:creationId xmlns:a16="http://schemas.microsoft.com/office/drawing/2014/main" id="{F7A44687-1040-2384-2F7D-A4CEAA69D440}"/>
                </a:ext>
              </a:extLst>
            </p:cNvPr>
            <p:cNvSpPr txBox="1"/>
            <p:nvPr/>
          </p:nvSpPr>
          <p:spPr>
            <a:xfrm>
              <a:off x="316638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16" name="TextBox 15">
              <a:extLst>
                <a:ext uri="{FF2B5EF4-FFF2-40B4-BE49-F238E27FC236}">
                  <a16:creationId xmlns:a16="http://schemas.microsoft.com/office/drawing/2014/main" id="{655EFD64-72CE-5B02-038F-E3EF346E6808}"/>
                </a:ext>
              </a:extLst>
            </p:cNvPr>
            <p:cNvSpPr txBox="1"/>
            <p:nvPr/>
          </p:nvSpPr>
          <p:spPr>
            <a:xfrm>
              <a:off x="325742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10</a:t>
              </a:r>
              <a:endPar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endParaRPr>
            </a:p>
          </p:txBody>
        </p:sp>
        <p:sp>
          <p:nvSpPr>
            <p:cNvPr id="17" name="TextBox 16">
              <a:extLst>
                <a:ext uri="{FF2B5EF4-FFF2-40B4-BE49-F238E27FC236}">
                  <a16:creationId xmlns:a16="http://schemas.microsoft.com/office/drawing/2014/main" id="{16030ABC-E859-EE4D-3833-1FAD0FD6C489}"/>
                </a:ext>
              </a:extLst>
            </p:cNvPr>
            <p:cNvSpPr txBox="1"/>
            <p:nvPr/>
          </p:nvSpPr>
          <p:spPr>
            <a:xfrm>
              <a:off x="649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prstClr val="white">
                      <a:lumMod val="50000"/>
                    </a:prstClr>
                  </a:solidFill>
                  <a:effectLst/>
                  <a:uLnTx/>
                  <a:uFillTx/>
                  <a:latin typeface="Abar Mid" pitchFamily="50" charset="-78"/>
                  <a:ea typeface="Abar Mid" pitchFamily="50" charset="-78"/>
                  <a:cs typeface="Abar Mid" pitchFamily="50" charset="-78"/>
                </a:rPr>
                <a:t>معلقة</a:t>
              </a:r>
            </a:p>
          </p:txBody>
        </p:sp>
        <p:sp>
          <p:nvSpPr>
            <p:cNvPr id="18" name="Freeform: Shape 17">
              <a:extLst>
                <a:ext uri="{FF2B5EF4-FFF2-40B4-BE49-F238E27FC236}">
                  <a16:creationId xmlns:a16="http://schemas.microsoft.com/office/drawing/2014/main" id="{50813D75-5E58-FFC7-F847-86C86BFF7ED5}"/>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19" name="TextBox 18">
              <a:extLst>
                <a:ext uri="{FF2B5EF4-FFF2-40B4-BE49-F238E27FC236}">
                  <a16:creationId xmlns:a16="http://schemas.microsoft.com/office/drawing/2014/main" id="{F4E04539-090F-D1A9-DD9C-824C2F987424}"/>
                </a:ext>
              </a:extLst>
            </p:cNvPr>
            <p:cNvSpPr txBox="1"/>
            <p:nvPr/>
          </p:nvSpPr>
          <p:spPr>
            <a:xfrm>
              <a:off x="1872238"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20" name="Straight Connector 19">
              <a:extLst>
                <a:ext uri="{FF2B5EF4-FFF2-40B4-BE49-F238E27FC236}">
                  <a16:creationId xmlns:a16="http://schemas.microsoft.com/office/drawing/2014/main" id="{EDB30051-5058-A097-1171-C2DA0C79BEA8}"/>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1" name="Straight Connector 20">
              <a:extLst>
                <a:ext uri="{FF2B5EF4-FFF2-40B4-BE49-F238E27FC236}">
                  <a16:creationId xmlns:a16="http://schemas.microsoft.com/office/drawing/2014/main" id="{CCBCECC5-87E2-4332-AA95-9E1D33F729B7}"/>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2" name="Straight Connector 21">
              <a:extLst>
                <a:ext uri="{FF2B5EF4-FFF2-40B4-BE49-F238E27FC236}">
                  <a16:creationId xmlns:a16="http://schemas.microsoft.com/office/drawing/2014/main" id="{3A6944DF-EE7C-84B5-C979-42976B874889}"/>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pSp>
      <p:graphicFrame>
        <p:nvGraphicFramePr>
          <p:cNvPr id="24" name="Chart 23">
            <a:extLst>
              <a:ext uri="{FF2B5EF4-FFF2-40B4-BE49-F238E27FC236}">
                <a16:creationId xmlns:a16="http://schemas.microsoft.com/office/drawing/2014/main" id="{32CE81B1-22BE-1895-001C-B7932DE22516}"/>
              </a:ext>
            </a:extLst>
          </p:cNvPr>
          <p:cNvGraphicFramePr/>
          <p:nvPr>
            <p:extLst>
              <p:ext uri="{D42A27DB-BD31-4B8C-83A1-F6EECF244321}">
                <p14:modId xmlns:p14="http://schemas.microsoft.com/office/powerpoint/2010/main" val="305797528"/>
              </p:ext>
            </p:extLst>
          </p:nvPr>
        </p:nvGraphicFramePr>
        <p:xfrm>
          <a:off x="474245" y="1788258"/>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Table 24">
            <a:extLst>
              <a:ext uri="{FF2B5EF4-FFF2-40B4-BE49-F238E27FC236}">
                <a16:creationId xmlns:a16="http://schemas.microsoft.com/office/drawing/2014/main" id="{3C308FE4-692D-D8D9-9C96-48B1DE6F32DD}"/>
              </a:ext>
            </a:extLst>
          </p:cNvPr>
          <p:cNvGraphicFramePr>
            <a:graphicFrameLocks noGrp="1"/>
          </p:cNvGraphicFramePr>
          <p:nvPr>
            <p:extLst>
              <p:ext uri="{D42A27DB-BD31-4B8C-83A1-F6EECF244321}">
                <p14:modId xmlns:p14="http://schemas.microsoft.com/office/powerpoint/2010/main" val="876841595"/>
              </p:ext>
            </p:extLst>
          </p:nvPr>
        </p:nvGraphicFramePr>
        <p:xfrm>
          <a:off x="474245" y="8703038"/>
          <a:ext cx="6623050" cy="2034540"/>
        </p:xfrm>
        <a:graphic>
          <a:graphicData uri="http://schemas.openxmlformats.org/drawingml/2006/table">
            <a:tbl>
              <a:tblPr/>
              <a:tblGrid>
                <a:gridCol w="1751430">
                  <a:extLst>
                    <a:ext uri="{9D8B030D-6E8A-4147-A177-3AD203B41FA5}">
                      <a16:colId xmlns:a16="http://schemas.microsoft.com/office/drawing/2014/main" val="3562085196"/>
                    </a:ext>
                  </a:extLst>
                </a:gridCol>
                <a:gridCol w="1038225">
                  <a:extLst>
                    <a:ext uri="{9D8B030D-6E8A-4147-A177-3AD203B41FA5}">
                      <a16:colId xmlns:a16="http://schemas.microsoft.com/office/drawing/2014/main" val="20000"/>
                    </a:ext>
                  </a:extLst>
                </a:gridCol>
                <a:gridCol w="3489911">
                  <a:extLst>
                    <a:ext uri="{9D8B030D-6E8A-4147-A177-3AD203B41FA5}">
                      <a16:colId xmlns:a16="http://schemas.microsoft.com/office/drawing/2014/main" val="20001"/>
                    </a:ext>
                  </a:extLst>
                </a:gridCol>
                <a:gridCol w="343484">
                  <a:extLst>
                    <a:ext uri="{9D8B030D-6E8A-4147-A177-3AD203B41FA5}">
                      <a16:colId xmlns:a16="http://schemas.microsoft.com/office/drawing/2014/main" val="20002"/>
                    </a:ext>
                  </a:extLst>
                </a:gridCol>
              </a:tblGrid>
              <a:tr h="0">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طلبات الدعم</a:t>
                      </a:r>
                    </a:p>
                  </a:txBody>
                  <a:tcPr marL="45720" anchor="ctr">
                    <a:lnL w="12700" cap="flat" cmpd="sng" algn="ctr">
                      <a:noFill/>
                      <a:prstDash val="solid"/>
                      <a:round/>
                      <a:headEnd type="none" w="med" len="med"/>
                      <a:tailEnd type="none" w="med" len="med"/>
                    </a:lnL>
                    <a:lnR w="57150" cap="flat" cmpd="sng" algn="ctr">
                      <a:solidFill>
                        <a:srgbClr val="D9A86A"/>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AE" sz="1000" b="1" dirty="0">
                          <a:solidFill>
                            <a:srgbClr val="FFFFFF"/>
                          </a:solidFill>
                          <a:latin typeface="Abar Mid" pitchFamily="2" charset="-78"/>
                          <a:ea typeface="Abar Mid" pitchFamily="2" charset="-78"/>
                          <a:cs typeface="Abar Mid" pitchFamily="2" charset="-78"/>
                        </a:rPr>
                        <a:t>طلب الدعم</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err="1">
                          <a:solidFill>
                            <a:srgbClr val="FFFFFF"/>
                          </a:solidFill>
                          <a:latin typeface="Abar Mid" pitchFamily="50" charset="-78"/>
                          <a:ea typeface="Abar Mid" pitchFamily="50" charset="-78"/>
                          <a:cs typeface="Abar Mid" pitchFamily="50" charset="-78"/>
                        </a:rPr>
                        <a:t>القطاع</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err="1">
                          <a:solidFill>
                            <a:srgbClr val="FFFFFF"/>
                          </a:solidFill>
                          <a:latin typeface="Abar Mid" pitchFamily="50" charset="-78"/>
                          <a:ea typeface="Abar Mid" pitchFamily="50" charset="-78"/>
                          <a:cs typeface="Abar Mid" pitchFamily="50" charset="-78"/>
                        </a:rPr>
                        <a:t>المهمة</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70810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7A2E35"/>
                          </a:solidFill>
                          <a:latin typeface="Abar Mid" pitchFamily="2" charset="-78"/>
                          <a:ea typeface="Abar Mid" pitchFamily="2" charset="-78"/>
                          <a:cs typeface="Abar Mid" pitchFamily="2" charset="-78"/>
                        </a:rPr>
                        <a:t>طلب تمديد حتى تاريخ 31 أكتوبر نظرا لارتباط الاستضافة بحملة «جاي للعمرة»، والحاجة إلى استكمال المسح الأمني للمؤثرين المرشحين، إضافة إلى تحديات الجاهزية التقنية لباقة العمرة المباشرة في تطبيق «نسك» وعدم إطلاقها حتى تاريخه.</a:t>
                      </a:r>
                      <a:endParaRPr sz="1000" b="1">
                        <a:solidFill>
                          <a:srgbClr val="7A2E35"/>
                        </a:solidFill>
                        <a:latin typeface="Abar Mid" pitchFamily="2" charset="-78"/>
                        <a:ea typeface="Abar Mid" pitchFamily="2" charset="-78"/>
                        <a:cs typeface="Abar Mid" pitchFamily="2"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0" dirty="0">
                          <a:solidFill>
                            <a:schemeClr val="tx1"/>
                          </a:solidFill>
                          <a:latin typeface="Abar Mid" pitchFamily="50" charset="-78"/>
                          <a:ea typeface="Abar Mid" pitchFamily="50" charset="-78"/>
                          <a:cs typeface="Abar Mid" pitchFamily="50" charset="-78"/>
                        </a:rPr>
                        <a:t>وكالة التعاون الدولي والشراكات</a:t>
                      </a:r>
                      <a:endParaRPr sz="1000" b="0" dirty="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r" rtl="1">
                        <a:lnSpc>
                          <a:spcPct val="105000"/>
                        </a:lnSpc>
                      </a:pPr>
                      <a:r>
                        <a:rPr lang="ar-SA" sz="1000" b="0" dirty="0">
                          <a:solidFill>
                            <a:schemeClr val="tx1"/>
                          </a:solidFill>
                          <a:latin typeface="Abar Mid" pitchFamily="50" charset="-78"/>
                          <a:ea typeface="Abar Mid" pitchFamily="50" charset="-78"/>
                          <a:cs typeface="Abar Mid" pitchFamily="50" charset="-78"/>
                        </a:rPr>
                        <a:t>استضافة مؤثرين على وسائل التواصل الاجتماعي من المملكة والخليج للترويج للعمرة المباشرة</a:t>
                      </a:r>
                      <a:endParaRPr sz="1000" b="0" dirty="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0" dirty="0">
                          <a:solidFill>
                            <a:schemeClr val="tx1"/>
                          </a:solidFill>
                          <a:latin typeface="Abar Mid" pitchFamily="50" charset="-78"/>
                          <a:ea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24B98477-BCD3-FB0B-D64E-B319BEBECA61}"/>
              </a:ext>
            </a:extLst>
          </p:cNvPr>
          <p:cNvGraphicFramePr>
            <a:graphicFrameLocks/>
          </p:cNvGraphicFramePr>
          <p:nvPr>
            <p:extLst>
              <p:ext uri="{D42A27DB-BD31-4B8C-83A1-F6EECF244321}">
                <p14:modId xmlns:p14="http://schemas.microsoft.com/office/powerpoint/2010/main" val="417984375"/>
              </p:ext>
            </p:extLst>
          </p:nvPr>
        </p:nvGraphicFramePr>
        <p:xfrm>
          <a:off x="474246" y="7284943"/>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المعلقة</a:t>
                      </a:r>
                    </a:p>
                  </a:txBody>
                  <a:tcPr marL="45720" anchor="ctr">
                    <a:lnL w="57150" cap="flat" cmpd="sng" algn="ctr">
                      <a:solidFill>
                        <a:schemeClr val="bg1">
                          <a:lumMod val="65000"/>
                        </a:schemeClr>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التحديث</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29852CAF-D388-3E18-BA70-6C9E5FB343F7}"/>
              </a:ext>
            </a:extLst>
          </p:cNvPr>
          <p:cNvGraphicFramePr>
            <a:graphicFrameLocks/>
          </p:cNvGraphicFramePr>
          <p:nvPr>
            <p:extLst>
              <p:ext uri="{D42A27DB-BD31-4B8C-83A1-F6EECF244321}">
                <p14:modId xmlns:p14="http://schemas.microsoft.com/office/powerpoint/2010/main" val="2019303517"/>
              </p:ext>
            </p:extLst>
          </p:nvPr>
        </p:nvGraphicFramePr>
        <p:xfrm>
          <a:off x="474246" y="4448755"/>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المكتملة</a:t>
                      </a:r>
                    </a:p>
                  </a:txBody>
                  <a:tcPr marL="45720" anchor="ctr">
                    <a:lnL w="57150" cap="flat" cmpd="sng" algn="ctr">
                      <a:solidFill>
                        <a:srgbClr val="164767"/>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dirty="0">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3" name="Table 22">
            <a:extLst>
              <a:ext uri="{FF2B5EF4-FFF2-40B4-BE49-F238E27FC236}">
                <a16:creationId xmlns:a16="http://schemas.microsoft.com/office/drawing/2014/main" id="{DB91C56E-189A-ACA9-8953-B0CDCB57F1CA}"/>
              </a:ext>
            </a:extLst>
          </p:cNvPr>
          <p:cNvGraphicFramePr>
            <a:graphicFrameLocks/>
          </p:cNvGraphicFramePr>
          <p:nvPr>
            <p:extLst>
              <p:ext uri="{D42A27DB-BD31-4B8C-83A1-F6EECF244321}">
                <p14:modId xmlns:p14="http://schemas.microsoft.com/office/powerpoint/2010/main" val="1267407537"/>
              </p:ext>
            </p:extLst>
          </p:nvPr>
        </p:nvGraphicFramePr>
        <p:xfrm>
          <a:off x="474246" y="5866849"/>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المتأخرة</a:t>
                      </a:r>
                    </a:p>
                  </a:txBody>
                  <a:tcPr marL="45720" anchor="ctr">
                    <a:lnL w="57150" cap="flat" cmpd="sng" algn="ctr">
                      <a:solidFill>
                        <a:srgbClr val="87452B"/>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dirty="0">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310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0FB4-CE02-3545-109C-C982CA0EC45B}"/>
            </a:ext>
          </a:extLst>
        </p:cNvPr>
        <p:cNvGrpSpPr/>
        <p:nvPr/>
      </p:nvGrpSpPr>
      <p:grpSpPr>
        <a:xfrm>
          <a:off x="0" y="0"/>
          <a:ext cx="0" cy="0"/>
          <a:chOff x="0" y="0"/>
          <a:chExt cx="0" cy="0"/>
        </a:xfrm>
      </p:grpSpPr>
      <p:sp>
        <p:nvSpPr>
          <p:cNvPr id="6" name="Rounded Rectangle 93">
            <a:extLst>
              <a:ext uri="{FF2B5EF4-FFF2-40B4-BE49-F238E27FC236}">
                <a16:creationId xmlns:a16="http://schemas.microsoft.com/office/drawing/2014/main" id="{C5FCEF9F-19BE-9AC0-6D51-C4E6C2077C5F}"/>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10" name="TextBox 9">
            <a:extLst>
              <a:ext uri="{FF2B5EF4-FFF2-40B4-BE49-F238E27FC236}">
                <a16:creationId xmlns:a16="http://schemas.microsoft.com/office/drawing/2014/main" id="{103E7B93-2CBC-E488-FCD0-C281156A196D}"/>
              </a:ext>
            </a:extLst>
          </p:cNvPr>
          <p:cNvSpPr txBox="1"/>
          <p:nvPr/>
        </p:nvSpPr>
        <p:spPr>
          <a:xfrm>
            <a:off x="5990928" y="845457"/>
            <a:ext cx="919654"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20</a:t>
            </a:r>
          </a:p>
        </p:txBody>
      </p:sp>
      <p:sp>
        <p:nvSpPr>
          <p:cNvPr id="5" name="Rounded Rectangle 93">
            <a:extLst>
              <a:ext uri="{FF2B5EF4-FFF2-40B4-BE49-F238E27FC236}">
                <a16:creationId xmlns:a16="http://schemas.microsoft.com/office/drawing/2014/main" id="{3067AB06-4734-AF09-9574-BF84A8461B73}"/>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7" name="TextBox 6">
            <a:extLst>
              <a:ext uri="{FF2B5EF4-FFF2-40B4-BE49-F238E27FC236}">
                <a16:creationId xmlns:a16="http://schemas.microsoft.com/office/drawing/2014/main" id="{0764BEF1-1BCA-E0B4-15EA-D29EBA9C6BCC}"/>
              </a:ext>
            </a:extLst>
          </p:cNvPr>
          <p:cNvSpPr txBox="1"/>
          <p:nvPr/>
        </p:nvSpPr>
        <p:spPr>
          <a:xfrm>
            <a:off x="740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endParaRPr>
          </a:p>
        </p:txBody>
      </p:sp>
      <p:sp>
        <p:nvSpPr>
          <p:cNvPr id="8" name="TextBox 7">
            <a:extLst>
              <a:ext uri="{FF2B5EF4-FFF2-40B4-BE49-F238E27FC236}">
                <a16:creationId xmlns:a16="http://schemas.microsoft.com/office/drawing/2014/main" id="{E2D6875E-C0BC-583C-78FF-E9DAD03BCC9A}"/>
              </a:ext>
            </a:extLst>
          </p:cNvPr>
          <p:cNvSpPr txBox="1"/>
          <p:nvPr/>
        </p:nvSpPr>
        <p:spPr>
          <a:xfrm>
            <a:off x="1963282"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p>
        </p:txBody>
      </p:sp>
      <p:sp>
        <p:nvSpPr>
          <p:cNvPr id="9" name="TextBox 8">
            <a:extLst>
              <a:ext uri="{FF2B5EF4-FFF2-40B4-BE49-F238E27FC236}">
                <a16:creationId xmlns:a16="http://schemas.microsoft.com/office/drawing/2014/main" id="{D2397805-DAE3-BADA-871C-CC8E64B380AC}"/>
              </a:ext>
            </a:extLst>
          </p:cNvPr>
          <p:cNvSpPr txBox="1"/>
          <p:nvPr/>
        </p:nvSpPr>
        <p:spPr>
          <a:xfrm>
            <a:off x="5899888" y="1291062"/>
            <a:ext cx="1101743"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srgbClr val="D9A86A"/>
                </a:solidFill>
                <a:effectLst/>
                <a:uLnTx/>
                <a:uFillTx/>
                <a:latin typeface="Abar Mid" pitchFamily="50" charset="-78"/>
                <a:ea typeface="Abar Mid" pitchFamily="50" charset="-78"/>
                <a:cs typeface="Abar Mid" pitchFamily="50" charset="-78"/>
              </a:rPr>
              <a:t>إجمالي مشاريع سهيل</a:t>
            </a:r>
          </a:p>
        </p:txBody>
      </p:sp>
      <p:sp>
        <p:nvSpPr>
          <p:cNvPr id="11" name="TextBox 10">
            <a:extLst>
              <a:ext uri="{FF2B5EF4-FFF2-40B4-BE49-F238E27FC236}">
                <a16:creationId xmlns:a16="http://schemas.microsoft.com/office/drawing/2014/main" id="{04438F37-B43E-2B00-1C56-A27ECE7CCF00}"/>
              </a:ext>
            </a:extLst>
          </p:cNvPr>
          <p:cNvSpPr txBox="1"/>
          <p:nvPr/>
        </p:nvSpPr>
        <p:spPr>
          <a:xfrm>
            <a:off x="4422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12" name="TextBox 11">
            <a:extLst>
              <a:ext uri="{FF2B5EF4-FFF2-40B4-BE49-F238E27FC236}">
                <a16:creationId xmlns:a16="http://schemas.microsoft.com/office/drawing/2014/main" id="{DC6FCA89-3CAC-AC83-EC76-685AC579470B}"/>
              </a:ext>
            </a:extLst>
          </p:cNvPr>
          <p:cNvSpPr txBox="1"/>
          <p:nvPr/>
        </p:nvSpPr>
        <p:spPr>
          <a:xfrm>
            <a:off x="4513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4</a:t>
            </a:r>
          </a:p>
        </p:txBody>
      </p:sp>
      <p:sp>
        <p:nvSpPr>
          <p:cNvPr id="13" name="TextBox 12">
            <a:extLst>
              <a:ext uri="{FF2B5EF4-FFF2-40B4-BE49-F238E27FC236}">
                <a16:creationId xmlns:a16="http://schemas.microsoft.com/office/drawing/2014/main" id="{EE4706A6-C2D0-855C-A669-E18BA137F86E}"/>
              </a:ext>
            </a:extLst>
          </p:cNvPr>
          <p:cNvSpPr txBox="1"/>
          <p:nvPr/>
        </p:nvSpPr>
        <p:spPr>
          <a:xfrm>
            <a:off x="316638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14" name="TextBox 13">
            <a:extLst>
              <a:ext uri="{FF2B5EF4-FFF2-40B4-BE49-F238E27FC236}">
                <a16:creationId xmlns:a16="http://schemas.microsoft.com/office/drawing/2014/main" id="{516CB12E-7BB1-2EB8-FCD6-1C032F17EBD1}"/>
              </a:ext>
            </a:extLst>
          </p:cNvPr>
          <p:cNvSpPr txBox="1"/>
          <p:nvPr/>
        </p:nvSpPr>
        <p:spPr>
          <a:xfrm>
            <a:off x="325742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1</a:t>
            </a:r>
            <a:r>
              <a:rPr kumimoji="0" lang="en-US"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6</a:t>
            </a:r>
            <a:endPar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endParaRPr>
          </a:p>
        </p:txBody>
      </p:sp>
      <p:sp>
        <p:nvSpPr>
          <p:cNvPr id="15" name="TextBox 14">
            <a:extLst>
              <a:ext uri="{FF2B5EF4-FFF2-40B4-BE49-F238E27FC236}">
                <a16:creationId xmlns:a16="http://schemas.microsoft.com/office/drawing/2014/main" id="{C6A4481B-A51D-92CB-A84E-401E2A411CED}"/>
              </a:ext>
            </a:extLst>
          </p:cNvPr>
          <p:cNvSpPr txBox="1"/>
          <p:nvPr/>
        </p:nvSpPr>
        <p:spPr>
          <a:xfrm>
            <a:off x="649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prstClr val="white">
                    <a:lumMod val="50000"/>
                  </a:prstClr>
                </a:solidFill>
                <a:effectLst/>
                <a:uLnTx/>
                <a:uFillTx/>
                <a:latin typeface="Abar Mid" pitchFamily="50" charset="-78"/>
                <a:ea typeface="Abar Mid" pitchFamily="50" charset="-78"/>
                <a:cs typeface="Abar Mid" pitchFamily="50" charset="-78"/>
              </a:rPr>
              <a:t>لم تبدأ</a:t>
            </a:r>
          </a:p>
        </p:txBody>
      </p:sp>
      <p:sp>
        <p:nvSpPr>
          <p:cNvPr id="16" name="Freeform: Shape 15">
            <a:extLst>
              <a:ext uri="{FF2B5EF4-FFF2-40B4-BE49-F238E27FC236}">
                <a16:creationId xmlns:a16="http://schemas.microsoft.com/office/drawing/2014/main" id="{F250548F-635F-4974-EBCB-8582C8BE74E6}"/>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17" name="TextBox 16">
            <a:extLst>
              <a:ext uri="{FF2B5EF4-FFF2-40B4-BE49-F238E27FC236}">
                <a16:creationId xmlns:a16="http://schemas.microsoft.com/office/drawing/2014/main" id="{4FD4B84C-7598-824B-35DF-4F8EF83B0079}"/>
              </a:ext>
            </a:extLst>
          </p:cNvPr>
          <p:cNvSpPr txBox="1"/>
          <p:nvPr/>
        </p:nvSpPr>
        <p:spPr>
          <a:xfrm>
            <a:off x="1872238"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18" name="Straight Connector 17">
            <a:extLst>
              <a:ext uri="{FF2B5EF4-FFF2-40B4-BE49-F238E27FC236}">
                <a16:creationId xmlns:a16="http://schemas.microsoft.com/office/drawing/2014/main" id="{398C930B-502C-B130-6BEA-6FE2E0759501}"/>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19" name="Straight Connector 18">
            <a:extLst>
              <a:ext uri="{FF2B5EF4-FFF2-40B4-BE49-F238E27FC236}">
                <a16:creationId xmlns:a16="http://schemas.microsoft.com/office/drawing/2014/main" id="{7520A4BD-45ED-2367-85B4-F2FBA5D1EFD8}"/>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0" name="Straight Connector 19">
            <a:extLst>
              <a:ext uri="{FF2B5EF4-FFF2-40B4-BE49-F238E27FC236}">
                <a16:creationId xmlns:a16="http://schemas.microsoft.com/office/drawing/2014/main" id="{E55FAD18-A1E0-AC20-1A99-13B8A34EB61A}"/>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21" name="Chart 20">
            <a:extLst>
              <a:ext uri="{FF2B5EF4-FFF2-40B4-BE49-F238E27FC236}">
                <a16:creationId xmlns:a16="http://schemas.microsoft.com/office/drawing/2014/main" id="{577BEBE0-9E7E-0099-5ED6-E6961625E2EA}"/>
              </a:ext>
            </a:extLst>
          </p:cNvPr>
          <p:cNvGraphicFramePr/>
          <p:nvPr/>
        </p:nvGraphicFramePr>
        <p:xfrm>
          <a:off x="474250" y="1783831"/>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00BA627B-32AA-1ADA-50CC-F62281CD6958}"/>
              </a:ext>
            </a:extLst>
          </p:cNvPr>
          <p:cNvGraphicFramePr>
            <a:graphicFrameLocks/>
          </p:cNvGraphicFramePr>
          <p:nvPr>
            <p:extLst>
              <p:ext uri="{D42A27DB-BD31-4B8C-83A1-F6EECF244321}">
                <p14:modId xmlns:p14="http://schemas.microsoft.com/office/powerpoint/2010/main" val="4000184021"/>
              </p:ext>
            </p:extLst>
          </p:nvPr>
        </p:nvGraphicFramePr>
        <p:xfrm>
          <a:off x="474245" y="4409471"/>
          <a:ext cx="6623050" cy="1725258"/>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أبرز التحديثات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التحديث</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1" i="0" u="none" strike="noStrike" dirty="0">
                          <a:solidFill>
                            <a:srgbClr val="000000"/>
                          </a:solidFill>
                          <a:effectLst/>
                          <a:latin typeface="Abar Mid" pitchFamily="50" charset="-78"/>
                          <a:cs typeface="Abar Mid" pitchFamily="50" charset="-78"/>
                        </a:rPr>
                        <a:t>تاريخ التحديث 24 سبتمبر 2026</a:t>
                      </a:r>
                      <a:endParaRPr lang="en-US" sz="1000" b="1" i="0" u="none" strike="noStrike" dirty="0">
                        <a:solidFill>
                          <a:srgbClr val="000000"/>
                        </a:solidFill>
                        <a:effectLst/>
                        <a:latin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 name="Table 1">
            <a:extLst>
              <a:ext uri="{FF2B5EF4-FFF2-40B4-BE49-F238E27FC236}">
                <a16:creationId xmlns:a16="http://schemas.microsoft.com/office/drawing/2014/main" id="{2AB70EB0-C4D4-2A9F-7DDB-41B7B8316E2E}"/>
              </a:ext>
            </a:extLst>
          </p:cNvPr>
          <p:cNvGraphicFramePr>
            <a:graphicFrameLocks/>
          </p:cNvGraphicFramePr>
          <p:nvPr/>
        </p:nvGraphicFramePr>
        <p:xfrm>
          <a:off x="474245" y="8067059"/>
          <a:ext cx="6623050" cy="1608840"/>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التحديات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القطاع</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3" name="Table 22">
            <a:extLst>
              <a:ext uri="{FF2B5EF4-FFF2-40B4-BE49-F238E27FC236}">
                <a16:creationId xmlns:a16="http://schemas.microsoft.com/office/drawing/2014/main" id="{CF546488-1D51-FC1E-8268-FEB36D923228}"/>
              </a:ext>
            </a:extLst>
          </p:cNvPr>
          <p:cNvGraphicFramePr>
            <a:graphicFrameLocks/>
          </p:cNvGraphicFramePr>
          <p:nvPr>
            <p:extLst>
              <p:ext uri="{D42A27DB-BD31-4B8C-83A1-F6EECF244321}">
                <p14:modId xmlns:p14="http://schemas.microsoft.com/office/powerpoint/2010/main" val="801982769"/>
              </p:ext>
            </p:extLst>
          </p:nvPr>
        </p:nvGraphicFramePr>
        <p:xfrm>
          <a:off x="474245" y="6296474"/>
          <a:ext cx="6623050" cy="1608840"/>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المشاريع المتأخرة</a:t>
                      </a:r>
                    </a:p>
                  </a:txBody>
                  <a:tcPr marL="45720" anchor="ctr">
                    <a:lnL w="57150" cap="flat" cmpd="sng" algn="ctr">
                      <a:solidFill>
                        <a:srgbClr val="87452B"/>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2053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A48B-904F-AAF1-C29E-007825A3F4DC}"/>
            </a:ext>
          </a:extLst>
        </p:cNvPr>
        <p:cNvGrpSpPr/>
        <p:nvPr/>
      </p:nvGrpSpPr>
      <p:grpSpPr>
        <a:xfrm>
          <a:off x="0" y="0"/>
          <a:ext cx="0" cy="0"/>
          <a:chOff x="0" y="0"/>
          <a:chExt cx="0" cy="0"/>
        </a:xfrm>
      </p:grpSpPr>
      <p:sp>
        <p:nvSpPr>
          <p:cNvPr id="3" name="Rounded Rectangle 93">
            <a:extLst>
              <a:ext uri="{FF2B5EF4-FFF2-40B4-BE49-F238E27FC236}">
                <a16:creationId xmlns:a16="http://schemas.microsoft.com/office/drawing/2014/main" id="{F267A199-CBC6-3BE1-F3FD-B3F3FF32F567}"/>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23" name="Rounded Rectangle 93">
            <a:extLst>
              <a:ext uri="{FF2B5EF4-FFF2-40B4-BE49-F238E27FC236}">
                <a16:creationId xmlns:a16="http://schemas.microsoft.com/office/drawing/2014/main" id="{23EF1679-8877-67BA-AEAD-006540971F5A}"/>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24" name="TextBox 23">
            <a:extLst>
              <a:ext uri="{FF2B5EF4-FFF2-40B4-BE49-F238E27FC236}">
                <a16:creationId xmlns:a16="http://schemas.microsoft.com/office/drawing/2014/main" id="{8AE0D803-C6E5-1514-EF86-C14C9EE2431D}"/>
              </a:ext>
            </a:extLst>
          </p:cNvPr>
          <p:cNvSpPr txBox="1"/>
          <p:nvPr/>
        </p:nvSpPr>
        <p:spPr>
          <a:xfrm>
            <a:off x="5944906" y="839840"/>
            <a:ext cx="1010703"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589</a:t>
            </a:r>
            <a:endPar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endParaRPr>
          </a:p>
        </p:txBody>
      </p:sp>
      <p:sp>
        <p:nvSpPr>
          <p:cNvPr id="26" name="TextBox 25">
            <a:extLst>
              <a:ext uri="{FF2B5EF4-FFF2-40B4-BE49-F238E27FC236}">
                <a16:creationId xmlns:a16="http://schemas.microsoft.com/office/drawing/2014/main" id="{D25FED4B-6291-ABBC-973F-F6805590AF21}"/>
              </a:ext>
            </a:extLst>
          </p:cNvPr>
          <p:cNvSpPr txBox="1"/>
          <p:nvPr/>
        </p:nvSpPr>
        <p:spPr>
          <a:xfrm>
            <a:off x="750819"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endParaRPr>
          </a:p>
        </p:txBody>
      </p:sp>
      <p:sp>
        <p:nvSpPr>
          <p:cNvPr id="27" name="TextBox 26">
            <a:extLst>
              <a:ext uri="{FF2B5EF4-FFF2-40B4-BE49-F238E27FC236}">
                <a16:creationId xmlns:a16="http://schemas.microsoft.com/office/drawing/2014/main" id="{B527E9D3-39D6-52D6-FF0F-7B1B87877E26}"/>
              </a:ext>
            </a:extLst>
          </p:cNvPr>
          <p:cNvSpPr txBox="1"/>
          <p:nvPr/>
        </p:nvSpPr>
        <p:spPr>
          <a:xfrm>
            <a:off x="5899888" y="1291062"/>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إجمالي العاملات</a:t>
            </a:r>
          </a:p>
        </p:txBody>
      </p:sp>
      <p:sp>
        <p:nvSpPr>
          <p:cNvPr id="28" name="TextBox 27">
            <a:extLst>
              <a:ext uri="{FF2B5EF4-FFF2-40B4-BE49-F238E27FC236}">
                <a16:creationId xmlns:a16="http://schemas.microsoft.com/office/drawing/2014/main" id="{A0689A70-BCDF-CC53-8C47-68CF10724378}"/>
              </a:ext>
            </a:extLst>
          </p:cNvPr>
          <p:cNvSpPr txBox="1"/>
          <p:nvPr/>
        </p:nvSpPr>
        <p:spPr>
          <a:xfrm>
            <a:off x="4140075"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29" name="TextBox 28">
            <a:extLst>
              <a:ext uri="{FF2B5EF4-FFF2-40B4-BE49-F238E27FC236}">
                <a16:creationId xmlns:a16="http://schemas.microsoft.com/office/drawing/2014/main" id="{191B9BD3-C8F6-82E9-8196-3639EB09C017}"/>
              </a:ext>
            </a:extLst>
          </p:cNvPr>
          <p:cNvSpPr txBox="1"/>
          <p:nvPr/>
        </p:nvSpPr>
        <p:spPr>
          <a:xfrm>
            <a:off x="4231119"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rPr>
              <a:t>334</a:t>
            </a:r>
          </a:p>
        </p:txBody>
      </p:sp>
      <p:sp>
        <p:nvSpPr>
          <p:cNvPr id="30" name="TextBox 29">
            <a:extLst>
              <a:ext uri="{FF2B5EF4-FFF2-40B4-BE49-F238E27FC236}">
                <a16:creationId xmlns:a16="http://schemas.microsoft.com/office/drawing/2014/main" id="{FBAD3A02-8325-F0E3-E287-4ABF654C92BE}"/>
              </a:ext>
            </a:extLst>
          </p:cNvPr>
          <p:cNvSpPr txBox="1"/>
          <p:nvPr/>
        </p:nvSpPr>
        <p:spPr>
          <a:xfrm>
            <a:off x="2439127"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31" name="TextBox 30">
            <a:extLst>
              <a:ext uri="{FF2B5EF4-FFF2-40B4-BE49-F238E27FC236}">
                <a16:creationId xmlns:a16="http://schemas.microsoft.com/office/drawing/2014/main" id="{53EA1435-66DA-BA84-B848-A74331BB3A43}"/>
              </a:ext>
            </a:extLst>
          </p:cNvPr>
          <p:cNvSpPr txBox="1"/>
          <p:nvPr/>
        </p:nvSpPr>
        <p:spPr>
          <a:xfrm>
            <a:off x="2530171"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rgbClr val="0A8062"/>
                </a:solidFill>
                <a:effectLst/>
                <a:uLnTx/>
                <a:uFillTx/>
                <a:latin typeface="Abar Mid" pitchFamily="50" charset="-78"/>
                <a:ea typeface="Abar Mid" pitchFamily="50" charset="-78"/>
                <a:cs typeface="Abar Mid" pitchFamily="50" charset="-78"/>
              </a:rPr>
              <a:t>255</a:t>
            </a:r>
          </a:p>
        </p:txBody>
      </p:sp>
      <p:sp>
        <p:nvSpPr>
          <p:cNvPr id="33" name="Freeform: Shape 32">
            <a:extLst>
              <a:ext uri="{FF2B5EF4-FFF2-40B4-BE49-F238E27FC236}">
                <a16:creationId xmlns:a16="http://schemas.microsoft.com/office/drawing/2014/main" id="{56FAF509-ECE1-838B-AF7F-3C57553EBBD1}"/>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34" name="TextBox 33">
            <a:extLst>
              <a:ext uri="{FF2B5EF4-FFF2-40B4-BE49-F238E27FC236}">
                <a16:creationId xmlns:a16="http://schemas.microsoft.com/office/drawing/2014/main" id="{8364AA9A-0C71-3890-ACD0-F1EB64CA10C6}"/>
              </a:ext>
            </a:extLst>
          </p:cNvPr>
          <p:cNvSpPr txBox="1"/>
          <p:nvPr/>
        </p:nvSpPr>
        <p:spPr>
          <a:xfrm>
            <a:off x="659775"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35" name="Straight Connector 34">
            <a:extLst>
              <a:ext uri="{FF2B5EF4-FFF2-40B4-BE49-F238E27FC236}">
                <a16:creationId xmlns:a16="http://schemas.microsoft.com/office/drawing/2014/main" id="{AB2A638F-1862-2E35-5A71-750F97023EFA}"/>
              </a:ext>
            </a:extLst>
          </p:cNvPr>
          <p:cNvCxnSpPr>
            <a:cxnSpLocks/>
          </p:cNvCxnSpPr>
          <p:nvPr/>
        </p:nvCxnSpPr>
        <p:spPr>
          <a:xfrm flipV="1">
            <a:off x="3900402"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36" name="Straight Connector 35">
            <a:extLst>
              <a:ext uri="{FF2B5EF4-FFF2-40B4-BE49-F238E27FC236}">
                <a16:creationId xmlns:a16="http://schemas.microsoft.com/office/drawing/2014/main" id="{BA7F2E7D-BAA5-5DAA-2D5E-2B69936EF10F}"/>
              </a:ext>
            </a:extLst>
          </p:cNvPr>
          <p:cNvCxnSpPr>
            <a:cxnSpLocks/>
          </p:cNvCxnSpPr>
          <p:nvPr/>
        </p:nvCxnSpPr>
        <p:spPr>
          <a:xfrm flipV="1">
            <a:off x="2039034"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5" name="Chart 4">
            <a:extLst>
              <a:ext uri="{FF2B5EF4-FFF2-40B4-BE49-F238E27FC236}">
                <a16:creationId xmlns:a16="http://schemas.microsoft.com/office/drawing/2014/main" id="{3A5BD26C-97CC-4489-EB25-697993FAD530}"/>
              </a:ext>
            </a:extLst>
          </p:cNvPr>
          <p:cNvGraphicFramePr/>
          <p:nvPr/>
        </p:nvGraphicFramePr>
        <p:xfrm>
          <a:off x="474250" y="1783831"/>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2519BF84-6971-AC64-49A5-6B524042ED21}"/>
              </a:ext>
            </a:extLst>
          </p:cNvPr>
          <p:cNvGraphicFramePr>
            <a:graphicFrameLocks noGrp="1"/>
          </p:cNvGraphicFramePr>
          <p:nvPr/>
        </p:nvGraphicFramePr>
        <p:xfrm>
          <a:off x="474245" y="4460330"/>
          <a:ext cx="6611190" cy="2391984"/>
        </p:xfrm>
        <a:graphic>
          <a:graphicData uri="http://schemas.openxmlformats.org/drawingml/2006/table">
            <a:tbl>
              <a:tblPr/>
              <a:tblGrid>
                <a:gridCol w="1361734">
                  <a:extLst>
                    <a:ext uri="{9D8B030D-6E8A-4147-A177-3AD203B41FA5}">
                      <a16:colId xmlns:a16="http://schemas.microsoft.com/office/drawing/2014/main" val="20001"/>
                    </a:ext>
                  </a:extLst>
                </a:gridCol>
                <a:gridCol w="1282742">
                  <a:extLst>
                    <a:ext uri="{9D8B030D-6E8A-4147-A177-3AD203B41FA5}">
                      <a16:colId xmlns:a16="http://schemas.microsoft.com/office/drawing/2014/main" val="20002"/>
                    </a:ext>
                  </a:extLst>
                </a:gridCol>
                <a:gridCol w="1322238">
                  <a:extLst>
                    <a:ext uri="{9D8B030D-6E8A-4147-A177-3AD203B41FA5}">
                      <a16:colId xmlns:a16="http://schemas.microsoft.com/office/drawing/2014/main" val="20003"/>
                    </a:ext>
                  </a:extLst>
                </a:gridCol>
                <a:gridCol w="1735648">
                  <a:extLst>
                    <a:ext uri="{9D8B030D-6E8A-4147-A177-3AD203B41FA5}">
                      <a16:colId xmlns:a16="http://schemas.microsoft.com/office/drawing/2014/main" val="20004"/>
                    </a:ext>
                  </a:extLst>
                </a:gridCol>
                <a:gridCol w="908828">
                  <a:extLst>
                    <a:ext uri="{9D8B030D-6E8A-4147-A177-3AD203B41FA5}">
                      <a16:colId xmlns:a16="http://schemas.microsoft.com/office/drawing/2014/main" val="20005"/>
                    </a:ext>
                  </a:extLst>
                </a:gridCol>
              </a:tblGrid>
              <a:tr h="420624">
                <a:tc gridSpan="5">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المعاملات المتأخرة</a:t>
                      </a:r>
                      <a:endParaRPr lang="ar-JO" sz="1000">
                        <a:solidFill>
                          <a:srgbClr val="00080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1DAE0"/>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extLst>
                  <a:ext uri="{0D108BD9-81ED-4DB2-BD59-A6C34878D82A}">
                    <a16:rowId xmlns:a16="http://schemas.microsoft.com/office/drawing/2014/main" val="1470522744"/>
                  </a:ext>
                </a:extLst>
              </a:tr>
              <a:tr h="420624">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تاريخ الإنجاز المخطط له</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الجهة الوارد منها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انشاء المعاملة</a:t>
                      </a: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موضوع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رقم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extLst>
                  <a:ext uri="{0D108BD9-81ED-4DB2-BD59-A6C34878D82A}">
                    <a16:rowId xmlns:a16="http://schemas.microsoft.com/office/drawing/2014/main" val="10000"/>
                  </a:ext>
                </a:extLst>
              </a:tr>
              <a:tr h="75600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dirty="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b="0" kern="0" baseline="0" dirty="0">
                        <a:solidFill>
                          <a:srgbClr val="2B2B2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75600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b="0" kern="0" baseline="0" dirty="0">
                        <a:solidFill>
                          <a:srgbClr val="2B2B2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1141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A8F0-C1C5-E94C-B74A-1910863E4B54}"/>
            </a:ext>
          </a:extLst>
        </p:cNvPr>
        <p:cNvGrpSpPr/>
        <p:nvPr/>
      </p:nvGrpSpPr>
      <p:grpSpPr>
        <a:xfrm>
          <a:off x="0" y="0"/>
          <a:ext cx="0" cy="0"/>
          <a:chOff x="0" y="0"/>
          <a:chExt cx="0" cy="0"/>
        </a:xfrm>
      </p:grpSpPr>
      <p:sp>
        <p:nvSpPr>
          <p:cNvPr id="3" name="Axis 2 card background">
            <a:extLst>
              <a:ext uri="{FF2B5EF4-FFF2-40B4-BE49-F238E27FC236}">
                <a16:creationId xmlns:a16="http://schemas.microsoft.com/office/drawing/2014/main" id="{B1390335-FEDF-6056-BC94-ECD9E1A34F21}"/>
              </a:ext>
            </a:extLst>
          </p:cNvPr>
          <p:cNvSpPr/>
          <p:nvPr/>
        </p:nvSpPr>
        <p:spPr>
          <a:xfrm>
            <a:off x="353336" y="1043526"/>
            <a:ext cx="3374966" cy="2718427"/>
          </a:xfrm>
          <a:prstGeom prst="roundRect">
            <a:avLst>
              <a:gd name="adj" fmla="val 4500"/>
            </a:avLst>
          </a:prstGeom>
          <a:solidFill>
            <a:srgbClr val="FFFFFF"/>
          </a:solidFill>
          <a:ln w="7620">
            <a:solidFill>
              <a:srgbClr val="EFE3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graphicFrame>
        <p:nvGraphicFramePr>
          <p:cNvPr id="5" name="Native doughnut chart - Axis 2 - 80 percent">
            <a:extLst>
              <a:ext uri="{FF2B5EF4-FFF2-40B4-BE49-F238E27FC236}">
                <a16:creationId xmlns:a16="http://schemas.microsoft.com/office/drawing/2014/main" id="{9BAC8EE1-333D-A1E2-FB24-06025C34756D}"/>
              </a:ext>
            </a:extLst>
          </p:cNvPr>
          <p:cNvGraphicFramePr>
            <a:graphicFrameLocks noGrp="1"/>
          </p:cNvGraphicFramePr>
          <p:nvPr>
            <p:extLst>
              <p:ext uri="{D42A27DB-BD31-4B8C-83A1-F6EECF244321}">
                <p14:modId xmlns:p14="http://schemas.microsoft.com/office/powerpoint/2010/main" val="1090052176"/>
              </p:ext>
            </p:extLst>
          </p:nvPr>
        </p:nvGraphicFramePr>
        <p:xfrm>
          <a:off x="369131" y="1093196"/>
          <a:ext cx="1587731" cy="1685778"/>
        </p:xfrm>
        <a:graphic>
          <a:graphicData uri="http://schemas.openxmlformats.org/drawingml/2006/chart">
            <c:chart xmlns:c="http://schemas.openxmlformats.org/drawingml/2006/chart" xmlns:r="http://schemas.openxmlformats.org/officeDocument/2006/relationships" r:id="rId2"/>
          </a:graphicData>
        </a:graphic>
      </p:graphicFrame>
      <p:sp>
        <p:nvSpPr>
          <p:cNvPr id="9" name="Axis 2 percentage label">
            <a:extLst>
              <a:ext uri="{FF2B5EF4-FFF2-40B4-BE49-F238E27FC236}">
                <a16:creationId xmlns:a16="http://schemas.microsoft.com/office/drawing/2014/main" id="{348A93E9-DBD2-E2C3-2285-EC67CC340B56}"/>
              </a:ext>
            </a:extLst>
          </p:cNvPr>
          <p:cNvSpPr txBox="1"/>
          <p:nvPr/>
        </p:nvSpPr>
        <p:spPr>
          <a:xfrm>
            <a:off x="468883" y="1705780"/>
            <a:ext cx="1388225" cy="414825"/>
          </a:xfrm>
          <a:prstGeom prst="rect">
            <a:avLst/>
          </a:prstGeom>
          <a:noFill/>
          <a:effectLst/>
        </p:spPr>
        <p:txBody>
          <a:bodyPr wrap="square" lIns="0" tIns="0" rIns="0" bIns="0" anchor="ctr"/>
          <a:lstStyle/>
          <a:p>
            <a:pPr algn="ctr" rtl="0">
              <a:lnSpc>
                <a:spcPct val="110000"/>
              </a:lnSpc>
              <a:spcBef>
                <a:spcPts val="0"/>
              </a:spcBef>
              <a:spcAft>
                <a:spcPts val="0"/>
              </a:spcAft>
            </a:pPr>
            <a:r>
              <a:rPr lang="ar-SA" sz="2450" b="1" dirty="0">
                <a:solidFill>
                  <a:srgbClr val="074D46"/>
                </a:solidFill>
                <a:latin typeface="Arial"/>
                <a:ea typeface="Arial"/>
                <a:cs typeface="Arial"/>
              </a:rPr>
              <a:t>25</a:t>
            </a:r>
            <a:r>
              <a:rPr lang="en-US" sz="2450" b="1" dirty="0">
                <a:solidFill>
                  <a:srgbClr val="074D46"/>
                </a:solidFill>
                <a:latin typeface="Arial"/>
                <a:ea typeface="Arial"/>
                <a:cs typeface="Arial"/>
              </a:rPr>
              <a:t>%</a:t>
            </a:r>
          </a:p>
        </p:txBody>
      </p:sp>
      <p:grpSp>
        <p:nvGrpSpPr>
          <p:cNvPr id="126" name="Group 125">
            <a:extLst>
              <a:ext uri="{FF2B5EF4-FFF2-40B4-BE49-F238E27FC236}">
                <a16:creationId xmlns:a16="http://schemas.microsoft.com/office/drawing/2014/main" id="{4D83032B-FFA7-3AA8-27C5-346419662813}"/>
              </a:ext>
            </a:extLst>
          </p:cNvPr>
          <p:cNvGrpSpPr/>
          <p:nvPr/>
        </p:nvGrpSpPr>
        <p:grpSpPr>
          <a:xfrm>
            <a:off x="2341494" y="1220712"/>
            <a:ext cx="870203" cy="839946"/>
            <a:chOff x="2058693" y="1201634"/>
            <a:chExt cx="540327" cy="594360"/>
          </a:xfrm>
        </p:grpSpPr>
        <p:sp>
          <p:nvSpPr>
            <p:cNvPr id="11" name="Axis 2 icon background">
              <a:extLst>
                <a:ext uri="{FF2B5EF4-FFF2-40B4-BE49-F238E27FC236}">
                  <a16:creationId xmlns:a16="http://schemas.microsoft.com/office/drawing/2014/main" id="{46F6ECAB-0443-153B-43E7-BE9F76E707C2}"/>
                </a:ext>
              </a:extLst>
            </p:cNvPr>
            <p:cNvSpPr/>
            <p:nvPr/>
          </p:nvSpPr>
          <p:spPr>
            <a:xfrm>
              <a:off x="2058693" y="1201634"/>
              <a:ext cx="540327" cy="594360"/>
            </a:xfrm>
            <a:prstGeom prst="ellipse">
              <a:avLst/>
            </a:prstGeom>
            <a:solidFill>
              <a:srgbClr val="DF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Axis 2 icon">
              <a:extLst>
                <a:ext uri="{FF2B5EF4-FFF2-40B4-BE49-F238E27FC236}">
                  <a16:creationId xmlns:a16="http://schemas.microsoft.com/office/drawing/2014/main" id="{352EE0A9-871E-6ECF-FF79-EC291FB636E8}"/>
                </a:ext>
              </a:extLst>
            </p:cNvPr>
            <p:cNvSpPr/>
            <p:nvPr/>
          </p:nvSpPr>
          <p:spPr>
            <a:xfrm>
              <a:off x="2183384" y="1329650"/>
              <a:ext cx="290945" cy="320040"/>
            </a:xfrm>
            <a:custGeom>
              <a:avLst/>
              <a:gdLst/>
              <a:ahLst/>
              <a:cxnLst/>
              <a:rect l="0" t="0" r="r" b="b"/>
              <a:pathLst>
                <a:path w="24000" h="24000" fill="none" extrusionOk="0">
                  <a:moveTo>
                    <a:pt x="6000" y="3000"/>
                  </a:moveTo>
                  <a:lnTo>
                    <a:pt x="18000" y="3000"/>
                  </a:lnTo>
                  <a:lnTo>
                    <a:pt x="18000" y="21000"/>
                  </a:lnTo>
                  <a:lnTo>
                    <a:pt x="6000" y="21000"/>
                  </a:lnTo>
                  <a:close/>
                  <a:moveTo>
                    <a:pt x="6000" y="5000"/>
                  </a:moveTo>
                  <a:lnTo>
                    <a:pt x="3000" y="5000"/>
                  </a:lnTo>
                  <a:lnTo>
                    <a:pt x="3000" y="22000"/>
                  </a:lnTo>
                  <a:lnTo>
                    <a:pt x="16000" y="22000"/>
                  </a:lnTo>
                  <a:moveTo>
                    <a:pt x="9000" y="7000"/>
                  </a:moveTo>
                  <a:lnTo>
                    <a:pt x="15000" y="7000"/>
                  </a:lnTo>
                  <a:moveTo>
                    <a:pt x="9000" y="10000"/>
                  </a:moveTo>
                  <a:lnTo>
                    <a:pt x="15000" y="10000"/>
                  </a:lnTo>
                  <a:moveTo>
                    <a:pt x="9000" y="13000"/>
                  </a:moveTo>
                  <a:lnTo>
                    <a:pt x="15000" y="13000"/>
                  </a:lnTo>
                  <a:moveTo>
                    <a:pt x="9000" y="16000"/>
                  </a:moveTo>
                  <a:lnTo>
                    <a:pt x="15000" y="16000"/>
                  </a:lnTo>
                </a:path>
              </a:pathLst>
            </a:custGeom>
            <a:solidFill>
              <a:srgbClr val="004545"/>
            </a:solidFill>
            <a:ln w="10160" cap="rnd">
              <a:solidFill>
                <a:schemeClr val="accent1"/>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21" name="Axis 2 progress track">
            <a:extLst>
              <a:ext uri="{FF2B5EF4-FFF2-40B4-BE49-F238E27FC236}">
                <a16:creationId xmlns:a16="http://schemas.microsoft.com/office/drawing/2014/main" id="{86FA976C-B23D-408D-BE98-0CC728F50341}"/>
              </a:ext>
            </a:extLst>
          </p:cNvPr>
          <p:cNvSpPr/>
          <p:nvPr/>
        </p:nvSpPr>
        <p:spPr>
          <a:xfrm>
            <a:off x="561986" y="3604678"/>
            <a:ext cx="2975957" cy="45719"/>
          </a:xfrm>
          <a:prstGeom prst="rect">
            <a:avLst/>
          </a:prstGeom>
          <a:solidFill>
            <a:srgbClr val="E4E3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Axis 2 progress fill">
            <a:extLst>
              <a:ext uri="{FF2B5EF4-FFF2-40B4-BE49-F238E27FC236}">
                <a16:creationId xmlns:a16="http://schemas.microsoft.com/office/drawing/2014/main" id="{DC145411-10C8-3433-960F-17B0BE6FE099}"/>
              </a:ext>
            </a:extLst>
          </p:cNvPr>
          <p:cNvSpPr/>
          <p:nvPr/>
        </p:nvSpPr>
        <p:spPr>
          <a:xfrm>
            <a:off x="532226" y="3604678"/>
            <a:ext cx="2380765" cy="45719"/>
          </a:xfrm>
          <a:prstGeom prst="rect">
            <a:avLst/>
          </a:prstGeom>
          <a:solidFill>
            <a:srgbClr val="074D46"/>
          </a:solidFill>
          <a:ln>
            <a:solidFill>
              <a:srgbClr val="00454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Axis 1 card background">
            <a:extLst>
              <a:ext uri="{FF2B5EF4-FFF2-40B4-BE49-F238E27FC236}">
                <a16:creationId xmlns:a16="http://schemas.microsoft.com/office/drawing/2014/main" id="{6EEF22BF-9B0A-EA1D-5B42-969A0E9E9A43}"/>
              </a:ext>
            </a:extLst>
          </p:cNvPr>
          <p:cNvSpPr/>
          <p:nvPr/>
        </p:nvSpPr>
        <p:spPr>
          <a:xfrm>
            <a:off x="3926311" y="1043526"/>
            <a:ext cx="3374966" cy="2718427"/>
          </a:xfrm>
          <a:prstGeom prst="roundRect">
            <a:avLst>
              <a:gd name="adj" fmla="val 4500"/>
            </a:avLst>
          </a:prstGeom>
          <a:solidFill>
            <a:srgbClr val="FFFFFF"/>
          </a:solidFill>
          <a:ln w="7620">
            <a:solidFill>
              <a:srgbClr val="EFE3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27" name="Native doughnut chart - Axis 1 - 40 percent">
            <a:extLst>
              <a:ext uri="{FF2B5EF4-FFF2-40B4-BE49-F238E27FC236}">
                <a16:creationId xmlns:a16="http://schemas.microsoft.com/office/drawing/2014/main" id="{8C048D52-55ED-D089-B24C-EC44076E4143}"/>
              </a:ext>
            </a:extLst>
          </p:cNvPr>
          <p:cNvGraphicFramePr>
            <a:graphicFrameLocks noGrp="1"/>
          </p:cNvGraphicFramePr>
          <p:nvPr>
            <p:extLst>
              <p:ext uri="{D42A27DB-BD31-4B8C-83A1-F6EECF244321}">
                <p14:modId xmlns:p14="http://schemas.microsoft.com/office/powerpoint/2010/main" val="2819193382"/>
              </p:ext>
            </p:extLst>
          </p:nvPr>
        </p:nvGraphicFramePr>
        <p:xfrm>
          <a:off x="3942106" y="1093196"/>
          <a:ext cx="1587731" cy="1685778"/>
        </p:xfrm>
        <a:graphic>
          <a:graphicData uri="http://schemas.openxmlformats.org/drawingml/2006/chart">
            <c:chart xmlns:c="http://schemas.openxmlformats.org/drawingml/2006/chart" xmlns:r="http://schemas.openxmlformats.org/officeDocument/2006/relationships" r:id="rId3"/>
          </a:graphicData>
        </a:graphic>
      </p:graphicFrame>
      <p:sp>
        <p:nvSpPr>
          <p:cNvPr id="31" name="Axis 1 percentage label">
            <a:extLst>
              <a:ext uri="{FF2B5EF4-FFF2-40B4-BE49-F238E27FC236}">
                <a16:creationId xmlns:a16="http://schemas.microsoft.com/office/drawing/2014/main" id="{A5DAD3C7-F1F1-6064-5440-BF9FDBF2249F}"/>
              </a:ext>
            </a:extLst>
          </p:cNvPr>
          <p:cNvSpPr txBox="1"/>
          <p:nvPr/>
        </p:nvSpPr>
        <p:spPr>
          <a:xfrm>
            <a:off x="4041859" y="1705780"/>
            <a:ext cx="1388225" cy="414825"/>
          </a:xfrm>
          <a:prstGeom prst="rect">
            <a:avLst/>
          </a:prstGeom>
          <a:noFill/>
          <a:effectLst/>
        </p:spPr>
        <p:txBody>
          <a:bodyPr wrap="square" lIns="0" tIns="0" rIns="0" bIns="0" anchor="ctr"/>
          <a:lstStyle/>
          <a:p>
            <a:pPr algn="ctr" rtl="0">
              <a:lnSpc>
                <a:spcPct val="110000"/>
              </a:lnSpc>
              <a:spcBef>
                <a:spcPts val="0"/>
              </a:spcBef>
              <a:spcAft>
                <a:spcPts val="0"/>
              </a:spcAft>
            </a:pPr>
            <a:r>
              <a:rPr lang="ar-SA" sz="2450" b="1" dirty="0">
                <a:solidFill>
                  <a:srgbClr val="C89A56"/>
                </a:solidFill>
                <a:latin typeface="Arial"/>
                <a:ea typeface="Arial"/>
                <a:cs typeface="Arial"/>
              </a:rPr>
              <a:t>50</a:t>
            </a:r>
            <a:r>
              <a:rPr lang="en-US" sz="2450" b="1" dirty="0">
                <a:solidFill>
                  <a:srgbClr val="C89A56"/>
                </a:solidFill>
                <a:latin typeface="Arial"/>
                <a:ea typeface="Arial"/>
                <a:cs typeface="Arial"/>
              </a:rPr>
              <a:t>%</a:t>
            </a:r>
          </a:p>
        </p:txBody>
      </p:sp>
      <p:grpSp>
        <p:nvGrpSpPr>
          <p:cNvPr id="123" name="Group 122">
            <a:extLst>
              <a:ext uri="{FF2B5EF4-FFF2-40B4-BE49-F238E27FC236}">
                <a16:creationId xmlns:a16="http://schemas.microsoft.com/office/drawing/2014/main" id="{E6AC0DE7-1A6D-C610-E91D-C80736816A05}"/>
              </a:ext>
            </a:extLst>
          </p:cNvPr>
          <p:cNvGrpSpPr/>
          <p:nvPr/>
        </p:nvGrpSpPr>
        <p:grpSpPr>
          <a:xfrm>
            <a:off x="5914469" y="1220712"/>
            <a:ext cx="870203" cy="839946"/>
            <a:chOff x="5631668" y="1201634"/>
            <a:chExt cx="540327" cy="594360"/>
          </a:xfrm>
        </p:grpSpPr>
        <p:sp>
          <p:nvSpPr>
            <p:cNvPr id="33" name="Axis 1 icon background">
              <a:extLst>
                <a:ext uri="{FF2B5EF4-FFF2-40B4-BE49-F238E27FC236}">
                  <a16:creationId xmlns:a16="http://schemas.microsoft.com/office/drawing/2014/main" id="{42F9A22A-9B18-2D1F-D028-551082AA342E}"/>
                </a:ext>
              </a:extLst>
            </p:cNvPr>
            <p:cNvSpPr/>
            <p:nvPr/>
          </p:nvSpPr>
          <p:spPr>
            <a:xfrm>
              <a:off x="5631668" y="1201634"/>
              <a:ext cx="540327" cy="594360"/>
            </a:xfrm>
            <a:prstGeom prst="ellipse">
              <a:avLst/>
            </a:prstGeom>
            <a:solidFill>
              <a:srgbClr val="F5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Axis 1 icon">
              <a:extLst>
                <a:ext uri="{FF2B5EF4-FFF2-40B4-BE49-F238E27FC236}">
                  <a16:creationId xmlns:a16="http://schemas.microsoft.com/office/drawing/2014/main" id="{90D56BDD-3C11-7385-40F2-0950C79B85A1}"/>
                </a:ext>
              </a:extLst>
            </p:cNvPr>
            <p:cNvSpPr/>
            <p:nvPr/>
          </p:nvSpPr>
          <p:spPr>
            <a:xfrm>
              <a:off x="5756359" y="1329650"/>
              <a:ext cx="290945" cy="320040"/>
            </a:xfrm>
            <a:prstGeom prst="gear6">
              <a:avLst/>
            </a:prstGeom>
            <a:noFill/>
            <a:ln w="10160">
              <a:solidFill>
                <a:srgbClr val="AD7D3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Circle">
              <a:extLst>
                <a:ext uri="{FF2B5EF4-FFF2-40B4-BE49-F238E27FC236}">
                  <a16:creationId xmlns:a16="http://schemas.microsoft.com/office/drawing/2014/main" id="{5C88B6BF-2E66-9C91-DF67-CAF26E112B6A}"/>
                </a:ext>
              </a:extLst>
            </p:cNvPr>
            <p:cNvSpPr/>
            <p:nvPr/>
          </p:nvSpPr>
          <p:spPr>
            <a:xfrm>
              <a:off x="5855279" y="1438463"/>
              <a:ext cx="93102" cy="102412"/>
            </a:xfrm>
            <a:prstGeom prst="ellipse">
              <a:avLst/>
            </a:prstGeom>
            <a:noFill/>
            <a:ln w="10160">
              <a:solidFill>
                <a:srgbClr val="AD7D3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39" name="Axis 1 title">
            <a:extLst>
              <a:ext uri="{FF2B5EF4-FFF2-40B4-BE49-F238E27FC236}">
                <a16:creationId xmlns:a16="http://schemas.microsoft.com/office/drawing/2014/main" id="{3E318CEF-FCC1-1F06-1D8E-A9C37AEBD7FC}"/>
              </a:ext>
            </a:extLst>
          </p:cNvPr>
          <p:cNvSpPr txBox="1"/>
          <p:nvPr/>
        </p:nvSpPr>
        <p:spPr>
          <a:xfrm>
            <a:off x="5368871" y="2510256"/>
            <a:ext cx="1504604" cy="282434"/>
          </a:xfrm>
          <a:prstGeom prst="rect">
            <a:avLst/>
          </a:prstGeom>
          <a:noFill/>
          <a:effectLst/>
        </p:spPr>
        <p:txBody>
          <a:bodyPr wrap="square" lIns="0" tIns="0" rIns="0" bIns="0" anchor="ctr"/>
          <a:lstStyle/>
          <a:p>
            <a:pPr algn="r" rtl="1">
              <a:lnSpc>
                <a:spcPct val="110000"/>
              </a:lnSpc>
              <a:spcBef>
                <a:spcPts val="0"/>
              </a:spcBef>
              <a:spcAft>
                <a:spcPts val="0"/>
              </a:spcAft>
            </a:pPr>
            <a:r>
              <a:rPr lang="ar-SA" sz="2400" b="1" dirty="0">
                <a:solidFill>
                  <a:srgbClr val="172D31"/>
                </a:solidFill>
                <a:latin typeface="Abar Mid" pitchFamily="50" charset="-78"/>
                <a:ea typeface="Abar Mid" pitchFamily="50" charset="-78"/>
                <a:cs typeface="Abar Mid" pitchFamily="50" charset="-78"/>
              </a:rPr>
              <a:t>تجربة المستخدم</a:t>
            </a:r>
          </a:p>
        </p:txBody>
      </p:sp>
      <p:sp>
        <p:nvSpPr>
          <p:cNvPr id="45" name="Axis 1 progress track">
            <a:extLst>
              <a:ext uri="{FF2B5EF4-FFF2-40B4-BE49-F238E27FC236}">
                <a16:creationId xmlns:a16="http://schemas.microsoft.com/office/drawing/2014/main" id="{5638647B-2548-8026-9723-15AA027C3DB2}"/>
              </a:ext>
            </a:extLst>
          </p:cNvPr>
          <p:cNvSpPr/>
          <p:nvPr/>
        </p:nvSpPr>
        <p:spPr>
          <a:xfrm>
            <a:off x="4134961" y="3604678"/>
            <a:ext cx="2975957" cy="45719"/>
          </a:xfrm>
          <a:prstGeom prst="rect">
            <a:avLst/>
          </a:prstGeom>
          <a:solidFill>
            <a:srgbClr val="E4E3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Axis 1 progress fill">
            <a:extLst>
              <a:ext uri="{FF2B5EF4-FFF2-40B4-BE49-F238E27FC236}">
                <a16:creationId xmlns:a16="http://schemas.microsoft.com/office/drawing/2014/main" id="{3ACFD9DD-3129-BBAB-BB36-913C70B3E25B}"/>
              </a:ext>
            </a:extLst>
          </p:cNvPr>
          <p:cNvSpPr/>
          <p:nvPr/>
        </p:nvSpPr>
        <p:spPr>
          <a:xfrm>
            <a:off x="4045682" y="3604678"/>
            <a:ext cx="2380765" cy="45719"/>
          </a:xfrm>
          <a:prstGeom prst="rect">
            <a:avLst/>
          </a:prstGeom>
          <a:solidFill>
            <a:srgbClr val="C89A56"/>
          </a:solidFill>
          <a:ln>
            <a:solidFill>
              <a:srgbClr val="D9A8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Axis 4 card background">
            <a:extLst>
              <a:ext uri="{FF2B5EF4-FFF2-40B4-BE49-F238E27FC236}">
                <a16:creationId xmlns:a16="http://schemas.microsoft.com/office/drawing/2014/main" id="{1E064446-06E3-6C84-94D7-8A658D4E7C6A}"/>
              </a:ext>
            </a:extLst>
          </p:cNvPr>
          <p:cNvSpPr/>
          <p:nvPr/>
        </p:nvSpPr>
        <p:spPr>
          <a:xfrm>
            <a:off x="353336" y="3997038"/>
            <a:ext cx="3374966" cy="2718427"/>
          </a:xfrm>
          <a:prstGeom prst="roundRect">
            <a:avLst>
              <a:gd name="adj" fmla="val 4500"/>
            </a:avLst>
          </a:prstGeom>
          <a:solidFill>
            <a:srgbClr val="FFFFFF"/>
          </a:solidFill>
          <a:ln w="7620">
            <a:solidFill>
              <a:srgbClr val="EFE3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51" name="Native doughnut chart - Axis 4 - 60 percent">
            <a:extLst>
              <a:ext uri="{FF2B5EF4-FFF2-40B4-BE49-F238E27FC236}">
                <a16:creationId xmlns:a16="http://schemas.microsoft.com/office/drawing/2014/main" id="{5ADC4D71-F3BD-CB53-A163-D61CBBBAA2A8}"/>
              </a:ext>
            </a:extLst>
          </p:cNvPr>
          <p:cNvGraphicFramePr>
            <a:graphicFrameLocks noGrp="1"/>
          </p:cNvGraphicFramePr>
          <p:nvPr>
            <p:extLst>
              <p:ext uri="{D42A27DB-BD31-4B8C-83A1-F6EECF244321}">
                <p14:modId xmlns:p14="http://schemas.microsoft.com/office/powerpoint/2010/main" val="2431622139"/>
              </p:ext>
            </p:extLst>
          </p:nvPr>
        </p:nvGraphicFramePr>
        <p:xfrm>
          <a:off x="369131" y="4046708"/>
          <a:ext cx="1587731" cy="1685778"/>
        </p:xfrm>
        <a:graphic>
          <a:graphicData uri="http://schemas.openxmlformats.org/drawingml/2006/chart">
            <c:chart xmlns:c="http://schemas.openxmlformats.org/drawingml/2006/chart" xmlns:r="http://schemas.openxmlformats.org/officeDocument/2006/relationships" r:id="rId4"/>
          </a:graphicData>
        </a:graphic>
      </p:graphicFrame>
      <p:sp>
        <p:nvSpPr>
          <p:cNvPr id="55" name="Axis 4 percentage label">
            <a:extLst>
              <a:ext uri="{FF2B5EF4-FFF2-40B4-BE49-F238E27FC236}">
                <a16:creationId xmlns:a16="http://schemas.microsoft.com/office/drawing/2014/main" id="{913B1D46-65C4-5BA7-FD7D-0ABA99136552}"/>
              </a:ext>
            </a:extLst>
          </p:cNvPr>
          <p:cNvSpPr txBox="1"/>
          <p:nvPr/>
        </p:nvSpPr>
        <p:spPr>
          <a:xfrm>
            <a:off x="468883" y="4659291"/>
            <a:ext cx="1388225" cy="414825"/>
          </a:xfrm>
          <a:prstGeom prst="rect">
            <a:avLst/>
          </a:prstGeom>
          <a:noFill/>
          <a:effectLst/>
        </p:spPr>
        <p:txBody>
          <a:bodyPr wrap="square" lIns="0" tIns="0" rIns="0" bIns="0" anchor="ctr"/>
          <a:lstStyle/>
          <a:p>
            <a:pPr algn="ctr" rtl="0">
              <a:lnSpc>
                <a:spcPct val="110000"/>
              </a:lnSpc>
              <a:spcBef>
                <a:spcPts val="0"/>
              </a:spcBef>
              <a:spcAft>
                <a:spcPts val="0"/>
              </a:spcAft>
            </a:pPr>
            <a:r>
              <a:rPr lang="ar-SA" sz="2450" b="1" dirty="0">
                <a:solidFill>
                  <a:srgbClr val="66A5CE"/>
                </a:solidFill>
                <a:latin typeface="Arial"/>
                <a:ea typeface="Arial"/>
                <a:cs typeface="Arial"/>
              </a:rPr>
              <a:t>10</a:t>
            </a:r>
            <a:r>
              <a:rPr lang="en-US" sz="2450" b="1" dirty="0">
                <a:solidFill>
                  <a:srgbClr val="66A5CE"/>
                </a:solidFill>
                <a:latin typeface="Arial"/>
                <a:ea typeface="Arial"/>
                <a:cs typeface="Arial"/>
              </a:rPr>
              <a:t>%</a:t>
            </a:r>
          </a:p>
        </p:txBody>
      </p:sp>
      <p:grpSp>
        <p:nvGrpSpPr>
          <p:cNvPr id="124" name="Group 123">
            <a:extLst>
              <a:ext uri="{FF2B5EF4-FFF2-40B4-BE49-F238E27FC236}">
                <a16:creationId xmlns:a16="http://schemas.microsoft.com/office/drawing/2014/main" id="{8B2F6F15-779E-ED6E-CD55-2DD89D71326E}"/>
              </a:ext>
            </a:extLst>
          </p:cNvPr>
          <p:cNvGrpSpPr/>
          <p:nvPr/>
        </p:nvGrpSpPr>
        <p:grpSpPr>
          <a:xfrm>
            <a:off x="2341494" y="4174224"/>
            <a:ext cx="870203" cy="839946"/>
            <a:chOff x="5631668" y="4155146"/>
            <a:chExt cx="540327" cy="594360"/>
          </a:xfrm>
        </p:grpSpPr>
        <p:sp>
          <p:nvSpPr>
            <p:cNvPr id="79" name="Axis 3 icon background">
              <a:extLst>
                <a:ext uri="{FF2B5EF4-FFF2-40B4-BE49-F238E27FC236}">
                  <a16:creationId xmlns:a16="http://schemas.microsoft.com/office/drawing/2014/main" id="{DE066D82-6C01-F76A-1602-436A1293A360}"/>
                </a:ext>
              </a:extLst>
            </p:cNvPr>
            <p:cNvSpPr/>
            <p:nvPr/>
          </p:nvSpPr>
          <p:spPr>
            <a:xfrm>
              <a:off x="5631668" y="4155146"/>
              <a:ext cx="540327" cy="594360"/>
            </a:xfrm>
            <a:prstGeom prst="ellipse">
              <a:avLst/>
            </a:prstGeom>
            <a:solidFill>
              <a:srgbClr val="E6EF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1" name="Axis 3 icon">
              <a:extLst>
                <a:ext uri="{FF2B5EF4-FFF2-40B4-BE49-F238E27FC236}">
                  <a16:creationId xmlns:a16="http://schemas.microsoft.com/office/drawing/2014/main" id="{368704EC-8BCD-0AC7-5406-A411B7011711}"/>
                </a:ext>
              </a:extLst>
            </p:cNvPr>
            <p:cNvSpPr/>
            <p:nvPr/>
          </p:nvSpPr>
          <p:spPr>
            <a:xfrm>
              <a:off x="5756359" y="4283162"/>
              <a:ext cx="290945" cy="320040"/>
            </a:xfrm>
            <a:custGeom>
              <a:avLst/>
              <a:gdLst/>
              <a:ahLst/>
              <a:cxnLst/>
              <a:rect l="0" t="0" r="r" b="b"/>
              <a:pathLst>
                <a:path w="24000" h="24000" fill="none" extrusionOk="0">
                  <a:moveTo>
                    <a:pt x="2000" y="8000"/>
                  </a:moveTo>
                  <a:cubicBezTo>
                    <a:pt x="7500" y="2500"/>
                    <a:pt x="16500" y="2500"/>
                    <a:pt x="22000" y="8000"/>
                  </a:cubicBezTo>
                  <a:moveTo>
                    <a:pt x="5400" y="11300"/>
                  </a:moveTo>
                  <a:cubicBezTo>
                    <a:pt x="9000" y="7700"/>
                    <a:pt x="15000" y="7700"/>
                    <a:pt x="18600" y="11300"/>
                  </a:cubicBezTo>
                  <a:moveTo>
                    <a:pt x="8700" y="14600"/>
                  </a:moveTo>
                  <a:cubicBezTo>
                    <a:pt x="10500" y="12800"/>
                    <a:pt x="13500" y="12800"/>
                    <a:pt x="15300" y="14600"/>
                  </a:cubicBezTo>
                </a:path>
                <a:path w="24000" h="24000" fill="none" extrusionOk="0">
                  <a:moveTo>
                    <a:pt x="13000" y="18000"/>
                  </a:moveTo>
                  <a:cubicBezTo>
                    <a:pt x="13000" y="18552"/>
                    <a:pt x="12552" y="19000"/>
                    <a:pt x="12000" y="19000"/>
                  </a:cubicBezTo>
                  <a:cubicBezTo>
                    <a:pt x="11448" y="19000"/>
                    <a:pt x="11000" y="18552"/>
                    <a:pt x="11000" y="18000"/>
                  </a:cubicBezTo>
                  <a:cubicBezTo>
                    <a:pt x="11000" y="17448"/>
                    <a:pt x="11448" y="17000"/>
                    <a:pt x="12000" y="17000"/>
                  </a:cubicBezTo>
                  <a:cubicBezTo>
                    <a:pt x="12552" y="17000"/>
                    <a:pt x="13000" y="17448"/>
                    <a:pt x="13000" y="18000"/>
                  </a:cubicBezTo>
                  <a:close/>
                </a:path>
              </a:pathLst>
            </a:custGeom>
            <a:solidFill>
              <a:srgbClr val="66A5CE"/>
            </a:solidFill>
            <a:ln w="10160" cap="rnd">
              <a:solidFill>
                <a:srgbClr val="66A5C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67" name="Axis 4 progress track">
            <a:extLst>
              <a:ext uri="{FF2B5EF4-FFF2-40B4-BE49-F238E27FC236}">
                <a16:creationId xmlns:a16="http://schemas.microsoft.com/office/drawing/2014/main" id="{E49F8266-1BAB-06A2-305F-DCF3F900F398}"/>
              </a:ext>
            </a:extLst>
          </p:cNvPr>
          <p:cNvSpPr/>
          <p:nvPr/>
        </p:nvSpPr>
        <p:spPr>
          <a:xfrm>
            <a:off x="561986" y="6558190"/>
            <a:ext cx="2975957" cy="45719"/>
          </a:xfrm>
          <a:prstGeom prst="rect">
            <a:avLst/>
          </a:prstGeom>
          <a:solidFill>
            <a:srgbClr val="E4E3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9" name="Axis 4 progress fill">
            <a:extLst>
              <a:ext uri="{FF2B5EF4-FFF2-40B4-BE49-F238E27FC236}">
                <a16:creationId xmlns:a16="http://schemas.microsoft.com/office/drawing/2014/main" id="{C1A89673-FC34-CF4F-B112-A8ED3F859F27}"/>
              </a:ext>
            </a:extLst>
          </p:cNvPr>
          <p:cNvSpPr/>
          <p:nvPr/>
        </p:nvSpPr>
        <p:spPr>
          <a:xfrm>
            <a:off x="502466" y="6558190"/>
            <a:ext cx="2380765" cy="45719"/>
          </a:xfrm>
          <a:prstGeom prst="rect">
            <a:avLst/>
          </a:prstGeom>
          <a:solidFill>
            <a:srgbClr val="66A5CE"/>
          </a:solidFill>
          <a:ln>
            <a:solidFill>
              <a:srgbClr val="66A5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71" name="Axis 3 card background">
            <a:extLst>
              <a:ext uri="{FF2B5EF4-FFF2-40B4-BE49-F238E27FC236}">
                <a16:creationId xmlns:a16="http://schemas.microsoft.com/office/drawing/2014/main" id="{C36CC6EE-7A2D-DB33-AE4E-CE82ACF69869}"/>
              </a:ext>
            </a:extLst>
          </p:cNvPr>
          <p:cNvSpPr/>
          <p:nvPr/>
        </p:nvSpPr>
        <p:spPr>
          <a:xfrm>
            <a:off x="3926311" y="3997038"/>
            <a:ext cx="3374966" cy="2718427"/>
          </a:xfrm>
          <a:prstGeom prst="roundRect">
            <a:avLst>
              <a:gd name="adj" fmla="val 4500"/>
            </a:avLst>
          </a:prstGeom>
          <a:solidFill>
            <a:srgbClr val="FFFFFF"/>
          </a:solidFill>
          <a:ln w="7620">
            <a:solidFill>
              <a:srgbClr val="EFE3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73" name="Native doughnut chart - Axis 3 - 75 percent">
            <a:extLst>
              <a:ext uri="{FF2B5EF4-FFF2-40B4-BE49-F238E27FC236}">
                <a16:creationId xmlns:a16="http://schemas.microsoft.com/office/drawing/2014/main" id="{CCDF5BCB-6AF7-EFCD-0947-B8B8A8EE7C65}"/>
              </a:ext>
            </a:extLst>
          </p:cNvPr>
          <p:cNvGraphicFramePr>
            <a:graphicFrameLocks noGrp="1"/>
          </p:cNvGraphicFramePr>
          <p:nvPr>
            <p:extLst>
              <p:ext uri="{D42A27DB-BD31-4B8C-83A1-F6EECF244321}">
                <p14:modId xmlns:p14="http://schemas.microsoft.com/office/powerpoint/2010/main" val="1476997082"/>
              </p:ext>
            </p:extLst>
          </p:nvPr>
        </p:nvGraphicFramePr>
        <p:xfrm>
          <a:off x="3942106" y="4046708"/>
          <a:ext cx="1587731" cy="1685778"/>
        </p:xfrm>
        <a:graphic>
          <a:graphicData uri="http://schemas.openxmlformats.org/drawingml/2006/chart">
            <c:chart xmlns:c="http://schemas.openxmlformats.org/drawingml/2006/chart" xmlns:r="http://schemas.openxmlformats.org/officeDocument/2006/relationships" r:id="rId5"/>
          </a:graphicData>
        </a:graphic>
      </p:graphicFrame>
      <p:sp>
        <p:nvSpPr>
          <p:cNvPr id="77" name="Axis 3 percentage label">
            <a:extLst>
              <a:ext uri="{FF2B5EF4-FFF2-40B4-BE49-F238E27FC236}">
                <a16:creationId xmlns:a16="http://schemas.microsoft.com/office/drawing/2014/main" id="{FF3BBA8E-545D-74AE-CF78-E4D8AC786DE5}"/>
              </a:ext>
            </a:extLst>
          </p:cNvPr>
          <p:cNvSpPr txBox="1"/>
          <p:nvPr/>
        </p:nvSpPr>
        <p:spPr>
          <a:xfrm>
            <a:off x="4041859" y="4659291"/>
            <a:ext cx="1388225" cy="414825"/>
          </a:xfrm>
          <a:prstGeom prst="rect">
            <a:avLst/>
          </a:prstGeom>
          <a:noFill/>
          <a:effectLst/>
        </p:spPr>
        <p:txBody>
          <a:bodyPr wrap="square" lIns="0" tIns="0" rIns="0" bIns="0" anchor="ctr"/>
          <a:lstStyle/>
          <a:p>
            <a:pPr algn="ctr" rtl="0">
              <a:lnSpc>
                <a:spcPct val="110000"/>
              </a:lnSpc>
              <a:spcBef>
                <a:spcPts val="0"/>
              </a:spcBef>
              <a:spcAft>
                <a:spcPts val="0"/>
              </a:spcAft>
            </a:pPr>
            <a:r>
              <a:rPr lang="ar-SA" sz="2450" b="1" dirty="0">
                <a:solidFill>
                  <a:srgbClr val="96552F"/>
                </a:solidFill>
                <a:latin typeface="Arial"/>
                <a:ea typeface="Arial"/>
                <a:cs typeface="Arial"/>
              </a:rPr>
              <a:t>15</a:t>
            </a:r>
            <a:r>
              <a:rPr lang="en-US" sz="2450" b="1" dirty="0">
                <a:solidFill>
                  <a:srgbClr val="96552F"/>
                </a:solidFill>
                <a:latin typeface="Arial"/>
                <a:ea typeface="Arial"/>
                <a:cs typeface="Arial"/>
              </a:rPr>
              <a:t>%</a:t>
            </a:r>
          </a:p>
        </p:txBody>
      </p:sp>
      <p:grpSp>
        <p:nvGrpSpPr>
          <p:cNvPr id="125" name="Group 124">
            <a:extLst>
              <a:ext uri="{FF2B5EF4-FFF2-40B4-BE49-F238E27FC236}">
                <a16:creationId xmlns:a16="http://schemas.microsoft.com/office/drawing/2014/main" id="{7A06E093-8B53-885A-34CA-5E409041BF74}"/>
              </a:ext>
            </a:extLst>
          </p:cNvPr>
          <p:cNvGrpSpPr/>
          <p:nvPr/>
        </p:nvGrpSpPr>
        <p:grpSpPr>
          <a:xfrm>
            <a:off x="5914469" y="4174224"/>
            <a:ext cx="870203" cy="839946"/>
            <a:chOff x="2058693" y="4155146"/>
            <a:chExt cx="540327" cy="594360"/>
          </a:xfrm>
        </p:grpSpPr>
        <p:sp>
          <p:nvSpPr>
            <p:cNvPr id="57" name="Axis 4 icon background">
              <a:extLst>
                <a:ext uri="{FF2B5EF4-FFF2-40B4-BE49-F238E27FC236}">
                  <a16:creationId xmlns:a16="http://schemas.microsoft.com/office/drawing/2014/main" id="{C7346229-AD99-4FA8-CD68-83011175FC88}"/>
                </a:ext>
              </a:extLst>
            </p:cNvPr>
            <p:cNvSpPr/>
            <p:nvPr/>
          </p:nvSpPr>
          <p:spPr>
            <a:xfrm>
              <a:off x="2058693" y="4155146"/>
              <a:ext cx="540327" cy="594360"/>
            </a:xfrm>
            <a:prstGeom prst="ellipse">
              <a:avLst/>
            </a:prstGeom>
            <a:solidFill>
              <a:srgbClr val="F3E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Axis 4 icon">
              <a:extLst>
                <a:ext uri="{FF2B5EF4-FFF2-40B4-BE49-F238E27FC236}">
                  <a16:creationId xmlns:a16="http://schemas.microsoft.com/office/drawing/2014/main" id="{3C6EA22C-A4EC-6989-F8BC-4E8F0EC0AEB3}"/>
                </a:ext>
              </a:extLst>
            </p:cNvPr>
            <p:cNvSpPr/>
            <p:nvPr/>
          </p:nvSpPr>
          <p:spPr>
            <a:xfrm>
              <a:off x="2183384" y="4283162"/>
              <a:ext cx="290945" cy="320040"/>
            </a:xfrm>
            <a:custGeom>
              <a:avLst/>
              <a:gdLst/>
              <a:ahLst/>
              <a:cxnLst/>
              <a:rect l="0" t="0" r="r" b="b"/>
              <a:pathLst>
                <a:path w="24000" h="24000" fill="none" extrusionOk="0">
                  <a:moveTo>
                    <a:pt x="14600" y="5000"/>
                  </a:moveTo>
                  <a:cubicBezTo>
                    <a:pt x="14600" y="6436"/>
                    <a:pt x="13436" y="7600"/>
                    <a:pt x="12000" y="7600"/>
                  </a:cubicBezTo>
                  <a:cubicBezTo>
                    <a:pt x="10564" y="7600"/>
                    <a:pt x="9400" y="6436"/>
                    <a:pt x="9400" y="5000"/>
                  </a:cubicBezTo>
                  <a:cubicBezTo>
                    <a:pt x="9400" y="3564"/>
                    <a:pt x="10564" y="2400"/>
                    <a:pt x="12000" y="2400"/>
                  </a:cubicBezTo>
                  <a:cubicBezTo>
                    <a:pt x="13436" y="2400"/>
                    <a:pt x="14600" y="3564"/>
                    <a:pt x="14600" y="5000"/>
                  </a:cubicBezTo>
                  <a:close/>
                </a:path>
                <a:path w="24000" h="24000" fill="none" extrusionOk="0">
                  <a:moveTo>
                    <a:pt x="6800" y="8000"/>
                  </a:moveTo>
                  <a:cubicBezTo>
                    <a:pt x="6800" y="9160"/>
                    <a:pt x="5860" y="10100"/>
                    <a:pt x="4700" y="10100"/>
                  </a:cubicBezTo>
                  <a:cubicBezTo>
                    <a:pt x="3540" y="10100"/>
                    <a:pt x="2600" y="9160"/>
                    <a:pt x="2600" y="8000"/>
                  </a:cubicBezTo>
                  <a:cubicBezTo>
                    <a:pt x="2600" y="6840"/>
                    <a:pt x="3540" y="5900"/>
                    <a:pt x="4700" y="5900"/>
                  </a:cubicBezTo>
                  <a:cubicBezTo>
                    <a:pt x="5860" y="5900"/>
                    <a:pt x="6800" y="6840"/>
                    <a:pt x="6800" y="8000"/>
                  </a:cubicBezTo>
                  <a:close/>
                </a:path>
                <a:path w="24000" h="24000" fill="none" extrusionOk="0">
                  <a:moveTo>
                    <a:pt x="21400" y="8000"/>
                  </a:moveTo>
                  <a:cubicBezTo>
                    <a:pt x="21400" y="9160"/>
                    <a:pt x="20460" y="10100"/>
                    <a:pt x="19300" y="10100"/>
                  </a:cubicBezTo>
                  <a:cubicBezTo>
                    <a:pt x="18140" y="10100"/>
                    <a:pt x="17200" y="9160"/>
                    <a:pt x="17200" y="8000"/>
                  </a:cubicBezTo>
                  <a:cubicBezTo>
                    <a:pt x="17200" y="6840"/>
                    <a:pt x="18140" y="5900"/>
                    <a:pt x="19300" y="5900"/>
                  </a:cubicBezTo>
                  <a:cubicBezTo>
                    <a:pt x="20460" y="5900"/>
                    <a:pt x="21400" y="6840"/>
                    <a:pt x="21400" y="8000"/>
                  </a:cubicBezTo>
                  <a:close/>
                </a:path>
                <a:path w="24000" h="24000" fill="none" extrusionOk="0">
                  <a:moveTo>
                    <a:pt x="7700" y="21000"/>
                  </a:moveTo>
                  <a:lnTo>
                    <a:pt x="7700" y="13000"/>
                  </a:lnTo>
                  <a:cubicBezTo>
                    <a:pt x="7700" y="9200"/>
                    <a:pt x="16300" y="9200"/>
                    <a:pt x="16300" y="13000"/>
                  </a:cubicBezTo>
                  <a:lnTo>
                    <a:pt x="16300" y="21000"/>
                  </a:lnTo>
                  <a:moveTo>
                    <a:pt x="10000" y="21000"/>
                  </a:moveTo>
                  <a:lnTo>
                    <a:pt x="10000" y="15000"/>
                  </a:lnTo>
                  <a:moveTo>
                    <a:pt x="14000" y="21000"/>
                  </a:moveTo>
                  <a:lnTo>
                    <a:pt x="14000" y="15000"/>
                  </a:lnTo>
                  <a:moveTo>
                    <a:pt x="5500" y="21000"/>
                  </a:moveTo>
                  <a:lnTo>
                    <a:pt x="2300" y="21000"/>
                  </a:lnTo>
                  <a:lnTo>
                    <a:pt x="2300" y="14000"/>
                  </a:lnTo>
                  <a:cubicBezTo>
                    <a:pt x="2300" y="11400"/>
                    <a:pt x="4500" y="11300"/>
                    <a:pt x="6500" y="12000"/>
                  </a:cubicBezTo>
                  <a:moveTo>
                    <a:pt x="18500" y="21000"/>
                  </a:moveTo>
                  <a:lnTo>
                    <a:pt x="21700" y="21000"/>
                  </a:lnTo>
                  <a:lnTo>
                    <a:pt x="21700" y="14000"/>
                  </a:lnTo>
                  <a:cubicBezTo>
                    <a:pt x="21700" y="11400"/>
                    <a:pt x="19500" y="11300"/>
                    <a:pt x="17500" y="12000"/>
                  </a:cubicBezTo>
                </a:path>
              </a:pathLst>
            </a:custGeom>
            <a:noFill/>
            <a:ln w="10160" cap="rnd">
              <a:solidFill>
                <a:srgbClr val="96552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89" name="Axis 3 progress track">
            <a:extLst>
              <a:ext uri="{FF2B5EF4-FFF2-40B4-BE49-F238E27FC236}">
                <a16:creationId xmlns:a16="http://schemas.microsoft.com/office/drawing/2014/main" id="{AB95FCC8-371B-FC85-63F6-49EB88F0B9B7}"/>
              </a:ext>
            </a:extLst>
          </p:cNvPr>
          <p:cNvSpPr/>
          <p:nvPr/>
        </p:nvSpPr>
        <p:spPr>
          <a:xfrm>
            <a:off x="4134961" y="6558190"/>
            <a:ext cx="2975957" cy="45719"/>
          </a:xfrm>
          <a:prstGeom prst="rect">
            <a:avLst/>
          </a:prstGeom>
          <a:solidFill>
            <a:srgbClr val="E4E3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1" name="Axis 3 progress fill">
            <a:extLst>
              <a:ext uri="{FF2B5EF4-FFF2-40B4-BE49-F238E27FC236}">
                <a16:creationId xmlns:a16="http://schemas.microsoft.com/office/drawing/2014/main" id="{58E618C3-D6B7-D4B9-E755-58C1B60AE0F7}"/>
              </a:ext>
            </a:extLst>
          </p:cNvPr>
          <p:cNvSpPr/>
          <p:nvPr/>
        </p:nvSpPr>
        <p:spPr>
          <a:xfrm>
            <a:off x="4097762" y="6558190"/>
            <a:ext cx="2380765" cy="45719"/>
          </a:xfrm>
          <a:prstGeom prst="rect">
            <a:avLst/>
          </a:prstGeom>
          <a:solidFill>
            <a:srgbClr val="96552F"/>
          </a:solidFill>
          <a:ln>
            <a:solidFill>
              <a:srgbClr val="96552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93" name="Chart 92">
            <a:extLst>
              <a:ext uri="{FF2B5EF4-FFF2-40B4-BE49-F238E27FC236}">
                <a16:creationId xmlns:a16="http://schemas.microsoft.com/office/drawing/2014/main" id="{CFF678BD-DAB1-6191-0210-AD8B8A2C703B}"/>
              </a:ext>
            </a:extLst>
          </p:cNvPr>
          <p:cNvGraphicFramePr/>
          <p:nvPr>
            <p:extLst>
              <p:ext uri="{D42A27DB-BD31-4B8C-83A1-F6EECF244321}">
                <p14:modId xmlns:p14="http://schemas.microsoft.com/office/powerpoint/2010/main" val="4135066319"/>
              </p:ext>
            </p:extLst>
          </p:nvPr>
        </p:nvGraphicFramePr>
        <p:xfrm>
          <a:off x="215899" y="7205186"/>
          <a:ext cx="7133807" cy="2230845"/>
        </p:xfrm>
        <a:graphic>
          <a:graphicData uri="http://schemas.openxmlformats.org/drawingml/2006/chart">
            <c:chart xmlns:c="http://schemas.openxmlformats.org/drawingml/2006/chart" xmlns:r="http://schemas.openxmlformats.org/officeDocument/2006/relationships" r:id="rId6"/>
          </a:graphicData>
        </a:graphic>
      </p:graphicFrame>
      <p:sp>
        <p:nvSpPr>
          <p:cNvPr id="96" name="TextBox 95">
            <a:extLst>
              <a:ext uri="{FF2B5EF4-FFF2-40B4-BE49-F238E27FC236}">
                <a16:creationId xmlns:a16="http://schemas.microsoft.com/office/drawing/2014/main" id="{07FCBFD7-ECDA-ADF6-E9FD-BB02DAEDF2D5}"/>
              </a:ext>
            </a:extLst>
          </p:cNvPr>
          <p:cNvSpPr txBox="1"/>
          <p:nvPr/>
        </p:nvSpPr>
        <p:spPr>
          <a:xfrm>
            <a:off x="3654303" y="6852626"/>
            <a:ext cx="3219172" cy="276999"/>
          </a:xfrm>
          <a:prstGeom prst="rect">
            <a:avLst/>
          </a:prstGeom>
          <a:noFill/>
        </p:spPr>
        <p:txBody>
          <a:bodyPr wrap="square" rtlCol="0">
            <a:spAutoFit/>
          </a:bodyPr>
          <a:lstStyle/>
          <a:p>
            <a:pPr algn="r"/>
            <a:r>
              <a:rPr lang="ar-SA" sz="1200" dirty="0">
                <a:latin typeface="Abar Mid" pitchFamily="50" charset="-78"/>
                <a:ea typeface="Abar Mid" pitchFamily="50" charset="-78"/>
                <a:cs typeface="Abar Mid" pitchFamily="50" charset="-78"/>
              </a:rPr>
              <a:t>نسبة الإنجاز حسب القطاع</a:t>
            </a:r>
          </a:p>
        </p:txBody>
      </p:sp>
      <p:cxnSp>
        <p:nvCxnSpPr>
          <p:cNvPr id="97" name="Straight Connector 96">
            <a:extLst>
              <a:ext uri="{FF2B5EF4-FFF2-40B4-BE49-F238E27FC236}">
                <a16:creationId xmlns:a16="http://schemas.microsoft.com/office/drawing/2014/main" id="{D5C92427-342F-6A8A-560D-F0D695DE6892}"/>
              </a:ext>
            </a:extLst>
          </p:cNvPr>
          <p:cNvCxnSpPr>
            <a:cxnSpLocks/>
          </p:cNvCxnSpPr>
          <p:nvPr/>
        </p:nvCxnSpPr>
        <p:spPr>
          <a:xfrm flipH="1">
            <a:off x="215899" y="6968327"/>
            <a:ext cx="5020165" cy="0"/>
          </a:xfrm>
          <a:prstGeom prst="line">
            <a:avLst/>
          </a:prstGeom>
          <a:ln>
            <a:solidFill>
              <a:srgbClr val="E2BC8E"/>
            </a:solidFill>
          </a:ln>
        </p:spPr>
        <p:style>
          <a:lnRef idx="2">
            <a:schemeClr val="accent1"/>
          </a:lnRef>
          <a:fillRef idx="0">
            <a:schemeClr val="accent1"/>
          </a:fillRef>
          <a:effectRef idx="1">
            <a:schemeClr val="accent1"/>
          </a:effectRef>
          <a:fontRef idx="minor">
            <a:schemeClr val="tx1"/>
          </a:fontRef>
        </p:style>
      </p:cxnSp>
      <p:grpSp>
        <p:nvGrpSpPr>
          <p:cNvPr id="98" name="Merger2" descr="{&quot;Key&quot;:&quot;POWER_USER_SHAPE_ICON&quot;,&quot;Value&quot;:&quot;POWER_USER_SHAPE_ICON_STYLE_1&quot;}">
            <a:extLst>
              <a:ext uri="{FF2B5EF4-FFF2-40B4-BE49-F238E27FC236}">
                <a16:creationId xmlns:a16="http://schemas.microsoft.com/office/drawing/2014/main" id="{F91D8688-BE95-CCBE-5149-1031B39A6145}"/>
              </a:ext>
            </a:extLst>
          </p:cNvPr>
          <p:cNvGrpSpPr>
            <a:grpSpLocks noChangeAspect="1"/>
          </p:cNvGrpSpPr>
          <p:nvPr/>
        </p:nvGrpSpPr>
        <p:grpSpPr>
          <a:xfrm>
            <a:off x="6918957" y="6863678"/>
            <a:ext cx="419674" cy="198992"/>
            <a:chOff x="1955989" y="972255"/>
            <a:chExt cx="1529906" cy="751553"/>
          </a:xfrm>
          <a:solidFill>
            <a:srgbClr val="D9A86A"/>
          </a:solidFill>
        </p:grpSpPr>
        <p:sp>
          <p:nvSpPr>
            <p:cNvPr id="100" name="Free-form: Shape 10">
              <a:extLst>
                <a:ext uri="{FF2B5EF4-FFF2-40B4-BE49-F238E27FC236}">
                  <a16:creationId xmlns:a16="http://schemas.microsoft.com/office/drawing/2014/main" id="{9A4B6DD6-7C0D-3851-97E4-C3D7D70D4D31}"/>
                </a:ext>
              </a:extLst>
            </p:cNvPr>
            <p:cNvSpPr>
              <a:spLocks noChangeAspect="1"/>
            </p:cNvSpPr>
            <p:nvPr/>
          </p:nvSpPr>
          <p:spPr>
            <a:xfrm>
              <a:off x="1955989" y="972255"/>
              <a:ext cx="1529906" cy="751553"/>
            </a:xfrm>
            <a:custGeom>
              <a:avLst/>
              <a:gdLst>
                <a:gd name="csX0" fmla="*/ 775773 w 1529906"/>
                <a:gd name="csY0" fmla="*/ 721683 h 751553"/>
                <a:gd name="csX1" fmla="*/ 823390 w 1529906"/>
                <a:gd name="csY1" fmla="*/ 721683 h 751553"/>
                <a:gd name="csX2" fmla="*/ 825600 w 1529906"/>
                <a:gd name="csY2" fmla="*/ 719473 h 751553"/>
                <a:gd name="csX3" fmla="*/ 825600 w 1529906"/>
                <a:gd name="csY3" fmla="*/ 207936 h 751553"/>
                <a:gd name="csX4" fmla="*/ 837321 w 1529906"/>
                <a:gd name="csY4" fmla="*/ 189050 h 751553"/>
                <a:gd name="csX5" fmla="*/ 1192008 w 1529906"/>
                <a:gd name="csY5" fmla="*/ 4138 h 751553"/>
                <a:gd name="csX6" fmla="*/ 1224556 w 1529906"/>
                <a:gd name="csY6" fmla="*/ 10501 h 751553"/>
                <a:gd name="csX7" fmla="*/ 1334124 w 1529906"/>
                <a:gd name="csY7" fmla="*/ 120805 h 751553"/>
                <a:gd name="csX8" fmla="*/ 1389845 w 1529906"/>
                <a:gd name="csY8" fmla="*/ 173646 h 751553"/>
                <a:gd name="csX9" fmla="*/ 1396877 w 1529906"/>
                <a:gd name="csY9" fmla="*/ 189318 h 751553"/>
                <a:gd name="csX10" fmla="*/ 1396877 w 1529906"/>
                <a:gd name="csY10" fmla="*/ 717330 h 751553"/>
                <a:gd name="csX11" fmla="*/ 1401364 w 1529906"/>
                <a:gd name="csY11" fmla="*/ 721750 h 751553"/>
                <a:gd name="csX12" fmla="*/ 1516356 w 1529906"/>
                <a:gd name="csY12" fmla="*/ 721550 h 751553"/>
                <a:gd name="csX13" fmla="*/ 1529906 w 1529906"/>
                <a:gd name="csY13" fmla="*/ 734981 h 751553"/>
                <a:gd name="csX14" fmla="*/ 1529818 w 1529906"/>
                <a:gd name="csY14" fmla="*/ 736618 h 751553"/>
                <a:gd name="csX15" fmla="*/ 1529818 w 1529906"/>
                <a:gd name="csY15" fmla="*/ 737020 h 751553"/>
                <a:gd name="csX16" fmla="*/ 1513544 w 1529906"/>
                <a:gd name="csY16" fmla="*/ 751553 h 751553"/>
                <a:gd name="csX17" fmla="*/ 15968 w 1529906"/>
                <a:gd name="csY17" fmla="*/ 751218 h 751553"/>
                <a:gd name="csX18" fmla="*/ 162 w 1529906"/>
                <a:gd name="csY18" fmla="*/ 737489 h 751553"/>
                <a:gd name="csX19" fmla="*/ 162 w 1529906"/>
                <a:gd name="csY19" fmla="*/ 737355 h 751553"/>
                <a:gd name="csX20" fmla="*/ 10651 w 1529906"/>
                <a:gd name="csY20" fmla="*/ 722849 h 751553"/>
                <a:gd name="csX21" fmla="*/ 12686 w 1529906"/>
                <a:gd name="csY21" fmla="*/ 722688 h 751553"/>
                <a:gd name="csX22" fmla="*/ 132902 w 1529906"/>
                <a:gd name="csY22" fmla="*/ 722554 h 751553"/>
                <a:gd name="csX23" fmla="*/ 137188 w 1529906"/>
                <a:gd name="csY23" fmla="*/ 718335 h 751553"/>
                <a:gd name="csX24" fmla="*/ 137188 w 1529906"/>
                <a:gd name="csY24" fmla="*/ 83166 h 751553"/>
                <a:gd name="csX25" fmla="*/ 146029 w 1529906"/>
                <a:gd name="csY25" fmla="*/ 74326 h 751553"/>
                <a:gd name="csX26" fmla="*/ 538221 w 1529906"/>
                <a:gd name="csY26" fmla="*/ 74326 h 751553"/>
                <a:gd name="csX27" fmla="*/ 548334 w 1529906"/>
                <a:gd name="csY27" fmla="*/ 84439 h 751553"/>
                <a:gd name="csX28" fmla="*/ 548334 w 1529906"/>
                <a:gd name="csY28" fmla="*/ 224010 h 751553"/>
                <a:gd name="csX29" fmla="*/ 554562 w 1529906"/>
                <a:gd name="csY29" fmla="*/ 234859 h 751553"/>
                <a:gd name="csX30" fmla="*/ 763115 w 1529906"/>
                <a:gd name="csY30" fmla="*/ 355209 h 751553"/>
                <a:gd name="csX31" fmla="*/ 773563 w 1529906"/>
                <a:gd name="csY31" fmla="*/ 373292 h 751553"/>
                <a:gd name="csX32" fmla="*/ 773563 w 1529906"/>
                <a:gd name="csY32" fmla="*/ 719406 h 751553"/>
                <a:gd name="csX33" fmla="*/ 775773 w 1529906"/>
                <a:gd name="csY33" fmla="*/ 721683 h 751553"/>
                <a:gd name="csX34" fmla="*/ 1187119 w 1529906"/>
                <a:gd name="csY34" fmla="*/ 721683 h 751553"/>
                <a:gd name="csX35" fmla="*/ 1192008 w 1529906"/>
                <a:gd name="csY35" fmla="*/ 716794 h 751553"/>
                <a:gd name="csX36" fmla="*/ 1192008 w 1529906"/>
                <a:gd name="csY36" fmla="*/ 49412 h 751553"/>
                <a:gd name="csX37" fmla="*/ 1187146 w 1529906"/>
                <a:gd name="csY37" fmla="*/ 44496 h 751553"/>
                <a:gd name="csX38" fmla="*/ 1184842 w 1529906"/>
                <a:gd name="csY38" fmla="*/ 45059 h 751553"/>
                <a:gd name="csX39" fmla="*/ 859756 w 1529906"/>
                <a:gd name="csY39" fmla="*/ 214031 h 751553"/>
                <a:gd name="csX40" fmla="*/ 857144 w 1529906"/>
                <a:gd name="csY40" fmla="*/ 218317 h 751553"/>
                <a:gd name="csX41" fmla="*/ 857145 w 1529906"/>
                <a:gd name="csY41" fmla="*/ 716794 h 751553"/>
                <a:gd name="csX42" fmla="*/ 862034 w 1529906"/>
                <a:gd name="csY42" fmla="*/ 721683 h 751553"/>
                <a:gd name="csX43" fmla="*/ 1187119 w 1529906"/>
                <a:gd name="csY43" fmla="*/ 721683 h 751553"/>
                <a:gd name="csX44" fmla="*/ 1361382 w 1529906"/>
                <a:gd name="csY44" fmla="*/ 721817 h 751553"/>
                <a:gd name="csX45" fmla="*/ 1363927 w 1529906"/>
                <a:gd name="csY45" fmla="*/ 719272 h 751553"/>
                <a:gd name="csX46" fmla="*/ 1363927 w 1529906"/>
                <a:gd name="csY46" fmla="*/ 197622 h 751553"/>
                <a:gd name="csX47" fmla="*/ 1363190 w 1529906"/>
                <a:gd name="csY47" fmla="*/ 195814 h 751553"/>
                <a:gd name="csX48" fmla="*/ 1227302 w 1529906"/>
                <a:gd name="csY48" fmla="*/ 59927 h 751553"/>
                <a:gd name="csX49" fmla="*/ 1223703 w 1529906"/>
                <a:gd name="csY49" fmla="*/ 59909 h 751553"/>
                <a:gd name="csX50" fmla="*/ 1222949 w 1529906"/>
                <a:gd name="csY50" fmla="*/ 61735 h 751553"/>
                <a:gd name="csX51" fmla="*/ 1222949 w 1529906"/>
                <a:gd name="csY51" fmla="*/ 719273 h 751553"/>
                <a:gd name="csX52" fmla="*/ 1225494 w 1529906"/>
                <a:gd name="csY52" fmla="*/ 721818 h 751553"/>
                <a:gd name="csX53" fmla="*/ 1361382 w 1529906"/>
                <a:gd name="csY53" fmla="*/ 721817 h 751553"/>
                <a:gd name="csX54" fmla="*/ 517727 w 1529906"/>
                <a:gd name="csY54" fmla="*/ 106875 h 751553"/>
                <a:gd name="csX55" fmla="*/ 514512 w 1529906"/>
                <a:gd name="csY55" fmla="*/ 103660 h 751553"/>
                <a:gd name="csX56" fmla="*/ 170675 w 1529906"/>
                <a:gd name="csY56" fmla="*/ 103660 h 751553"/>
                <a:gd name="csX57" fmla="*/ 167460 w 1529906"/>
                <a:gd name="csY57" fmla="*/ 106874 h 751553"/>
                <a:gd name="csX58" fmla="*/ 167460 w 1529906"/>
                <a:gd name="csY58" fmla="*/ 718469 h 751553"/>
                <a:gd name="csX59" fmla="*/ 170675 w 1529906"/>
                <a:gd name="csY59" fmla="*/ 721683 h 751553"/>
                <a:gd name="csX60" fmla="*/ 514512 w 1529906"/>
                <a:gd name="csY60" fmla="*/ 721683 h 751553"/>
                <a:gd name="csX61" fmla="*/ 517727 w 1529906"/>
                <a:gd name="csY61" fmla="*/ 718469 h 751553"/>
                <a:gd name="csX62" fmla="*/ 517727 w 1529906"/>
                <a:gd name="csY62" fmla="*/ 106875 h 751553"/>
                <a:gd name="csX63" fmla="*/ 739674 w 1529906"/>
                <a:gd name="csY63" fmla="*/ 721884 h 751553"/>
                <a:gd name="csX64" fmla="*/ 743559 w 1529906"/>
                <a:gd name="csY64" fmla="*/ 718000 h 751553"/>
                <a:gd name="csX65" fmla="*/ 743559 w 1529906"/>
                <a:gd name="csY65" fmla="*/ 381864 h 751553"/>
                <a:gd name="csX66" fmla="*/ 741550 w 1529906"/>
                <a:gd name="csY66" fmla="*/ 378449 h 751553"/>
                <a:gd name="csX67" fmla="*/ 554562 w 1529906"/>
                <a:gd name="csY67" fmla="*/ 274641 h 751553"/>
                <a:gd name="csX68" fmla="*/ 549285 w 1529906"/>
                <a:gd name="csY68" fmla="*/ 276167 h 751553"/>
                <a:gd name="csX69" fmla="*/ 548802 w 1529906"/>
                <a:gd name="csY69" fmla="*/ 278057 h 751553"/>
                <a:gd name="csX70" fmla="*/ 548802 w 1529906"/>
                <a:gd name="csY70" fmla="*/ 718000 h 751553"/>
                <a:gd name="csX71" fmla="*/ 552687 w 1529906"/>
                <a:gd name="csY71" fmla="*/ 721884 h 751553"/>
                <a:gd name="csX72" fmla="*/ 739674 w 1529906"/>
                <a:gd name="csY72" fmla="*/ 721884 h 751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529906" h="751553">
                  <a:moveTo>
                    <a:pt x="775773" y="721683"/>
                  </a:moveTo>
                  <a:lnTo>
                    <a:pt x="823390" y="721683"/>
                  </a:lnTo>
                  <a:cubicBezTo>
                    <a:pt x="824611" y="721683"/>
                    <a:pt x="825600" y="720694"/>
                    <a:pt x="825600" y="719473"/>
                  </a:cubicBezTo>
                  <a:lnTo>
                    <a:pt x="825600" y="207936"/>
                  </a:lnTo>
                  <a:cubicBezTo>
                    <a:pt x="825605" y="199926"/>
                    <a:pt x="830145" y="192610"/>
                    <a:pt x="837321" y="189050"/>
                  </a:cubicBezTo>
                  <a:cubicBezTo>
                    <a:pt x="947334" y="134400"/>
                    <a:pt x="1065563" y="72763"/>
                    <a:pt x="1192008" y="4138"/>
                  </a:cubicBezTo>
                  <a:cubicBezTo>
                    <a:pt x="1205670" y="-3229"/>
                    <a:pt x="1213439" y="-550"/>
                    <a:pt x="1224556" y="10501"/>
                  </a:cubicBezTo>
                  <a:cubicBezTo>
                    <a:pt x="1285502" y="71044"/>
                    <a:pt x="1322024" y="107812"/>
                    <a:pt x="1334124" y="120805"/>
                  </a:cubicBezTo>
                  <a:cubicBezTo>
                    <a:pt x="1347742" y="135449"/>
                    <a:pt x="1366315" y="153063"/>
                    <a:pt x="1389845" y="173646"/>
                  </a:cubicBezTo>
                  <a:cubicBezTo>
                    <a:pt x="1394314" y="177602"/>
                    <a:pt x="1396874" y="183307"/>
                    <a:pt x="1396877" y="189318"/>
                  </a:cubicBezTo>
                  <a:lnTo>
                    <a:pt x="1396877" y="717330"/>
                  </a:lnTo>
                  <a:cubicBezTo>
                    <a:pt x="1396877" y="719771"/>
                    <a:pt x="1398886" y="721750"/>
                    <a:pt x="1401364" y="721750"/>
                  </a:cubicBezTo>
                  <a:lnTo>
                    <a:pt x="1516356" y="721550"/>
                  </a:lnTo>
                  <a:cubicBezTo>
                    <a:pt x="1523791" y="721496"/>
                    <a:pt x="1529857" y="727510"/>
                    <a:pt x="1529906" y="734981"/>
                  </a:cubicBezTo>
                  <a:cubicBezTo>
                    <a:pt x="1529910" y="735528"/>
                    <a:pt x="1529880" y="736075"/>
                    <a:pt x="1529818" y="736618"/>
                  </a:cubicBezTo>
                  <a:lnTo>
                    <a:pt x="1529818" y="737020"/>
                  </a:lnTo>
                  <a:cubicBezTo>
                    <a:pt x="1528866" y="745292"/>
                    <a:pt x="1521870" y="751540"/>
                    <a:pt x="1513544" y="751553"/>
                  </a:cubicBezTo>
                  <a:lnTo>
                    <a:pt x="15968" y="751218"/>
                  </a:lnTo>
                  <a:cubicBezTo>
                    <a:pt x="8011" y="751228"/>
                    <a:pt x="1266" y="745369"/>
                    <a:pt x="162" y="737489"/>
                  </a:cubicBezTo>
                  <a:lnTo>
                    <a:pt x="162" y="737355"/>
                  </a:lnTo>
                  <a:cubicBezTo>
                    <a:pt x="-947" y="730453"/>
                    <a:pt x="3748" y="723958"/>
                    <a:pt x="10651" y="722849"/>
                  </a:cubicBezTo>
                  <a:cubicBezTo>
                    <a:pt x="11324" y="722740"/>
                    <a:pt x="12005" y="722687"/>
                    <a:pt x="12686" y="722688"/>
                  </a:cubicBezTo>
                  <a:lnTo>
                    <a:pt x="132902" y="722554"/>
                  </a:lnTo>
                  <a:cubicBezTo>
                    <a:pt x="135269" y="722554"/>
                    <a:pt x="137188" y="720665"/>
                    <a:pt x="137188" y="718335"/>
                  </a:cubicBezTo>
                  <a:lnTo>
                    <a:pt x="137188" y="83166"/>
                  </a:lnTo>
                  <a:cubicBezTo>
                    <a:pt x="137188" y="78284"/>
                    <a:pt x="141146" y="74326"/>
                    <a:pt x="146029" y="74326"/>
                  </a:cubicBezTo>
                  <a:lnTo>
                    <a:pt x="538221" y="74326"/>
                  </a:lnTo>
                  <a:cubicBezTo>
                    <a:pt x="543806" y="74326"/>
                    <a:pt x="548334" y="78854"/>
                    <a:pt x="548334" y="84439"/>
                  </a:cubicBezTo>
                  <a:lnTo>
                    <a:pt x="548334" y="224010"/>
                  </a:lnTo>
                  <a:cubicBezTo>
                    <a:pt x="548338" y="228487"/>
                    <a:pt x="550710" y="232618"/>
                    <a:pt x="554562" y="234859"/>
                  </a:cubicBezTo>
                  <a:lnTo>
                    <a:pt x="763115" y="355209"/>
                  </a:lnTo>
                  <a:cubicBezTo>
                    <a:pt x="769576" y="358939"/>
                    <a:pt x="773558" y="365831"/>
                    <a:pt x="773563" y="373292"/>
                  </a:cubicBezTo>
                  <a:lnTo>
                    <a:pt x="773563" y="719406"/>
                  </a:lnTo>
                  <a:cubicBezTo>
                    <a:pt x="773563" y="720664"/>
                    <a:pt x="774552" y="721683"/>
                    <a:pt x="775773" y="721683"/>
                  </a:cubicBezTo>
                  <a:close/>
                  <a:moveTo>
                    <a:pt x="1187119" y="721683"/>
                  </a:moveTo>
                  <a:cubicBezTo>
                    <a:pt x="1189819" y="721683"/>
                    <a:pt x="1192008" y="719495"/>
                    <a:pt x="1192008" y="716794"/>
                  </a:cubicBezTo>
                  <a:lnTo>
                    <a:pt x="1192008" y="49412"/>
                  </a:lnTo>
                  <a:cubicBezTo>
                    <a:pt x="1192023" y="46712"/>
                    <a:pt x="1189846" y="44511"/>
                    <a:pt x="1187146" y="44496"/>
                  </a:cubicBezTo>
                  <a:cubicBezTo>
                    <a:pt x="1186343" y="44492"/>
                    <a:pt x="1185552" y="44685"/>
                    <a:pt x="1184842" y="45059"/>
                  </a:cubicBezTo>
                  <a:lnTo>
                    <a:pt x="859756" y="214031"/>
                  </a:lnTo>
                  <a:cubicBezTo>
                    <a:pt x="858163" y="214869"/>
                    <a:pt x="857159" y="216516"/>
                    <a:pt x="857144" y="218317"/>
                  </a:cubicBezTo>
                  <a:lnTo>
                    <a:pt x="857145" y="716794"/>
                  </a:lnTo>
                  <a:cubicBezTo>
                    <a:pt x="857145" y="719495"/>
                    <a:pt x="859334" y="721683"/>
                    <a:pt x="862034" y="721683"/>
                  </a:cubicBezTo>
                  <a:lnTo>
                    <a:pt x="1187119" y="721683"/>
                  </a:lnTo>
                  <a:close/>
                  <a:moveTo>
                    <a:pt x="1361382" y="721817"/>
                  </a:moveTo>
                  <a:cubicBezTo>
                    <a:pt x="1362787" y="721817"/>
                    <a:pt x="1363927" y="720678"/>
                    <a:pt x="1363927" y="719272"/>
                  </a:cubicBezTo>
                  <a:lnTo>
                    <a:pt x="1363927" y="197622"/>
                  </a:lnTo>
                  <a:cubicBezTo>
                    <a:pt x="1363931" y="196946"/>
                    <a:pt x="1363666" y="196295"/>
                    <a:pt x="1363190" y="195814"/>
                  </a:cubicBezTo>
                  <a:lnTo>
                    <a:pt x="1227302" y="59927"/>
                  </a:lnTo>
                  <a:cubicBezTo>
                    <a:pt x="1226313" y="58928"/>
                    <a:pt x="1224702" y="58920"/>
                    <a:pt x="1223703" y="59909"/>
                  </a:cubicBezTo>
                  <a:cubicBezTo>
                    <a:pt x="1223216" y="60391"/>
                    <a:pt x="1222945" y="61050"/>
                    <a:pt x="1222949" y="61735"/>
                  </a:cubicBezTo>
                  <a:lnTo>
                    <a:pt x="1222949" y="719273"/>
                  </a:lnTo>
                  <a:cubicBezTo>
                    <a:pt x="1222949" y="720678"/>
                    <a:pt x="1224089" y="721818"/>
                    <a:pt x="1225494" y="721818"/>
                  </a:cubicBezTo>
                  <a:lnTo>
                    <a:pt x="1361382" y="721817"/>
                  </a:lnTo>
                  <a:close/>
                  <a:moveTo>
                    <a:pt x="517727" y="106875"/>
                  </a:moveTo>
                  <a:cubicBezTo>
                    <a:pt x="517727" y="105099"/>
                    <a:pt x="516288" y="103660"/>
                    <a:pt x="514512" y="103660"/>
                  </a:cubicBezTo>
                  <a:lnTo>
                    <a:pt x="170675" y="103660"/>
                  </a:lnTo>
                  <a:cubicBezTo>
                    <a:pt x="168899" y="103660"/>
                    <a:pt x="167460" y="105099"/>
                    <a:pt x="167460" y="106874"/>
                  </a:cubicBezTo>
                  <a:lnTo>
                    <a:pt x="167460" y="718469"/>
                  </a:lnTo>
                  <a:cubicBezTo>
                    <a:pt x="167460" y="720244"/>
                    <a:pt x="168899" y="721683"/>
                    <a:pt x="170675" y="721683"/>
                  </a:cubicBezTo>
                  <a:lnTo>
                    <a:pt x="514512" y="721683"/>
                  </a:lnTo>
                  <a:cubicBezTo>
                    <a:pt x="516288" y="721683"/>
                    <a:pt x="517727" y="720244"/>
                    <a:pt x="517727" y="718469"/>
                  </a:cubicBezTo>
                  <a:lnTo>
                    <a:pt x="517727" y="106875"/>
                  </a:lnTo>
                  <a:close/>
                  <a:moveTo>
                    <a:pt x="739674" y="721884"/>
                  </a:moveTo>
                  <a:cubicBezTo>
                    <a:pt x="741820" y="721884"/>
                    <a:pt x="743559" y="720145"/>
                    <a:pt x="743559" y="718000"/>
                  </a:cubicBezTo>
                  <a:lnTo>
                    <a:pt x="743559" y="381864"/>
                  </a:lnTo>
                  <a:cubicBezTo>
                    <a:pt x="743564" y="380444"/>
                    <a:pt x="742793" y="379134"/>
                    <a:pt x="741550" y="378449"/>
                  </a:cubicBezTo>
                  <a:lnTo>
                    <a:pt x="554562" y="274641"/>
                  </a:lnTo>
                  <a:cubicBezTo>
                    <a:pt x="552683" y="273605"/>
                    <a:pt x="550321" y="274289"/>
                    <a:pt x="549285" y="276167"/>
                  </a:cubicBezTo>
                  <a:cubicBezTo>
                    <a:pt x="548966" y="276746"/>
                    <a:pt x="548800" y="277396"/>
                    <a:pt x="548802" y="278057"/>
                  </a:cubicBezTo>
                  <a:lnTo>
                    <a:pt x="548802" y="718000"/>
                  </a:lnTo>
                  <a:cubicBezTo>
                    <a:pt x="548802" y="720145"/>
                    <a:pt x="550542" y="721884"/>
                    <a:pt x="552687" y="721884"/>
                  </a:cubicBezTo>
                  <a:lnTo>
                    <a:pt x="739674" y="721884"/>
                  </a:lnTo>
                  <a:close/>
                </a:path>
              </a:pathLst>
            </a:custGeom>
            <a:grpFill/>
            <a:ln w="6697" cap="flat">
              <a:noFill/>
              <a:prstDash val="solid"/>
              <a:miter/>
            </a:ln>
          </p:spPr>
          <p:txBody>
            <a:bodyPr/>
            <a:lstStyle/>
            <a:p>
              <a:endParaRPr lang="en-US"/>
            </a:p>
          </p:txBody>
        </p:sp>
        <p:sp>
          <p:nvSpPr>
            <p:cNvPr id="101" name="Free-form: Shape 306">
              <a:extLst>
                <a:ext uri="{FF2B5EF4-FFF2-40B4-BE49-F238E27FC236}">
                  <a16:creationId xmlns:a16="http://schemas.microsoft.com/office/drawing/2014/main" id="{144C8B8B-5514-E76A-4769-594BED30F15C}"/>
                </a:ext>
              </a:extLst>
            </p:cNvPr>
            <p:cNvSpPr>
              <a:spLocks noChangeAspect="1"/>
            </p:cNvSpPr>
            <p:nvPr/>
          </p:nvSpPr>
          <p:spPr>
            <a:xfrm>
              <a:off x="3227489" y="1180468"/>
              <a:ext cx="47892" cy="43460"/>
            </a:xfrm>
            <a:custGeom>
              <a:avLst/>
              <a:gdLst>
                <a:gd name="csX0" fmla="*/ 40791 w 47892"/>
                <a:gd name="csY0" fmla="*/ 43457 h 43460"/>
                <a:gd name="csX1" fmla="*/ 11056 w 47892"/>
                <a:gd name="csY1" fmla="*/ 42654 h 43460"/>
                <a:gd name="csX2" fmla="*/ 5 w 47892"/>
                <a:gd name="csY2" fmla="*/ 31008 h 43460"/>
                <a:gd name="csX3" fmla="*/ 5 w 47892"/>
                <a:gd name="csY3" fmla="*/ 31000 h 43460"/>
                <a:gd name="csX4" fmla="*/ 608 w 47892"/>
                <a:gd name="csY4" fmla="*/ 8364 h 43460"/>
                <a:gd name="csX5" fmla="*/ 9337 w 47892"/>
                <a:gd name="csY5" fmla="*/ 3 h 43460"/>
                <a:gd name="csX6" fmla="*/ 11457 w 47892"/>
                <a:gd name="csY6" fmla="*/ 327 h 43460"/>
                <a:gd name="csX7" fmla="*/ 40791 w 47892"/>
                <a:gd name="csY7" fmla="*/ 8698 h 43460"/>
                <a:gd name="csX8" fmla="*/ 47890 w 47892"/>
                <a:gd name="csY8" fmla="*/ 18209 h 43460"/>
                <a:gd name="csX9" fmla="*/ 47355 w 47892"/>
                <a:gd name="csY9" fmla="*/ 37296 h 43460"/>
                <a:gd name="csX10" fmla="*/ 40798 w 47892"/>
                <a:gd name="csY10" fmla="*/ 43457 h 43460"/>
                <a:gd name="csX11" fmla="*/ 40791 w 47892"/>
                <a:gd name="csY11" fmla="*/ 43457 h 43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892" h="43460">
                  <a:moveTo>
                    <a:pt x="40791" y="43457"/>
                  </a:moveTo>
                  <a:lnTo>
                    <a:pt x="11056" y="42654"/>
                  </a:lnTo>
                  <a:cubicBezTo>
                    <a:pt x="4770" y="42470"/>
                    <a:pt x="-177" y="37257"/>
                    <a:pt x="5" y="31008"/>
                  </a:cubicBezTo>
                  <a:cubicBezTo>
                    <a:pt x="5" y="31006"/>
                    <a:pt x="5" y="31003"/>
                    <a:pt x="5" y="31000"/>
                  </a:cubicBezTo>
                  <a:lnTo>
                    <a:pt x="608" y="8364"/>
                  </a:lnTo>
                  <a:cubicBezTo>
                    <a:pt x="732" y="3631"/>
                    <a:pt x="4641" y="-112"/>
                    <a:pt x="9337" y="3"/>
                  </a:cubicBezTo>
                  <a:cubicBezTo>
                    <a:pt x="10055" y="20"/>
                    <a:pt x="10767" y="129"/>
                    <a:pt x="11457" y="327"/>
                  </a:cubicBezTo>
                  <a:lnTo>
                    <a:pt x="40791" y="8698"/>
                  </a:lnTo>
                  <a:cubicBezTo>
                    <a:pt x="45055" y="9839"/>
                    <a:pt x="47987" y="13766"/>
                    <a:pt x="47890" y="18209"/>
                  </a:cubicBezTo>
                  <a:lnTo>
                    <a:pt x="47355" y="37296"/>
                  </a:lnTo>
                  <a:cubicBezTo>
                    <a:pt x="47246" y="40808"/>
                    <a:pt x="44310" y="43567"/>
                    <a:pt x="40798" y="43457"/>
                  </a:cubicBezTo>
                  <a:cubicBezTo>
                    <a:pt x="40796" y="43457"/>
                    <a:pt x="40793" y="43457"/>
                    <a:pt x="40791" y="43457"/>
                  </a:cubicBezTo>
                  <a:close/>
                </a:path>
              </a:pathLst>
            </a:custGeom>
            <a:grpFill/>
            <a:ln w="6697" cap="flat">
              <a:noFill/>
              <a:prstDash val="solid"/>
              <a:miter/>
            </a:ln>
          </p:spPr>
          <p:txBody>
            <a:bodyPr/>
            <a:lstStyle/>
            <a:p>
              <a:endParaRPr lang="en-US"/>
            </a:p>
          </p:txBody>
        </p:sp>
        <p:sp>
          <p:nvSpPr>
            <p:cNvPr id="102" name="Rectangle 101">
              <a:extLst>
                <a:ext uri="{FF2B5EF4-FFF2-40B4-BE49-F238E27FC236}">
                  <a16:creationId xmlns:a16="http://schemas.microsoft.com/office/drawing/2014/main" id="{EF3FE0D4-F813-E2C9-E7B1-A55033A08BEF}"/>
                </a:ext>
              </a:extLst>
            </p:cNvPr>
            <p:cNvSpPr>
              <a:spLocks noChangeAspect="1"/>
            </p:cNvSpPr>
            <p:nvPr/>
          </p:nvSpPr>
          <p:spPr>
            <a:xfrm rot="21594000">
              <a:off x="2213193" y="1196935"/>
              <a:ext cx="43934" cy="43934"/>
            </a:xfrm>
            <a:prstGeom prst="rect">
              <a:avLst/>
            </a:prstGeom>
            <a:grpFill/>
            <a:ln w="6697" cap="flat">
              <a:noFill/>
              <a:prstDash val="solid"/>
              <a:miter/>
            </a:ln>
          </p:spPr>
          <p:txBody>
            <a:bodyPr/>
            <a:lstStyle/>
            <a:p>
              <a:endParaRPr lang="en-US"/>
            </a:p>
          </p:txBody>
        </p:sp>
        <p:sp>
          <p:nvSpPr>
            <p:cNvPr id="103" name="Rectangle 102">
              <a:extLst>
                <a:ext uri="{FF2B5EF4-FFF2-40B4-BE49-F238E27FC236}">
                  <a16:creationId xmlns:a16="http://schemas.microsoft.com/office/drawing/2014/main" id="{F5E488C4-EC47-0921-8DE5-45FBF35F2BA3}"/>
                </a:ext>
              </a:extLst>
            </p:cNvPr>
            <p:cNvSpPr>
              <a:spLocks noChangeAspect="1"/>
            </p:cNvSpPr>
            <p:nvPr/>
          </p:nvSpPr>
          <p:spPr>
            <a:xfrm rot="21564000">
              <a:off x="2340843" y="1196399"/>
              <a:ext cx="44737" cy="44871"/>
            </a:xfrm>
            <a:prstGeom prst="rect">
              <a:avLst/>
            </a:prstGeom>
            <a:grpFill/>
            <a:ln w="6697" cap="flat">
              <a:noFill/>
              <a:prstDash val="solid"/>
              <a:miter/>
            </a:ln>
          </p:spPr>
          <p:txBody>
            <a:bodyPr/>
            <a:lstStyle/>
            <a:p>
              <a:endParaRPr lang="en-US"/>
            </a:p>
          </p:txBody>
        </p:sp>
        <p:sp>
          <p:nvSpPr>
            <p:cNvPr id="104" name="Free-form: Shape 313">
              <a:extLst>
                <a:ext uri="{FF2B5EF4-FFF2-40B4-BE49-F238E27FC236}">
                  <a16:creationId xmlns:a16="http://schemas.microsoft.com/office/drawing/2014/main" id="{592B4629-F2E0-C631-3B54-E0CC83C79961}"/>
                </a:ext>
              </a:extLst>
            </p:cNvPr>
            <p:cNvSpPr>
              <a:spLocks noChangeAspect="1"/>
            </p:cNvSpPr>
            <p:nvPr/>
          </p:nvSpPr>
          <p:spPr>
            <a:xfrm>
              <a:off x="3019343" y="1201291"/>
              <a:ext cx="47416" cy="50093"/>
            </a:xfrm>
            <a:custGeom>
              <a:avLst/>
              <a:gdLst>
                <a:gd name="csX0" fmla="*/ 8238 w 47416"/>
                <a:gd name="csY0" fmla="*/ 49892 h 50093"/>
                <a:gd name="csX1" fmla="*/ 198 w 47416"/>
                <a:gd name="csY1" fmla="*/ 45136 h 50093"/>
                <a:gd name="csX2" fmla="*/ 0 w 47416"/>
                <a:gd name="csY2" fmla="*/ 43529 h 50093"/>
                <a:gd name="csX3" fmla="*/ 0 w 47416"/>
                <a:gd name="csY3" fmla="*/ 19017 h 50093"/>
                <a:gd name="csX4" fmla="*/ 7970 w 47416"/>
                <a:gd name="csY4" fmla="*/ 8770 h 50093"/>
                <a:gd name="csX5" fmla="*/ 41858 w 47416"/>
                <a:gd name="csY5" fmla="*/ 131 h 50093"/>
                <a:gd name="csX6" fmla="*/ 47287 w 47416"/>
                <a:gd name="csY6" fmla="*/ 3417 h 50093"/>
                <a:gd name="csX7" fmla="*/ 47417 w 47416"/>
                <a:gd name="csY7" fmla="*/ 4484 h 50093"/>
                <a:gd name="csX8" fmla="*/ 47417 w 47416"/>
                <a:gd name="csY8" fmla="*/ 34622 h 50093"/>
                <a:gd name="csX9" fmla="*/ 42193 w 47416"/>
                <a:gd name="csY9" fmla="*/ 41319 h 50093"/>
                <a:gd name="csX10" fmla="*/ 8238 w 47416"/>
                <a:gd name="csY10" fmla="*/ 49892 h 500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416" h="50093">
                  <a:moveTo>
                    <a:pt x="8238" y="49892"/>
                  </a:moveTo>
                  <a:cubicBezTo>
                    <a:pt x="4686" y="50780"/>
                    <a:pt x="1087" y="48651"/>
                    <a:pt x="198" y="45136"/>
                  </a:cubicBezTo>
                  <a:cubicBezTo>
                    <a:pt x="65" y="44611"/>
                    <a:pt x="-1" y="44071"/>
                    <a:pt x="0" y="43529"/>
                  </a:cubicBezTo>
                  <a:lnTo>
                    <a:pt x="0" y="19017"/>
                  </a:lnTo>
                  <a:cubicBezTo>
                    <a:pt x="3" y="14163"/>
                    <a:pt x="3289" y="9938"/>
                    <a:pt x="7970" y="8770"/>
                  </a:cubicBezTo>
                  <a:lnTo>
                    <a:pt x="41858" y="131"/>
                  </a:lnTo>
                  <a:cubicBezTo>
                    <a:pt x="44264" y="-461"/>
                    <a:pt x="46695" y="1010"/>
                    <a:pt x="47287" y="3417"/>
                  </a:cubicBezTo>
                  <a:cubicBezTo>
                    <a:pt x="47373" y="3766"/>
                    <a:pt x="47416" y="4124"/>
                    <a:pt x="47417" y="4484"/>
                  </a:cubicBezTo>
                  <a:lnTo>
                    <a:pt x="47417" y="34622"/>
                  </a:lnTo>
                  <a:cubicBezTo>
                    <a:pt x="47419" y="37770"/>
                    <a:pt x="45270" y="40525"/>
                    <a:pt x="42193" y="41319"/>
                  </a:cubicBezTo>
                  <a:lnTo>
                    <a:pt x="8238" y="49892"/>
                  </a:lnTo>
                  <a:close/>
                </a:path>
              </a:pathLst>
            </a:custGeom>
            <a:grpFill/>
            <a:ln w="6697" cap="flat">
              <a:noFill/>
              <a:prstDash val="solid"/>
              <a:miter/>
            </a:ln>
          </p:spPr>
          <p:txBody>
            <a:bodyPr/>
            <a:lstStyle/>
            <a:p>
              <a:endParaRPr lang="en-US"/>
            </a:p>
          </p:txBody>
        </p:sp>
        <p:sp>
          <p:nvSpPr>
            <p:cNvPr id="105" name="Free-form: Shape 315">
              <a:extLst>
                <a:ext uri="{FF2B5EF4-FFF2-40B4-BE49-F238E27FC236}">
                  <a16:creationId xmlns:a16="http://schemas.microsoft.com/office/drawing/2014/main" id="{19E576E5-FCEC-DFA2-D178-685DA2BBF1D9}"/>
                </a:ext>
              </a:extLst>
            </p:cNvPr>
            <p:cNvSpPr>
              <a:spLocks noChangeAspect="1"/>
            </p:cNvSpPr>
            <p:nvPr/>
          </p:nvSpPr>
          <p:spPr>
            <a:xfrm>
              <a:off x="2892729" y="1223932"/>
              <a:ext cx="54990" cy="52894"/>
            </a:xfrm>
            <a:custGeom>
              <a:avLst/>
              <a:gdLst>
                <a:gd name="csX0" fmla="*/ 33991 w 54990"/>
                <a:gd name="csY0" fmla="*/ 44061 h 52894"/>
                <a:gd name="csX1" fmla="*/ 8140 w 54990"/>
                <a:gd name="csY1" fmla="*/ 52767 h 52894"/>
                <a:gd name="csX2" fmla="*/ 1753 w 54990"/>
                <a:gd name="csY2" fmla="*/ 48690 h 52894"/>
                <a:gd name="csX3" fmla="*/ 1643 w 54990"/>
                <a:gd name="csY3" fmla="*/ 47945 h 52894"/>
                <a:gd name="csX4" fmla="*/ 36 w 54990"/>
                <a:gd name="csY4" fmla="*/ 25777 h 52894"/>
                <a:gd name="csX5" fmla="*/ 9345 w 54990"/>
                <a:gd name="csY5" fmla="*/ 13053 h 52894"/>
                <a:gd name="csX6" fmla="*/ 20998 w 54990"/>
                <a:gd name="csY6" fmla="*/ 8833 h 52894"/>
                <a:gd name="csX7" fmla="*/ 46850 w 54990"/>
                <a:gd name="csY7" fmla="*/ 127 h 52894"/>
                <a:gd name="csX8" fmla="*/ 53236 w 54990"/>
                <a:gd name="csY8" fmla="*/ 4205 h 52894"/>
                <a:gd name="csX9" fmla="*/ 53346 w 54990"/>
                <a:gd name="csY9" fmla="*/ 4949 h 52894"/>
                <a:gd name="csX10" fmla="*/ 54953 w 54990"/>
                <a:gd name="csY10" fmla="*/ 27117 h 52894"/>
                <a:gd name="csX11" fmla="*/ 45711 w 54990"/>
                <a:gd name="csY11" fmla="*/ 39842 h 52894"/>
                <a:gd name="csX12" fmla="*/ 33991 w 54990"/>
                <a:gd name="csY12" fmla="*/ 44061 h 528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4990" h="52894">
                  <a:moveTo>
                    <a:pt x="33991" y="44061"/>
                  </a:moveTo>
                  <a:cubicBezTo>
                    <a:pt x="22740" y="48570"/>
                    <a:pt x="14122" y="51473"/>
                    <a:pt x="8140" y="52767"/>
                  </a:cubicBezTo>
                  <a:cubicBezTo>
                    <a:pt x="5250" y="53405"/>
                    <a:pt x="2391" y="51579"/>
                    <a:pt x="1753" y="48690"/>
                  </a:cubicBezTo>
                  <a:cubicBezTo>
                    <a:pt x="1699" y="48445"/>
                    <a:pt x="1662" y="48196"/>
                    <a:pt x="1643" y="47945"/>
                  </a:cubicBezTo>
                  <a:lnTo>
                    <a:pt x="36" y="25777"/>
                  </a:lnTo>
                  <a:cubicBezTo>
                    <a:pt x="-420" y="19822"/>
                    <a:pt x="3531" y="14421"/>
                    <a:pt x="9345" y="13053"/>
                  </a:cubicBezTo>
                  <a:cubicBezTo>
                    <a:pt x="11131" y="12651"/>
                    <a:pt x="15015" y="11244"/>
                    <a:pt x="20998" y="8833"/>
                  </a:cubicBezTo>
                  <a:cubicBezTo>
                    <a:pt x="32294" y="4324"/>
                    <a:pt x="40911" y="1422"/>
                    <a:pt x="46850" y="127"/>
                  </a:cubicBezTo>
                  <a:cubicBezTo>
                    <a:pt x="49739" y="-511"/>
                    <a:pt x="52598" y="1315"/>
                    <a:pt x="53236" y="4205"/>
                  </a:cubicBezTo>
                  <a:cubicBezTo>
                    <a:pt x="53290" y="4450"/>
                    <a:pt x="53327" y="4699"/>
                    <a:pt x="53346" y="4949"/>
                  </a:cubicBezTo>
                  <a:lnTo>
                    <a:pt x="54953" y="27117"/>
                  </a:lnTo>
                  <a:cubicBezTo>
                    <a:pt x="55416" y="33053"/>
                    <a:pt x="51499" y="38445"/>
                    <a:pt x="45711" y="39842"/>
                  </a:cubicBezTo>
                  <a:cubicBezTo>
                    <a:pt x="43880" y="40288"/>
                    <a:pt x="39974" y="41695"/>
                    <a:pt x="33991" y="44061"/>
                  </a:cubicBezTo>
                  <a:close/>
                </a:path>
              </a:pathLst>
            </a:custGeom>
            <a:grpFill/>
            <a:ln w="6697" cap="flat">
              <a:noFill/>
              <a:prstDash val="solid"/>
              <a:miter/>
            </a:ln>
          </p:spPr>
          <p:txBody>
            <a:bodyPr/>
            <a:lstStyle/>
            <a:p>
              <a:endParaRPr lang="en-US"/>
            </a:p>
          </p:txBody>
        </p:sp>
        <p:sp>
          <p:nvSpPr>
            <p:cNvPr id="106" name="Rectangle 105">
              <a:extLst>
                <a:ext uri="{FF2B5EF4-FFF2-40B4-BE49-F238E27FC236}">
                  <a16:creationId xmlns:a16="http://schemas.microsoft.com/office/drawing/2014/main" id="{DE5972E9-E8B7-5BC2-455B-67233D74D815}"/>
                </a:ext>
              </a:extLst>
            </p:cNvPr>
            <p:cNvSpPr>
              <a:spLocks noChangeAspect="1"/>
            </p:cNvSpPr>
            <p:nvPr/>
          </p:nvSpPr>
          <p:spPr>
            <a:xfrm rot="150000">
              <a:off x="3228632" y="1287683"/>
              <a:ext cx="46612" cy="37370"/>
            </a:xfrm>
            <a:prstGeom prst="rect">
              <a:avLst/>
            </a:prstGeom>
            <a:grpFill/>
            <a:ln w="6697" cap="flat">
              <a:noFill/>
              <a:prstDash val="solid"/>
              <a:miter/>
            </a:ln>
          </p:spPr>
          <p:txBody>
            <a:bodyPr/>
            <a:lstStyle/>
            <a:p>
              <a:endParaRPr lang="en-US"/>
            </a:p>
          </p:txBody>
        </p:sp>
        <p:sp>
          <p:nvSpPr>
            <p:cNvPr id="107" name="Rectangle 106">
              <a:extLst>
                <a:ext uri="{FF2B5EF4-FFF2-40B4-BE49-F238E27FC236}">
                  <a16:creationId xmlns:a16="http://schemas.microsoft.com/office/drawing/2014/main" id="{17616BA8-38F1-561F-89AA-EDC27FF1F59E}"/>
                </a:ext>
              </a:extLst>
            </p:cNvPr>
            <p:cNvSpPr>
              <a:spLocks noChangeAspect="1"/>
            </p:cNvSpPr>
            <p:nvPr/>
          </p:nvSpPr>
          <p:spPr>
            <a:xfrm rot="12000">
              <a:off x="2340977" y="1316950"/>
              <a:ext cx="44201" cy="47148"/>
            </a:xfrm>
            <a:prstGeom prst="rect">
              <a:avLst/>
            </a:prstGeom>
            <a:grpFill/>
            <a:ln w="6697" cap="flat">
              <a:noFill/>
              <a:prstDash val="solid"/>
              <a:miter/>
            </a:ln>
          </p:spPr>
          <p:txBody>
            <a:bodyPr/>
            <a:lstStyle/>
            <a:p>
              <a:endParaRPr lang="en-US"/>
            </a:p>
          </p:txBody>
        </p:sp>
        <p:sp>
          <p:nvSpPr>
            <p:cNvPr id="108" name="Rectangle 107">
              <a:extLst>
                <a:ext uri="{FF2B5EF4-FFF2-40B4-BE49-F238E27FC236}">
                  <a16:creationId xmlns:a16="http://schemas.microsoft.com/office/drawing/2014/main" id="{E9758B04-9A00-33AE-1EAD-848BFE69B1DA}"/>
                </a:ext>
              </a:extLst>
            </p:cNvPr>
            <p:cNvSpPr>
              <a:spLocks noChangeAspect="1"/>
            </p:cNvSpPr>
            <p:nvPr/>
          </p:nvSpPr>
          <p:spPr>
            <a:xfrm rot="21570000">
              <a:off x="2212389" y="1318423"/>
              <a:ext cx="44737" cy="44737"/>
            </a:xfrm>
            <a:prstGeom prst="rect">
              <a:avLst/>
            </a:prstGeom>
            <a:grpFill/>
            <a:ln w="6697" cap="flat">
              <a:noFill/>
              <a:prstDash val="solid"/>
              <a:miter/>
            </a:ln>
          </p:spPr>
          <p:txBody>
            <a:bodyPr/>
            <a:lstStyle/>
            <a:p>
              <a:endParaRPr lang="en-US"/>
            </a:p>
          </p:txBody>
        </p:sp>
        <p:sp>
          <p:nvSpPr>
            <p:cNvPr id="109" name="Free-form: Shape 322">
              <a:extLst>
                <a:ext uri="{FF2B5EF4-FFF2-40B4-BE49-F238E27FC236}">
                  <a16:creationId xmlns:a16="http://schemas.microsoft.com/office/drawing/2014/main" id="{4896AA0E-057E-55B0-EC3F-4D0591B701AD}"/>
                </a:ext>
              </a:extLst>
            </p:cNvPr>
            <p:cNvSpPr>
              <a:spLocks noChangeAspect="1"/>
            </p:cNvSpPr>
            <p:nvPr/>
          </p:nvSpPr>
          <p:spPr>
            <a:xfrm>
              <a:off x="3020079" y="1319468"/>
              <a:ext cx="46814" cy="54126"/>
            </a:xfrm>
            <a:custGeom>
              <a:avLst/>
              <a:gdLst>
                <a:gd name="csX0" fmla="*/ 40385 w 46814"/>
                <a:gd name="csY0" fmla="*/ 161 h 54126"/>
                <a:gd name="csX1" fmla="*/ 46655 w 46814"/>
                <a:gd name="csY1" fmla="*/ 3885 h 54126"/>
                <a:gd name="csX2" fmla="*/ 46814 w 46814"/>
                <a:gd name="csY2" fmla="*/ 5117 h 54126"/>
                <a:gd name="csX3" fmla="*/ 46814 w 46814"/>
                <a:gd name="csY3" fmla="*/ 38536 h 54126"/>
                <a:gd name="csX4" fmla="*/ 41590 w 46814"/>
                <a:gd name="csY4" fmla="*/ 45233 h 54126"/>
                <a:gd name="csX5" fmla="*/ 7434 w 46814"/>
                <a:gd name="csY5" fmla="*/ 53940 h 54126"/>
                <a:gd name="csX6" fmla="*/ 185 w 46814"/>
                <a:gd name="csY6" fmla="*/ 49638 h 54126"/>
                <a:gd name="csX7" fmla="*/ 0 w 46814"/>
                <a:gd name="csY7" fmla="*/ 48180 h 54126"/>
                <a:gd name="csX8" fmla="*/ 0 w 46814"/>
                <a:gd name="csY8" fmla="*/ 15364 h 54126"/>
                <a:gd name="csX9" fmla="*/ 4889 w 46814"/>
                <a:gd name="csY9" fmla="*/ 9135 h 54126"/>
                <a:gd name="csX10" fmla="*/ 40385 w 46814"/>
                <a:gd name="csY10" fmla="*/ 161 h 54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6814" h="54126">
                  <a:moveTo>
                    <a:pt x="40385" y="161"/>
                  </a:moveTo>
                  <a:cubicBezTo>
                    <a:pt x="43145" y="-542"/>
                    <a:pt x="45952" y="1126"/>
                    <a:pt x="46655" y="3885"/>
                  </a:cubicBezTo>
                  <a:cubicBezTo>
                    <a:pt x="46757" y="4288"/>
                    <a:pt x="46811" y="4701"/>
                    <a:pt x="46814" y="5117"/>
                  </a:cubicBezTo>
                  <a:lnTo>
                    <a:pt x="46814" y="38536"/>
                  </a:lnTo>
                  <a:cubicBezTo>
                    <a:pt x="46817" y="41722"/>
                    <a:pt x="44657" y="44490"/>
                    <a:pt x="41590" y="45233"/>
                  </a:cubicBezTo>
                  <a:lnTo>
                    <a:pt x="7434" y="53940"/>
                  </a:lnTo>
                  <a:cubicBezTo>
                    <a:pt x="4244" y="54754"/>
                    <a:pt x="999" y="52828"/>
                    <a:pt x="185" y="49638"/>
                  </a:cubicBezTo>
                  <a:cubicBezTo>
                    <a:pt x="63" y="49161"/>
                    <a:pt x="1" y="48672"/>
                    <a:pt x="0" y="48180"/>
                  </a:cubicBezTo>
                  <a:lnTo>
                    <a:pt x="0" y="15364"/>
                  </a:lnTo>
                  <a:cubicBezTo>
                    <a:pt x="7" y="12411"/>
                    <a:pt x="2023" y="9842"/>
                    <a:pt x="4889" y="9135"/>
                  </a:cubicBezTo>
                  <a:lnTo>
                    <a:pt x="40385" y="161"/>
                  </a:lnTo>
                  <a:close/>
                </a:path>
              </a:pathLst>
            </a:custGeom>
            <a:grpFill/>
            <a:ln w="6697" cap="flat">
              <a:noFill/>
              <a:prstDash val="solid"/>
              <a:miter/>
            </a:ln>
          </p:spPr>
          <p:txBody>
            <a:bodyPr/>
            <a:lstStyle/>
            <a:p>
              <a:endParaRPr lang="en-US"/>
            </a:p>
          </p:txBody>
        </p:sp>
        <p:sp>
          <p:nvSpPr>
            <p:cNvPr id="110" name="Free-form: Shape 323">
              <a:extLst>
                <a:ext uri="{FF2B5EF4-FFF2-40B4-BE49-F238E27FC236}">
                  <a16:creationId xmlns:a16="http://schemas.microsoft.com/office/drawing/2014/main" id="{43E50671-406E-EE53-6BAE-08A5F45589E2}"/>
                </a:ext>
              </a:extLst>
            </p:cNvPr>
            <p:cNvSpPr>
              <a:spLocks noChangeAspect="1"/>
            </p:cNvSpPr>
            <p:nvPr/>
          </p:nvSpPr>
          <p:spPr>
            <a:xfrm>
              <a:off x="2895300" y="1338640"/>
              <a:ext cx="52324" cy="50648"/>
            </a:xfrm>
            <a:custGeom>
              <a:avLst/>
              <a:gdLst>
                <a:gd name="csX0" fmla="*/ 22244 w 52324"/>
                <a:gd name="csY0" fmla="*/ 5165 h 50648"/>
                <a:gd name="csX1" fmla="*/ 44948 w 52324"/>
                <a:gd name="csY1" fmla="*/ 76 h 50648"/>
                <a:gd name="csX2" fmla="*/ 51042 w 52324"/>
                <a:gd name="csY2" fmla="*/ 4345 h 50648"/>
                <a:gd name="csX3" fmla="*/ 51110 w 52324"/>
                <a:gd name="csY3" fmla="*/ 4965 h 50648"/>
                <a:gd name="csX4" fmla="*/ 52315 w 52324"/>
                <a:gd name="csY4" fmla="*/ 34031 h 50648"/>
                <a:gd name="csX5" fmla="*/ 47493 w 52324"/>
                <a:gd name="csY5" fmla="*/ 40661 h 50648"/>
                <a:gd name="csX6" fmla="*/ 30147 w 52324"/>
                <a:gd name="csY6" fmla="*/ 45550 h 50648"/>
                <a:gd name="csX7" fmla="*/ 7376 w 52324"/>
                <a:gd name="csY7" fmla="*/ 50573 h 50648"/>
                <a:gd name="csX8" fmla="*/ 1285 w 52324"/>
                <a:gd name="csY8" fmla="*/ 46300 h 50648"/>
                <a:gd name="csX9" fmla="*/ 1215 w 52324"/>
                <a:gd name="csY9" fmla="*/ 45617 h 50648"/>
                <a:gd name="csX10" fmla="*/ 9 w 52324"/>
                <a:gd name="csY10" fmla="*/ 16551 h 50648"/>
                <a:gd name="csX11" fmla="*/ 4831 w 52324"/>
                <a:gd name="csY11" fmla="*/ 9921 h 50648"/>
                <a:gd name="csX12" fmla="*/ 22244 w 52324"/>
                <a:gd name="csY12" fmla="*/ 5165 h 506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324" h="50648">
                  <a:moveTo>
                    <a:pt x="22244" y="5165"/>
                  </a:moveTo>
                  <a:cubicBezTo>
                    <a:pt x="35103" y="2040"/>
                    <a:pt x="42671" y="343"/>
                    <a:pt x="44948" y="76"/>
                  </a:cubicBezTo>
                  <a:cubicBezTo>
                    <a:pt x="47829" y="-411"/>
                    <a:pt x="50558" y="1501"/>
                    <a:pt x="51042" y="4345"/>
                  </a:cubicBezTo>
                  <a:cubicBezTo>
                    <a:pt x="51077" y="4550"/>
                    <a:pt x="51100" y="4757"/>
                    <a:pt x="51110" y="4965"/>
                  </a:cubicBezTo>
                  <a:lnTo>
                    <a:pt x="52315" y="34031"/>
                  </a:lnTo>
                  <a:cubicBezTo>
                    <a:pt x="52480" y="37084"/>
                    <a:pt x="50472" y="39845"/>
                    <a:pt x="47493" y="40661"/>
                  </a:cubicBezTo>
                  <a:cubicBezTo>
                    <a:pt x="45082" y="41688"/>
                    <a:pt x="39300" y="43318"/>
                    <a:pt x="30147" y="45550"/>
                  </a:cubicBezTo>
                  <a:cubicBezTo>
                    <a:pt x="17244" y="48586"/>
                    <a:pt x="9654" y="50260"/>
                    <a:pt x="7376" y="50573"/>
                  </a:cubicBezTo>
                  <a:cubicBezTo>
                    <a:pt x="4495" y="51058"/>
                    <a:pt x="1768" y="49145"/>
                    <a:pt x="1285" y="46300"/>
                  </a:cubicBezTo>
                  <a:cubicBezTo>
                    <a:pt x="1246" y="46074"/>
                    <a:pt x="1223" y="45846"/>
                    <a:pt x="1215" y="45617"/>
                  </a:cubicBezTo>
                  <a:lnTo>
                    <a:pt x="9" y="16551"/>
                  </a:lnTo>
                  <a:cubicBezTo>
                    <a:pt x="-155" y="13498"/>
                    <a:pt x="1853" y="10737"/>
                    <a:pt x="4831" y="9921"/>
                  </a:cubicBezTo>
                  <a:cubicBezTo>
                    <a:pt x="7243" y="8938"/>
                    <a:pt x="13047" y="7353"/>
                    <a:pt x="22244" y="5165"/>
                  </a:cubicBezTo>
                  <a:close/>
                </a:path>
              </a:pathLst>
            </a:custGeom>
            <a:grpFill/>
            <a:ln w="6697" cap="flat">
              <a:noFill/>
              <a:prstDash val="solid"/>
              <a:miter/>
            </a:ln>
          </p:spPr>
          <p:txBody>
            <a:bodyPr/>
            <a:lstStyle/>
            <a:p>
              <a:endParaRPr lang="en-US"/>
            </a:p>
          </p:txBody>
        </p:sp>
        <p:sp>
          <p:nvSpPr>
            <p:cNvPr id="111" name="Free-form: Shape 324">
              <a:extLst>
                <a:ext uri="{FF2B5EF4-FFF2-40B4-BE49-F238E27FC236}">
                  <a16:creationId xmlns:a16="http://schemas.microsoft.com/office/drawing/2014/main" id="{89D3EE24-6F6F-2BD9-2685-334FCD0EABAC}"/>
                </a:ext>
              </a:extLst>
            </p:cNvPr>
            <p:cNvSpPr>
              <a:spLocks noChangeAspect="1"/>
            </p:cNvSpPr>
            <p:nvPr/>
          </p:nvSpPr>
          <p:spPr>
            <a:xfrm>
              <a:off x="2577658" y="1368547"/>
              <a:ext cx="47582" cy="55722"/>
            </a:xfrm>
            <a:custGeom>
              <a:avLst/>
              <a:gdLst>
                <a:gd name="csX0" fmla="*/ 44805 w 47582"/>
                <a:gd name="csY0" fmla="*/ 11089 h 55722"/>
                <a:gd name="csX1" fmla="*/ 45876 w 47582"/>
                <a:gd name="csY1" fmla="*/ 12562 h 55722"/>
                <a:gd name="csX2" fmla="*/ 46680 w 47582"/>
                <a:gd name="csY2" fmla="*/ 52076 h 55722"/>
                <a:gd name="csX3" fmla="*/ 42307 w 47582"/>
                <a:gd name="csY3" fmla="*/ 55705 h 55722"/>
                <a:gd name="csX4" fmla="*/ 42193 w 47582"/>
                <a:gd name="csY4" fmla="*/ 55693 h 55722"/>
                <a:gd name="csX5" fmla="*/ 2411 w 47582"/>
                <a:gd name="csY5" fmla="*/ 47321 h 55722"/>
                <a:gd name="csX6" fmla="*/ 1406 w 47582"/>
                <a:gd name="csY6" fmla="*/ 46919 h 55722"/>
                <a:gd name="csX7" fmla="*/ 737 w 47582"/>
                <a:gd name="csY7" fmla="*/ 46183 h 55722"/>
                <a:gd name="csX8" fmla="*/ 134 w 47582"/>
                <a:gd name="csY8" fmla="*/ 45312 h 55722"/>
                <a:gd name="csX9" fmla="*/ 0 w 47582"/>
                <a:gd name="csY9" fmla="*/ 44240 h 55722"/>
                <a:gd name="csX10" fmla="*/ 804 w 47582"/>
                <a:gd name="csY10" fmla="*/ 3655 h 55722"/>
                <a:gd name="csX11" fmla="*/ 5169 w 47582"/>
                <a:gd name="csY11" fmla="*/ 17 h 55722"/>
                <a:gd name="csX12" fmla="*/ 5358 w 47582"/>
                <a:gd name="csY12" fmla="*/ 38 h 55722"/>
                <a:gd name="csX13" fmla="*/ 43666 w 47582"/>
                <a:gd name="csY13" fmla="*/ 9749 h 55722"/>
                <a:gd name="csX14" fmla="*/ 44805 w 47582"/>
                <a:gd name="csY14" fmla="*/ 11089 h 557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7582" h="55722">
                  <a:moveTo>
                    <a:pt x="44805" y="11089"/>
                  </a:moveTo>
                  <a:cubicBezTo>
                    <a:pt x="45519" y="11982"/>
                    <a:pt x="45876" y="12473"/>
                    <a:pt x="45876" y="12562"/>
                  </a:cubicBezTo>
                  <a:cubicBezTo>
                    <a:pt x="47841" y="24528"/>
                    <a:pt x="48109" y="37699"/>
                    <a:pt x="46680" y="52076"/>
                  </a:cubicBezTo>
                  <a:cubicBezTo>
                    <a:pt x="46474" y="54286"/>
                    <a:pt x="44516" y="55910"/>
                    <a:pt x="42307" y="55705"/>
                  </a:cubicBezTo>
                  <a:cubicBezTo>
                    <a:pt x="42269" y="55701"/>
                    <a:pt x="42231" y="55697"/>
                    <a:pt x="42193" y="55693"/>
                  </a:cubicBezTo>
                  <a:cubicBezTo>
                    <a:pt x="39871" y="55425"/>
                    <a:pt x="26610" y="52634"/>
                    <a:pt x="2411" y="47321"/>
                  </a:cubicBezTo>
                  <a:cubicBezTo>
                    <a:pt x="1920" y="47187"/>
                    <a:pt x="1585" y="47053"/>
                    <a:pt x="1406" y="46919"/>
                  </a:cubicBezTo>
                  <a:cubicBezTo>
                    <a:pt x="1139" y="46651"/>
                    <a:pt x="915" y="46406"/>
                    <a:pt x="737" y="46183"/>
                  </a:cubicBezTo>
                  <a:cubicBezTo>
                    <a:pt x="558" y="45959"/>
                    <a:pt x="357" y="45669"/>
                    <a:pt x="134" y="45312"/>
                  </a:cubicBezTo>
                  <a:cubicBezTo>
                    <a:pt x="45" y="45133"/>
                    <a:pt x="0" y="44776"/>
                    <a:pt x="0" y="44240"/>
                  </a:cubicBezTo>
                  <a:cubicBezTo>
                    <a:pt x="268" y="19505"/>
                    <a:pt x="536" y="5977"/>
                    <a:pt x="804" y="3655"/>
                  </a:cubicBezTo>
                  <a:cubicBezTo>
                    <a:pt x="1005" y="1445"/>
                    <a:pt x="2959" y="-184"/>
                    <a:pt x="5169" y="17"/>
                  </a:cubicBezTo>
                  <a:cubicBezTo>
                    <a:pt x="5232" y="22"/>
                    <a:pt x="5295" y="30"/>
                    <a:pt x="5358" y="38"/>
                  </a:cubicBezTo>
                  <a:cubicBezTo>
                    <a:pt x="19690" y="1914"/>
                    <a:pt x="32459" y="5151"/>
                    <a:pt x="43666" y="9749"/>
                  </a:cubicBezTo>
                  <a:cubicBezTo>
                    <a:pt x="43755" y="9794"/>
                    <a:pt x="44135" y="10241"/>
                    <a:pt x="44805" y="11089"/>
                  </a:cubicBezTo>
                  <a:close/>
                </a:path>
              </a:pathLst>
            </a:custGeom>
            <a:grpFill/>
            <a:ln w="6697" cap="flat">
              <a:noFill/>
              <a:prstDash val="solid"/>
              <a:miter/>
            </a:ln>
          </p:spPr>
          <p:txBody>
            <a:bodyPr/>
            <a:lstStyle/>
            <a:p>
              <a:endParaRPr lang="en-US"/>
            </a:p>
          </p:txBody>
        </p:sp>
        <p:sp>
          <p:nvSpPr>
            <p:cNvPr id="112" name="Rectangle 111">
              <a:extLst>
                <a:ext uri="{FF2B5EF4-FFF2-40B4-BE49-F238E27FC236}">
                  <a16:creationId xmlns:a16="http://schemas.microsoft.com/office/drawing/2014/main" id="{AF57A1F2-E70C-AABB-472E-637C4C0E131A}"/>
                </a:ext>
              </a:extLst>
            </p:cNvPr>
            <p:cNvSpPr>
              <a:spLocks noChangeAspect="1"/>
            </p:cNvSpPr>
            <p:nvPr/>
          </p:nvSpPr>
          <p:spPr>
            <a:xfrm rot="72000">
              <a:off x="3228766" y="1388878"/>
              <a:ext cx="45273" cy="40719"/>
            </a:xfrm>
            <a:prstGeom prst="rect">
              <a:avLst/>
            </a:prstGeom>
            <a:grpFill/>
            <a:ln w="6697" cap="flat">
              <a:noFill/>
              <a:prstDash val="solid"/>
              <a:miter/>
            </a:ln>
          </p:spPr>
          <p:txBody>
            <a:bodyPr/>
            <a:lstStyle/>
            <a:p>
              <a:endParaRPr lang="en-US"/>
            </a:p>
          </p:txBody>
        </p:sp>
        <p:sp>
          <p:nvSpPr>
            <p:cNvPr id="113" name="Rectangle 112">
              <a:extLst>
                <a:ext uri="{FF2B5EF4-FFF2-40B4-BE49-F238E27FC236}">
                  <a16:creationId xmlns:a16="http://schemas.microsoft.com/office/drawing/2014/main" id="{06332EB5-7974-EB8E-1621-AF3AB46F1EB0}"/>
                </a:ext>
              </a:extLst>
            </p:cNvPr>
            <p:cNvSpPr>
              <a:spLocks noChangeAspect="1"/>
            </p:cNvSpPr>
            <p:nvPr/>
          </p:nvSpPr>
          <p:spPr>
            <a:xfrm rot="21534000">
              <a:off x="2213595" y="1438639"/>
              <a:ext cx="44201" cy="46479"/>
            </a:xfrm>
            <a:prstGeom prst="rect">
              <a:avLst/>
            </a:prstGeom>
            <a:grpFill/>
            <a:ln w="6697" cap="flat">
              <a:noFill/>
              <a:prstDash val="solid"/>
              <a:miter/>
            </a:ln>
          </p:spPr>
          <p:txBody>
            <a:bodyPr/>
            <a:lstStyle/>
            <a:p>
              <a:endParaRPr lang="en-US"/>
            </a:p>
          </p:txBody>
        </p:sp>
        <p:sp>
          <p:nvSpPr>
            <p:cNvPr id="114" name="Rectangle 113">
              <a:extLst>
                <a:ext uri="{FF2B5EF4-FFF2-40B4-BE49-F238E27FC236}">
                  <a16:creationId xmlns:a16="http://schemas.microsoft.com/office/drawing/2014/main" id="{35D9B1D1-8792-2C1C-BB88-1DCE4D5C7912}"/>
                </a:ext>
              </a:extLst>
            </p:cNvPr>
            <p:cNvSpPr>
              <a:spLocks noChangeAspect="1"/>
            </p:cNvSpPr>
            <p:nvPr/>
          </p:nvSpPr>
          <p:spPr>
            <a:xfrm rot="21594000">
              <a:off x="2340307" y="1437768"/>
              <a:ext cx="45273" cy="48756"/>
            </a:xfrm>
            <a:prstGeom prst="rect">
              <a:avLst/>
            </a:prstGeom>
            <a:grpFill/>
            <a:ln w="6697" cap="flat">
              <a:noFill/>
              <a:prstDash val="solid"/>
              <a:miter/>
            </a:ln>
          </p:spPr>
          <p:txBody>
            <a:bodyPr/>
            <a:lstStyle/>
            <a:p>
              <a:endParaRPr lang="en-US"/>
            </a:p>
          </p:txBody>
        </p:sp>
        <p:sp>
          <p:nvSpPr>
            <p:cNvPr id="115" name="Free-form: Shape 331">
              <a:extLst>
                <a:ext uri="{FF2B5EF4-FFF2-40B4-BE49-F238E27FC236}">
                  <a16:creationId xmlns:a16="http://schemas.microsoft.com/office/drawing/2014/main" id="{0CAE7DC2-63B6-7DF9-6E49-36BD402B8E18}"/>
                </a:ext>
              </a:extLst>
            </p:cNvPr>
            <p:cNvSpPr>
              <a:spLocks noChangeAspect="1"/>
            </p:cNvSpPr>
            <p:nvPr/>
          </p:nvSpPr>
          <p:spPr>
            <a:xfrm>
              <a:off x="3020146" y="1444126"/>
              <a:ext cx="46211" cy="50975"/>
            </a:xfrm>
            <a:custGeom>
              <a:avLst/>
              <a:gdLst>
                <a:gd name="csX0" fmla="*/ 20025 w 46211"/>
                <a:gd name="csY0" fmla="*/ 3554 h 50975"/>
                <a:gd name="csX1" fmla="*/ 41256 w 46211"/>
                <a:gd name="csY1" fmla="*/ 5 h 50975"/>
                <a:gd name="csX2" fmla="*/ 46145 w 46211"/>
                <a:gd name="csY2" fmla="*/ 5764 h 50975"/>
                <a:gd name="csX3" fmla="*/ 46212 w 46211"/>
                <a:gd name="csY3" fmla="*/ 37978 h 50975"/>
                <a:gd name="csX4" fmla="*/ 40720 w 46211"/>
                <a:gd name="csY4" fmla="*/ 44475 h 50975"/>
                <a:gd name="csX5" fmla="*/ 26254 w 46211"/>
                <a:gd name="csY5" fmla="*/ 47421 h 50975"/>
                <a:gd name="csX6" fmla="*/ 4957 w 46211"/>
                <a:gd name="csY6" fmla="*/ 50971 h 50975"/>
                <a:gd name="csX7" fmla="*/ 67 w 46211"/>
                <a:gd name="csY7" fmla="*/ 45211 h 50975"/>
                <a:gd name="csX8" fmla="*/ 1 w 46211"/>
                <a:gd name="csY8" fmla="*/ 12997 h 50975"/>
                <a:gd name="csX9" fmla="*/ 5492 w 46211"/>
                <a:gd name="csY9" fmla="*/ 6434 h 50975"/>
                <a:gd name="csX10" fmla="*/ 20025 w 46211"/>
                <a:gd name="csY10" fmla="*/ 3554 h 50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6211" h="50975">
                  <a:moveTo>
                    <a:pt x="20025" y="3554"/>
                  </a:moveTo>
                  <a:cubicBezTo>
                    <a:pt x="33732" y="1099"/>
                    <a:pt x="40809" y="-85"/>
                    <a:pt x="41256" y="5"/>
                  </a:cubicBezTo>
                  <a:cubicBezTo>
                    <a:pt x="44078" y="465"/>
                    <a:pt x="46149" y="2905"/>
                    <a:pt x="46145" y="5764"/>
                  </a:cubicBezTo>
                  <a:lnTo>
                    <a:pt x="46212" y="37978"/>
                  </a:lnTo>
                  <a:cubicBezTo>
                    <a:pt x="46222" y="41197"/>
                    <a:pt x="43896" y="43949"/>
                    <a:pt x="40720" y="44475"/>
                  </a:cubicBezTo>
                  <a:cubicBezTo>
                    <a:pt x="38889" y="45010"/>
                    <a:pt x="34067" y="45993"/>
                    <a:pt x="26254" y="47421"/>
                  </a:cubicBezTo>
                  <a:cubicBezTo>
                    <a:pt x="12547" y="49877"/>
                    <a:pt x="5448" y="51060"/>
                    <a:pt x="4957" y="50971"/>
                  </a:cubicBezTo>
                  <a:cubicBezTo>
                    <a:pt x="2134" y="50511"/>
                    <a:pt x="63" y="48071"/>
                    <a:pt x="67" y="45211"/>
                  </a:cubicBezTo>
                  <a:lnTo>
                    <a:pt x="1" y="12997"/>
                  </a:lnTo>
                  <a:cubicBezTo>
                    <a:pt x="-43" y="9753"/>
                    <a:pt x="2291" y="6964"/>
                    <a:pt x="5492" y="6434"/>
                  </a:cubicBezTo>
                  <a:cubicBezTo>
                    <a:pt x="7368" y="5898"/>
                    <a:pt x="12212" y="4938"/>
                    <a:pt x="20025" y="3554"/>
                  </a:cubicBezTo>
                  <a:close/>
                </a:path>
              </a:pathLst>
            </a:custGeom>
            <a:grpFill/>
            <a:ln w="6697" cap="flat">
              <a:noFill/>
              <a:prstDash val="solid"/>
              <a:miter/>
            </a:ln>
          </p:spPr>
          <p:txBody>
            <a:bodyPr/>
            <a:lstStyle/>
            <a:p>
              <a:endParaRPr lang="en-US"/>
            </a:p>
          </p:txBody>
        </p:sp>
        <p:sp>
          <p:nvSpPr>
            <p:cNvPr id="116" name="Free-form: Shape 11">
              <a:extLst>
                <a:ext uri="{FF2B5EF4-FFF2-40B4-BE49-F238E27FC236}">
                  <a16:creationId xmlns:a16="http://schemas.microsoft.com/office/drawing/2014/main" id="{D89C336C-8167-DE33-E780-7D9769AA20A4}"/>
                </a:ext>
              </a:extLst>
            </p:cNvPr>
            <p:cNvSpPr>
              <a:spLocks noChangeAspect="1"/>
            </p:cNvSpPr>
            <p:nvPr/>
          </p:nvSpPr>
          <p:spPr>
            <a:xfrm>
              <a:off x="2896512" y="1455729"/>
              <a:ext cx="50434" cy="48263"/>
            </a:xfrm>
            <a:custGeom>
              <a:avLst/>
              <a:gdLst>
                <a:gd name="csX0" fmla="*/ 21836 w 50434"/>
                <a:gd name="csY0" fmla="*/ 4475 h 48263"/>
                <a:gd name="csX1" fmla="*/ 44003 w 50434"/>
                <a:gd name="csY1" fmla="*/ 55 h 48263"/>
                <a:gd name="csX2" fmla="*/ 49846 w 50434"/>
                <a:gd name="csY2" fmla="*/ 4350 h 48263"/>
                <a:gd name="csX3" fmla="*/ 49897 w 50434"/>
                <a:gd name="csY3" fmla="*/ 4944 h 48263"/>
                <a:gd name="csX4" fmla="*/ 50433 w 50434"/>
                <a:gd name="csY4" fmla="*/ 33273 h 48263"/>
                <a:gd name="csX5" fmla="*/ 45544 w 50434"/>
                <a:gd name="csY5" fmla="*/ 39569 h 48263"/>
                <a:gd name="csX6" fmla="*/ 28600 w 50434"/>
                <a:gd name="csY6" fmla="*/ 43922 h 48263"/>
                <a:gd name="csX7" fmla="*/ 6365 w 50434"/>
                <a:gd name="csY7" fmla="*/ 48208 h 48263"/>
                <a:gd name="csX8" fmla="*/ 523 w 50434"/>
                <a:gd name="csY8" fmla="*/ 43913 h 48263"/>
                <a:gd name="csX9" fmla="*/ 471 w 50434"/>
                <a:gd name="csY9" fmla="*/ 43319 h 48263"/>
                <a:gd name="csX10" fmla="*/ 2 w 50434"/>
                <a:gd name="csY10" fmla="*/ 14990 h 48263"/>
                <a:gd name="csX11" fmla="*/ 4824 w 50434"/>
                <a:gd name="csY11" fmla="*/ 8694 h 48263"/>
                <a:gd name="csX12" fmla="*/ 21836 w 50434"/>
                <a:gd name="csY12" fmla="*/ 4475 h 48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434" h="48263">
                  <a:moveTo>
                    <a:pt x="21836" y="4475"/>
                  </a:moveTo>
                  <a:cubicBezTo>
                    <a:pt x="34426" y="1752"/>
                    <a:pt x="41816" y="278"/>
                    <a:pt x="44003" y="55"/>
                  </a:cubicBezTo>
                  <a:cubicBezTo>
                    <a:pt x="46822" y="-354"/>
                    <a:pt x="49437" y="1569"/>
                    <a:pt x="49846" y="4350"/>
                  </a:cubicBezTo>
                  <a:cubicBezTo>
                    <a:pt x="49874" y="4547"/>
                    <a:pt x="49892" y="4745"/>
                    <a:pt x="49897" y="4944"/>
                  </a:cubicBezTo>
                  <a:lnTo>
                    <a:pt x="50433" y="33273"/>
                  </a:lnTo>
                  <a:cubicBezTo>
                    <a:pt x="50507" y="36247"/>
                    <a:pt x="48468" y="38873"/>
                    <a:pt x="45544" y="39569"/>
                  </a:cubicBezTo>
                  <a:cubicBezTo>
                    <a:pt x="43177" y="40506"/>
                    <a:pt x="37529" y="41957"/>
                    <a:pt x="28600" y="43922"/>
                  </a:cubicBezTo>
                  <a:cubicBezTo>
                    <a:pt x="15964" y="46556"/>
                    <a:pt x="8553" y="47985"/>
                    <a:pt x="6365" y="48208"/>
                  </a:cubicBezTo>
                  <a:cubicBezTo>
                    <a:pt x="3546" y="48617"/>
                    <a:pt x="931" y="46694"/>
                    <a:pt x="523" y="43913"/>
                  </a:cubicBezTo>
                  <a:cubicBezTo>
                    <a:pt x="494" y="43716"/>
                    <a:pt x="477" y="43518"/>
                    <a:pt x="471" y="43319"/>
                  </a:cubicBezTo>
                  <a:lnTo>
                    <a:pt x="2" y="14990"/>
                  </a:lnTo>
                  <a:cubicBezTo>
                    <a:pt x="-79" y="12035"/>
                    <a:pt x="1927" y="9417"/>
                    <a:pt x="4824" y="8694"/>
                  </a:cubicBezTo>
                  <a:cubicBezTo>
                    <a:pt x="7191" y="7757"/>
                    <a:pt x="12861" y="6350"/>
                    <a:pt x="21836" y="4475"/>
                  </a:cubicBezTo>
                  <a:close/>
                </a:path>
              </a:pathLst>
            </a:custGeom>
            <a:grpFill/>
            <a:ln w="6697" cap="flat">
              <a:noFill/>
              <a:prstDash val="solid"/>
              <a:miter/>
            </a:ln>
          </p:spPr>
          <p:txBody>
            <a:bodyPr/>
            <a:lstStyle/>
            <a:p>
              <a:endParaRPr lang="en-US"/>
            </a:p>
          </p:txBody>
        </p:sp>
        <p:sp>
          <p:nvSpPr>
            <p:cNvPr id="117" name="Rectangle 116">
              <a:extLst>
                <a:ext uri="{FF2B5EF4-FFF2-40B4-BE49-F238E27FC236}">
                  <a16:creationId xmlns:a16="http://schemas.microsoft.com/office/drawing/2014/main" id="{0C9C8122-EEF8-702C-1478-DBC72E33AA23}"/>
                </a:ext>
              </a:extLst>
            </p:cNvPr>
            <p:cNvSpPr>
              <a:spLocks noChangeAspect="1"/>
            </p:cNvSpPr>
            <p:nvPr/>
          </p:nvSpPr>
          <p:spPr>
            <a:xfrm rot="12000">
              <a:off x="3230173" y="1493289"/>
              <a:ext cx="42326" cy="42058"/>
            </a:xfrm>
            <a:prstGeom prst="rect">
              <a:avLst/>
            </a:prstGeom>
            <a:grpFill/>
            <a:ln w="6697" cap="flat">
              <a:noFill/>
              <a:prstDash val="solid"/>
              <a:miter/>
            </a:ln>
          </p:spPr>
          <p:txBody>
            <a:bodyPr/>
            <a:lstStyle/>
            <a:p>
              <a:endParaRPr lang="en-US"/>
            </a:p>
          </p:txBody>
        </p:sp>
        <p:sp>
          <p:nvSpPr>
            <p:cNvPr id="118" name="Rectangle 117">
              <a:extLst>
                <a:ext uri="{FF2B5EF4-FFF2-40B4-BE49-F238E27FC236}">
                  <a16:creationId xmlns:a16="http://schemas.microsoft.com/office/drawing/2014/main" id="{0D46E60B-8400-811A-A628-FDB0B8E2A20E}"/>
                </a:ext>
              </a:extLst>
            </p:cNvPr>
            <p:cNvSpPr>
              <a:spLocks noChangeAspect="1"/>
            </p:cNvSpPr>
            <p:nvPr/>
          </p:nvSpPr>
          <p:spPr>
            <a:xfrm rot="21594000">
              <a:off x="2577189" y="1495700"/>
              <a:ext cx="48756" cy="49291"/>
            </a:xfrm>
            <a:prstGeom prst="rect">
              <a:avLst/>
            </a:prstGeom>
            <a:grpFill/>
            <a:ln w="6697" cap="flat">
              <a:noFill/>
              <a:prstDash val="solid"/>
              <a:miter/>
            </a:ln>
          </p:spPr>
          <p:txBody>
            <a:bodyPr/>
            <a:lstStyle/>
            <a:p>
              <a:endParaRPr lang="en-US"/>
            </a:p>
          </p:txBody>
        </p:sp>
        <p:sp>
          <p:nvSpPr>
            <p:cNvPr id="119" name="Rectangle 118">
              <a:extLst>
                <a:ext uri="{FF2B5EF4-FFF2-40B4-BE49-F238E27FC236}">
                  <a16:creationId xmlns:a16="http://schemas.microsoft.com/office/drawing/2014/main" id="{6D200D5C-6027-47F0-1D8C-B562942FAF00}"/>
                </a:ext>
              </a:extLst>
            </p:cNvPr>
            <p:cNvSpPr>
              <a:spLocks noChangeAspect="1"/>
            </p:cNvSpPr>
            <p:nvPr/>
          </p:nvSpPr>
          <p:spPr>
            <a:xfrm rot="21594000">
              <a:off x="2212456" y="1561333"/>
              <a:ext cx="46612" cy="46612"/>
            </a:xfrm>
            <a:prstGeom prst="rect">
              <a:avLst/>
            </a:prstGeom>
            <a:grpFill/>
            <a:ln w="6697" cap="flat">
              <a:noFill/>
              <a:prstDash val="solid"/>
              <a:miter/>
            </a:ln>
          </p:spPr>
          <p:txBody>
            <a:bodyPr/>
            <a:lstStyle/>
            <a:p>
              <a:endParaRPr lang="en-US"/>
            </a:p>
          </p:txBody>
        </p:sp>
        <p:sp>
          <p:nvSpPr>
            <p:cNvPr id="120" name="Rectangle 119">
              <a:extLst>
                <a:ext uri="{FF2B5EF4-FFF2-40B4-BE49-F238E27FC236}">
                  <a16:creationId xmlns:a16="http://schemas.microsoft.com/office/drawing/2014/main" id="{3BCC30D5-AAD8-E24E-5B82-F19ABADE77AF}"/>
                </a:ext>
              </a:extLst>
            </p:cNvPr>
            <p:cNvSpPr>
              <a:spLocks noChangeAspect="1"/>
            </p:cNvSpPr>
            <p:nvPr/>
          </p:nvSpPr>
          <p:spPr>
            <a:xfrm rot="21564000">
              <a:off x="2339369" y="1560596"/>
              <a:ext cx="47282" cy="47282"/>
            </a:xfrm>
            <a:prstGeom prst="rect">
              <a:avLst/>
            </a:prstGeom>
            <a:grpFill/>
            <a:ln w="6697" cap="flat">
              <a:noFill/>
              <a:prstDash val="solid"/>
              <a:miter/>
            </a:ln>
          </p:spPr>
          <p:txBody>
            <a:bodyPr/>
            <a:lstStyle/>
            <a:p>
              <a:endParaRPr lang="en-US"/>
            </a:p>
          </p:txBody>
        </p:sp>
        <p:sp>
          <p:nvSpPr>
            <p:cNvPr id="121" name="Free-form: Shape 536">
              <a:extLst>
                <a:ext uri="{FF2B5EF4-FFF2-40B4-BE49-F238E27FC236}">
                  <a16:creationId xmlns:a16="http://schemas.microsoft.com/office/drawing/2014/main" id="{490BA911-F380-0E48-183E-07A123AFDC56}"/>
                </a:ext>
              </a:extLst>
            </p:cNvPr>
            <p:cNvSpPr>
              <a:spLocks noChangeAspect="1"/>
            </p:cNvSpPr>
            <p:nvPr/>
          </p:nvSpPr>
          <p:spPr>
            <a:xfrm>
              <a:off x="3019610" y="1560485"/>
              <a:ext cx="47349" cy="48398"/>
            </a:xfrm>
            <a:custGeom>
              <a:avLst/>
              <a:gdLst>
                <a:gd name="csX0" fmla="*/ 40251 w 47349"/>
                <a:gd name="csY0" fmla="*/ 178 h 48398"/>
                <a:gd name="csX1" fmla="*/ 47173 w 47349"/>
                <a:gd name="csY1" fmla="*/ 4288 h 48398"/>
                <a:gd name="csX2" fmla="*/ 47350 w 47349"/>
                <a:gd name="csY2" fmla="*/ 5670 h 48398"/>
                <a:gd name="csX3" fmla="*/ 47350 w 47349"/>
                <a:gd name="csY3" fmla="*/ 41902 h 48398"/>
                <a:gd name="csX4" fmla="*/ 40853 w 47349"/>
                <a:gd name="csY4" fmla="*/ 48398 h 48398"/>
                <a:gd name="csX5" fmla="*/ 8104 w 47349"/>
                <a:gd name="csY5" fmla="*/ 48398 h 48398"/>
                <a:gd name="csX6" fmla="*/ 0 w 47349"/>
                <a:gd name="csY6" fmla="*/ 40294 h 48398"/>
                <a:gd name="csX7" fmla="*/ 0 w 47349"/>
                <a:gd name="csY7" fmla="*/ 17055 h 48398"/>
                <a:gd name="csX8" fmla="*/ 6496 w 47349"/>
                <a:gd name="csY8" fmla="*/ 8750 h 48398"/>
                <a:gd name="csX9" fmla="*/ 40251 w 47349"/>
                <a:gd name="csY9" fmla="*/ 178 h 48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349" h="48398">
                  <a:moveTo>
                    <a:pt x="40251" y="178"/>
                  </a:moveTo>
                  <a:cubicBezTo>
                    <a:pt x="43297" y="-599"/>
                    <a:pt x="46396" y="1241"/>
                    <a:pt x="47173" y="4288"/>
                  </a:cubicBezTo>
                  <a:cubicBezTo>
                    <a:pt x="47289" y="4739"/>
                    <a:pt x="47348" y="5203"/>
                    <a:pt x="47350" y="5670"/>
                  </a:cubicBezTo>
                  <a:lnTo>
                    <a:pt x="47350" y="41902"/>
                  </a:lnTo>
                  <a:cubicBezTo>
                    <a:pt x="47350" y="45490"/>
                    <a:pt x="44441" y="48398"/>
                    <a:pt x="40853" y="48398"/>
                  </a:cubicBezTo>
                  <a:lnTo>
                    <a:pt x="8104" y="48398"/>
                  </a:lnTo>
                  <a:cubicBezTo>
                    <a:pt x="3628" y="48398"/>
                    <a:pt x="0" y="44770"/>
                    <a:pt x="0" y="40294"/>
                  </a:cubicBezTo>
                  <a:lnTo>
                    <a:pt x="0" y="17055"/>
                  </a:lnTo>
                  <a:cubicBezTo>
                    <a:pt x="6" y="13125"/>
                    <a:pt x="2683" y="9702"/>
                    <a:pt x="6496" y="8750"/>
                  </a:cubicBezTo>
                  <a:lnTo>
                    <a:pt x="40251" y="178"/>
                  </a:lnTo>
                  <a:close/>
                </a:path>
              </a:pathLst>
            </a:custGeom>
            <a:grpFill/>
            <a:ln w="6697" cap="flat">
              <a:noFill/>
              <a:prstDash val="solid"/>
              <a:miter/>
            </a:ln>
          </p:spPr>
          <p:txBody>
            <a:bodyPr/>
            <a:lstStyle/>
            <a:p>
              <a:endParaRPr lang="en-US"/>
            </a:p>
          </p:txBody>
        </p:sp>
        <p:sp>
          <p:nvSpPr>
            <p:cNvPr id="122" name="Free-form: Shape 537">
              <a:extLst>
                <a:ext uri="{FF2B5EF4-FFF2-40B4-BE49-F238E27FC236}">
                  <a16:creationId xmlns:a16="http://schemas.microsoft.com/office/drawing/2014/main" id="{76F53755-ECA8-4853-40F6-D39D0D4F042F}"/>
                </a:ext>
              </a:extLst>
            </p:cNvPr>
            <p:cNvSpPr>
              <a:spLocks noChangeAspect="1"/>
            </p:cNvSpPr>
            <p:nvPr/>
          </p:nvSpPr>
          <p:spPr>
            <a:xfrm>
              <a:off x="2897385" y="1570096"/>
              <a:ext cx="49693" cy="44547"/>
            </a:xfrm>
            <a:custGeom>
              <a:avLst/>
              <a:gdLst>
                <a:gd name="csX0" fmla="*/ 6630 w 49693"/>
                <a:gd name="csY0" fmla="*/ 44547 h 44547"/>
                <a:gd name="csX1" fmla="*/ 0 w 49693"/>
                <a:gd name="csY1" fmla="*/ 37917 h 44547"/>
                <a:gd name="csX2" fmla="*/ 0 w 49693"/>
                <a:gd name="csY2" fmla="*/ 17959 h 44547"/>
                <a:gd name="csX3" fmla="*/ 7635 w 49693"/>
                <a:gd name="csY3" fmla="*/ 8181 h 44547"/>
                <a:gd name="csX4" fmla="*/ 38576 w 49693"/>
                <a:gd name="csY4" fmla="*/ 278 h 44547"/>
                <a:gd name="csX5" fmla="*/ 49416 w 49693"/>
                <a:gd name="csY5" fmla="*/ 6766 h 44547"/>
                <a:gd name="csX6" fmla="*/ 49694 w 49693"/>
                <a:gd name="csY6" fmla="*/ 8985 h 44547"/>
                <a:gd name="csX7" fmla="*/ 49694 w 49693"/>
                <a:gd name="csY7" fmla="*/ 32693 h 44547"/>
                <a:gd name="csX8" fmla="*/ 37773 w 49693"/>
                <a:gd name="csY8" fmla="*/ 44547 h 44547"/>
                <a:gd name="csX9" fmla="*/ 6630 w 49693"/>
                <a:gd name="csY9" fmla="*/ 44547 h 445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9693" h="44547">
                  <a:moveTo>
                    <a:pt x="6630" y="44547"/>
                  </a:moveTo>
                  <a:cubicBezTo>
                    <a:pt x="2969" y="44547"/>
                    <a:pt x="0" y="41579"/>
                    <a:pt x="0" y="37917"/>
                  </a:cubicBezTo>
                  <a:lnTo>
                    <a:pt x="0" y="17959"/>
                  </a:lnTo>
                  <a:cubicBezTo>
                    <a:pt x="12" y="13319"/>
                    <a:pt x="3160" y="9288"/>
                    <a:pt x="7635" y="8181"/>
                  </a:cubicBezTo>
                  <a:lnTo>
                    <a:pt x="38576" y="278"/>
                  </a:lnTo>
                  <a:cubicBezTo>
                    <a:pt x="43343" y="-942"/>
                    <a:pt x="48195" y="1963"/>
                    <a:pt x="49416" y="6766"/>
                  </a:cubicBezTo>
                  <a:cubicBezTo>
                    <a:pt x="49600" y="7491"/>
                    <a:pt x="49693" y="8237"/>
                    <a:pt x="49694" y="8985"/>
                  </a:cubicBezTo>
                  <a:lnTo>
                    <a:pt x="49694" y="32693"/>
                  </a:lnTo>
                  <a:cubicBezTo>
                    <a:pt x="49694" y="39240"/>
                    <a:pt x="44357" y="44547"/>
                    <a:pt x="37773" y="44547"/>
                  </a:cubicBezTo>
                  <a:lnTo>
                    <a:pt x="6630" y="44547"/>
                  </a:lnTo>
                  <a:close/>
                </a:path>
              </a:pathLst>
            </a:custGeom>
            <a:grpFill/>
            <a:ln w="6697" cap="flat">
              <a:noFill/>
              <a:prstDash val="solid"/>
              <a:miter/>
            </a:ln>
          </p:spPr>
          <p:txBody>
            <a:bodyPr/>
            <a:lstStyle/>
            <a:p>
              <a:endParaRPr lang="en-US"/>
            </a:p>
          </p:txBody>
        </p:sp>
      </p:grpSp>
      <p:graphicFrame>
        <p:nvGraphicFramePr>
          <p:cNvPr id="99" name="Table 98">
            <a:extLst>
              <a:ext uri="{FF2B5EF4-FFF2-40B4-BE49-F238E27FC236}">
                <a16:creationId xmlns:a16="http://schemas.microsoft.com/office/drawing/2014/main" id="{6FEA0175-EE25-8783-E1F7-A3B7EEDFDC70}"/>
              </a:ext>
            </a:extLst>
          </p:cNvPr>
          <p:cNvGraphicFramePr>
            <a:graphicFrameLocks/>
          </p:cNvGraphicFramePr>
          <p:nvPr>
            <p:extLst>
              <p:ext uri="{D42A27DB-BD31-4B8C-83A1-F6EECF244321}">
                <p14:modId xmlns:p14="http://schemas.microsoft.com/office/powerpoint/2010/main" val="395363899"/>
              </p:ext>
            </p:extLst>
          </p:nvPr>
        </p:nvGraphicFramePr>
        <p:xfrm>
          <a:off x="215899" y="9436031"/>
          <a:ext cx="7133807" cy="2961806"/>
        </p:xfrm>
        <a:graphic>
          <a:graphicData uri="http://schemas.openxmlformats.org/drawingml/2006/table">
            <a:tbl>
              <a:tblPr rtl="1"/>
              <a:tblGrid>
                <a:gridCol w="305054">
                  <a:extLst>
                    <a:ext uri="{9D8B030D-6E8A-4147-A177-3AD203B41FA5}">
                      <a16:colId xmlns:a16="http://schemas.microsoft.com/office/drawing/2014/main" val="3562085196"/>
                    </a:ext>
                  </a:extLst>
                </a:gridCol>
                <a:gridCol w="1461537">
                  <a:extLst>
                    <a:ext uri="{9D8B030D-6E8A-4147-A177-3AD203B41FA5}">
                      <a16:colId xmlns:a16="http://schemas.microsoft.com/office/drawing/2014/main" val="20000"/>
                    </a:ext>
                  </a:extLst>
                </a:gridCol>
                <a:gridCol w="5367216">
                  <a:extLst>
                    <a:ext uri="{9D8B030D-6E8A-4147-A177-3AD203B41FA5}">
                      <a16:colId xmlns:a16="http://schemas.microsoft.com/office/drawing/2014/main" val="374937463"/>
                    </a:ext>
                  </a:extLst>
                </a:gridCol>
              </a:tblGrid>
              <a:tr h="266437">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التحديات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rtl="1">
                        <a:lnSpc>
                          <a:spcPct val="105000"/>
                        </a:lnSpc>
                      </a:pPr>
                      <a:endParaRPr lang="ar-SA" sz="1000" b="1" dirty="0">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rtl="1">
                        <a:lnSpc>
                          <a:spcPct val="105000"/>
                        </a:lnSpc>
                      </a:pPr>
                      <a:endParaRPr lang="ar-SA" sz="1000" b="1" dirty="0">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6643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المنظور</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607233">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lnSpc>
                          <a:spcPct val="110000"/>
                        </a:lnSpc>
                        <a:spcBef>
                          <a:spcPts val="0"/>
                        </a:spcBef>
                        <a:spcAft>
                          <a:spcPts val="0"/>
                        </a:spcAft>
                      </a:pPr>
                      <a:r>
                        <a:rPr lang="ar-SA" sz="1000" b="1" dirty="0">
                          <a:solidFill>
                            <a:srgbClr val="172D31"/>
                          </a:solidFill>
                          <a:latin typeface="Abar Mid" pitchFamily="50" charset="-78"/>
                          <a:ea typeface="Abar Mid" pitchFamily="50" charset="-78"/>
                          <a:cs typeface="Abar Mid" pitchFamily="50" charset="-78"/>
                        </a:rPr>
                        <a:t>تجربة المستخدم</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7233">
                <a:tc>
                  <a:txBody>
                    <a:bodyPr/>
                    <a:lstStyle/>
                    <a:p>
                      <a:pPr algn="ctr" rtl="1" fontAlgn="ctr">
                        <a:buNone/>
                      </a:pPr>
                      <a:r>
                        <a:rPr lang="en-US" sz="1000" b="0" i="0" u="none" strike="noStrike" dirty="0">
                          <a:solidFill>
                            <a:srgbClr val="000000"/>
                          </a:solidFill>
                          <a:effectLst/>
                          <a:latin typeface="Abar Mid" pitchFamily="50" charset="-78"/>
                          <a:cs typeface="Abar Mid" pitchFamily="50" charset="-78"/>
                        </a:rPr>
                        <a:t>2</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lnSpc>
                          <a:spcPct val="110000"/>
                        </a:lnSpc>
                        <a:spcBef>
                          <a:spcPts val="0"/>
                        </a:spcBef>
                        <a:spcAft>
                          <a:spcPts val="0"/>
                        </a:spcAft>
                      </a:pPr>
                      <a:r>
                        <a:rPr lang="ar-SA" sz="1000" b="1" dirty="0">
                          <a:solidFill>
                            <a:srgbClr val="172D31"/>
                          </a:solidFill>
                          <a:latin typeface="Abar Mid" pitchFamily="50" charset="-78"/>
                          <a:ea typeface="Abar Mid" pitchFamily="50" charset="-78"/>
                          <a:cs typeface="Abar Mid" pitchFamily="50" charset="-78"/>
                        </a:rPr>
                        <a:t>رضا المستفيد</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37494"/>
                  </a:ext>
                </a:extLst>
              </a:tr>
              <a:tr h="607233">
                <a:tc>
                  <a:txBody>
                    <a:bodyPr/>
                    <a:lstStyle/>
                    <a:p>
                      <a:pPr algn="ctr" rtl="1" fontAlgn="ctr">
                        <a:buNone/>
                      </a:pPr>
                      <a:r>
                        <a:rPr lang="en-US" sz="1000" b="0" i="0" u="none" strike="noStrike" dirty="0">
                          <a:solidFill>
                            <a:srgbClr val="000000"/>
                          </a:solidFill>
                          <a:effectLst/>
                          <a:latin typeface="Abar Mid" pitchFamily="50" charset="-78"/>
                          <a:cs typeface="Abar Mid" pitchFamily="50" charset="-78"/>
                        </a:rPr>
                        <a:t>3</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lnSpc>
                          <a:spcPct val="110000"/>
                        </a:lnSpc>
                        <a:spcBef>
                          <a:spcPts val="0"/>
                        </a:spcBef>
                        <a:spcAft>
                          <a:spcPts val="0"/>
                        </a:spcAft>
                      </a:pPr>
                      <a:r>
                        <a:rPr lang="ar-SA" sz="1000" b="1" dirty="0">
                          <a:solidFill>
                            <a:srgbClr val="172D31"/>
                          </a:solidFill>
                          <a:latin typeface="Abar Mid" pitchFamily="50" charset="-78"/>
                          <a:ea typeface="Abar Mid" pitchFamily="50" charset="-78"/>
                          <a:cs typeface="Abar Mid" pitchFamily="50" charset="-78"/>
                        </a:rPr>
                        <a:t>التعامل مع الشكاوى</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78353301"/>
                  </a:ext>
                </a:extLst>
              </a:tr>
              <a:tr h="607233">
                <a:tc>
                  <a:txBody>
                    <a:bodyPr/>
                    <a:lstStyle/>
                    <a:p>
                      <a:pPr algn="ctr" rtl="1" fontAlgn="ctr">
                        <a:buNone/>
                      </a:pPr>
                      <a:r>
                        <a:rPr lang="en-US" sz="1000" b="0" i="0" u="none" strike="noStrike" dirty="0">
                          <a:solidFill>
                            <a:srgbClr val="000000"/>
                          </a:solidFill>
                          <a:effectLst/>
                          <a:latin typeface="Abar Mid" pitchFamily="50" charset="-78"/>
                          <a:cs typeface="Abar Mid" pitchFamily="50" charset="-78"/>
                        </a:rPr>
                        <a:t>4</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a:lnSpc>
                          <a:spcPct val="110000"/>
                        </a:lnSpc>
                        <a:spcBef>
                          <a:spcPts val="0"/>
                        </a:spcBef>
                        <a:spcAft>
                          <a:spcPts val="0"/>
                        </a:spcAft>
                      </a:pPr>
                      <a:r>
                        <a:rPr lang="ar-SA" sz="1000" b="1" dirty="0">
                          <a:solidFill>
                            <a:srgbClr val="172D31"/>
                          </a:solidFill>
                          <a:latin typeface="Abar Mid" pitchFamily="50" charset="-78"/>
                          <a:ea typeface="Abar Mid" pitchFamily="50" charset="-78"/>
                          <a:cs typeface="Abar Mid" pitchFamily="50" charset="-78"/>
                        </a:rPr>
                        <a:t>التقنيات والأدوات</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8901197"/>
                  </a:ext>
                </a:extLst>
              </a:tr>
            </a:tbl>
          </a:graphicData>
        </a:graphic>
      </p:graphicFrame>
      <p:sp>
        <p:nvSpPr>
          <p:cNvPr id="2" name="Axis 1 title">
            <a:extLst>
              <a:ext uri="{FF2B5EF4-FFF2-40B4-BE49-F238E27FC236}">
                <a16:creationId xmlns:a16="http://schemas.microsoft.com/office/drawing/2014/main" id="{63BC0C05-872B-47E6-FD17-A07450091850}"/>
              </a:ext>
            </a:extLst>
          </p:cNvPr>
          <p:cNvSpPr txBox="1"/>
          <p:nvPr/>
        </p:nvSpPr>
        <p:spPr>
          <a:xfrm>
            <a:off x="1749430" y="2510256"/>
            <a:ext cx="1504604" cy="282434"/>
          </a:xfrm>
          <a:prstGeom prst="rect">
            <a:avLst/>
          </a:prstGeom>
          <a:noFill/>
          <a:effectLst/>
        </p:spPr>
        <p:txBody>
          <a:bodyPr wrap="square" lIns="0" tIns="0" rIns="0" bIns="0" anchor="ctr"/>
          <a:lstStyle/>
          <a:p>
            <a:pPr algn="r" rtl="1">
              <a:lnSpc>
                <a:spcPct val="110000"/>
              </a:lnSpc>
              <a:spcBef>
                <a:spcPts val="0"/>
              </a:spcBef>
              <a:spcAft>
                <a:spcPts val="0"/>
              </a:spcAft>
            </a:pPr>
            <a:r>
              <a:rPr lang="ar-SA" sz="2400" b="1" dirty="0">
                <a:solidFill>
                  <a:srgbClr val="172D31"/>
                </a:solidFill>
                <a:latin typeface="Abar Mid" pitchFamily="50" charset="-78"/>
                <a:ea typeface="Abar Mid" pitchFamily="50" charset="-78"/>
                <a:cs typeface="Abar Mid" pitchFamily="50" charset="-78"/>
              </a:rPr>
              <a:t>رضا المستفيد</a:t>
            </a:r>
          </a:p>
        </p:txBody>
      </p:sp>
      <p:sp>
        <p:nvSpPr>
          <p:cNvPr id="6" name="Axis 1 title">
            <a:extLst>
              <a:ext uri="{FF2B5EF4-FFF2-40B4-BE49-F238E27FC236}">
                <a16:creationId xmlns:a16="http://schemas.microsoft.com/office/drawing/2014/main" id="{3BA5BDBB-8695-4C7D-CB1D-0C4E71996FE2}"/>
              </a:ext>
            </a:extLst>
          </p:cNvPr>
          <p:cNvSpPr txBox="1"/>
          <p:nvPr/>
        </p:nvSpPr>
        <p:spPr>
          <a:xfrm>
            <a:off x="5368871" y="5638800"/>
            <a:ext cx="1504604" cy="282434"/>
          </a:xfrm>
          <a:prstGeom prst="rect">
            <a:avLst/>
          </a:prstGeom>
          <a:noFill/>
          <a:effectLst/>
        </p:spPr>
        <p:txBody>
          <a:bodyPr wrap="square" lIns="0" tIns="0" rIns="0" bIns="0" anchor="ctr"/>
          <a:lstStyle/>
          <a:p>
            <a:pPr algn="r" rtl="1">
              <a:lnSpc>
                <a:spcPct val="110000"/>
              </a:lnSpc>
              <a:spcBef>
                <a:spcPts val="0"/>
              </a:spcBef>
              <a:spcAft>
                <a:spcPts val="0"/>
              </a:spcAft>
            </a:pPr>
            <a:r>
              <a:rPr lang="ar-SA" sz="2400" b="1" dirty="0">
                <a:solidFill>
                  <a:srgbClr val="172D31"/>
                </a:solidFill>
                <a:latin typeface="Abar Mid" pitchFamily="50" charset="-78"/>
                <a:ea typeface="Abar Mid" pitchFamily="50" charset="-78"/>
                <a:cs typeface="Abar Mid" pitchFamily="50" charset="-78"/>
              </a:rPr>
              <a:t>التعامل مع الشكاوى</a:t>
            </a:r>
          </a:p>
        </p:txBody>
      </p:sp>
      <p:sp>
        <p:nvSpPr>
          <p:cNvPr id="8" name="Axis 1 title">
            <a:extLst>
              <a:ext uri="{FF2B5EF4-FFF2-40B4-BE49-F238E27FC236}">
                <a16:creationId xmlns:a16="http://schemas.microsoft.com/office/drawing/2014/main" id="{0CDA777E-D48A-35E3-F35D-C493F700579C}"/>
              </a:ext>
            </a:extLst>
          </p:cNvPr>
          <p:cNvSpPr txBox="1"/>
          <p:nvPr/>
        </p:nvSpPr>
        <p:spPr>
          <a:xfrm>
            <a:off x="1749430" y="5638800"/>
            <a:ext cx="1504604" cy="282434"/>
          </a:xfrm>
          <a:prstGeom prst="rect">
            <a:avLst/>
          </a:prstGeom>
          <a:noFill/>
          <a:effectLst/>
        </p:spPr>
        <p:txBody>
          <a:bodyPr wrap="square" lIns="0" tIns="0" rIns="0" bIns="0" anchor="ctr"/>
          <a:lstStyle/>
          <a:p>
            <a:pPr algn="r" rtl="1">
              <a:lnSpc>
                <a:spcPct val="110000"/>
              </a:lnSpc>
              <a:spcBef>
                <a:spcPts val="0"/>
              </a:spcBef>
              <a:spcAft>
                <a:spcPts val="0"/>
              </a:spcAft>
            </a:pPr>
            <a:r>
              <a:rPr lang="ar-SA" sz="2400" b="1" dirty="0">
                <a:solidFill>
                  <a:srgbClr val="172D31"/>
                </a:solidFill>
                <a:latin typeface="Abar Mid" pitchFamily="50" charset="-78"/>
                <a:ea typeface="Abar Mid" pitchFamily="50" charset="-78"/>
                <a:cs typeface="Abar Mid" pitchFamily="50" charset="-78"/>
              </a:rPr>
              <a:t>التقنيات والأدوات</a:t>
            </a:r>
          </a:p>
        </p:txBody>
      </p:sp>
    </p:spTree>
    <p:extLst>
      <p:ext uri="{BB962C8B-B14F-4D97-AF65-F5344CB8AC3E}">
        <p14:creationId xmlns:p14="http://schemas.microsoft.com/office/powerpoint/2010/main" val="210058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AAA3-B057-B4F7-3373-CD2EA1FC8712}"/>
            </a:ext>
          </a:extLst>
        </p:cNvPr>
        <p:cNvGrpSpPr/>
        <p:nvPr/>
      </p:nvGrpSpPr>
      <p:grpSpPr>
        <a:xfrm>
          <a:off x="0" y="0"/>
          <a:ext cx="0" cy="0"/>
          <a:chOff x="0" y="0"/>
          <a:chExt cx="0" cy="0"/>
        </a:xfrm>
      </p:grpSpPr>
      <p:sp>
        <p:nvSpPr>
          <p:cNvPr id="4" name="Button">
            <a:hlinkClick r:id="rId5" action="ppaction://hlinksldjump"/>
            <a:extLst>
              <a:ext uri="{FF2B5EF4-FFF2-40B4-BE49-F238E27FC236}">
                <a16:creationId xmlns:a16="http://schemas.microsoft.com/office/drawing/2014/main" id="{110DA5B9-E25D-5800-7B25-B3F6F4619E86}"/>
              </a:ext>
            </a:extLst>
          </p:cNvPr>
          <p:cNvSpPr>
            <a:spLocks noChangeAspect="1"/>
          </p:cNvSpPr>
          <p:nvPr>
            <p:custDataLst>
              <p:tags r:id="rId1"/>
            </p:custDataLst>
          </p:nvPr>
        </p:nvSpPr>
        <p:spPr>
          <a:xfrm>
            <a:off x="1292720" y="4550620"/>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المهام</a:t>
            </a:r>
          </a:p>
        </p:txBody>
      </p:sp>
      <p:sp>
        <p:nvSpPr>
          <p:cNvPr id="34" name="Button">
            <a:hlinkClick r:id="rId6" action="ppaction://hlinksldjump"/>
            <a:extLst>
              <a:ext uri="{FF2B5EF4-FFF2-40B4-BE49-F238E27FC236}">
                <a16:creationId xmlns:a16="http://schemas.microsoft.com/office/drawing/2014/main" id="{52BC4D38-F772-B28E-3672-B5D7FC8ADA37}"/>
              </a:ext>
            </a:extLst>
          </p:cNvPr>
          <p:cNvSpPr>
            <a:spLocks noChangeAspect="1"/>
          </p:cNvSpPr>
          <p:nvPr>
            <p:custDataLst>
              <p:tags r:id="rId2"/>
            </p:custDataLst>
          </p:nvPr>
        </p:nvSpPr>
        <p:spPr>
          <a:xfrm>
            <a:off x="1292720" y="7223423"/>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مشاريع سهيل</a:t>
            </a:r>
          </a:p>
        </p:txBody>
      </p:sp>
    </p:spTree>
    <p:extLst>
      <p:ext uri="{BB962C8B-B14F-4D97-AF65-F5344CB8AC3E}">
        <p14:creationId xmlns:p14="http://schemas.microsoft.com/office/powerpoint/2010/main" val="3030618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dirty="0">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1499673785"/>
              </p:ext>
            </p:extLst>
          </p:nvPr>
        </p:nvGraphicFramePr>
        <p:xfrm>
          <a:off x="605699" y="1393029"/>
          <a:ext cx="6463458" cy="10745327"/>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46092">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dirty="0">
                          <a:solidFill>
                            <a:srgbClr val="00080B"/>
                          </a:solidFill>
                          <a:latin typeface="Abar Mid" pitchFamily="50" charset="-78"/>
                          <a:ea typeface="Abar Mid" pitchFamily="50" charset="-78"/>
                          <a:cs typeface="Abar Mid" pitchFamily="50" charset="-78"/>
                        </a:rPr>
                        <a:t>تفاصيل 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2854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610508">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 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لمعالجة عدد 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الموضوعات ذات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الأولوية، بما يشمل 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الحج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العليا، الدبلوماسيين، وعمرة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السعوديين لضمان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وض</a:t>
                      </a:r>
                      <a:r>
                        <a:rPr lang="en-US" sz="1000" b="0" i="0" u="none" strike="noStrike">
                          <a:solidFill>
                            <a:srgbClr val="000000"/>
                          </a:solidFill>
                          <a:effectLst/>
                          <a:latin typeface="Abar Mid" pitchFamily="50" charset="-78"/>
                          <a:cs typeface="Abar Mid" pitchFamily="50" charset="-78"/>
                        </a:rPr>
                        <a:t>وح </a:t>
                      </a:r>
                      <a:r>
                        <a:rPr lang="en-US" sz="1000" b="0" i="0" u="none" strike="noStrike" err="1">
                          <a:solidFill>
                            <a:srgbClr val="000000"/>
                          </a:solidFill>
                          <a:effectLst/>
                          <a:latin typeface="Abar Mid" pitchFamily="50" charset="-78"/>
                          <a:cs typeface="Abar Mid" pitchFamily="50" charset="-78"/>
                        </a:rPr>
                        <a:t>المعالجة</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التعاون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الدولي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والشراكات</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23-09-2026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kumimoji="0" lang="ar-SA" sz="10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مكتملة</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0"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الانتهاء</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إعداد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خطة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حج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الدبلوماسيين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التنسيق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برنامج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خدمة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لاستكمال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الخاصة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بعمرة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السعوديين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أما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لجنة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الحج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العليا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فهي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قائمة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وتعقد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اجتماعاتها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بشكل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دوري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لمتابعة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الموضوعات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المرتبطة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بها</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733565">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متابعة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تنفيذ</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المبادرات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المرتبطة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برفع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التجربة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الرقمية، وقياس مستوى </a:t>
                      </a:r>
                      <a:r>
                        <a:rPr lang="en-US" sz="1000" b="0" i="0" u="none" strike="noStrike">
                          <a:solidFill>
                            <a:srgbClr val="000000"/>
                          </a:solidFill>
                          <a:effectLst/>
                          <a:latin typeface="Abar Mid" pitchFamily="50" charset="-78"/>
                          <a:cs typeface="Abar Mid" pitchFamily="50" charset="-78"/>
                        </a:rPr>
                        <a:t>الإنجاز</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التخطيط</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الاستراتيجي</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11-11-2026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1599824"/>
                  </a:ext>
                </a:extLst>
              </a:tr>
              <a:tr h="1696166">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خارطة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طريق مرحلية بالتنسيق مع مركز منصة نسك لدمج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وتوحيد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نسك</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تشمل نسك ال</a:t>
                      </a:r>
                      <a:r>
                        <a:rPr lang="en-US" sz="1000" b="0" i="0" u="none" strike="noStrike">
                          <a:solidFill>
                            <a:srgbClr val="000000"/>
                          </a:solidFill>
                          <a:effectLst/>
                          <a:latin typeface="Abar Mid" pitchFamily="50" charset="-78"/>
                          <a:cs typeface="Abar Mid" pitchFamily="50" charset="-78"/>
                        </a:rPr>
                        <a:t>حج </a:t>
                      </a:r>
                      <a:r>
                        <a:rPr lang="en-US" sz="1000" b="0" i="0" u="none" strike="noStrike" err="1">
                          <a:solidFill>
                            <a:srgbClr val="000000"/>
                          </a:solidFill>
                          <a:effectLst/>
                          <a:latin typeface="Abar Mid" pitchFamily="50" charset="-78"/>
                          <a:cs typeface="Abar Mid" pitchFamily="50" charset="-78"/>
                        </a:rPr>
                        <a:t>المباشر ونسك العمرة المباشرة ونسك مسار، وتحديد الجدول الزمني والمتطلبات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لكل مرحلة، وصولا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موحدة للدخول 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الخدمات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وتعزيز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التجربة</a:t>
                      </a:r>
                      <a:r>
                        <a:rPr lang="en-US" sz="1000" b="0" i="0" u="none" strike="noStrike">
                          <a:solidFill>
                            <a:srgbClr val="000000"/>
                          </a:solidFill>
                          <a:effectLst/>
                          <a:latin typeface="Abar Mid" pitchFamily="50" charset="-78"/>
                          <a:cs typeface="Abar Mid" pitchFamily="50" charset="-78"/>
                        </a:rPr>
                        <a:t> الرقمية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02-12-2026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03239176"/>
                  </a:ext>
                </a:extLst>
              </a:tr>
              <a:tr h="1173684">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4</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تنفيذ خطة دمج وتوحيد منصات نسك، واستكمال المتطلبات التقنية اللازمة لدمج منصة نسك العمرة، ومنصة نسك الحج، بما يضمن توحيد التجربة الرقمية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ورفع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 التجربة</a:t>
                      </a:r>
                      <a:r>
                        <a:rPr lang="en-US" sz="1000" b="0" i="0" u="none" strike="noStrike">
                          <a:solidFill>
                            <a:srgbClr val="000000"/>
                          </a:solidFill>
                          <a:effectLst/>
                          <a:latin typeface="Abar Mid" pitchFamily="50" charset="-78"/>
                          <a:cs typeface="Abar Mid" pitchFamily="50" charset="-78"/>
                        </a:rPr>
                        <a:t> الرقمية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13-01-2027</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8020975"/>
                  </a:ext>
                </a:extLst>
              </a:tr>
              <a:tr h="117368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5</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إعداد دراسة لتطوير آلية التحقق من حالات عدم الاستطاعة للحجاج، على أن تتضمن تقييم الحالات والتحقق من مبرراتها، وتطوير آلية تحقق واضحة وموحدة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07-10-2026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86860242"/>
                  </a:ext>
                </a:extLst>
              </a:tr>
              <a:tr h="117368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6</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إضافة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ممثل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 مركز منصة نسك الرقمية إلى فريق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الموقع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الإلكتروني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والخروج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عمل</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a:t>
                      </a:r>
                      <a:r>
                        <a:rPr lang="en-US" sz="1000" b="0" i="0" u="none" strike="noStrike">
                          <a:solidFill>
                            <a:srgbClr val="000000"/>
                          </a:solidFill>
                          <a:effectLst/>
                          <a:latin typeface="Abar Mid" pitchFamily="50" charset="-78"/>
                          <a:cs typeface="Abar Mid" pitchFamily="50" charset="-78"/>
                        </a:rPr>
                        <a:t>ة </a:t>
                      </a:r>
                      <a:r>
                        <a:rPr lang="en-US" sz="1000" b="0" i="0" u="none" strike="noStrike" err="1">
                          <a:solidFill>
                            <a:srgbClr val="000000"/>
                          </a:solidFill>
                          <a:effectLst/>
                          <a:latin typeface="Abar Mid" pitchFamily="50" charset="-78"/>
                          <a:cs typeface="Abar Mid" pitchFamily="50" charset="-78"/>
                        </a:rPr>
                        <a:t>التوعية وتنمية المهارات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27-09-2026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7666872"/>
                  </a:ext>
                </a:extLst>
              </a:tr>
              <a:tr h="1173684">
                <a:tc>
                  <a:txBody>
                    <a:bodyPr/>
                    <a:lstStyle/>
                    <a:p>
                      <a:pPr marL="0" algn="ctr" defTabSz="914415" rtl="0" eaLnBrk="1" fontAlgn="ctr" latinLnBrk="0" hangingPunct="1">
                        <a:buNone/>
                      </a:pPr>
                      <a:r>
                        <a:rPr lang="ar-SA" sz="1000" b="0" i="0" u="none" strike="noStrike" kern="1200">
                          <a:solidFill>
                            <a:srgbClr val="000000"/>
                          </a:solidFill>
                          <a:effectLst/>
                          <a:latin typeface="Abar Mid" pitchFamily="50" charset="-78"/>
                          <a:ea typeface="+mn-ea"/>
                          <a:cs typeface="Abar Mid" pitchFamily="50" charset="-78"/>
                        </a:rPr>
                        <a:t>7</a:t>
                      </a:r>
                      <a:endParaRPr lang="en-US" sz="1000" b="0" i="0" u="none" strike="noStrike" kern="1200">
                        <a:solidFill>
                          <a:srgbClr val="000000"/>
                        </a:solidFill>
                        <a:effectLst/>
                        <a:latin typeface="Abar Mid" pitchFamily="50" charset="-78"/>
                        <a:ea typeface="+mn-ea"/>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تنظيم ورشة عمل لتطوير آلية</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عد المعتمرين، تبدأ باستعراض وشرح الآلية الحالية التي تم</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تطويرها سابقا ومنهجية الاحتساب والتحقق، ثم مناقشة الأفكار والفرص التطويرية لتحسين دقة العد، بمشاركة الجهات الداخلية والخارجية ذات العلاقة والقطاع الخاص</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0"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برنامج خدمة ضيوف الرحمن</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0"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01-10-2026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على </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المخطط</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mn-ea"/>
                          <a:cs typeface="Abar Mid" pitchFamily="50" charset="-78"/>
                        </a:rPr>
                        <a:t>تم</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التنسيق</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للورشة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والمقرر</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عقدها</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يوم</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الأحد</a:t>
                      </a:r>
                      <a:r>
                        <a:rPr lang="en-US" sz="1000" b="0" i="0" u="none" strike="noStrike" kern="1200" dirty="0">
                          <a:solidFill>
                            <a:srgbClr val="000000"/>
                          </a:solidFill>
                          <a:effectLst/>
                          <a:latin typeface="Abar Mid" pitchFamily="50" charset="-78"/>
                          <a:ea typeface="+mn-ea"/>
                          <a:cs typeface="Abar Mid" pitchFamily="50" charset="-78"/>
                        </a:rPr>
                        <a:t> 20 </a:t>
                      </a:r>
                      <a:r>
                        <a:rPr lang="ar-SA"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سبتمبر</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وجاري</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مواءمة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قائمة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المدعوين</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تمهيدا</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لإرسال</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الدعوات</a:t>
                      </a:r>
                      <a:endParaRPr lang="en-US" sz="1000" b="0" i="0" u="none" strike="noStrike" kern="1200" dirty="0">
                        <a:solidFill>
                          <a:srgbClr val="000000"/>
                        </a:solidFill>
                        <a:effectLst/>
                        <a:latin typeface="Abar Mid" pitchFamily="50" charset="-78"/>
                        <a:ea typeface="+mn-ea"/>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789366"/>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1225961035"/>
              </p:ext>
            </p:extLst>
          </p:nvPr>
        </p:nvGraphicFramePr>
        <p:xfrm>
          <a:off x="605699" y="1393029"/>
          <a:ext cx="6463458" cy="6391967"/>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30518">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dirty="0">
                          <a:solidFill>
                            <a:srgbClr val="00080B"/>
                          </a:solidFill>
                          <a:latin typeface="Abar Mid" pitchFamily="50" charset="-78"/>
                          <a:ea typeface="Abar Mid" pitchFamily="50" charset="-78"/>
                          <a:cs typeface="Abar Mid" pitchFamily="50" charset="-78"/>
                        </a:rPr>
                        <a:t>تفاصيل 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1423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36829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8</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إعداد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مؤشر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معتمد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العائد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المتحقق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الاستثمار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ومبادرات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الإبداع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وريادة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انعكاسه</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على</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25-10-2026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الاجتماع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برنامج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خدمة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وهيئة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البحث</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لمناقشة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مؤشرات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مبادرات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الإبداع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وريادة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وتبين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تحديد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المدخلات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وآلية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الاقتصادي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والاجتماعي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يتطلب</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دراسة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إضافية</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r h="1245611">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9</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تحليل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معمق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للشريحة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الخاصة بالزيارات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والمخالفات في مواقع التشغيل في عر</a:t>
                      </a:r>
                      <a:r>
                        <a:rPr lang="en-US" sz="1000" b="0" i="0" u="none" strike="noStrike">
                          <a:solidFill>
                            <a:srgbClr val="000000"/>
                          </a:solidFill>
                          <a:effectLst/>
                          <a:latin typeface="Abar Mid" pitchFamily="50" charset="-78"/>
                          <a:cs typeface="Abar Mid" pitchFamily="50" charset="-78"/>
                        </a:rPr>
                        <a:t>ض مقارنة </a:t>
                      </a:r>
                      <a:r>
                        <a:rPr lang="en-US" sz="1000" b="0" i="0" u="none" strike="noStrike" err="1">
                          <a:solidFill>
                            <a:srgbClr val="000000"/>
                          </a:solidFill>
                          <a:effectLst/>
                          <a:latin typeface="Abar Mid" pitchFamily="50" charset="-78"/>
                          <a:cs typeface="Abar Mid" pitchFamily="50" charset="-78"/>
                        </a:rPr>
                        <a:t>المخالفات بين موسم 47 وموسم 48، للتحقق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دقة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الأرقام وواقعيتها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والخروج بقراءة أدق تعكس</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الوضع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الفعلي</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 امتثال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5926492"/>
                  </a:ext>
                </a:extLst>
              </a:tr>
              <a:tr h="1877843">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10</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إجراء</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دراسة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شاملة لثقافة الترحيب الحالية في مكة المكرمة وقياس مستوى نضجها، والاستفادة من تجربة الخطوط السعودية وSGS ودراسة نماذج من بعض الدول التي نجحت في التغيير، والخروج بخطة عمل متكاملة تسهم في 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ثقافة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الترحيب والارتقاء بتجربة ضيوف الرحمن بما يسهم في جعل مكة المكرمة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أفضل</a:t>
                      </a:r>
                      <a:r>
                        <a:rPr lang="ar-SA"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مدن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العالم في هذا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المجال</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التوعية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وتنمية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المهارات</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21-10-2026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80009034"/>
                  </a:ext>
                </a:extLst>
              </a:tr>
            </a:tbl>
          </a:graphicData>
        </a:graphic>
      </p:graphicFrame>
      <p:graphicFrame>
        <p:nvGraphicFramePr>
          <p:cNvPr id="3" name="Table 5">
            <a:extLst>
              <a:ext uri="{FF2B5EF4-FFF2-40B4-BE49-F238E27FC236}">
                <a16:creationId xmlns:a16="http://schemas.microsoft.com/office/drawing/2014/main" id="{8382319D-4674-617E-33AB-0E790D75F602}"/>
              </a:ext>
            </a:extLst>
          </p:cNvPr>
          <p:cNvGraphicFramePr>
            <a:graphicFrameLocks noGrp="1"/>
          </p:cNvGraphicFramePr>
          <p:nvPr>
            <p:extLst>
              <p:ext uri="{D42A27DB-BD31-4B8C-83A1-F6EECF244321}">
                <p14:modId xmlns:p14="http://schemas.microsoft.com/office/powerpoint/2010/main" val="4151802969"/>
              </p:ext>
            </p:extLst>
          </p:nvPr>
        </p:nvGraphicFramePr>
        <p:xfrm>
          <a:off x="605699" y="8220074"/>
          <a:ext cx="6463458" cy="2080379"/>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228556">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a:t>
                      </a:r>
                      <a:r>
                        <a:rPr lang="ar-SA" sz="1000">
                          <a:solidFill>
                            <a:srgbClr val="00080B"/>
                          </a:solidFill>
                          <a:latin typeface="Abar Mid" pitchFamily="50" charset="-78"/>
                          <a:ea typeface="Abar Mid" pitchFamily="50" charset="-78"/>
                          <a:cs typeface="Abar Mid" pitchFamily="50" charset="-78"/>
                        </a:rPr>
                        <a:t> </a:t>
                      </a:r>
                      <a:r>
                        <a:rPr lang="ar-JO" sz="1000">
                          <a:solidFill>
                            <a:srgbClr val="00080B"/>
                          </a:solidFill>
                          <a:latin typeface="Abar Mid" pitchFamily="50" charset="-78"/>
                          <a:ea typeface="Abar Mid" pitchFamily="50" charset="-78"/>
                          <a:cs typeface="Abar Mid" pitchFamily="50" charset="-78"/>
                        </a:rPr>
                        <a:t>اجتماع التجربة الرقمية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38092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48859">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إتاحة شراء باقات العمرة واختيار وتغيير شركة العمرة عبر تطبيق نسك</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مركز منصة نسك الرقمية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على المخطط</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dirty="0">
                          <a:solidFill>
                            <a:srgbClr val="000000"/>
                          </a:solidFill>
                          <a:effectLst/>
                          <a:latin typeface="Abar Mid" pitchFamily="50" charset="-78"/>
                          <a:cs typeface="Abar Mid" pitchFamily="50" charset="-78"/>
                        </a:rPr>
                        <a:t> </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graphicFrame>
        <p:nvGraphicFramePr>
          <p:cNvPr id="4" name="Table 5">
            <a:extLst>
              <a:ext uri="{FF2B5EF4-FFF2-40B4-BE49-F238E27FC236}">
                <a16:creationId xmlns:a16="http://schemas.microsoft.com/office/drawing/2014/main" id="{236F631E-D50A-7F0D-EE08-691BB58CB619}"/>
              </a:ext>
            </a:extLst>
          </p:cNvPr>
          <p:cNvGraphicFramePr>
            <a:graphicFrameLocks noGrp="1"/>
          </p:cNvGraphicFramePr>
          <p:nvPr>
            <p:extLst>
              <p:ext uri="{D42A27DB-BD31-4B8C-83A1-F6EECF244321}">
                <p14:modId xmlns:p14="http://schemas.microsoft.com/office/powerpoint/2010/main" val="1106322481"/>
              </p:ext>
            </p:extLst>
          </p:nvPr>
        </p:nvGraphicFramePr>
        <p:xfrm>
          <a:off x="605699" y="10426660"/>
          <a:ext cx="6463458" cy="2080378"/>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291415">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 لجنة المتابعة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8569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03272">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دراسة مقترح المنظومة الذكية المعتمدة على الساعة المعصمية بالتنسيق مع سدايا، ومشاركة ملخص تنفيذي</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وكالة التحول الرقمي وتقنية المعلومات</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مكتملة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الانتهاء</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دراسة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المبادرة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بالتعاون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سدايا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وتضمين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أبرز</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الملاحظات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والتوصيات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ومشاركتها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أمانة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لجنة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المتابعة</a:t>
                      </a:r>
                      <a:endParaRPr lang="en-US" sz="1000" b="0" i="0" u="none" strike="noStrike" dirty="0">
                        <a:solidFill>
                          <a:srgbClr val="000000"/>
                        </a:solidFill>
                        <a:effectLst/>
                        <a:latin typeface="Abar Mid" pitchFamily="50" charset="-78"/>
                        <a:cs typeface="Abar Mid" pitchFamily="50" charset="-78"/>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dirty="0">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2829134029"/>
              </p:ext>
            </p:extLst>
          </p:nvPr>
        </p:nvGraphicFramePr>
        <p:xfrm>
          <a:off x="621268" y="1358359"/>
          <a:ext cx="6566916" cy="106154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1</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 رحلة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المتكاملة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1448هـ</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19-11-2027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16</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 الانتهاء من دراسة الوضع الراهن لرحلة الحاج شاملا الفجوات وتوصيات التطوير وجا</a:t>
                      </a:r>
                      <a:r>
                        <a:rPr lang="ar-SA" sz="1000" b="0" i="0" u="none" strike="noStrike" dirty="0">
                          <a:solidFill>
                            <a:srgbClr val="000000"/>
                          </a:solidFill>
                          <a:effectLst/>
                          <a:latin typeface="Abar Mid" pitchFamily="50" charset="-78"/>
                          <a:ea typeface="Abar Mid" pitchFamily="50" charset="-78"/>
                          <a:cs typeface="Abar Mid" pitchFamily="50" charset="-78"/>
                        </a:rPr>
                        <a:t>ر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دليل 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رح</a:t>
                      </a:r>
                      <a:r>
                        <a:rPr lang="en-US" sz="1000" b="0" i="0" u="none" strike="noStrike" dirty="0">
                          <a:solidFill>
                            <a:srgbClr val="000000"/>
                          </a:solidFill>
                          <a:effectLst/>
                          <a:latin typeface="Abar Mid" pitchFamily="50" charset="-78"/>
                          <a:ea typeface="Abar Mid" pitchFamily="50" charset="-78"/>
                          <a:cs typeface="Abar Mid" pitchFamily="50" charset="-78"/>
                        </a:rPr>
                        <a:t>لة </a:t>
                      </a:r>
                      <a:r>
                        <a:rPr lang="en-US" sz="1000" b="0" i="0" u="none" strike="noStrike" dirty="0" err="1">
                          <a:solidFill>
                            <a:srgbClr val="000000"/>
                          </a:solidFill>
                          <a:effectLst/>
                          <a:latin typeface="Abar Mid" pitchFamily="50" charset="-78"/>
                          <a:ea typeface="Abar Mid" pitchFamily="50" charset="-78"/>
                          <a:cs typeface="Abar Mid" pitchFamily="50" charset="-78"/>
                        </a:rPr>
                        <a:t>الحاج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المتكاملة شاملا مصادر البيان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والجهات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المالكة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ومسؤوليات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التحديث والتحقق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وقواعد جودة البيانات والاكتمال والدقة على أن يتم 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الدليل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27 </a:t>
                      </a:r>
                      <a:r>
                        <a:rPr lang="en-US" sz="1000" b="0" i="0" u="none" strike="noStrike" dirty="0" err="1">
                          <a:solidFill>
                            <a:srgbClr val="000000"/>
                          </a:solidFill>
                          <a:effectLst/>
                          <a:latin typeface="Abar Mid" pitchFamily="50" charset="-78"/>
                          <a:ea typeface="Abar Mid" pitchFamily="50" charset="-78"/>
                          <a:cs typeface="Abar Mid" pitchFamily="50" charset="-78"/>
                        </a:rPr>
                        <a:t>سبتمبر</a:t>
                      </a:r>
                      <a:r>
                        <a:rPr lang="en-US" sz="1000" b="0" i="0" u="none" strike="noStrike" dirty="0">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2</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دراسة إمكانية تسكين الحجاج بمكة المكرمة خلال أيام التشريق</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15-09-2026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23</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أغ</a:t>
                      </a:r>
                      <a:r>
                        <a:rPr lang="en-US" sz="1000" b="1" i="0" u="none" strike="noStrike" dirty="0" err="1">
                          <a:solidFill>
                            <a:srgbClr val="000000"/>
                          </a:solidFill>
                          <a:effectLst/>
                          <a:latin typeface="Abar Mid" pitchFamily="50" charset="-78"/>
                          <a:ea typeface="Abar Mid" pitchFamily="50" charset="-78"/>
                          <a:cs typeface="Abar Mid" pitchFamily="50" charset="-78"/>
                        </a:rPr>
                        <a:t>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استبيان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يوضح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عدد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الحجاج الراغبين بالسكن في مكة خلال أيام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التشريق</a:t>
                      </a:r>
                      <a:r>
                        <a:rPr lang="en-US" sz="1000" b="0" i="0" u="none" strike="noStrike" dirty="0">
                          <a:solidFill>
                            <a:srgbClr val="000000"/>
                          </a:solidFill>
                          <a:effectLst/>
                          <a:latin typeface="Abar Mid" pitchFamily="50" charset="-78"/>
                          <a:ea typeface="Abar Mid" pitchFamily="50" charset="-78"/>
                          <a:cs typeface="Abar Mid" pitchFamily="50" charset="-78"/>
                        </a:rPr>
                        <a:t> و</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6 </a:t>
                      </a:r>
                      <a:r>
                        <a:rPr lang="en-US" sz="1000" b="0" i="0" u="none" strike="noStrike" dirty="0" err="1">
                          <a:solidFill>
                            <a:srgbClr val="000000"/>
                          </a:solidFill>
                          <a:effectLst/>
                          <a:latin typeface="Abar Mid" pitchFamily="50" charset="-78"/>
                          <a:ea typeface="Abar Mid" pitchFamily="50" charset="-78"/>
                          <a:cs typeface="Abar Mid" pitchFamily="50" charset="-78"/>
                        </a:rPr>
                        <a:t>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a:solidFill>
                            <a:srgbClr val="000000"/>
                          </a:solidFill>
                          <a:effectLst/>
                          <a:latin typeface="Abar Mid" pitchFamily="50" charset="-78"/>
                          <a:ea typeface="Abar Mid" pitchFamily="50" charset="-78"/>
                          <a:cs typeface="Abar Mid" pitchFamily="50" charset="-78"/>
                        </a:rPr>
                        <a:t>جار العمل إعداد السيناريوهات المتوقعة لاستغلال المساحات مثال زيادة أعداد الحجاج-تسكين العمالة-زيادة المساحة المخصصة للحاج لاعتمادها بتاريخ 23 أكتوبر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3</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وتنظيمات شركات تقديم الخدمة للحجاج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05-11-2026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3</a:t>
                      </a:r>
                      <a:r>
                        <a:rPr lang="ar-SA"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جار العم</a:t>
                      </a:r>
                      <a:r>
                        <a:rPr lang="en-US" sz="1000" b="0" i="0" u="none" strike="noStrike">
                          <a:solidFill>
                            <a:srgbClr val="000000"/>
                          </a:solidFill>
                          <a:effectLst/>
                          <a:latin typeface="Abar Mid" pitchFamily="50" charset="-78"/>
                          <a:ea typeface="Abar Mid" pitchFamily="50" charset="-78"/>
                          <a:cs typeface="Abar Mid" pitchFamily="50" charset="-78"/>
                        </a:rPr>
                        <a:t>ل </a:t>
                      </a:r>
                      <a:r>
                        <a:rPr lang="en-US" sz="1000" b="0" i="0" u="none" strike="noStrike" err="1">
                          <a:solidFill>
                            <a:srgbClr val="000000"/>
                          </a:solidFill>
                          <a:effectLst/>
                          <a:latin typeface="Abar Mid" pitchFamily="50" charset="-78"/>
                          <a:ea typeface="Abar Mid" pitchFamily="50" charset="-78"/>
                          <a:cs typeface="Abar Mid" pitchFamily="50" charset="-78"/>
                        </a:rPr>
                        <a:t>على</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نتائج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استبيان 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تشغيل مراكز الضي</a:t>
                      </a:r>
                      <a:r>
                        <a:rPr lang="en-US" sz="1000" b="0" i="0" u="none" strike="noStrike">
                          <a:solidFill>
                            <a:srgbClr val="000000"/>
                          </a:solidFill>
                          <a:effectLst/>
                          <a:latin typeface="Abar Mid" pitchFamily="50" charset="-78"/>
                          <a:ea typeface="Abar Mid" pitchFamily="50" charset="-78"/>
                          <a:cs typeface="Abar Mid" pitchFamily="50" charset="-78"/>
                        </a:rPr>
                        <a:t>افة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1447هـ، على أن يتم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الانتهاء من 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النتائج بتاريخ 20 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12676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4</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تطوير نموذج شركات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الداخل</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04-10-2026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المجلس</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التنسيقي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الداخل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مستجدات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موسم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a:t>
                      </a:r>
                      <a:r>
                        <a:rPr lang="en-US" sz="1000" b="0" i="0" u="none" strike="noStrike" dirty="0">
                          <a:solidFill>
                            <a:srgbClr val="000000"/>
                          </a:solidFill>
                          <a:effectLst/>
                          <a:latin typeface="Abar Mid" pitchFamily="50" charset="-78"/>
                          <a:ea typeface="Abar Mid" pitchFamily="50" charset="-78"/>
                          <a:cs typeface="Abar Mid" pitchFamily="50" charset="-78"/>
                        </a:rPr>
                        <a:t> 1448هـ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التوصل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إضافة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بعض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لتحسين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وتجويد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الخدمات</a:t>
                      </a:r>
                      <a:endParaRPr lang="en-US" sz="1000" b="0"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تحديث</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بنود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لشركات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الداخل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طور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اعتمادها</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5</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بمشعر مزدلفة لموسم حج 1448 هجري</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30 </a:t>
                      </a:r>
                      <a:r>
                        <a:rPr lang="en-US" sz="1000" b="1" i="0" u="none" strike="noStrike" dirty="0" err="1">
                          <a:solidFill>
                            <a:srgbClr val="000000"/>
                          </a:solidFill>
                          <a:effectLst/>
                          <a:latin typeface="Abar Mid" pitchFamily="50" charset="-78"/>
                          <a:ea typeface="Abar Mid" pitchFamily="50" charset="-78"/>
                          <a:cs typeface="Abar Mid" pitchFamily="50" charset="-78"/>
                        </a:rPr>
                        <a:t>أغسطس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المخرجات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24 </a:t>
                      </a:r>
                      <a:r>
                        <a:rPr lang="en-US" sz="1000" b="0" i="0" u="none" strike="noStrike" dirty="0" err="1">
                          <a:solidFill>
                            <a:srgbClr val="000000"/>
                          </a:solidFill>
                          <a:effectLst/>
                          <a:latin typeface="Abar Mid" pitchFamily="50" charset="-78"/>
                          <a:ea typeface="Abar Mid" pitchFamily="50" charset="-78"/>
                          <a:cs typeface="Abar Mid" pitchFamily="50" charset="-78"/>
                        </a:rPr>
                        <a:t>أغسطس</a:t>
                      </a:r>
                      <a:r>
                        <a:rPr lang="en-US" sz="1000" b="0"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المواءمة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وكالة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التعاون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الدولي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لتضمين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شرح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توضيحي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لمكاتب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شؤون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لمواقع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مشعر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مزدلفة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حسب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الرخص</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الشرعية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التحضيرية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ضمن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التحضيري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مكتب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شؤون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تونس</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5643066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لموسم حج 1448 هجري</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15" rtl="1" eaLnBrk="1" fontAlgn="ctr"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rgbClr val="000000"/>
                          </a:solidFill>
                          <a:effectLst/>
                          <a:uLnTx/>
                          <a:uFillTx/>
                          <a:latin typeface="Abar Mid" pitchFamily="50" charset="-78"/>
                          <a:ea typeface="Abar Mid" pitchFamily="50" charset="-78"/>
                          <a:cs typeface="Abar Mid" pitchFamily="50" charset="-78"/>
                        </a:rPr>
                        <a:t>مكتمل</a:t>
                      </a:r>
                      <a:endParaRPr kumimoji="0" lang="en-US"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a:t>
                      </a:r>
                      <a:r>
                        <a:rPr lang="en-US" sz="1000" b="1" i="0" u="none" strike="noStrike">
                          <a:solidFill>
                            <a:srgbClr val="000000"/>
                          </a:solidFill>
                          <a:effectLst/>
                          <a:latin typeface="Abar Mid" pitchFamily="50" charset="-78"/>
                          <a:ea typeface="Abar Mid" pitchFamily="50" charset="-78"/>
                          <a:cs typeface="Abar Mid" pitchFamily="50" charset="-78"/>
                        </a:rPr>
                        <a:t> 3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مخرجات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القيادات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بتاريخ</a:t>
                      </a:r>
                      <a:r>
                        <a:rPr lang="en-US" sz="1000" b="0" i="0" u="none" strike="noStrike">
                          <a:solidFill>
                            <a:srgbClr val="000000"/>
                          </a:solidFill>
                          <a:effectLst/>
                          <a:latin typeface="Abar Mid" pitchFamily="50" charset="-78"/>
                          <a:ea typeface="Abar Mid" pitchFamily="50" charset="-78"/>
                          <a:cs typeface="Abar Mid" pitchFamily="50" charset="-78"/>
                        </a:rPr>
                        <a:t> 31 </a:t>
                      </a:r>
                      <a:r>
                        <a:rPr lang="en-US" sz="1000" b="0" i="0" u="none" strike="noStrike" err="1">
                          <a:solidFill>
                            <a:srgbClr val="000000"/>
                          </a:solidFill>
                          <a:effectLst/>
                          <a:latin typeface="Abar Mid" pitchFamily="50" charset="-78"/>
                          <a:ea typeface="Abar Mid" pitchFamily="50" charset="-78"/>
                          <a:cs typeface="Abar Mid" pitchFamily="50" charset="-78"/>
                        </a:rPr>
                        <a:t>أغسطس</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اعتماد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أعمال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تطوير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رغبات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لأداء</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النسك</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1448هـ</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98790111"/>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التشغيلي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13-08-2026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15" rtl="1" eaLnBrk="1" fontAlgn="ctr"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rPr>
                        <a:t>مكتمل</a:t>
                      </a:r>
                      <a:endParaRPr kumimoji="0" lang="en-US"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a:t>
                      </a:r>
                      <a:r>
                        <a:rPr lang="en-US" sz="1000" b="1" i="0" u="none" strike="noStrike" dirty="0">
                          <a:solidFill>
                            <a:srgbClr val="000000"/>
                          </a:solidFill>
                          <a:effectLst/>
                          <a:latin typeface="Abar Mid" pitchFamily="50" charset="-78"/>
                          <a:ea typeface="Abar Mid" pitchFamily="50" charset="-78"/>
                          <a:cs typeface="Abar Mid" pitchFamily="50" charset="-78"/>
                        </a:rPr>
                        <a:t> 3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مخرجات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31 </a:t>
                      </a:r>
                      <a:r>
                        <a:rPr lang="en-US" sz="1000" b="0" i="0" u="none" strike="noStrike" dirty="0" err="1">
                          <a:solidFill>
                            <a:srgbClr val="000000"/>
                          </a:solidFill>
                          <a:effectLst/>
                          <a:latin typeface="Abar Mid" pitchFamily="50" charset="-78"/>
                          <a:ea typeface="Abar Mid" pitchFamily="50" charset="-78"/>
                          <a:cs typeface="Abar Mid" pitchFamily="50" charset="-78"/>
                        </a:rPr>
                        <a:t>أغسطس</a:t>
                      </a:r>
                      <a:r>
                        <a:rPr lang="en-US" sz="1000" b="0"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استقطاب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وتأهيل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endParaRPr lang="en-US" sz="1000" b="0"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استقطابهم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وتأهيلهم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إنشاء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مستقل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لمتابعة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الاستقطاب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والتأهيل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وفق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المعتمدة</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6417360"/>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4004347984"/>
              </p:ext>
            </p:extLst>
          </p:nvPr>
        </p:nvGraphicFramePr>
        <p:xfrm>
          <a:off x="621268" y="1358359"/>
          <a:ext cx="6566916" cy="158057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marL="0" algn="ctr" defTabSz="914400" rtl="0" eaLnBrk="1" latinLnBrk="0" hangingPunct="1">
                        <a:lnSpc>
                          <a:spcPct val="105000"/>
                        </a:lnSpc>
                      </a:pPr>
                      <a:r>
                        <a:rPr lang="ar-SA" sz="1000" kern="0" baseline="0" dirty="0">
                          <a:solidFill>
                            <a:schemeClr val="tx1"/>
                          </a:solidFill>
                          <a:latin typeface="Abar Mid" pitchFamily="50" charset="-78"/>
                          <a:ea typeface="Abar Mid" pitchFamily="50" charset="-78"/>
                          <a:cs typeface="Abar Mid" pitchFamily="50" charset="-78"/>
                        </a:rPr>
                        <a:t>8</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إصدار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تصنيف</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الخدمات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المحدث</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a:t>
                      </a:r>
                      <a:r>
                        <a:rPr lang="en-US" sz="1000" b="0" i="0" u="none" strike="noStrike">
                          <a:solidFill>
                            <a:srgbClr val="000000"/>
                          </a:solidFill>
                          <a:effectLst/>
                          <a:latin typeface="Abar Mid" pitchFamily="50" charset="-78"/>
                          <a:ea typeface="Abar Mid" pitchFamily="50" charset="-78"/>
                          <a:cs typeface="Abar Mid" pitchFamily="50" charset="-78"/>
                        </a:rPr>
                        <a:t> 1448 </a:t>
                      </a:r>
                      <a:r>
                        <a:rPr lang="en-US" sz="1000" b="0" i="0" u="none" strike="noStrike" err="1">
                          <a:solidFill>
                            <a:srgbClr val="000000"/>
                          </a:solidFill>
                          <a:effectLst/>
                          <a:latin typeface="Abar Mid" pitchFamily="50" charset="-78"/>
                          <a:ea typeface="Abar Mid" pitchFamily="50" charset="-78"/>
                          <a:cs typeface="Abar Mid" pitchFamily="50" charset="-78"/>
                        </a:rPr>
                        <a:t>هجري</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31-07-2026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30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أغسطس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التصنيف</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الكمي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والنوعي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لموسم</a:t>
                      </a:r>
                      <a:r>
                        <a:rPr lang="en-US" sz="1000" b="0" i="0" u="none" strike="noStrike" dirty="0">
                          <a:solidFill>
                            <a:srgbClr val="000000"/>
                          </a:solidFill>
                          <a:effectLst/>
                          <a:latin typeface="Abar Mid" pitchFamily="50" charset="-78"/>
                          <a:ea typeface="Abar Mid" pitchFamily="50" charset="-78"/>
                          <a:cs typeface="Abar Mid" pitchFamily="50" charset="-78"/>
                        </a:rPr>
                        <a:t> 1448 هـ </a:t>
                      </a:r>
                      <a:r>
                        <a:rPr lang="en-US" sz="1000" b="0" i="0" u="none" strike="noStrike" dirty="0" err="1">
                          <a:solidFill>
                            <a:srgbClr val="000000"/>
                          </a:solidFill>
                          <a:effectLst/>
                          <a:latin typeface="Abar Mid" pitchFamily="50" charset="-78"/>
                          <a:ea typeface="Abar Mid" pitchFamily="50" charset="-78"/>
                          <a:cs typeface="Abar Mid" pitchFamily="50" charset="-78"/>
                        </a:rPr>
                        <a:t>بالقرار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الوزاري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رقم</a:t>
                      </a:r>
                      <a:r>
                        <a:rPr lang="en-US" sz="1000" b="0" i="0" u="none" strike="noStrike" dirty="0">
                          <a:solidFill>
                            <a:srgbClr val="000000"/>
                          </a:solidFill>
                          <a:effectLst/>
                          <a:latin typeface="Abar Mid" pitchFamily="50" charset="-78"/>
                          <a:ea typeface="Abar Mid" pitchFamily="50" charset="-78"/>
                          <a:cs typeface="Abar Mid" pitchFamily="50" charset="-78"/>
                        </a:rPr>
                        <a:t> 480212055  </a:t>
                      </a:r>
                      <a:r>
                        <a:rPr lang="en-US" sz="1000" b="0" i="0" u="none" strike="noStrike" dirty="0" err="1">
                          <a:solidFill>
                            <a:srgbClr val="000000"/>
                          </a:solidFill>
                          <a:effectLst/>
                          <a:latin typeface="Abar Mid" pitchFamily="50" charset="-78"/>
                          <a:ea typeface="Abar Mid" pitchFamily="50" charset="-78"/>
                          <a:cs typeface="Abar Mid" pitchFamily="50" charset="-78"/>
                        </a:rPr>
                        <a:t>وتاريخ</a:t>
                      </a:r>
                      <a:r>
                        <a:rPr lang="en-US" sz="1000" b="0" i="0" u="none" strike="noStrike" dirty="0">
                          <a:solidFill>
                            <a:srgbClr val="000000"/>
                          </a:solidFill>
                          <a:effectLst/>
                          <a:latin typeface="Abar Mid" pitchFamily="50" charset="-78"/>
                          <a:ea typeface="Abar Mid" pitchFamily="50" charset="-78"/>
                          <a:cs typeface="Abar Mid" pitchFamily="50" charset="-78"/>
                        </a:rPr>
                        <a:t> 1448/02/16 هـ</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2283336"/>
                  </a:ext>
                </a:extLst>
              </a:tr>
            </a:tbl>
          </a:graphicData>
        </a:graphic>
      </p:graphicFrame>
      <p:graphicFrame>
        <p:nvGraphicFramePr>
          <p:cNvPr id="31" name="Table 7">
            <a:extLst>
              <a:ext uri="{FF2B5EF4-FFF2-40B4-BE49-F238E27FC236}">
                <a16:creationId xmlns:a16="http://schemas.microsoft.com/office/drawing/2014/main" id="{3E66C75A-F78E-DDF4-95E9-67543B2DA0BE}"/>
              </a:ext>
            </a:extLst>
          </p:cNvPr>
          <p:cNvGraphicFramePr>
            <a:graphicFrameLocks noGrp="1"/>
          </p:cNvGraphicFramePr>
          <p:nvPr>
            <p:extLst>
              <p:ext uri="{D42A27DB-BD31-4B8C-83A1-F6EECF244321}">
                <p14:modId xmlns:p14="http://schemas.microsoft.com/office/powerpoint/2010/main" val="1854604796"/>
              </p:ext>
            </p:extLst>
          </p:nvPr>
        </p:nvGraphicFramePr>
        <p:xfrm>
          <a:off x="621268" y="3053229"/>
          <a:ext cx="6566916"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تطوير الأعمال وخدمة المستفيدين</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تطوير تجربة مظلات مبتكرة لضيوف الرحمن</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11-06-2026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24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Abar Mid" pitchFamily="50" charset="-78"/>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Abar Mid" pitchFamily="50" charset="-78"/>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2" name="Table 10">
            <a:extLst>
              <a:ext uri="{FF2B5EF4-FFF2-40B4-BE49-F238E27FC236}">
                <a16:creationId xmlns:a16="http://schemas.microsoft.com/office/drawing/2014/main" id="{BD3B8E98-7822-6066-CDA7-8D291CE1013B}"/>
              </a:ext>
            </a:extLst>
          </p:cNvPr>
          <p:cNvGraphicFramePr>
            <a:graphicFrameLocks noGrp="1"/>
          </p:cNvGraphicFramePr>
          <p:nvPr>
            <p:extLst>
              <p:ext uri="{D42A27DB-BD31-4B8C-83A1-F6EECF244321}">
                <p14:modId xmlns:p14="http://schemas.microsoft.com/office/powerpoint/2010/main" val="767795130"/>
              </p:ext>
            </p:extLst>
          </p:nvPr>
        </p:nvGraphicFramePr>
        <p:xfrm>
          <a:off x="621268" y="5224349"/>
          <a:ext cx="6566916" cy="332220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التعاون الدولي والشراكات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نسك امتثال مراكز الضيافة</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تم إعادة إرسال كراسة الشروط والمواصفات بعد معالجات الملاحظات لإدارة المشتريات لاستكمال  إجراءات الطرح</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950190">
                <a:tc>
                  <a:txBody>
                    <a:bodyPr/>
                    <a:lstStyle/>
                    <a:p>
                      <a:pPr algn="ctr" rtl="1" fontAlgn="ctr">
                        <a:buNone/>
                      </a:pPr>
                      <a:r>
                        <a:rPr lang="en-US" sz="1000" b="0" i="0" u="none" strike="noStrike">
                          <a:solidFill>
                            <a:srgbClr val="000000"/>
                          </a:solidFill>
                          <a:effectLst/>
                          <a:latin typeface="Arial" panose="020B0604020202020204" pitchFamily="34" charset="0"/>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دراسة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تحسين</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نموذج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عمل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آلية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تنظيم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قدوم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حجاج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الخليج</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28-03-2027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Abar Mid" pitchFamily="50" charset="-78"/>
                          <a:cs typeface="Abar Mid" pitchFamily="50" charset="-78"/>
                        </a:rPr>
                        <a:t>جاري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العمل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تحليل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المخاطر</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السياسية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للنموذج</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الجديد</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وعرضه</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مستوى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الوكلاء</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والوزارات</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المعنية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في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دول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الخليج</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في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معرض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ومؤتمر</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الحج</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3</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برنامج اعتماد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Abar Mid" pitchFamily="50" charset="-78"/>
                          <a:cs typeface="Abar Mid" pitchFamily="50" charset="-78"/>
                        </a:rPr>
                        <a:t>تم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استلام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العروض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الفنية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والمالية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أن</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يتم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من</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تقييم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العروض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بتاريخ</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ar-SA" sz="1000" b="0" i="0" u="none" strike="noStrike" kern="1200" dirty="0">
                          <a:solidFill>
                            <a:srgbClr val="000000"/>
                          </a:solidFill>
                          <a:effectLst/>
                          <a:latin typeface="Abar Mid" pitchFamily="50" charset="-78"/>
                          <a:ea typeface="Abar Mid" pitchFamily="50" charset="-78"/>
                          <a:cs typeface="Abar Mid" pitchFamily="50" charset="-78"/>
                        </a:rPr>
                        <a:t>1 أكتوبر 2026</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bl>
          </a:graphicData>
        </a:graphic>
      </p:graphicFrame>
      <p:graphicFrame>
        <p:nvGraphicFramePr>
          <p:cNvPr id="33"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1840832727"/>
              </p:ext>
            </p:extLst>
          </p:nvPr>
        </p:nvGraphicFramePr>
        <p:xfrm>
          <a:off x="621268" y="8660849"/>
          <a:ext cx="6566916" cy="31657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توحيد الهوية المؤسسية داخليا وخارجيا</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المواءمة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واستلام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الزمنية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المركز</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للنقل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بشأن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توحيد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الهوية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الحافلات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عكس</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الملاحظات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وتطوير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التصاميم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تمهيدا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لاعتمادها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9 </a:t>
                      </a:r>
                      <a:r>
                        <a:rPr lang="en-US" sz="1000" b="0" i="0" u="none" strike="noStrike" dirty="0" err="1">
                          <a:solidFill>
                            <a:srgbClr val="000000"/>
                          </a:solidFill>
                          <a:effectLst/>
                          <a:latin typeface="Abar Mid" pitchFamily="50" charset="-78"/>
                          <a:ea typeface="Abar Mid" pitchFamily="50" charset="-78"/>
                          <a:cs typeface="Abar Mid" pitchFamily="50" charset="-78"/>
                        </a:rPr>
                        <a:t>نوفمبر</a:t>
                      </a:r>
                      <a:r>
                        <a:rPr lang="en-US" sz="1000" b="0" i="0" u="none" strike="noStrike" dirty="0">
                          <a:solidFill>
                            <a:srgbClr val="000000"/>
                          </a:solidFill>
                          <a:effectLst/>
                          <a:latin typeface="Abar Mid" pitchFamily="50" charset="-78"/>
                          <a:ea typeface="Abar Mid" pitchFamily="50" charset="-78"/>
                          <a:cs typeface="Abar Mid" pitchFamily="50" charset="-78"/>
                        </a:rPr>
                        <a:t> 2026،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يتولى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المركز</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للنقل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الطباعة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بإشراف</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وزارة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والعمرة</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108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التوعية بخدمات وأوقات النقل للحرم المكي بأيام التشريق</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حاليا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دراسة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وتحليل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الوضع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الراهن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11 </a:t>
                      </a:r>
                      <a:r>
                        <a:rPr lang="en-US" sz="1000" b="0" i="0" u="none" strike="noStrike" dirty="0" err="1">
                          <a:solidFill>
                            <a:srgbClr val="000000"/>
                          </a:solidFill>
                          <a:effectLst/>
                          <a:latin typeface="Abar Mid" pitchFamily="50" charset="-78"/>
                          <a:ea typeface="Abar Mid" pitchFamily="50" charset="-78"/>
                          <a:cs typeface="Abar Mid" pitchFamily="50" charset="-78"/>
                        </a:rPr>
                        <a:t>يناير</a:t>
                      </a:r>
                      <a:r>
                        <a:rPr lang="en-US" sz="1000" b="0" i="0" u="none" strike="noStrike" dirty="0">
                          <a:solidFill>
                            <a:srgbClr val="000000"/>
                          </a:solidFill>
                          <a:effectLst/>
                          <a:latin typeface="Abar Mid" pitchFamily="50" charset="-78"/>
                          <a:ea typeface="Abar Mid" pitchFamily="50" charset="-78"/>
                          <a:cs typeface="Abar Mid" pitchFamily="50" charset="-78"/>
                        </a:rPr>
                        <a:t> 2027، </a:t>
                      </a:r>
                      <a:r>
                        <a:rPr lang="en-US" sz="1000" b="0" i="0" u="none" strike="noStrike" dirty="0" err="1">
                          <a:solidFill>
                            <a:srgbClr val="000000"/>
                          </a:solidFill>
                          <a:effectLst/>
                          <a:latin typeface="Abar Mid" pitchFamily="50" charset="-78"/>
                          <a:ea typeface="Abar Mid" pitchFamily="50" charset="-78"/>
                          <a:cs typeface="Abar Mid" pitchFamily="50" charset="-78"/>
                        </a:rPr>
                        <a:t>تمهيدا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لإعداد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توعوية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متكاملة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تشمل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المنتجات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التوعوية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وقنوات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النشر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الرقمية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والمكانية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والمباشرة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والجدول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الزمني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والنشر</a:t>
                      </a:r>
                      <a:r>
                        <a:rPr lang="en-US" sz="1000" b="0" i="0" u="none" strike="noStrike" dirty="0">
                          <a:solidFill>
                            <a:srgbClr val="000000"/>
                          </a:solidFill>
                          <a:effectLst/>
                          <a:latin typeface="Abar Mid" pitchFamily="50" charset="-78"/>
                          <a:ea typeface="Abar Mid" pitchFamily="50" charset="-78"/>
                          <a:cs typeface="Abar Mid" pitchFamily="50" charset="-78"/>
                        </a:rPr>
                        <a:t>.</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2501756180"/>
              </p:ext>
            </p:extLst>
          </p:nvPr>
        </p:nvGraphicFramePr>
        <p:xfrm>
          <a:off x="621268" y="1358359"/>
          <a:ext cx="6566916" cy="268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التعريف والتأهيل للمسؤولين في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22-07-2027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4</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زمالة قيادات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bl>
          </a:graphicData>
        </a:graphic>
      </p:graphicFrame>
      <p:graphicFrame>
        <p:nvGraphicFramePr>
          <p:cNvPr id="31" name="Table 7">
            <a:extLst>
              <a:ext uri="{FF2B5EF4-FFF2-40B4-BE49-F238E27FC236}">
                <a16:creationId xmlns:a16="http://schemas.microsoft.com/office/drawing/2014/main" id="{1A2D0F6A-29CC-F521-F79A-1F53075353B8}"/>
              </a:ext>
            </a:extLst>
          </p:cNvPr>
          <p:cNvGraphicFramePr>
            <a:graphicFrameLocks noGrp="1"/>
          </p:cNvGraphicFramePr>
          <p:nvPr>
            <p:extLst>
              <p:ext uri="{D42A27DB-BD31-4B8C-83A1-F6EECF244321}">
                <p14:modId xmlns:p14="http://schemas.microsoft.com/office/powerpoint/2010/main" val="3479042514"/>
              </p:ext>
            </p:extLst>
          </p:nvPr>
        </p:nvGraphicFramePr>
        <p:xfrm>
          <a:off x="621268" y="4162169"/>
          <a:ext cx="6566916" cy="395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التحول الرقمي وتقنية المعلومات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264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وتوسعة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منظومة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المستشعرات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والرصد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الذكي</a:t>
                      </a:r>
                      <a:r>
                        <a:rPr lang="en-US" sz="1000" b="0" i="0" u="none" strike="noStrike">
                          <a:solidFill>
                            <a:srgbClr val="000000"/>
                          </a:solidFill>
                          <a:effectLst/>
                          <a:latin typeface="Abar Mid" pitchFamily="50" charset="-78"/>
                          <a:ea typeface="Abar Mid" pitchFamily="50" charset="-78"/>
                          <a:cs typeface="Abar Mid" pitchFamily="50" charset="-78"/>
                        </a:rPr>
                        <a:t> للحج والعمرة.</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20-06-2027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kern="1200" dirty="0" err="1">
                          <a:solidFill>
                            <a:srgbClr val="000000"/>
                          </a:solidFill>
                          <a:effectLst/>
                          <a:latin typeface="Abar Mid" pitchFamily="50" charset="-78"/>
                          <a:ea typeface="+mn-ea"/>
                          <a:cs typeface="Abar Mid" pitchFamily="50" charset="-78"/>
                        </a:rPr>
                        <a:t>تاريخ</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err="1">
                          <a:solidFill>
                            <a:srgbClr val="000000"/>
                          </a:solidFill>
                          <a:effectLst/>
                          <a:latin typeface="Abar Mid" pitchFamily="50" charset="-78"/>
                          <a:ea typeface="+mn-ea"/>
                          <a:cs typeface="Abar Mid" pitchFamily="50" charset="-78"/>
                        </a:rPr>
                        <a:t>التحديث</a:t>
                      </a:r>
                      <a:r>
                        <a:rPr lang="ar-SA"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a:solidFill>
                            <a:srgbClr val="000000"/>
                          </a:solidFill>
                          <a:effectLst/>
                          <a:latin typeface="Abar Mid" pitchFamily="50" charset="-78"/>
                          <a:ea typeface="+mn-ea"/>
                          <a:cs typeface="Abar Mid" pitchFamily="50" charset="-78"/>
                        </a:rPr>
                        <a:t>20</a:t>
                      </a:r>
                      <a:r>
                        <a:rPr lang="ar-SA"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err="1">
                          <a:solidFill>
                            <a:srgbClr val="000000"/>
                          </a:solidFill>
                          <a:effectLst/>
                          <a:latin typeface="Abar Mid" pitchFamily="50" charset="-78"/>
                          <a:ea typeface="+mn-ea"/>
                          <a:cs typeface="Abar Mid" pitchFamily="50" charset="-78"/>
                        </a:rPr>
                        <a:t>سبتمبر</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إصدار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تصاريح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الدخول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للجمرات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لفريق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واستكمال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عملية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المسح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الميداني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وإجراء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تجربة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جديدة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لحساسات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الحرارة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والرطوبة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أحد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المخيمات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بمنى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وبدء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أعمال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حصر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الأعمال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لتطوير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النظام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التقني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حصر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15 </a:t>
                      </a:r>
                      <a:r>
                        <a:rPr lang="en-US" sz="1000" b="0" i="0" u="none" strike="noStrike" dirty="0" err="1">
                          <a:solidFill>
                            <a:srgbClr val="000000"/>
                          </a:solidFill>
                          <a:effectLst/>
                          <a:latin typeface="Abar Mid" pitchFamily="50" charset="-78"/>
                          <a:ea typeface="Abar Mid" pitchFamily="50" charset="-78"/>
                          <a:cs typeface="Abar Mid" pitchFamily="50" charset="-78"/>
                        </a:rPr>
                        <a:t>أكتوبر</a:t>
                      </a:r>
                      <a:r>
                        <a:rPr lang="en-US" sz="1000" b="0" i="0" u="none" strike="noStrike" dirty="0">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المنصة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الموحدة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للعاملين</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24</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 </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بناء واعتماد وثائق التطوير ومن تطوير الدورة الأولى وجار العمل على استكمال أعمال التطوير والمواءمة مع الموارد البشرية بشأن منصة </a:t>
                      </a:r>
                      <a:r>
                        <a:rPr lang="ar-SA" sz="1000" b="0" i="0" u="none" strike="noStrike" dirty="0" err="1">
                          <a:solidFill>
                            <a:srgbClr val="000000"/>
                          </a:solidFill>
                          <a:effectLst/>
                          <a:latin typeface="Abar Mid" pitchFamily="50" charset="-78"/>
                          <a:ea typeface="Abar Mid" pitchFamily="50" charset="-78"/>
                          <a:cs typeface="Abar Mid" pitchFamily="50" charset="-78"/>
                        </a:rPr>
                        <a:t>جدريون</a:t>
                      </a:r>
                      <a:r>
                        <a:rPr lang="ar-SA" sz="1000" b="0" i="0" u="none" strike="noStrike" dirty="0">
                          <a:solidFill>
                            <a:srgbClr val="000000"/>
                          </a:solidFill>
                          <a:effectLst/>
                          <a:latin typeface="Abar Mid" pitchFamily="50" charset="-78"/>
                          <a:ea typeface="Abar Mid" pitchFamily="50" charset="-78"/>
                          <a:cs typeface="Abar Mid" pitchFamily="50" charset="-78"/>
                        </a:rPr>
                        <a:t> وآلية الاستفادة منها مع منصة العاملين الموحدة</a:t>
                      </a:r>
                    </a:p>
                    <a:p>
                      <a:pPr marR="101600" indent="-76200" algn="r" rtl="1" fontAlgn="ctr">
                        <a:lnSpc>
                          <a:spcPct val="100000"/>
                        </a:lnSpc>
                        <a:spcBef>
                          <a:spcPts val="0"/>
                        </a:spcBef>
                        <a:spcAft>
                          <a:spcPts val="0"/>
                        </a:spcAft>
                        <a:buSzPct val="75000"/>
                        <a:buChar char="•"/>
                      </a:pPr>
                      <a:r>
                        <a:rPr lang="ar-SA" sz="1000" b="0" i="0" u="none" strike="noStrike" dirty="0">
                          <a:solidFill>
                            <a:srgbClr val="000000"/>
                          </a:solidFill>
                          <a:effectLst/>
                          <a:latin typeface="Abar Mid" pitchFamily="50" charset="-78"/>
                          <a:ea typeface="Abar Mid" pitchFamily="50" charset="-78"/>
                          <a:cs typeface="Abar Mid" pitchFamily="50" charset="-78"/>
                        </a:rPr>
                        <a:t>سيتم عرض خارطة الطريق للمشروع في اجتماع القيادات القادم الموافق 28 سبتمبر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graphicFrame>
        <p:nvGraphicFramePr>
          <p:cNvPr id="32" name="Table 14">
            <a:extLst>
              <a:ext uri="{FF2B5EF4-FFF2-40B4-BE49-F238E27FC236}">
                <a16:creationId xmlns:a16="http://schemas.microsoft.com/office/drawing/2014/main" id="{694D8959-2FDE-5CF0-BF1F-1DC1B05721A8}"/>
              </a:ext>
            </a:extLst>
          </p:cNvPr>
          <p:cNvGraphicFramePr>
            <a:graphicFrameLocks noGrp="1"/>
          </p:cNvGraphicFramePr>
          <p:nvPr>
            <p:extLst>
              <p:ext uri="{D42A27DB-BD31-4B8C-83A1-F6EECF244321}">
                <p14:modId xmlns:p14="http://schemas.microsoft.com/office/powerpoint/2010/main" val="1176411183"/>
              </p:ext>
            </p:extLst>
          </p:nvPr>
        </p:nvGraphicFramePr>
        <p:xfrm>
          <a:off x="621268" y="8235979"/>
          <a:ext cx="6566916" cy="17393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منصة نسك الرقمية</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تسويق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تطبيق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نسك</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01-08-2027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cs typeface="Abar Mid" pitchFamily="50" charset="-78"/>
                        </a:rPr>
                        <a:t>تاريخ</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التحديث</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16</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سبتمبر</a:t>
                      </a:r>
                      <a:r>
                        <a:rPr lang="en-US" sz="1000" b="1" i="0" u="none" strike="noStrike" dirty="0">
                          <a:solidFill>
                            <a:srgbClr val="000000"/>
                          </a:solidFill>
                          <a:effectLst/>
                          <a:latin typeface="Abar Mid" pitchFamily="50" charset="-78"/>
                          <a:cs typeface="Abar Mid" pitchFamily="50" charset="-78"/>
                        </a:rPr>
                        <a:t> 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a:t>
                      </a:r>
                      <a:r>
                        <a:rPr lang="ar-SA" sz="1000" b="0" i="0" u="none" strike="noStrike" dirty="0">
                          <a:solidFill>
                            <a:srgbClr val="000000"/>
                          </a:solidFill>
                          <a:effectLst/>
                          <a:latin typeface="Abar Mid" pitchFamily="50" charset="-78"/>
                          <a:ea typeface="Abar Mid" pitchFamily="50" charset="-78"/>
                          <a:cs typeface="Abar Mid" pitchFamily="50" charset="-78"/>
                        </a:rPr>
                        <a:t>ا</a:t>
                      </a:r>
                      <a:r>
                        <a:rPr lang="en-US" sz="1000" b="0" i="0" u="none" strike="noStrike" dirty="0" err="1">
                          <a:solidFill>
                            <a:srgbClr val="000000"/>
                          </a:solidFill>
                          <a:effectLst/>
                          <a:latin typeface="Abar Mid" pitchFamily="50" charset="-78"/>
                          <a:ea typeface="Abar Mid" pitchFamily="50" charset="-78"/>
                          <a:cs typeface="Abar Mid" pitchFamily="50" charset="-78"/>
                        </a:rPr>
                        <a:t>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إعداد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كراسة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الشروط</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والمواصفات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والأحكام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الخاصة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بالمشروع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والميزانية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المتوقعة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مشاركتها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إدارة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المشتريات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لأخذ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مرئياتهم</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3" name="Table 5">
            <a:extLst>
              <a:ext uri="{FF2B5EF4-FFF2-40B4-BE49-F238E27FC236}">
                <a16:creationId xmlns:a16="http://schemas.microsoft.com/office/drawing/2014/main" id="{16560A80-6509-8BA6-B3C3-A36FD4D4C70B}"/>
              </a:ext>
            </a:extLst>
          </p:cNvPr>
          <p:cNvGraphicFramePr>
            <a:graphicFrameLocks noGrp="1"/>
          </p:cNvGraphicFramePr>
          <p:nvPr>
            <p:extLst>
              <p:ext uri="{D42A27DB-BD31-4B8C-83A1-F6EECF244321}">
                <p14:modId xmlns:p14="http://schemas.microsoft.com/office/powerpoint/2010/main" val="3786432752"/>
              </p:ext>
            </p:extLst>
          </p:nvPr>
        </p:nvGraphicFramePr>
        <p:xfrm>
          <a:off x="621268" y="10089599"/>
          <a:ext cx="6566916"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امتثال أعمال</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ضيف</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بلا حقيبة</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09-08-2026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23-03-2027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cs typeface="Abar Mid" pitchFamily="50" charset="-78"/>
                        </a:rPr>
                        <a:t>تاريخ</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التحديث</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22</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سبتمبر</a:t>
                      </a:r>
                      <a:r>
                        <a:rPr lang="en-US" sz="1000" b="1" i="0" u="none" strike="noStrike" dirty="0">
                          <a:solidFill>
                            <a:srgbClr val="000000"/>
                          </a:solidFill>
                          <a:effectLst/>
                          <a:latin typeface="Abar Mid" pitchFamily="50" charset="-78"/>
                          <a:cs typeface="Abar Mid" pitchFamily="50" charset="-78"/>
                        </a:rPr>
                        <a:t> 2026</a:t>
                      </a:r>
                    </a:p>
                    <a:p>
                      <a:pPr algn="r" rtl="1" fontAlgn="ctr">
                        <a:buNone/>
                      </a:pPr>
                      <a:r>
                        <a:rPr lang="ar-SA" sz="1000" b="0" i="0" u="none" strike="noStrike" dirty="0">
                          <a:solidFill>
                            <a:srgbClr val="000000"/>
                          </a:solidFill>
                          <a:effectLst/>
                          <a:latin typeface="Abar Mid" pitchFamily="50" charset="-78"/>
                          <a:cs typeface="Abar Mid" pitchFamily="50" charset="-78"/>
                        </a:rPr>
                        <a:t>سيتم عقد ورشة عمل يوم الاثنين الموافق 28 سبتمبر مع شركات تقديم الخدمة بمشاركة برنامج خدمة ضيوف الرحمن وشركة مطارات القابضة لمناقشة التحديات الواردة من شركات تقديم الخدمة والحلول المناسبة لمعالجتها</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819622-E910-FEF4-C5AD-0D521245A34B}"/>
              </a:ext>
            </a:extLst>
          </p:cNvPr>
          <p:cNvSpPr txBox="1"/>
          <p:nvPr/>
        </p:nvSpPr>
        <p:spPr>
          <a:xfrm>
            <a:off x="2045241" y="6721475"/>
            <a:ext cx="3469205" cy="923330"/>
          </a:xfrm>
          <a:prstGeom prst="rect">
            <a:avLst/>
          </a:prstGeom>
          <a:noFill/>
        </p:spPr>
        <p:txBody>
          <a:bodyPr wrap="square" lIns="0" tIns="0" rIns="0" bIns="0" anchor="ctr">
            <a:spAutoFit/>
          </a:bodyPr>
          <a:lstStyle/>
          <a:p>
            <a:pPr algn="ctr" defTabSz="977875" rtl="1"/>
            <a:r>
              <a:rPr lang="ar-SA" sz="6000" b="1">
                <a:solidFill>
                  <a:srgbClr val="FFFFFF"/>
                </a:solidFill>
                <a:latin typeface="Abar Mid" pitchFamily="2" charset="-78"/>
                <a:ea typeface="Abar Mid" pitchFamily="2" charset="-78"/>
                <a:cs typeface="Abar Mid" pitchFamily="2" charset="-78"/>
              </a:rPr>
              <a:t>شكرا لكم</a:t>
            </a:r>
            <a:endParaRPr sz="6000" b="1">
              <a:solidFill>
                <a:srgbClr val="FFFFFF"/>
              </a:solidFill>
              <a:latin typeface="Abar Mid" pitchFamily="2" charset="-78"/>
              <a:ea typeface="Abar Mid" pitchFamily="2" charset="-78"/>
              <a:cs typeface="Abar Mid" pitchFamily="2" charset="-78"/>
            </a:endParaRPr>
          </a:p>
        </p:txBody>
      </p:sp>
      <p:cxnSp>
        <p:nvCxnSpPr>
          <p:cNvPr id="2" name="Straight Connector 1">
            <a:extLst>
              <a:ext uri="{FF2B5EF4-FFF2-40B4-BE49-F238E27FC236}">
                <a16:creationId xmlns:a16="http://schemas.microsoft.com/office/drawing/2014/main" id="{C64976DF-2BD2-67AA-4707-8B5214620052}"/>
              </a:ext>
            </a:extLst>
          </p:cNvPr>
          <p:cNvCxnSpPr>
            <a:cxnSpLocks/>
          </p:cNvCxnSpPr>
          <p:nvPr/>
        </p:nvCxnSpPr>
        <p:spPr>
          <a:xfrm>
            <a:off x="3138176" y="7958289"/>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Tree>
    <p:extLst>
      <p:ext uri="{BB962C8B-B14F-4D97-AF65-F5344CB8AC3E}">
        <p14:creationId xmlns:p14="http://schemas.microsoft.com/office/powerpoint/2010/main" val="3001195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CONTEXTUAL_SHAPES_AGENDA_DESIGNER" val="{&quot;Version&quot;:3,&quot;Divider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423.35,&quot;Rotation&quot;:-1.0,&quot;CanManageSize&quot;:true,&quot;Width&quot;:426.4375,&quot;Height&quot;:211.675,&quot;TextFrame2AutoSize&quot;:1,&quot;TextFrame2TextRangeFontName&quot;:&quot;&quot;,&quot;TextFrameMarginTop&quot;:0.0,&quot;TextFrameMarginLeft&quot;:0.0,&quot;TextFrameMarginRight&quot;:0.0,&quot;TextFrameMarginBottom&quot;:0.0,&quot;TextFrameWordWrap&quot;:-1,&quot;TextFrameTextRangeFontSize&quot;:30.0,&quot;TextFrameTextRangeFontColorHexa&quot;:&quot;#000000&quot;,&quot;TextFrameTextRangeFontHighlightColorHexa&quot;:&quot;&quot;,&quot;TextFrameTextRangeFontBold&quot;:0,&quot;TextFrameTextRangeFontItalic&quot;:0,&quot;TextFrameTextRangeFontUnderline&quot;:0,&quot;TextFrameVerticalAnchor&quot;:1,&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Number&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71.43,&quot;Top&quot;:423.35,&quot;Rotation&quot;:-1.0,&quot;CanManageSize&quot;:true,&quot;Width&quot;:89.2875,&quot;Height&quot;:158.756256,&quot;TextFrame2AutoSize&quot;:0,&quot;TextFrame2TextRangeFontName&quot;:&quot;&quot;,&quot;TextFrameMarginTop&quot;:0.0,&quot;TextFrameMarginLeft&quot;:0.0,&quot;TextFrameMarginRight&quot;:0.0,&quot;TextFrameMarginBottom&quot;:0.0,&quot;TextFrameWordWrap&quot;:0,&quot;TextFrameTextRangeFontSize&quot;:30.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2,&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tru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642.025,&quot;Rotation&quot;:-1.0,&quot;CanManageSize&quot;:true,&quot;Width&quot;:426.4375,&quot;Height&quot;:0.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0.0,&quot;LineDashStyle&quot;:1,&quot;LineEndArrowheadStyle&quot;:1,&quot;LineBeginArrowheadStyle&quot;:1,&quot;ShouldSendToBack&quot;:false,&quot;NeedsApplyToAll&quot;:false},&quot;FontSizeShapeRatio&quot;:1.4},&quot;TableOfContent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Back&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true,&quot;NeedsApplyToAll&quot;:false}],&quot;Inactiv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CoverPag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Number&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D9D9D9&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MarginLeft&quot;:48.0,&quot;MarginRight&quot;:47.25,&quot;MarginTop&quot;:169.0,&quot;MarginBottom&quot;:42.375,&quot;AgendaAlignment&quot;:1,&quot;FontSizeShapeRatio&quot;:1.4},&quot;TableOfContent3&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TableOfContent4&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Arc&quot;:{&quot;AutoShapeType&quot;:25,&quot;CalloutType&quot;:1,&quot;CalloutAngle&quot;:2,&quot;CalloutGap&quot;:-3.40282347E+38,&quot;Visible&quot;:-1,&quot;LockAspectRatio&quot;:0,&quot;CanUpdateAdjustments&quot;:fals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Breadcrumb&quot;:{&quot;ShapeDesign&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LeftOffsetAfterFirstShape&quot;:0.0,&quot;Left&quot;:0.0,&quot;Top&quot;:0.0,&quot;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FontSizeShapeRatio&quot;:1.4}}"/>
  <p:tag name="POWER_USER_PPT_AGENDA_PRESENTATION_SHOW_BREADCRUMB_CHECKED_TAG" val="AllSections"/>
  <p:tag name="POWER_USER_LINKS_STATUS_TAG" val="&lt;?xml version=&quot;1.0&quot; encoding=&quot;utf-16&quot;?&gt;&#10;&lt;PuLinks xmlns:xsd=&quot;http://www.w3.org/2001/XMLSchema&quot; xmlns:xsi=&quot;http://www.w3.org/2001/XMLSchema-instance&quot;&gt;&#10;  &lt;PuLink status=&quot;1&quot; id=&quot;POWER_USER_LINK_55558452_5EEB_43E3_B17B_AFCE618899C7&quot; /&gt;&#10;  &lt;PuLink status=&quot;1&quot; id=&quot;POWER_USER_LINK_15298569_15DF_4D7E_B155_87E4D9E08999&quot; /&gt;&#10;&lt;/PuLinks&gt;"/>
</p:tagLst>
</file>

<file path=ppt/tags/tag2.xml><?xml version="1.0" encoding="utf-8"?>
<p:tagLst xmlns:a="http://schemas.openxmlformats.org/drawingml/2006/main" xmlns:r="http://schemas.openxmlformats.org/officeDocument/2006/relationships" xmlns:p="http://schemas.openxmlformats.org/presentationml/2006/main">
  <p:tag name="AS_UNIQUEID" val="114598"/>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AS_UNIQUEID" val="114598"/>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S_UNIQUEID" val="114598"/>
</p:tagLst>
</file>

<file path=ppt/tags/tag9.xml><?xml version="1.0" encoding="utf-8"?>
<p:tagLst xmlns:a="http://schemas.openxmlformats.org/drawingml/2006/main" xmlns:r="http://schemas.openxmlformats.org/officeDocument/2006/relationships" xmlns:p="http://schemas.openxmlformats.org/presentationml/2006/main">
  <p:tag name="AS_UNIQUEID" val="114598"/>
</p:tagLst>
</file>

<file path=ppt/tags/tag10.xml><?xml version="1.0" encoding="utf-8"?>
<p:tagLst xmlns:a="http://schemas.openxmlformats.org/drawingml/2006/main" xmlns:r="http://schemas.openxmlformats.org/officeDocument/2006/relationships" xmlns:p="http://schemas.openxmlformats.org/presentationml/2006/main">
  <p:tag name="AS_UNIQUEID" val="114598"/>
</p:tagLst>
</file>

<file path=ppt/tags/tag11.xml><?xml version="1.0" encoding="utf-8"?>
<p:tagLst xmlns:a="http://schemas.openxmlformats.org/drawingml/2006/main" xmlns:r="http://schemas.openxmlformats.org/officeDocument/2006/relationships" xmlns:p="http://schemas.openxmlformats.org/presentationml/2006/main">
  <p:tag name="AS_UNIQUEID" val="114598"/>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CE64B34CF6EC44A199F338B72EDEB5" ma:contentTypeVersion="13" ma:contentTypeDescription="Create a new document." ma:contentTypeScope="" ma:versionID="3f4b9e014ff65a4ea3c0e512a7f292a9">
  <xsd:schema xmlns:xsd="http://www.w3.org/2001/XMLSchema" xmlns:xs="http://www.w3.org/2001/XMLSchema" xmlns:p="http://schemas.microsoft.com/office/2006/metadata/properties" xmlns:ns2="eddcb049-de32-468e-a2a1-70a63145ae32" xmlns:ns3="2f6d02a0-59ef-494b-8458-690fa2dbc213" targetNamespace="http://schemas.microsoft.com/office/2006/metadata/properties" ma:root="true" ma:fieldsID="4438d69b347d6f7105c41aa14e58a461" ns2:_="" ns3:_="">
    <xsd:import namespace="eddcb049-de32-468e-a2a1-70a63145ae32"/>
    <xsd:import namespace="2f6d02a0-59ef-494b-8458-690fa2dbc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OCR" minOccurs="0"/>
                <xsd:element ref="ns2:_Flow_SignoffStatu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dcb049-de32-468e-a2a1-70a63145ae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15cc7d9-54bd-481d-a51c-d3ab4800245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_x0024_Resources_x003a_core_x002c_Signoff_Status">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6d02a0-59ef-494b-8458-690fa2dbc21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f63078d-e739-44c7-952a-bfa7a1ce5c02}" ma:internalName="TaxCatchAll" ma:showField="CatchAllData" ma:web="2f6d02a0-59ef-494b-8458-690fa2dbc2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dcb049-de32-468e-a2a1-70a63145ae32">
      <Terms xmlns="http://schemas.microsoft.com/office/infopath/2007/PartnerControls"/>
    </lcf76f155ced4ddcb4097134ff3c332f>
    <_Flow_SignoffStatus xmlns="eddcb049-de32-468e-a2a1-70a63145ae32" xsi:nil="true"/>
    <TaxCatchAll xmlns="2f6d02a0-59ef-494b-8458-690fa2dbc21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31825B-29AE-464A-87C5-77B1ED10B8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dcb049-de32-468e-a2a1-70a63145ae32"/>
    <ds:schemaRef ds:uri="2f6d02a0-59ef-494b-8458-690fa2dbc2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05B090-E725-431D-8F7D-A82706FB17C1}">
  <ds:schemaRefs>
    <ds:schemaRef ds:uri="24029d3c-7a44-447d-9afd-66984a7e0b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ddcb049-de32-468e-a2a1-70a63145ae32"/>
    <ds:schemaRef ds:uri="2f6d02a0-59ef-494b-8458-690fa2dbc213"/>
  </ds:schemaRefs>
</ds:datastoreItem>
</file>

<file path=customXml/itemProps3.xml><?xml version="1.0" encoding="utf-8"?>
<ds:datastoreItem xmlns:ds="http://schemas.openxmlformats.org/officeDocument/2006/customXml" ds:itemID="{F36AC9A5-35D0-4F75-B6C5-37E5961DA866}">
  <ds:schemaRefs>
    <ds:schemaRef ds:uri="http://schemas.microsoft.com/sharepoint/v3/contenttype/forms"/>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
  <TotalTime>789</TotalTime>
  <Words>2227</Words>
  <Application>Microsoft Office PowerPoint</Application>
  <PresentationFormat>Custom</PresentationFormat>
  <Paragraphs>449</Paragraphs>
  <Slides>12</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0" baseType="lpstr">
      <vt:lpstr>Abar Mid</vt:lpstr>
      <vt:lpstr>Aptos</vt:lpstr>
      <vt:lpstr>Arial</vt:lpstr>
      <vt:lpstr>Calibri</vt:lpstr>
      <vt:lpstr>Century Gothic</vt:lpstr>
      <vt:lpstr>Sakkal Majalla</vt:lpstr>
      <vt:lpstr>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Jamjoom, Mamdouh</dc:creator>
  <cp:keywords/>
  <dc:description>generated using python-pptx</dc:description>
  <cp:lastModifiedBy>Jamjoom, Mamdouh</cp:lastModifiedBy>
  <cp:revision>2</cp:revision>
  <dcterms:created xsi:type="dcterms:W3CDTF">2013-01-27T09:14:16Z</dcterms:created>
  <dcterms:modified xsi:type="dcterms:W3CDTF">2026-10-15T08:41:27Z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0x010100F5CE64B34CF6EC44A199F338B72EDEB5</vt:lpwstr>
  </property>
  <property fmtid="{D5CDD505-2E9C-101B-9397-08002B2CF9AE}" pid="3" name="MediaServiceImageTags">
    <vt:lpwstr/>
  </property>
</Properties>
</file>