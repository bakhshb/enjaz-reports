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4"/>
  </p:sldMasterIdLst>
  <p:notesMasterIdLst>
    <p:notesMasterId r:id="rId16"/>
  </p:notesMasterIdLst>
  <p:sldIdLst>
    <p:sldId id="256" r:id="rId5"/>
    <p:sldId id="282" r:id="rId6"/>
    <p:sldId id="276" r:id="rId7"/>
    <p:sldId id="277" r:id="rId8"/>
    <p:sldId id="289" r:id="rId9"/>
    <p:sldId id="278" r:id="rId10"/>
    <p:sldId id="297" r:id="rId11"/>
    <p:sldId id="288" r:id="rId12"/>
    <p:sldId id="300" r:id="rId13"/>
    <p:sldId id="296" r:id="rId14"/>
    <p:sldId id="301" r:id="rId15"/>
  </p:sldIdLst>
  <p:sldSz cx="7559675" cy="13441363"/>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A667E2-3517-406A-85DE-E7FCA1602895}">
          <p14:sldIdLst>
            <p14:sldId id="256"/>
            <p14:sldId id="282"/>
            <p14:sldId id="276"/>
            <p14:sldId id="277"/>
            <p14:sldId id="289"/>
          </p14:sldIdLst>
        </p14:section>
        <p14:section name="تفاصيل المهام" id="{E5FE2408-8E6D-4155-815E-311FC0B69DA8}">
          <p14:sldIdLst>
            <p14:sldId id="278"/>
            <p14:sldId id="297"/>
          </p14:sldIdLst>
        </p14:section>
        <p14:section name="تفاصيل مشاريع سهيل" id="{F8044DF7-87B1-4C3D-88CA-397A49253FF4}">
          <p14:sldIdLst>
            <p14:sldId id="288"/>
            <p14:sldId id="300"/>
            <p14:sldId id="296"/>
          </p14:sldIdLst>
        </p14:section>
        <p14:section name="الخاتمة" id="{7BDD06FA-8243-4972-8BC4-8A717A79C206}">
          <p14:sldIdLst>
            <p14:sldId id="301"/>
          </p14:sldIdLst>
        </p14:section>
      </p14:sectionLst>
    </p:ext>
    <p:ext uri="{EFAFB233-063F-42B5-8137-9DF3F51BA10A}">
      <p15:sldGuideLst xmlns:p15="http://schemas.microsoft.com/office/powerpoint/2012/main">
        <p15:guide id="1" orient="horz" pos="27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4767"/>
    <a:srgbClr val="DCE6F2"/>
    <a:srgbClr val="EBF1DE"/>
    <a:srgbClr val="F2F2F2"/>
    <a:srgbClr val="F2DCDB"/>
    <a:srgbClr val="F6E9DA"/>
    <a:srgbClr val="D9A86A"/>
    <a:srgbClr val="2B2B2B"/>
    <a:srgbClr val="00080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53BD39-E686-421F-805D-170EE4ACA537}" v="28" dt="2026-09-28T11:20:16.075"/>
    <p1510:client id="{823CBE59-CA46-456F-A1E9-1EE772A3014F}" v="37" dt="2026-09-28T12:20:15.968"/>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86" autoAdjust="0"/>
    <p:restoredTop sz="94660"/>
  </p:normalViewPr>
  <p:slideViewPr>
    <p:cSldViewPr snapToGrid="0">
      <p:cViewPr>
        <p:scale>
          <a:sx n="50" d="100"/>
          <a:sy n="50" d="100"/>
        </p:scale>
        <p:origin x="3906" y="486"/>
      </p:cViewPr>
      <p:guideLst>
        <p:guide orient="horz" pos="275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douh Jamjoom" userId="4f83adfd-8daa-4f62-9189-dd97c2009acc" providerId="ADAL" clId="{C50D1312-49B6-4843-BF8F-FF2439C740DC}"/>
    <pc:docChg chg="undo custSel addSld delSld modSld sldOrd modMainMaster addSection delSection modSection">
      <pc:chgData name="Mamdouh Jamjoom" userId="4f83adfd-8daa-4f62-9189-dd97c2009acc" providerId="ADAL" clId="{C50D1312-49B6-4843-BF8F-FF2439C740DC}" dt="2026-09-28T12:20:25.398" v="308" actId="47"/>
      <pc:docMkLst>
        <pc:docMk/>
      </pc:docMkLst>
      <pc:sldChg chg="del">
        <pc:chgData name="Mamdouh Jamjoom" userId="4f83adfd-8daa-4f62-9189-dd97c2009acc" providerId="ADAL" clId="{C50D1312-49B6-4843-BF8F-FF2439C740DC}" dt="2026-09-28T11:28:20.287" v="203" actId="47"/>
        <pc:sldMkLst>
          <pc:docMk/>
          <pc:sldMk cId="3431048064" sldId="265"/>
        </pc:sldMkLst>
      </pc:sldChg>
      <pc:sldChg chg="modSp add del mod">
        <pc:chgData name="Mamdouh Jamjoom" userId="4f83adfd-8daa-4f62-9189-dd97c2009acc" providerId="ADAL" clId="{C50D1312-49B6-4843-BF8F-FF2439C740DC}" dt="2026-09-28T12:18:31.382" v="297" actId="465"/>
        <pc:sldMkLst>
          <pc:docMk/>
          <pc:sldMk cId="1320534220" sldId="276"/>
        </pc:sldMkLst>
        <pc:graphicFrameChg chg="mod">
          <ac:chgData name="Mamdouh Jamjoom" userId="4f83adfd-8daa-4f62-9189-dd97c2009acc" providerId="ADAL" clId="{C50D1312-49B6-4843-BF8F-FF2439C740DC}" dt="2026-09-28T12:17:42.227" v="296"/>
          <ac:graphicFrameMkLst>
            <pc:docMk/>
            <pc:sldMk cId="1320534220" sldId="276"/>
            <ac:graphicFrameMk id="4" creationId="{00BA627B-32AA-1ADA-50CC-F62281CD6958}"/>
          </ac:graphicFrameMkLst>
        </pc:graphicFrameChg>
        <pc:graphicFrameChg chg="mod">
          <ac:chgData name="Mamdouh Jamjoom" userId="4f83adfd-8daa-4f62-9189-dd97c2009acc" providerId="ADAL" clId="{C50D1312-49B6-4843-BF8F-FF2439C740DC}" dt="2026-09-28T12:18:31.382" v="297" actId="465"/>
          <ac:graphicFrameMkLst>
            <pc:docMk/>
            <pc:sldMk cId="1320534220" sldId="276"/>
            <ac:graphicFrameMk id="23" creationId="{CF546488-1D51-FC1E-8268-FEB36D923228}"/>
          </ac:graphicFrameMkLst>
        </pc:graphicFrameChg>
      </pc:sldChg>
      <pc:sldChg chg="addSp modSp add del mod ord">
        <pc:chgData name="Mamdouh Jamjoom" userId="4f83adfd-8daa-4f62-9189-dd97c2009acc" providerId="ADAL" clId="{C50D1312-49B6-4843-BF8F-FF2439C740DC}" dt="2026-09-28T12:01:25.551" v="205"/>
        <pc:sldMkLst>
          <pc:docMk/>
          <pc:sldMk cId="3891141108" sldId="277"/>
        </pc:sldMkLst>
        <pc:graphicFrameChg chg="add mod modGraphic">
          <ac:chgData name="Mamdouh Jamjoom" userId="4f83adfd-8daa-4f62-9189-dd97c2009acc" providerId="ADAL" clId="{C50D1312-49B6-4843-BF8F-FF2439C740DC}" dt="2026-09-28T11:24:58.406" v="193" actId="14100"/>
          <ac:graphicFrameMkLst>
            <pc:docMk/>
            <pc:sldMk cId="3891141108" sldId="277"/>
            <ac:graphicFrameMk id="4" creationId="{2519BF84-6971-AC64-49A5-6B524042ED21}"/>
          </ac:graphicFrameMkLst>
        </pc:graphicFrameChg>
      </pc:sldChg>
      <pc:sldChg chg="addSp delSp modSp mod">
        <pc:chgData name="Mamdouh Jamjoom" userId="4f83adfd-8daa-4f62-9189-dd97c2009acc" providerId="ADAL" clId="{C50D1312-49B6-4843-BF8F-FF2439C740DC}" dt="2026-09-28T12:01:56.462" v="208" actId="3064"/>
        <pc:sldMkLst>
          <pc:docMk/>
          <pc:sldMk cId="3565859656" sldId="278"/>
        </pc:sldMkLst>
        <pc:graphicFrameChg chg="add del">
          <ac:chgData name="Mamdouh Jamjoom" userId="4f83adfd-8daa-4f62-9189-dd97c2009acc" providerId="ADAL" clId="{C50D1312-49B6-4843-BF8F-FF2439C740DC}" dt="2026-09-28T11:22:26.931" v="177" actId="478"/>
          <ac:graphicFrameMkLst>
            <pc:docMk/>
            <pc:sldMk cId="3565859656" sldId="278"/>
            <ac:graphicFrameMk id="4" creationId="{BBDC70EC-0DC3-0F1D-D2FF-B56DF0C92B53}"/>
          </ac:graphicFrameMkLst>
        </pc:graphicFrameChg>
        <pc:graphicFrameChg chg="mod modGraphic">
          <ac:chgData name="Mamdouh Jamjoom" userId="4f83adfd-8daa-4f62-9189-dd97c2009acc" providerId="ADAL" clId="{C50D1312-49B6-4843-BF8F-FF2439C740DC}" dt="2026-09-28T12:01:56.462" v="208" actId="3064"/>
          <ac:graphicFrameMkLst>
            <pc:docMk/>
            <pc:sldMk cId="3565859656" sldId="278"/>
            <ac:graphicFrameMk id="30" creationId="{24C18B9B-64F6-22FD-45B3-540606A7AC0A}"/>
          </ac:graphicFrameMkLst>
        </pc:graphicFrameChg>
      </pc:sldChg>
      <pc:sldChg chg="addSp delSp modSp add del mod">
        <pc:chgData name="Mamdouh Jamjoom" userId="4f83adfd-8daa-4f62-9189-dd97c2009acc" providerId="ADAL" clId="{C50D1312-49B6-4843-BF8F-FF2439C740DC}" dt="2026-09-28T12:20:15.968" v="307"/>
        <pc:sldMkLst>
          <pc:docMk/>
          <pc:sldMk cId="903101738" sldId="282"/>
        </pc:sldMkLst>
        <pc:spChg chg="add del mod">
          <ac:chgData name="Mamdouh Jamjoom" userId="4f83adfd-8daa-4f62-9189-dd97c2009acc" providerId="ADAL" clId="{C50D1312-49B6-4843-BF8F-FF2439C740DC}" dt="2026-09-28T12:19:43.764" v="302" actId="478"/>
          <ac:spMkLst>
            <pc:docMk/>
            <pc:sldMk cId="903101738" sldId="282"/>
            <ac:spMk id="2" creationId="{006115FB-3227-8CEF-06BA-6BAB188CED7D}"/>
          </ac:spMkLst>
        </pc:spChg>
        <pc:graphicFrameChg chg="add mod">
          <ac:chgData name="Mamdouh Jamjoom" userId="4f83adfd-8daa-4f62-9189-dd97c2009acc" providerId="ADAL" clId="{C50D1312-49B6-4843-BF8F-FF2439C740DC}" dt="2026-09-28T12:18:36.036" v="298" actId="465"/>
          <ac:graphicFrameMkLst>
            <pc:docMk/>
            <pc:sldMk cId="903101738" sldId="282"/>
            <ac:graphicFrameMk id="8" creationId="{24B98477-BCD3-FB0B-D64E-B319BEBECA61}"/>
          </ac:graphicFrameMkLst>
        </pc:graphicFrameChg>
        <pc:graphicFrameChg chg="add del">
          <ac:chgData name="Mamdouh Jamjoom" userId="4f83adfd-8daa-4f62-9189-dd97c2009acc" providerId="ADAL" clId="{C50D1312-49B6-4843-BF8F-FF2439C740DC}" dt="2026-09-28T10:53:23.190" v="102" actId="22"/>
          <ac:graphicFrameMkLst>
            <pc:docMk/>
            <pc:sldMk cId="903101738" sldId="282"/>
            <ac:graphicFrameMk id="8" creationId="{923974E3-F3C8-8044-6D33-7EAC16165A2E}"/>
          </ac:graphicFrameMkLst>
        </pc:graphicFrameChg>
        <pc:graphicFrameChg chg="add del">
          <ac:chgData name="Mamdouh Jamjoom" userId="4f83adfd-8daa-4f62-9189-dd97c2009acc" providerId="ADAL" clId="{C50D1312-49B6-4843-BF8F-FF2439C740DC}" dt="2026-09-28T11:11:16.907" v="107" actId="478"/>
          <ac:graphicFrameMkLst>
            <pc:docMk/>
            <pc:sldMk cId="903101738" sldId="282"/>
            <ac:graphicFrameMk id="8" creationId="{AE259C99-7F68-9C4C-6D32-982687AFD122}"/>
          </ac:graphicFrameMkLst>
        </pc:graphicFrameChg>
        <pc:graphicFrameChg chg="mod">
          <ac:chgData name="Mamdouh Jamjoom" userId="4f83adfd-8daa-4f62-9189-dd97c2009acc" providerId="ADAL" clId="{C50D1312-49B6-4843-BF8F-FF2439C740DC}" dt="2026-09-28T12:20:15.968" v="307"/>
          <ac:graphicFrameMkLst>
            <pc:docMk/>
            <pc:sldMk cId="903101738" sldId="282"/>
            <ac:graphicFrameMk id="10" creationId="{29852CAF-D388-3E18-BA70-6C9E5FB343F7}"/>
          </ac:graphicFrameMkLst>
        </pc:graphicFrameChg>
        <pc:graphicFrameChg chg="add mod modGraphic">
          <ac:chgData name="Mamdouh Jamjoom" userId="4f83adfd-8daa-4f62-9189-dd97c2009acc" providerId="ADAL" clId="{C50D1312-49B6-4843-BF8F-FF2439C740DC}" dt="2026-09-28T11:11:31.835" v="109" actId="207"/>
          <ac:graphicFrameMkLst>
            <pc:docMk/>
            <pc:sldMk cId="903101738" sldId="282"/>
            <ac:graphicFrameMk id="12" creationId="{BE893C7C-0D4E-3B6E-38A0-0978B6E9EF39}"/>
          </ac:graphicFrameMkLst>
        </pc:graphicFrameChg>
        <pc:graphicFrameChg chg="add del">
          <ac:chgData name="Mamdouh Jamjoom" userId="4f83adfd-8daa-4f62-9189-dd97c2009acc" providerId="ADAL" clId="{C50D1312-49B6-4843-BF8F-FF2439C740DC}" dt="2026-09-28T10:53:23.190" v="102" actId="22"/>
          <ac:graphicFrameMkLst>
            <pc:docMk/>
            <pc:sldMk cId="903101738" sldId="282"/>
            <ac:graphicFrameMk id="12" creationId="{EBA91D66-ADCE-D625-CD80-3871790C43C6}"/>
          </ac:graphicFrameMkLst>
        </pc:graphicFrameChg>
        <pc:graphicFrameChg chg="mod">
          <ac:chgData name="Mamdouh Jamjoom" userId="4f83adfd-8daa-4f62-9189-dd97c2009acc" providerId="ADAL" clId="{C50D1312-49B6-4843-BF8F-FF2439C740DC}" dt="2026-09-28T12:18:36.036" v="298" actId="465"/>
          <ac:graphicFrameMkLst>
            <pc:docMk/>
            <pc:sldMk cId="903101738" sldId="282"/>
            <ac:graphicFrameMk id="23" creationId="{DB91C56E-189A-ACA9-8953-B0CDCB57F1CA}"/>
          </ac:graphicFrameMkLst>
        </pc:graphicFrameChg>
        <pc:graphicFrameChg chg="add mod modGraphic">
          <ac:chgData name="Mamdouh Jamjoom" userId="4f83adfd-8daa-4f62-9189-dd97c2009acc" providerId="ADAL" clId="{C50D1312-49B6-4843-BF8F-FF2439C740DC}" dt="2026-09-28T12:17:32.015" v="294" actId="572"/>
          <ac:graphicFrameMkLst>
            <pc:docMk/>
            <pc:sldMk cId="903101738" sldId="282"/>
            <ac:graphicFrameMk id="25" creationId="{3C308FE4-692D-D8D9-9C96-48B1DE6F32DD}"/>
          </ac:graphicFrameMkLst>
        </pc:graphicFrameChg>
        <pc:graphicFrameChg chg="add del">
          <ac:chgData name="Mamdouh Jamjoom" userId="4f83adfd-8daa-4f62-9189-dd97c2009acc" providerId="ADAL" clId="{C50D1312-49B6-4843-BF8F-FF2439C740DC}" dt="2026-09-28T10:53:23.190" v="102" actId="22"/>
          <ac:graphicFrameMkLst>
            <pc:docMk/>
            <pc:sldMk cId="903101738" sldId="282"/>
            <ac:graphicFrameMk id="25" creationId="{E3E27535-D5EA-7CEB-AFFA-0AE8C44E3C93}"/>
          </ac:graphicFrameMkLst>
        </pc:graphicFrameChg>
      </pc:sldChg>
      <pc:sldChg chg="addSp delSp modSp mod">
        <pc:chgData name="Mamdouh Jamjoom" userId="4f83adfd-8daa-4f62-9189-dd97c2009acc" providerId="ADAL" clId="{C50D1312-49B6-4843-BF8F-FF2439C740DC}" dt="2026-09-28T12:02:37.617" v="217" actId="3064"/>
        <pc:sldMkLst>
          <pc:docMk/>
          <pc:sldMk cId="2014544344" sldId="288"/>
        </pc:sldMkLst>
        <pc:graphicFrameChg chg="add del">
          <ac:chgData name="Mamdouh Jamjoom" userId="4f83adfd-8daa-4f62-9189-dd97c2009acc" providerId="ADAL" clId="{C50D1312-49B6-4843-BF8F-FF2439C740DC}" dt="2026-09-28T11:16:32.388" v="126" actId="478"/>
          <ac:graphicFrameMkLst>
            <pc:docMk/>
            <pc:sldMk cId="2014544344" sldId="288"/>
            <ac:graphicFrameMk id="6" creationId="{674D0BAC-7AEC-AD3D-740D-F9014D58BF7B}"/>
          </ac:graphicFrameMkLst>
        </pc:graphicFrameChg>
        <pc:graphicFrameChg chg="add del mod">
          <ac:chgData name="Mamdouh Jamjoom" userId="4f83adfd-8daa-4f62-9189-dd97c2009acc" providerId="ADAL" clId="{C50D1312-49B6-4843-BF8F-FF2439C740DC}" dt="2026-09-28T11:18:28.958" v="144" actId="478"/>
          <ac:graphicFrameMkLst>
            <pc:docMk/>
            <pc:sldMk cId="2014544344" sldId="288"/>
            <ac:graphicFrameMk id="8" creationId="{72C50943-C8BE-460E-8068-C1AE7A1AB09D}"/>
          </ac:graphicFrameMkLst>
        </pc:graphicFrameChg>
        <pc:graphicFrameChg chg="mod modGraphic">
          <ac:chgData name="Mamdouh Jamjoom" userId="4f83adfd-8daa-4f62-9189-dd97c2009acc" providerId="ADAL" clId="{C50D1312-49B6-4843-BF8F-FF2439C740DC}" dt="2026-09-28T12:02:37.617" v="217" actId="3064"/>
          <ac:graphicFrameMkLst>
            <pc:docMk/>
            <pc:sldMk cId="2014544344" sldId="288"/>
            <ac:graphicFrameMk id="30" creationId="{D7281D2F-F619-25D8-133B-D92BC8DF9E70}"/>
          </ac:graphicFrameMkLst>
        </pc:graphicFrameChg>
      </pc:sldChg>
      <pc:sldChg chg="modSp mod">
        <pc:chgData name="Mamdouh Jamjoom" userId="4f83adfd-8daa-4f62-9189-dd97c2009acc" providerId="ADAL" clId="{C50D1312-49B6-4843-BF8F-FF2439C740DC}" dt="2026-09-28T12:03:19.573" v="237" actId="3064"/>
        <pc:sldMkLst>
          <pc:docMk/>
          <pc:sldMk cId="2014544344" sldId="296"/>
        </pc:sldMkLst>
        <pc:graphicFrameChg chg="mod modGraphic">
          <ac:chgData name="Mamdouh Jamjoom" userId="4f83adfd-8daa-4f62-9189-dd97c2009acc" providerId="ADAL" clId="{C50D1312-49B6-4843-BF8F-FF2439C740DC}" dt="2026-09-28T12:02:56.641" v="225" actId="3064"/>
          <ac:graphicFrameMkLst>
            <pc:docMk/>
            <pc:sldMk cId="2014544344" sldId="296"/>
            <ac:graphicFrameMk id="30" creationId="{6CED6B66-1642-4103-9585-EEFD107A28B7}"/>
          </ac:graphicFrameMkLst>
        </pc:graphicFrameChg>
        <pc:graphicFrameChg chg="mod modGraphic">
          <ac:chgData name="Mamdouh Jamjoom" userId="4f83adfd-8daa-4f62-9189-dd97c2009acc" providerId="ADAL" clId="{C50D1312-49B6-4843-BF8F-FF2439C740DC}" dt="2026-09-28T12:03:06.286" v="229" actId="3064"/>
          <ac:graphicFrameMkLst>
            <pc:docMk/>
            <pc:sldMk cId="2014544344" sldId="296"/>
            <ac:graphicFrameMk id="31" creationId="{1A2D0F6A-29CC-F521-F79A-1F53075353B8}"/>
          </ac:graphicFrameMkLst>
        </pc:graphicFrameChg>
        <pc:graphicFrameChg chg="mod modGraphic">
          <ac:chgData name="Mamdouh Jamjoom" userId="4f83adfd-8daa-4f62-9189-dd97c2009acc" providerId="ADAL" clId="{C50D1312-49B6-4843-BF8F-FF2439C740DC}" dt="2026-09-28T12:03:13.625" v="233" actId="3064"/>
          <ac:graphicFrameMkLst>
            <pc:docMk/>
            <pc:sldMk cId="2014544344" sldId="296"/>
            <ac:graphicFrameMk id="32" creationId="{694D8959-2FDE-5CF0-BF1F-1DC1B05721A8}"/>
          </ac:graphicFrameMkLst>
        </pc:graphicFrameChg>
        <pc:graphicFrameChg chg="mod modGraphic">
          <ac:chgData name="Mamdouh Jamjoom" userId="4f83adfd-8daa-4f62-9189-dd97c2009acc" providerId="ADAL" clId="{C50D1312-49B6-4843-BF8F-FF2439C740DC}" dt="2026-09-28T12:03:19.573" v="237" actId="3064"/>
          <ac:graphicFrameMkLst>
            <pc:docMk/>
            <pc:sldMk cId="2014544344" sldId="296"/>
            <ac:graphicFrameMk id="33" creationId="{16560A80-6509-8BA6-B3C3-A36FD4D4C70B}"/>
          </ac:graphicFrameMkLst>
        </pc:graphicFrameChg>
      </pc:sldChg>
      <pc:sldChg chg="modSp mod">
        <pc:chgData name="Mamdouh Jamjoom" userId="4f83adfd-8daa-4f62-9189-dd97c2009acc" providerId="ADAL" clId="{C50D1312-49B6-4843-BF8F-FF2439C740DC}" dt="2026-09-28T12:02:24.495" v="213" actId="3064"/>
        <pc:sldMkLst>
          <pc:docMk/>
          <pc:sldMk cId="3565859656" sldId="297"/>
        </pc:sldMkLst>
        <pc:graphicFrameChg chg="mod modGraphic">
          <ac:chgData name="Mamdouh Jamjoom" userId="4f83adfd-8daa-4f62-9189-dd97c2009acc" providerId="ADAL" clId="{C50D1312-49B6-4843-BF8F-FF2439C740DC}" dt="2026-09-28T11:22:54.442" v="184"/>
          <ac:graphicFrameMkLst>
            <pc:docMk/>
            <pc:sldMk cId="3565859656" sldId="297"/>
            <ac:graphicFrameMk id="3" creationId="{8382319D-4674-617E-33AB-0E790D75F602}"/>
          </ac:graphicFrameMkLst>
        </pc:graphicFrameChg>
        <pc:graphicFrameChg chg="mod modGraphic">
          <ac:chgData name="Mamdouh Jamjoom" userId="4f83adfd-8daa-4f62-9189-dd97c2009acc" providerId="ADAL" clId="{C50D1312-49B6-4843-BF8F-FF2439C740DC}" dt="2026-09-28T11:22:55.652" v="185"/>
          <ac:graphicFrameMkLst>
            <pc:docMk/>
            <pc:sldMk cId="3565859656" sldId="297"/>
            <ac:graphicFrameMk id="4" creationId="{236F631E-D50A-7F0D-EE08-691BB58CB619}"/>
          </ac:graphicFrameMkLst>
        </pc:graphicFrameChg>
        <pc:graphicFrameChg chg="mod modGraphic">
          <ac:chgData name="Mamdouh Jamjoom" userId="4f83adfd-8daa-4f62-9189-dd97c2009acc" providerId="ADAL" clId="{C50D1312-49B6-4843-BF8F-FF2439C740DC}" dt="2026-09-28T12:02:24.495" v="213" actId="3064"/>
          <ac:graphicFrameMkLst>
            <pc:docMk/>
            <pc:sldMk cId="3565859656" sldId="297"/>
            <ac:graphicFrameMk id="30" creationId="{24C18B9B-64F6-22FD-45B3-540606A7AC0A}"/>
          </ac:graphicFrameMkLst>
        </pc:graphicFrameChg>
      </pc:sldChg>
      <pc:sldChg chg="addSp delSp modSp mod">
        <pc:chgData name="Mamdouh Jamjoom" userId="4f83adfd-8daa-4f62-9189-dd97c2009acc" providerId="ADAL" clId="{C50D1312-49B6-4843-BF8F-FF2439C740DC}" dt="2026-09-28T12:03:45.346" v="249" actId="3064"/>
        <pc:sldMkLst>
          <pc:docMk/>
          <pc:sldMk cId="2014544344" sldId="300"/>
        </pc:sldMkLst>
        <pc:graphicFrameChg chg="add del">
          <ac:chgData name="Mamdouh Jamjoom" userId="4f83adfd-8daa-4f62-9189-dd97c2009acc" providerId="ADAL" clId="{C50D1312-49B6-4843-BF8F-FF2439C740DC}" dt="2026-09-28T11:18:25.970" v="142" actId="22"/>
          <ac:graphicFrameMkLst>
            <pc:docMk/>
            <pc:sldMk cId="2014544344" sldId="300"/>
            <ac:graphicFrameMk id="6" creationId="{98191564-B525-0EE0-E3AD-5199D5BFE2A1}"/>
          </ac:graphicFrameMkLst>
        </pc:graphicFrameChg>
        <pc:graphicFrameChg chg="mod modGraphic">
          <ac:chgData name="Mamdouh Jamjoom" userId="4f83adfd-8daa-4f62-9189-dd97c2009acc" providerId="ADAL" clId="{C50D1312-49B6-4843-BF8F-FF2439C740DC}" dt="2026-09-28T12:02:47.348" v="221" actId="3064"/>
          <ac:graphicFrameMkLst>
            <pc:docMk/>
            <pc:sldMk cId="2014544344" sldId="300"/>
            <ac:graphicFrameMk id="30" creationId="{D7281D2F-F619-25D8-133B-D92BC8DF9E70}"/>
          </ac:graphicFrameMkLst>
        </pc:graphicFrameChg>
        <pc:graphicFrameChg chg="mod modGraphic">
          <ac:chgData name="Mamdouh Jamjoom" userId="4f83adfd-8daa-4f62-9189-dd97c2009acc" providerId="ADAL" clId="{C50D1312-49B6-4843-BF8F-FF2439C740DC}" dt="2026-09-28T12:03:30.559" v="241" actId="3064"/>
          <ac:graphicFrameMkLst>
            <pc:docMk/>
            <pc:sldMk cId="2014544344" sldId="300"/>
            <ac:graphicFrameMk id="31" creationId="{3E66C75A-F78E-DDF4-95E9-67543B2DA0BE}"/>
          </ac:graphicFrameMkLst>
        </pc:graphicFrameChg>
        <pc:graphicFrameChg chg="mod modGraphic">
          <ac:chgData name="Mamdouh Jamjoom" userId="4f83adfd-8daa-4f62-9189-dd97c2009acc" providerId="ADAL" clId="{C50D1312-49B6-4843-BF8F-FF2439C740DC}" dt="2026-09-28T12:03:37.742" v="245" actId="3064"/>
          <ac:graphicFrameMkLst>
            <pc:docMk/>
            <pc:sldMk cId="2014544344" sldId="300"/>
            <ac:graphicFrameMk id="32" creationId="{BD3B8E98-7822-6066-CDA7-8D291CE1013B}"/>
          </ac:graphicFrameMkLst>
        </pc:graphicFrameChg>
        <pc:graphicFrameChg chg="mod modGraphic">
          <ac:chgData name="Mamdouh Jamjoom" userId="4f83adfd-8daa-4f62-9189-dd97c2009acc" providerId="ADAL" clId="{C50D1312-49B6-4843-BF8F-FF2439C740DC}" dt="2026-09-28T12:03:45.346" v="249" actId="3064"/>
          <ac:graphicFrameMkLst>
            <pc:docMk/>
            <pc:sldMk cId="2014544344" sldId="300"/>
            <ac:graphicFrameMk id="33" creationId="{6CED6B66-1642-4103-9585-EEFD107A28B7}"/>
          </ac:graphicFrameMkLst>
        </pc:graphicFrameChg>
      </pc:sldChg>
      <pc:sldChg chg="addSp modSp new del mod ord modClrScheme chgLayout">
        <pc:chgData name="Mamdouh Jamjoom" userId="4f83adfd-8daa-4f62-9189-dd97c2009acc" providerId="ADAL" clId="{C50D1312-49B6-4843-BF8F-FF2439C740DC}" dt="2026-09-28T11:11:03.260" v="105" actId="47"/>
        <pc:sldMkLst>
          <pc:docMk/>
          <pc:sldMk cId="33506147" sldId="301"/>
        </pc:sldMkLst>
        <pc:spChg chg="mod">
          <ac:chgData name="Mamdouh Jamjoom" userId="4f83adfd-8daa-4f62-9189-dd97c2009acc" providerId="ADAL" clId="{C50D1312-49B6-4843-BF8F-FF2439C740DC}" dt="2026-09-28T10:51:44.085" v="95"/>
          <ac:spMkLst>
            <pc:docMk/>
            <pc:sldMk cId="33506147" sldId="301"/>
            <ac:spMk id="5" creationId="{BFAB2B04-D8E0-8716-A69B-11555BA76B9D}"/>
          </ac:spMkLst>
        </pc:spChg>
        <pc:grpChg chg="add mod">
          <ac:chgData name="Mamdouh Jamjoom" userId="4f83adfd-8daa-4f62-9189-dd97c2009acc" providerId="ADAL" clId="{C50D1312-49B6-4843-BF8F-FF2439C740DC}" dt="2026-09-28T10:47:23.699" v="11" actId="1076"/>
          <ac:grpSpMkLst>
            <pc:docMk/>
            <pc:sldMk cId="33506147" sldId="301"/>
            <ac:grpSpMk id="4" creationId="{D7D91065-6AF2-08EC-E3DF-42B4EF4077B8}"/>
          </ac:grpSpMkLst>
        </pc:grpChg>
        <pc:graphicFrameChg chg="add mod modGraphic">
          <ac:chgData name="Mamdouh Jamjoom" userId="4f83adfd-8daa-4f62-9189-dd97c2009acc" providerId="ADAL" clId="{C50D1312-49B6-4843-BF8F-FF2439C740DC}" dt="2026-09-28T10:51:54.497" v="96"/>
          <ac:graphicFrameMkLst>
            <pc:docMk/>
            <pc:sldMk cId="33506147" sldId="301"/>
            <ac:graphicFrameMk id="3" creationId="{631E0571-CC28-89E3-77C6-6E567E718815}"/>
          </ac:graphicFrameMkLst>
        </pc:graphicFrameChg>
        <pc:cxnChg chg="mod">
          <ac:chgData name="Mamdouh Jamjoom" userId="4f83adfd-8daa-4f62-9189-dd97c2009acc" providerId="ADAL" clId="{C50D1312-49B6-4843-BF8F-FF2439C740DC}" dt="2026-09-28T10:47:11.193" v="8"/>
          <ac:cxnSpMkLst>
            <pc:docMk/>
            <pc:sldMk cId="33506147" sldId="301"/>
            <ac:cxnSpMk id="6" creationId="{9B53B993-7B46-481E-6D93-9DC4E9C549CF}"/>
          </ac:cxnSpMkLst>
        </pc:cxnChg>
      </pc:sldChg>
      <pc:sldChg chg="add">
        <pc:chgData name="Mamdouh Jamjoom" userId="4f83adfd-8daa-4f62-9189-dd97c2009acc" providerId="ADAL" clId="{C50D1312-49B6-4843-BF8F-FF2439C740DC}" dt="2026-09-28T11:28:18.096" v="202"/>
        <pc:sldMkLst>
          <pc:docMk/>
          <pc:sldMk cId="3001195978" sldId="301"/>
        </pc:sldMkLst>
      </pc:sldChg>
      <pc:sldChg chg="modSp add del mod">
        <pc:chgData name="Mamdouh Jamjoom" userId="4f83adfd-8daa-4f62-9189-dd97c2009acc" providerId="ADAL" clId="{C50D1312-49B6-4843-BF8F-FF2439C740DC}" dt="2026-09-28T12:20:25.398" v="308" actId="47"/>
        <pc:sldMkLst>
          <pc:docMk/>
          <pc:sldMk cId="33506147" sldId="302"/>
        </pc:sldMkLst>
        <pc:spChg chg="mod">
          <ac:chgData name="Mamdouh Jamjoom" userId="4f83adfd-8daa-4f62-9189-dd97c2009acc" providerId="ADAL" clId="{C50D1312-49B6-4843-BF8F-FF2439C740DC}" dt="2026-09-28T12:10:04.619" v="283"/>
          <ac:spMkLst>
            <pc:docMk/>
            <pc:sldMk cId="33506147" sldId="302"/>
            <ac:spMk id="5" creationId="{BFAB2B04-D8E0-8716-A69B-11555BA76B9D}"/>
          </ac:spMkLst>
        </pc:spChg>
      </pc:sldChg>
      <pc:sldChg chg="new del">
        <pc:chgData name="Mamdouh Jamjoom" userId="4f83adfd-8daa-4f62-9189-dd97c2009acc" providerId="ADAL" clId="{C50D1312-49B6-4843-BF8F-FF2439C740DC}" dt="2026-09-28T10:53:10.194" v="98" actId="680"/>
        <pc:sldMkLst>
          <pc:docMk/>
          <pc:sldMk cId="626717625" sldId="302"/>
        </pc:sldMkLst>
      </pc:sldChg>
      <pc:sldChg chg="addSp modSp new del mod modShow">
        <pc:chgData name="Mamdouh Jamjoom" userId="4f83adfd-8daa-4f62-9189-dd97c2009acc" providerId="ADAL" clId="{C50D1312-49B6-4843-BF8F-FF2439C740DC}" dt="2026-09-28T11:11:44.840" v="111" actId="47"/>
        <pc:sldMkLst>
          <pc:docMk/>
          <pc:sldMk cId="2118166445" sldId="302"/>
        </pc:sldMkLst>
        <pc:graphicFrameChg chg="add mod">
          <ac:chgData name="Mamdouh Jamjoom" userId="4f83adfd-8daa-4f62-9189-dd97c2009acc" providerId="ADAL" clId="{C50D1312-49B6-4843-BF8F-FF2439C740DC}" dt="2026-09-28T10:53:28.735" v="103" actId="1076"/>
          <ac:graphicFrameMkLst>
            <pc:docMk/>
            <pc:sldMk cId="2118166445" sldId="302"/>
            <ac:graphicFrameMk id="3" creationId="{B2A13DA2-F7D7-A056-A74D-0099B0A4C6CD}"/>
          </ac:graphicFrameMkLst>
        </pc:graphicFrameChg>
        <pc:graphicFrameChg chg="add mod">
          <ac:chgData name="Mamdouh Jamjoom" userId="4f83adfd-8daa-4f62-9189-dd97c2009acc" providerId="ADAL" clId="{C50D1312-49B6-4843-BF8F-FF2439C740DC}" dt="2026-09-28T10:53:28.735" v="103" actId="1076"/>
          <ac:graphicFrameMkLst>
            <pc:docMk/>
            <pc:sldMk cId="2118166445" sldId="302"/>
            <ac:graphicFrameMk id="5" creationId="{D664C972-8C85-46B3-FFE7-1844BD3D65AE}"/>
          </ac:graphicFrameMkLst>
        </pc:graphicFrameChg>
        <pc:graphicFrameChg chg="add mod">
          <ac:chgData name="Mamdouh Jamjoom" userId="4f83adfd-8daa-4f62-9189-dd97c2009acc" providerId="ADAL" clId="{C50D1312-49B6-4843-BF8F-FF2439C740DC}" dt="2026-09-28T10:53:28.735" v="103" actId="1076"/>
          <ac:graphicFrameMkLst>
            <pc:docMk/>
            <pc:sldMk cId="2118166445" sldId="302"/>
            <ac:graphicFrameMk id="7" creationId="{50D1046F-15B7-18D8-D591-881EADFA9A16}"/>
          </ac:graphicFrameMkLst>
        </pc:graphicFrameChg>
      </pc:sldChg>
      <pc:sldMasterChg chg="modSldLayout">
        <pc:chgData name="Mamdouh Jamjoom" userId="4f83adfd-8daa-4f62-9189-dd97c2009acc" providerId="ADAL" clId="{C50D1312-49B6-4843-BF8F-FF2439C740DC}" dt="2026-09-28T10:46:46.682" v="4" actId="478"/>
        <pc:sldMasterMkLst>
          <pc:docMk/>
          <pc:sldMasterMk cId="3574706131" sldId="2147483668"/>
        </pc:sldMasterMkLst>
        <pc:sldLayoutChg chg="delSp mod">
          <pc:chgData name="Mamdouh Jamjoom" userId="4f83adfd-8daa-4f62-9189-dd97c2009acc" providerId="ADAL" clId="{C50D1312-49B6-4843-BF8F-FF2439C740DC}" dt="2026-09-28T10:46:46.682" v="4" actId="478"/>
          <pc:sldLayoutMkLst>
            <pc:docMk/>
            <pc:sldMasterMk cId="3574706131" sldId="2147483668"/>
            <pc:sldLayoutMk cId="3734601892" sldId="2147483703"/>
          </pc:sldLayoutMkLst>
          <pc:spChg chg="del">
            <ac:chgData name="Mamdouh Jamjoom" userId="4f83adfd-8daa-4f62-9189-dd97c2009acc" providerId="ADAL" clId="{C50D1312-49B6-4843-BF8F-FF2439C740DC}" dt="2026-09-28T10:46:46.682" v="4" actId="478"/>
            <ac:spMkLst>
              <pc:docMk/>
              <pc:sldMasterMk cId="3574706131" sldId="2147483668"/>
              <pc:sldLayoutMk cId="3734601892" sldId="2147483703"/>
              <ac:spMk id="23" creationId="{D84AC8B4-ED73-847F-4BBF-50224AEF97AF}"/>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36" creationId="{73FBB6E0-029E-5C36-7D3C-C3086DCB8F61}"/>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37" creationId="{E9738941-90D8-D1A5-278D-AF8BB2B0923A}"/>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39" creationId="{287B7D5A-9F83-7330-C9C8-0D07342A1615}"/>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40" creationId="{BE27891A-A253-AABC-612D-8BE022146281}"/>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42" creationId="{0756BCB3-9F89-B1B5-EEF9-9DAA906AC2E4}"/>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43" creationId="{A064E357-EB14-F530-0142-67201D5CC85C}"/>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45" creationId="{F2657A36-C429-A67C-74B1-D61CFD41FBB1}"/>
            </ac:spMkLst>
          </pc:spChg>
          <pc:spChg chg="del">
            <ac:chgData name="Mamdouh Jamjoom" userId="4f83adfd-8daa-4f62-9189-dd97c2009acc" providerId="ADAL" clId="{C50D1312-49B6-4843-BF8F-FF2439C740DC}" dt="2026-09-28T10:46:42.558" v="3" actId="478"/>
            <ac:spMkLst>
              <pc:docMk/>
              <pc:sldMasterMk cId="3574706131" sldId="2147483668"/>
              <pc:sldLayoutMk cId="3734601892" sldId="2147483703"/>
              <ac:spMk id="46" creationId="{2A1D9F59-1C83-02D7-5789-17E50739D4F5}"/>
            </ac:spMkLst>
          </pc:spChg>
        </pc:sldLayoutChg>
      </pc:sldMasterChg>
    </pc:docChg>
  </pc:docChgLst>
  <pc:docChgLst>
    <pc:chgData name="Amjad Abdulrahman Alluhaibi" userId="991dd13c-d66c-4e29-a764-81fc4b3aa379" providerId="ADAL" clId="{75DB031D-D834-4C29-BF15-25C88C7302BD}"/>
    <pc:docChg chg="undo redo custSel modSld">
      <pc:chgData name="Amjad Abdulrahman Alluhaibi" userId="991dd13c-d66c-4e29-a764-81fc4b3aa379" providerId="ADAL" clId="{75DB031D-D834-4C29-BF15-25C88C7302BD}" dt="2026-09-24T11:56:26.826" v="60" actId="20577"/>
      <pc:docMkLst>
        <pc:docMk/>
      </pc:docMkLst>
      <pc:sldChg chg="addSp modSp">
        <pc:chgData name="Amjad Abdulrahman Alluhaibi" userId="991dd13c-d66c-4e29-a764-81fc4b3aa379" providerId="ADAL" clId="{75DB031D-D834-4C29-BF15-25C88C7302BD}" dt="2026-09-24T11:42:17.852" v="11"/>
        <pc:sldMkLst>
          <pc:docMk/>
          <pc:sldMk cId="1320534220" sldId="276"/>
        </pc:sldMkLst>
        <pc:graphicFrameChg chg="mod">
          <ac:chgData name="Amjad Abdulrahman Alluhaibi" userId="991dd13c-d66c-4e29-a764-81fc4b3aa379" providerId="ADAL" clId="{75DB031D-D834-4C29-BF15-25C88C7302BD}" dt="2026-09-24T11:42:17.852" v="11"/>
          <ac:graphicFrameMkLst>
            <pc:docMk/>
            <pc:sldMk cId="1320534220" sldId="276"/>
            <ac:graphicFrameMk id="4" creationId="{00BA627B-32AA-1ADA-50CC-F62281CD6958}"/>
          </ac:graphicFrameMkLst>
        </pc:graphicFrameChg>
      </pc:sldChg>
      <pc:sldChg chg="modSp mod">
        <pc:chgData name="Amjad Abdulrahman Alluhaibi" userId="991dd13c-d66c-4e29-a764-81fc4b3aa379" providerId="ADAL" clId="{75DB031D-D834-4C29-BF15-25C88C7302BD}" dt="2026-09-24T11:56:26.826" v="60" actId="20577"/>
        <pc:sldMkLst>
          <pc:docMk/>
          <pc:sldMk cId="3565859656" sldId="278"/>
        </pc:sldMkLst>
        <pc:graphicFrameChg chg="mod modGraphic">
          <ac:chgData name="Amjad Abdulrahman Alluhaibi" userId="991dd13c-d66c-4e29-a764-81fc4b3aa379" providerId="ADAL" clId="{75DB031D-D834-4C29-BF15-25C88C7302BD}" dt="2026-09-24T11:56:26.826" v="60" actId="20577"/>
          <ac:graphicFrameMkLst>
            <pc:docMk/>
            <pc:sldMk cId="3565859656" sldId="278"/>
            <ac:graphicFrameMk id="30" creationId="{24C18B9B-64F6-22FD-45B3-540606A7AC0A}"/>
          </ac:graphicFrameMkLst>
        </pc:graphicFrameChg>
      </pc:sldChg>
      <pc:sldChg chg="modSp mod">
        <pc:chgData name="Amjad Abdulrahman Alluhaibi" userId="991dd13c-d66c-4e29-a764-81fc4b3aa379" providerId="ADAL" clId="{75DB031D-D834-4C29-BF15-25C88C7302BD}" dt="2026-09-24T11:56:24.372" v="58" actId="14100"/>
        <pc:sldMkLst>
          <pc:docMk/>
          <pc:sldMk cId="2014544344" sldId="288"/>
        </pc:sldMkLst>
        <pc:graphicFrameChg chg="mod modGraphic">
          <ac:chgData name="Amjad Abdulrahman Alluhaibi" userId="991dd13c-d66c-4e29-a764-81fc4b3aa379" providerId="ADAL" clId="{75DB031D-D834-4C29-BF15-25C88C7302BD}" dt="2026-09-24T11:56:24.372" v="58" actId="14100"/>
          <ac:graphicFrameMkLst>
            <pc:docMk/>
            <pc:sldMk cId="2014544344" sldId="288"/>
            <ac:graphicFrameMk id="30" creationId="{D7281D2F-F619-25D8-133B-D92BC8DF9E70}"/>
          </ac:graphicFrameMkLst>
        </pc:graphicFrameChg>
      </pc:sldChg>
      <pc:sldChg chg="modSp">
        <pc:chgData name="Amjad Abdulrahman Alluhaibi" userId="991dd13c-d66c-4e29-a764-81fc4b3aa379" providerId="ADAL" clId="{75DB031D-D834-4C29-BF15-25C88C7302BD}" dt="2026-09-24T11:39:24.026" v="5"/>
        <pc:sldMkLst>
          <pc:docMk/>
          <pc:sldMk cId="2014544344" sldId="296"/>
        </pc:sldMkLst>
        <pc:graphicFrameChg chg="mod">
          <ac:chgData name="Amjad Abdulrahman Alluhaibi" userId="991dd13c-d66c-4e29-a764-81fc4b3aa379" providerId="ADAL" clId="{75DB031D-D834-4C29-BF15-25C88C7302BD}" dt="2026-09-24T11:37:58.882" v="4"/>
          <ac:graphicFrameMkLst>
            <pc:docMk/>
            <pc:sldMk cId="2014544344" sldId="296"/>
            <ac:graphicFrameMk id="31" creationId="{1A2D0F6A-29CC-F521-F79A-1F53075353B8}"/>
          </ac:graphicFrameMkLst>
        </pc:graphicFrameChg>
        <pc:graphicFrameChg chg="mod">
          <ac:chgData name="Amjad Abdulrahman Alluhaibi" userId="991dd13c-d66c-4e29-a764-81fc4b3aa379" providerId="ADAL" clId="{75DB031D-D834-4C29-BF15-25C88C7302BD}" dt="2026-09-24T11:39:24.026" v="5"/>
          <ac:graphicFrameMkLst>
            <pc:docMk/>
            <pc:sldMk cId="2014544344" sldId="296"/>
            <ac:graphicFrameMk id="32" creationId="{694D8959-2FDE-5CF0-BF1F-1DC1B05721A8}"/>
          </ac:graphicFrameMkLst>
        </pc:graphicFrameChg>
      </pc:sldChg>
      <pc:sldChg chg="modSp mod">
        <pc:chgData name="Amjad Abdulrahman Alluhaibi" userId="991dd13c-d66c-4e29-a764-81fc4b3aa379" providerId="ADAL" clId="{75DB031D-D834-4C29-BF15-25C88C7302BD}" dt="2026-09-24T11:52:24.448" v="39" actId="20577"/>
        <pc:sldMkLst>
          <pc:docMk/>
          <pc:sldMk cId="3565859656" sldId="297"/>
        </pc:sldMkLst>
        <pc:graphicFrameChg chg="modGraphic">
          <ac:chgData name="Amjad Abdulrahman Alluhaibi" userId="991dd13c-d66c-4e29-a764-81fc4b3aa379" providerId="ADAL" clId="{75DB031D-D834-4C29-BF15-25C88C7302BD}" dt="2026-09-24T11:45:34.250" v="12" actId="207"/>
          <ac:graphicFrameMkLst>
            <pc:docMk/>
            <pc:sldMk cId="3565859656" sldId="297"/>
            <ac:graphicFrameMk id="4" creationId="{236F631E-D50A-7F0D-EE08-691BB58CB619}"/>
          </ac:graphicFrameMkLst>
        </pc:graphicFrameChg>
        <pc:graphicFrameChg chg="mod modGraphic">
          <ac:chgData name="Amjad Abdulrahman Alluhaibi" userId="991dd13c-d66c-4e29-a764-81fc4b3aa379" providerId="ADAL" clId="{75DB031D-D834-4C29-BF15-25C88C7302BD}" dt="2026-09-24T11:52:24.448" v="39" actId="20577"/>
          <ac:graphicFrameMkLst>
            <pc:docMk/>
            <pc:sldMk cId="3565859656" sldId="297"/>
            <ac:graphicFrameMk id="30" creationId="{24C18B9B-64F6-22FD-45B3-540606A7AC0A}"/>
          </ac:graphicFrameMkLst>
        </pc:graphicFrameChg>
      </pc:sldChg>
      <pc:sldChg chg="modSp">
        <pc:chgData name="Amjad Abdulrahman Alluhaibi" userId="991dd13c-d66c-4e29-a764-81fc4b3aa379" providerId="ADAL" clId="{75DB031D-D834-4C29-BF15-25C88C7302BD}" dt="2026-09-24T11:34:55.179" v="1"/>
        <pc:sldMkLst>
          <pc:docMk/>
          <pc:sldMk cId="2014544344" sldId="300"/>
        </pc:sldMkLst>
        <pc:graphicFrameChg chg="mod">
          <ac:chgData name="Amjad Abdulrahman Alluhaibi" userId="991dd13c-d66c-4e29-a764-81fc4b3aa379" providerId="ADAL" clId="{75DB031D-D834-4C29-BF15-25C88C7302BD}" dt="2026-09-24T11:34:55.179" v="1"/>
          <ac:graphicFrameMkLst>
            <pc:docMk/>
            <pc:sldMk cId="2014544344" sldId="300"/>
            <ac:graphicFrameMk id="31" creationId="{3E66C75A-F78E-DDF4-95E9-67543B2DA0B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BEF2-422F-BED0-B3808AA9489E}"/>
                </c:ext>
              </c:extLst>
            </c:dLbl>
            <c:dLbl>
              <c:idx val="1"/>
              <c:delete val="1"/>
              <c:extLst>
                <c:ext xmlns:c15="http://schemas.microsoft.com/office/drawing/2012/chart" uri="{CE6537A1-D6FC-4f65-9D91-7224C49458BB}"/>
                <c:ext xmlns:c16="http://schemas.microsoft.com/office/drawing/2014/chart" uri="{C3380CC4-5D6E-409C-BE32-E72D297353CC}">
                  <c16:uniqueId val="{00000004-BEF2-422F-BED0-B3808AA9489E}"/>
                </c:ext>
              </c:extLst>
            </c:dLbl>
            <c:dLbl>
              <c:idx val="2"/>
              <c:delete val="1"/>
              <c:extLst>
                <c:ext xmlns:c15="http://schemas.microsoft.com/office/drawing/2012/chart" uri="{CE6537A1-D6FC-4f65-9D91-7224C49458BB}"/>
                <c:ext xmlns:c16="http://schemas.microsoft.com/office/drawing/2014/chart" uri="{C3380CC4-5D6E-409C-BE32-E72D297353CC}">
                  <c16:uniqueId val="{00000003-BEF2-422F-BED0-B3808AA9489E}"/>
                </c:ext>
              </c:extLst>
            </c:dLbl>
            <c:dLbl>
              <c:idx val="3"/>
              <c:delete val="1"/>
              <c:extLst>
                <c:ext xmlns:c15="http://schemas.microsoft.com/office/drawing/2012/chart" uri="{CE6537A1-D6FC-4f65-9D91-7224C49458BB}"/>
                <c:ext xmlns:c16="http://schemas.microsoft.com/office/drawing/2014/chart" uri="{C3380CC4-5D6E-409C-BE32-E72D297353CC}">
                  <c16:uniqueId val="{00000002-BEF2-422F-BED0-B3808AA9489E}"/>
                </c:ext>
              </c:extLst>
            </c:dLbl>
            <c:dLbl>
              <c:idx val="6"/>
              <c:delete val="1"/>
              <c:extLst>
                <c:ext xmlns:c15="http://schemas.microsoft.com/office/drawing/2012/chart" uri="{CE6537A1-D6FC-4f65-9D91-7224C49458BB}"/>
                <c:ext xmlns:c16="http://schemas.microsoft.com/office/drawing/2014/chart" uri="{C3380CC4-5D6E-409C-BE32-E72D297353CC}">
                  <c16:uniqueId val="{00000001-BEF2-422F-BED0-B3808AA9489E}"/>
                </c:ext>
              </c:extLst>
            </c:dLbl>
            <c:dLbl>
              <c:idx val="7"/>
              <c:delete val="1"/>
              <c:extLst>
                <c:ext xmlns:c15="http://schemas.microsoft.com/office/drawing/2012/chart" uri="{CE6537A1-D6FC-4f65-9D91-7224C49458BB}"/>
                <c:ext xmlns:c16="http://schemas.microsoft.com/office/drawing/2014/chart" uri="{C3380CC4-5D6E-409C-BE32-E72D297353CC}">
                  <c16:uniqueId val="{00000000-BEF2-422F-BED0-B3808AA9489E}"/>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Sheet1!$B$2:$B$9</c:f>
              <c:numCache>
                <c:formatCode>General</c:formatCode>
                <c:ptCount val="8"/>
                <c:pt idx="0">
                  <c:v>0</c:v>
                </c:pt>
                <c:pt idx="1">
                  <c:v>0</c:v>
                </c:pt>
                <c:pt idx="2">
                  <c:v>0</c:v>
                </c:pt>
                <c:pt idx="3">
                  <c:v>0</c:v>
                </c:pt>
                <c:pt idx="4">
                  <c:v>1</c:v>
                </c:pt>
                <c:pt idx="5">
                  <c:v>1</c:v>
                </c:pt>
                <c:pt idx="6">
                  <c:v>0</c:v>
                </c:pt>
                <c:pt idx="7">
                  <c:v>0</c:v>
                </c:pt>
              </c:numCache>
            </c:numRef>
          </c:val>
          <c:extLst>
            <c:ext xmlns:c16="http://schemas.microsoft.com/office/drawing/2014/chart" uri="{C3380CC4-5D6E-409C-BE32-E72D297353CC}">
              <c16:uniqueId val="{00000000-E399-4802-B083-1C69216D46B0}"/>
            </c:ext>
          </c:extLst>
        </c:ser>
        <c:ser>
          <c:idx val="1"/>
          <c:order val="1"/>
          <c:tx>
            <c:strRef>
              <c:f>Sheet1!$C$1</c:f>
              <c:strCache>
                <c:ptCount val="1"/>
                <c:pt idx="0">
                  <c:v>على المخطط</c:v>
                </c:pt>
              </c:strCache>
            </c:strRef>
          </c:tx>
          <c:spPr>
            <a:solidFill>
              <a:srgbClr val="038060"/>
            </a:solidFill>
            <a:ln>
              <a:noFill/>
            </a:ln>
            <a:effectLst/>
          </c:spPr>
          <c:invertIfNegative val="0"/>
          <c:dLbls>
            <c:dLbl>
              <c:idx val="5"/>
              <c:delete val="1"/>
              <c:extLst>
                <c:ext xmlns:c15="http://schemas.microsoft.com/office/drawing/2012/chart" uri="{CE6537A1-D6FC-4f65-9D91-7224C49458BB}"/>
                <c:ext xmlns:c16="http://schemas.microsoft.com/office/drawing/2014/chart" uri="{C3380CC4-5D6E-409C-BE32-E72D297353CC}">
                  <c16:uniqueId val="{00000006-BEF2-422F-BED0-B3808AA9489E}"/>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Sheet1!$C$2:$C$9</c:f>
              <c:numCache>
                <c:formatCode>General</c:formatCode>
                <c:ptCount val="8"/>
                <c:pt idx="0">
                  <c:v>1</c:v>
                </c:pt>
                <c:pt idx="1">
                  <c:v>1</c:v>
                </c:pt>
                <c:pt idx="2">
                  <c:v>1</c:v>
                </c:pt>
                <c:pt idx="3">
                  <c:v>1</c:v>
                </c:pt>
                <c:pt idx="4">
                  <c:v>2</c:v>
                </c:pt>
                <c:pt idx="5">
                  <c:v>0</c:v>
                </c:pt>
                <c:pt idx="6">
                  <c:v>2</c:v>
                </c:pt>
                <c:pt idx="7">
                  <c:v>2</c:v>
                </c:pt>
              </c:numCache>
            </c:numRef>
          </c:val>
          <c:extLst>
            <c:ext xmlns:c16="http://schemas.microsoft.com/office/drawing/2014/chart" uri="{C3380CC4-5D6E-409C-BE32-E72D297353CC}">
              <c16:uniqueId val="{00000001-E399-4802-B083-1C69216D46B0}"/>
            </c:ext>
          </c:extLst>
        </c:ser>
        <c:ser>
          <c:idx val="2"/>
          <c:order val="2"/>
          <c:tx>
            <c:strRef>
              <c:f>Sheet1!$D$1</c:f>
              <c:strCache>
                <c:ptCount val="1"/>
                <c:pt idx="0">
                  <c:v>متأخر</c:v>
                </c:pt>
              </c:strCache>
            </c:strRef>
          </c:tx>
          <c:spPr>
            <a:solidFill>
              <a:srgbClr val="87452B"/>
            </a:solidFill>
            <a:ln>
              <a:noFill/>
            </a:ln>
            <a:effectLst/>
          </c:spPr>
          <c:invertIfNegative val="0"/>
          <c:dLbls>
            <c:delete val="1"/>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Sheet1!$D$2:$D$9</c:f>
              <c:numCache>
                <c:formatCode>General</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2-E399-4802-B083-1C69216D46B0}"/>
            </c:ext>
          </c:extLst>
        </c:ser>
        <c:ser>
          <c:idx val="3"/>
          <c:order val="3"/>
          <c:tx>
            <c:strRef>
              <c:f>Sheet1!$E$1</c:f>
              <c:strCache>
                <c:ptCount val="1"/>
                <c:pt idx="0">
                  <c:v>معلق</c:v>
                </c:pt>
              </c:strCache>
            </c:strRef>
          </c:tx>
          <c:spPr>
            <a:solidFill>
              <a:schemeClr val="accent3">
                <a:tint val="58000"/>
              </a:schemeClr>
            </a:solidFill>
            <a:ln>
              <a:noFill/>
            </a:ln>
            <a:effectLst/>
          </c:spPr>
          <c:invertIfNegative val="0"/>
          <c:dLbls>
            <c:delete val="1"/>
          </c:dLbls>
          <c:cat>
            <c:strRef>
              <c:f>Sheet1!$A$2:$A$9</c:f>
              <c:strCache>
                <c:ptCount val="8"/>
                <c:pt idx="0">
                  <c:v>برنامج خدمة ضيوف الرحمن</c:v>
                </c:pt>
                <c:pt idx="1">
                  <c:v>مركز التخطيط الاستراتيجي</c:v>
                </c:pt>
                <c:pt idx="2">
                  <c:v>مركز امتثال الأعمال</c:v>
                </c:pt>
                <c:pt idx="3">
                  <c:v>مركز منصة نسك الرقمية</c:v>
                </c:pt>
                <c:pt idx="4">
                  <c:v>وكالة التحول الرقمي وتقنية المعلومات</c:v>
                </c:pt>
                <c:pt idx="5">
                  <c:v>وكالة التعاون الدولي والشراكات</c:v>
                </c:pt>
                <c:pt idx="6">
                  <c:v>وكالة تطوير الأعمال وخدمة المستفيدين</c:v>
                </c:pt>
                <c:pt idx="7">
                  <c:v>وكالة التوعية وتنمية المهارات</c:v>
                </c:pt>
              </c:strCache>
            </c:strRef>
          </c:cat>
          <c:val>
            <c:numRef>
              <c:f>Sheet1!$E$2:$E$9</c:f>
              <c:numCache>
                <c:formatCode>General</c:formatCode>
                <c:ptCount val="8"/>
                <c:pt idx="0">
                  <c:v>0</c:v>
                </c:pt>
                <c:pt idx="1">
                  <c:v>0</c:v>
                </c:pt>
                <c:pt idx="2">
                  <c:v>0</c:v>
                </c:pt>
                <c:pt idx="3">
                  <c:v>0</c:v>
                </c:pt>
                <c:pt idx="4">
                  <c:v>0</c:v>
                </c:pt>
                <c:pt idx="5">
                  <c:v>0</c:v>
                </c:pt>
                <c:pt idx="6">
                  <c:v>0</c:v>
                </c:pt>
                <c:pt idx="7">
                  <c:v>0</c:v>
                </c:pt>
              </c:numCache>
            </c:numRef>
          </c:val>
          <c:extLst>
            <c:ext xmlns:c16="http://schemas.microsoft.com/office/drawing/2014/chart" uri="{C3380CC4-5D6E-409C-BE32-E72D297353CC}">
              <c16:uniqueId val="{00000003-E399-4802-B083-1C69216D46B0}"/>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5-9863-4960-B365-468DFF3AA0F6}"/>
                </c:ext>
              </c:extLst>
            </c:dLbl>
            <c:dLbl>
              <c:idx val="1"/>
              <c:delete val="1"/>
              <c:extLst>
                <c:ext xmlns:c15="http://schemas.microsoft.com/office/drawing/2012/chart" uri="{CE6537A1-D6FC-4f65-9D91-7224C49458BB}"/>
                <c:ext xmlns:c16="http://schemas.microsoft.com/office/drawing/2014/chart" uri="{C3380CC4-5D6E-409C-BE32-E72D297353CC}">
                  <c16:uniqueId val="{00000004-9863-4960-B365-468DFF3AA0F6}"/>
                </c:ext>
              </c:extLst>
            </c:dLbl>
            <c:dLbl>
              <c:idx val="2"/>
              <c:delete val="1"/>
              <c:extLst>
                <c:ext xmlns:c15="http://schemas.microsoft.com/office/drawing/2012/chart" uri="{CE6537A1-D6FC-4f65-9D91-7224C49458BB}"/>
                <c:ext xmlns:c16="http://schemas.microsoft.com/office/drawing/2014/chart" uri="{C3380CC4-5D6E-409C-BE32-E72D297353CC}">
                  <c16:uniqueId val="{00000003-9863-4960-B365-468DFF3AA0F6}"/>
                </c:ext>
              </c:extLst>
            </c:dLbl>
            <c:dLbl>
              <c:idx val="3"/>
              <c:delete val="1"/>
              <c:extLst>
                <c:ext xmlns:c15="http://schemas.microsoft.com/office/drawing/2012/chart" uri="{CE6537A1-D6FC-4f65-9D91-7224C49458BB}"/>
                <c:ext xmlns:c16="http://schemas.microsoft.com/office/drawing/2014/chart" uri="{C3380CC4-5D6E-409C-BE32-E72D297353CC}">
                  <c16:uniqueId val="{00000002-9863-4960-B365-468DFF3AA0F6}"/>
                </c:ext>
              </c:extLst>
            </c:dLbl>
            <c:dLbl>
              <c:idx val="4"/>
              <c:delete val="1"/>
              <c:extLst>
                <c:ext xmlns:c15="http://schemas.microsoft.com/office/drawing/2012/chart" uri="{CE6537A1-D6FC-4f65-9D91-7224C49458BB}"/>
                <c:ext xmlns:c16="http://schemas.microsoft.com/office/drawing/2014/chart" uri="{C3380CC4-5D6E-409C-BE32-E72D297353CC}">
                  <c16:uniqueId val="{00000001-9863-4960-B365-468DFF3AA0F6}"/>
                </c:ext>
              </c:extLst>
            </c:dLbl>
            <c:dLbl>
              <c:idx val="5"/>
              <c:delete val="1"/>
              <c:extLst>
                <c:ext xmlns:c15="http://schemas.microsoft.com/office/drawing/2012/chart" uri="{CE6537A1-D6FC-4f65-9D91-7224C49458BB}"/>
                <c:ext xmlns:c16="http://schemas.microsoft.com/office/drawing/2014/chart" uri="{C3380CC4-5D6E-409C-BE32-E72D297353CC}">
                  <c16:uniqueId val="{00000000-9863-4960-B365-468DFF3AA0F6}"/>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Sheet1!$B$2:$B$8</c:f>
              <c:numCache>
                <c:formatCode>General</c:formatCode>
                <c:ptCount val="7"/>
                <c:pt idx="0">
                  <c:v>0</c:v>
                </c:pt>
                <c:pt idx="1">
                  <c:v>0</c:v>
                </c:pt>
                <c:pt idx="2">
                  <c:v>0</c:v>
                </c:pt>
                <c:pt idx="3">
                  <c:v>0</c:v>
                </c:pt>
                <c:pt idx="4">
                  <c:v>0</c:v>
                </c:pt>
                <c:pt idx="5">
                  <c:v>0</c:v>
                </c:pt>
                <c:pt idx="6">
                  <c:v>4</c:v>
                </c:pt>
              </c:numCache>
            </c:numRef>
          </c:val>
          <c:extLst>
            <c:ext xmlns:c16="http://schemas.microsoft.com/office/drawing/2014/chart" uri="{C3380CC4-5D6E-409C-BE32-E72D297353CC}">
              <c16:uniqueId val="{00000000-854C-4445-AFB3-8F0C8941F3AF}"/>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Sheet1!$C$2:$C$8</c:f>
              <c:numCache>
                <c:formatCode>General</c:formatCode>
                <c:ptCount val="7"/>
                <c:pt idx="0">
                  <c:v>1</c:v>
                </c:pt>
                <c:pt idx="1">
                  <c:v>1</c:v>
                </c:pt>
                <c:pt idx="2">
                  <c:v>2</c:v>
                </c:pt>
                <c:pt idx="3">
                  <c:v>3</c:v>
                </c:pt>
                <c:pt idx="4">
                  <c:v>4</c:v>
                </c:pt>
                <c:pt idx="5">
                  <c:v>1</c:v>
                </c:pt>
                <c:pt idx="6">
                  <c:v>4</c:v>
                </c:pt>
              </c:numCache>
            </c:numRef>
          </c:val>
          <c:extLst>
            <c:ext xmlns:c16="http://schemas.microsoft.com/office/drawing/2014/chart" uri="{C3380CC4-5D6E-409C-BE32-E72D297353CC}">
              <c16:uniqueId val="{00000001-854C-4445-AFB3-8F0C8941F3AF}"/>
            </c:ext>
          </c:extLst>
        </c:ser>
        <c:ser>
          <c:idx val="2"/>
          <c:order val="2"/>
          <c:tx>
            <c:strRef>
              <c:f>Sheet1!$D$1</c:f>
              <c:strCache>
                <c:ptCount val="1"/>
                <c:pt idx="0">
                  <c:v>متأخر</c:v>
                </c:pt>
              </c:strCache>
            </c:strRef>
          </c:tx>
          <c:spPr>
            <a:solidFill>
              <a:srgbClr val="87452B"/>
            </a:solidFill>
            <a:ln>
              <a:noFill/>
            </a:ln>
            <a:effectLst/>
          </c:spPr>
          <c:invertIfNegative val="0"/>
          <c:dLbls>
            <c:delete val="1"/>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Sheet1!$D$2:$D$8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2-854C-4445-AFB3-8F0C8941F3AF}"/>
            </c:ext>
          </c:extLst>
        </c:ser>
        <c:ser>
          <c:idx val="3"/>
          <c:order val="3"/>
          <c:tx>
            <c:strRef>
              <c:f>Sheet1!$E$1</c:f>
              <c:strCache>
                <c:ptCount val="1"/>
                <c:pt idx="0">
                  <c:v>لم تبدأ</c:v>
                </c:pt>
              </c:strCache>
            </c:strRef>
          </c:tx>
          <c:spPr>
            <a:solidFill>
              <a:schemeClr val="accent3">
                <a:tint val="58000"/>
              </a:schemeClr>
            </a:solidFill>
            <a:ln>
              <a:noFill/>
            </a:ln>
            <a:effectLst/>
          </c:spPr>
          <c:invertIfNegative val="0"/>
          <c:dLbls>
            <c:delete val="1"/>
          </c:dLbls>
          <c:cat>
            <c:strRef>
              <c:f>Sheet1!$A$2:$A$8</c:f>
              <c:strCache>
                <c:ptCount val="7"/>
                <c:pt idx="0">
                  <c:v>مركز امتثال أعمال</c:v>
                </c:pt>
                <c:pt idx="1">
                  <c:v>مركز منصة نسك الرقمية</c:v>
                </c:pt>
                <c:pt idx="2">
                  <c:v>وكالة التحول الرقمي وتقنية المعلومات</c:v>
                </c:pt>
                <c:pt idx="3">
                  <c:v>وكالة التعاون الدولي والشراكات</c:v>
                </c:pt>
                <c:pt idx="4">
                  <c:v>وكالة التوعية وتنمية المهارات</c:v>
                </c:pt>
                <c:pt idx="5">
                  <c:v>وكالة تطوير الأعمال وخدمة المستفيدين</c:v>
                </c:pt>
                <c:pt idx="6">
                  <c:v>وكالة شؤون الحج</c:v>
                </c:pt>
              </c:strCache>
            </c:strRef>
          </c:cat>
          <c:val>
            <c:numRef>
              <c:f>Sheet1!$E$2:$E$8</c:f>
              <c:numCache>
                <c:formatCode>General</c:formatCode>
                <c:ptCount val="7"/>
                <c:pt idx="0">
                  <c:v>0</c:v>
                </c:pt>
                <c:pt idx="1">
                  <c:v>0</c:v>
                </c:pt>
                <c:pt idx="2">
                  <c:v>0</c:v>
                </c:pt>
                <c:pt idx="3">
                  <c:v>0</c:v>
                </c:pt>
                <c:pt idx="4">
                  <c:v>0</c:v>
                </c:pt>
                <c:pt idx="5">
                  <c:v>0</c:v>
                </c:pt>
                <c:pt idx="6">
                  <c:v>0</c:v>
                </c:pt>
              </c:numCache>
            </c:numRef>
          </c:val>
          <c:extLst>
            <c:ext xmlns:c16="http://schemas.microsoft.com/office/drawing/2014/chart" uri="{C3380CC4-5D6E-409C-BE32-E72D297353CC}">
              <c16:uniqueId val="{00000003-854C-4445-AFB3-8F0C8941F3AF}"/>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General"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lrMapOvr bg1="lt1" tx1="dk1" bg2="lt2" tx2="dk2" accent1="accent1" accent2="accent2" accent3="accent3" accent4="accent4" accent5="accent5" accent6="accent6" hlink="hlink" folHlink="folHlink"/>
  <c:chart>
    <c:autoTitleDeleted val="1"/>
    <c:plotArea>
      <c:layout/>
      <c:barChart>
        <c:barDir val="bar"/>
        <c:grouping val="stacked"/>
        <c:varyColors val="0"/>
        <c:ser>
          <c:idx val="0"/>
          <c:order val="0"/>
          <c:tx>
            <c:strRef>
              <c:f>Sheet1!$B$1</c:f>
              <c:strCache>
                <c:ptCount val="1"/>
                <c:pt idx="0">
                  <c:v>مكتملة</c:v>
                </c:pt>
              </c:strCache>
            </c:strRef>
          </c:tx>
          <c:spPr>
            <a:solidFill>
              <a:srgbClr val="164767"/>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Sheet1!$B$2:$B$9</c:f>
              <c:numCache>
                <c:formatCode>0</c:formatCode>
                <c:ptCount val="8"/>
                <c:pt idx="0">
                  <c:v>1</c:v>
                </c:pt>
                <c:pt idx="1">
                  <c:v>102</c:v>
                </c:pt>
                <c:pt idx="2">
                  <c:v>1</c:v>
                </c:pt>
                <c:pt idx="3">
                  <c:v>7</c:v>
                </c:pt>
                <c:pt idx="4">
                  <c:v>33</c:v>
                </c:pt>
                <c:pt idx="5">
                  <c:v>72</c:v>
                </c:pt>
                <c:pt idx="6">
                  <c:v>58</c:v>
                </c:pt>
                <c:pt idx="7">
                  <c:v>60</c:v>
                </c:pt>
              </c:numCache>
            </c:numRef>
          </c:val>
          <c:extLst>
            <c:ext xmlns:c16="http://schemas.microsoft.com/office/drawing/2014/chart" uri="{C3380CC4-5D6E-409C-BE32-E72D297353CC}">
              <c16:uniqueId val="{00000000-9299-4A7D-862A-A4F02E2413A6}"/>
            </c:ext>
          </c:extLst>
        </c:ser>
        <c:ser>
          <c:idx val="1"/>
          <c:order val="1"/>
          <c:tx>
            <c:strRef>
              <c:f>Sheet1!$C$1</c:f>
              <c:strCache>
                <c:ptCount val="1"/>
                <c:pt idx="0">
                  <c:v>على المخطط</c:v>
                </c:pt>
              </c:strCache>
            </c:strRef>
          </c:tx>
          <c:spPr>
            <a:solidFill>
              <a:srgbClr val="038060"/>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Sheet1!$C$2:$C$9</c:f>
              <c:numCache>
                <c:formatCode>0</c:formatCode>
                <c:ptCount val="8"/>
                <c:pt idx="0">
                  <c:v>2</c:v>
                </c:pt>
                <c:pt idx="1">
                  <c:v>16</c:v>
                </c:pt>
                <c:pt idx="3">
                  <c:v>14</c:v>
                </c:pt>
                <c:pt idx="4">
                  <c:v>32</c:v>
                </c:pt>
                <c:pt idx="5">
                  <c:v>63</c:v>
                </c:pt>
                <c:pt idx="6">
                  <c:v>79</c:v>
                </c:pt>
                <c:pt idx="7">
                  <c:v>49</c:v>
                </c:pt>
              </c:numCache>
            </c:numRef>
          </c:val>
          <c:extLst>
            <c:ext xmlns:c16="http://schemas.microsoft.com/office/drawing/2014/chart" uri="{C3380CC4-5D6E-409C-BE32-E72D297353CC}">
              <c16:uniqueId val="{00000001-9299-4A7D-862A-A4F02E2413A6}"/>
            </c:ext>
          </c:extLst>
        </c:ser>
        <c:ser>
          <c:idx val="2"/>
          <c:order val="2"/>
          <c:tx>
            <c:strRef>
              <c:f>Sheet1!$D$1</c:f>
              <c:strCache>
                <c:ptCount val="1"/>
                <c:pt idx="0">
                  <c:v>متأخر</c:v>
                </c:pt>
              </c:strCache>
            </c:strRef>
          </c:tx>
          <c:spPr>
            <a:solidFill>
              <a:srgbClr val="87452B"/>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bar Mid" pitchFamily="50" charset="-78"/>
                    <a:ea typeface="Abar Mid" pitchFamily="50" charset="-78"/>
                    <a:cs typeface="Abar Mid" pitchFamily="50" charset="-78"/>
                  </a:defRPr>
                </a:pPr>
                <a:endParaRPr lang="en-J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Sheet1!$D$2:$D$9</c:f>
              <c:numCache>
                <c:formatCode>General</c:formatCode>
                <c:ptCount val="8"/>
              </c:numCache>
            </c:numRef>
          </c:val>
          <c:extLst>
            <c:ext xmlns:c16="http://schemas.microsoft.com/office/drawing/2014/chart" uri="{C3380CC4-5D6E-409C-BE32-E72D297353CC}">
              <c16:uniqueId val="{00000002-9299-4A7D-862A-A4F02E2413A6}"/>
            </c:ext>
          </c:extLst>
        </c:ser>
        <c:ser>
          <c:idx val="3"/>
          <c:order val="3"/>
          <c:tx>
            <c:strRef>
              <c:f>Sheet1!$E$1</c:f>
              <c:strCache>
                <c:ptCount val="1"/>
                <c:pt idx="0">
                  <c:v>لم تبدأ</c:v>
                </c:pt>
              </c:strCache>
            </c:strRef>
          </c:tx>
          <c:spPr>
            <a:solidFill>
              <a:schemeClr val="accent3">
                <a:tint val="58000"/>
              </a:schemeClr>
            </a:solidFill>
            <a:ln>
              <a:noFill/>
            </a:ln>
            <a:effectLst/>
          </c:spPr>
          <c:invertIfNegative val="0"/>
          <c:dLbls>
            <c:spPr>
              <a:noFill/>
              <a:ln>
                <a:noFill/>
              </a:ln>
              <a:effectLst/>
            </c:spPr>
            <c:txPr>
              <a:bodyPr rot="0" spcFirstLastPara="1" vertOverflow="ellipsis" vert="horz" wrap="square" anchor="ctr" anchorCtr="1"/>
              <a:lstStyle/>
              <a:p>
                <a:pPr>
                  <a:defRPr sz="600" b="0" i="0" u="none" strike="noStrike" kern="1200" baseline="0">
                    <a:solidFill>
                      <a:schemeClr val="bg1"/>
                    </a:solidFill>
                    <a:latin typeface="Abar Mid" pitchFamily="50" charset="-78"/>
                    <a:ea typeface="Abar Mid" pitchFamily="50" charset="-78"/>
                    <a:cs typeface="Abar Mid" pitchFamily="50" charset="-78"/>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Sheet1!$A$2:$A$9</c:f>
              <c:strCache>
                <c:ptCount val="8"/>
                <c:pt idx="0">
                  <c:v>مركز التخطيط الاستراتيجي</c:v>
                </c:pt>
                <c:pt idx="1">
                  <c:v>مركز امتثال الأعمال</c:v>
                </c:pt>
                <c:pt idx="2">
                  <c:v>وكالة الوزارة لتطوير الأعمال وخدمة المستفيدين</c:v>
                </c:pt>
                <c:pt idx="3">
                  <c:v>وكالة الوزارة للتخطيط والتحول الرقمي</c:v>
                </c:pt>
                <c:pt idx="4">
                  <c:v>وكالة الوزارة للتعاون الدولي</c:v>
                </c:pt>
                <c:pt idx="5">
                  <c:v>وكالة الوزارة للخدمات المشتركة</c:v>
                </c:pt>
                <c:pt idx="6">
                  <c:v>وكالة شؤون الحج</c:v>
                </c:pt>
                <c:pt idx="7">
                  <c:v>وكالة شؤون العمرة والزيارة</c:v>
                </c:pt>
              </c:strCache>
            </c:strRef>
          </c:cat>
          <c:val>
            <c:numRef>
              <c:f>Sheet1!$E$2:$E$9</c:f>
              <c:numCache>
                <c:formatCode>General</c:formatCode>
                <c:ptCount val="8"/>
              </c:numCache>
            </c:numRef>
          </c:val>
          <c:extLst>
            <c:ext xmlns:c16="http://schemas.microsoft.com/office/drawing/2014/chart" uri="{C3380CC4-5D6E-409C-BE32-E72D297353CC}">
              <c16:uniqueId val="{00000003-9299-4A7D-862A-A4F02E2413A6}"/>
            </c:ext>
          </c:extLst>
        </c:ser>
        <c:dLbls>
          <c:dLblPos val="ctr"/>
          <c:showLegendKey val="0"/>
          <c:showVal val="1"/>
          <c:showCatName val="0"/>
          <c:showSerName val="0"/>
          <c:showPercent val="0"/>
          <c:showBubbleSize val="0"/>
        </c:dLbls>
        <c:gapWidth val="30"/>
        <c:overlap val="100"/>
        <c:axId val="1717971007"/>
        <c:axId val="1717972351"/>
      </c:barChart>
      <c:catAx>
        <c:axId val="1717971007"/>
        <c:scaling>
          <c:orientation val="minMax"/>
        </c:scaling>
        <c:delete val="0"/>
        <c:axPos val="r"/>
        <c:numFmt formatCode="General" sourceLinked="1"/>
        <c:majorTickMark val="none"/>
        <c:minorTickMark val="none"/>
        <c:tickLblPos val="nextTo"/>
        <c:spPr>
          <a:noFill/>
          <a:ln w="9525" cap="flat" cmpd="sng" algn="ctr">
            <a:solidFill>
              <a:schemeClr val="tx1"/>
            </a:solidFill>
            <a:round/>
          </a:ln>
          <a:effectLst/>
        </c:spPr>
        <c:txPr>
          <a:bodyPr rot="0" spcFirstLastPara="1" vertOverflow="ellipsis" wrap="square" anchor="ctr" anchorCtr="1"/>
          <a:lstStyle/>
          <a:p>
            <a:pPr>
              <a:defRPr sz="900" b="0" i="0" u="none" strike="noStrike" kern="1200" cap="all" spc="0" normalizeH="0" baseline="0">
                <a:solidFill>
                  <a:srgbClr val="00080B"/>
                </a:solidFill>
                <a:latin typeface="Abar Mid" pitchFamily="50" charset="-78"/>
                <a:ea typeface="Abar Mid" pitchFamily="50" charset="-78"/>
                <a:cs typeface="Abar Mid" pitchFamily="50" charset="-78"/>
              </a:defRPr>
            </a:pPr>
            <a:endParaRPr lang="en-JO"/>
          </a:p>
        </c:txPr>
        <c:crossAx val="1717972351"/>
        <c:crosses val="autoZero"/>
        <c:auto val="1"/>
        <c:lblAlgn val="ctr"/>
        <c:lblOffset val="130"/>
        <c:noMultiLvlLbl val="0"/>
      </c:catAx>
      <c:valAx>
        <c:axId val="1717972351"/>
        <c:scaling>
          <c:orientation val="maxMin"/>
        </c:scaling>
        <c:delete val="1"/>
        <c:axPos val="b"/>
        <c:numFmt formatCode="0" sourceLinked="1"/>
        <c:majorTickMark val="out"/>
        <c:minorTickMark val="none"/>
        <c:tickLblPos val="nextTo"/>
        <c:crossAx val="1717971007"/>
        <c:crosses val="autoZero"/>
        <c:crossBetween val="between"/>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softEdge rad="0"/>
    </a:effectLst>
  </c:spPr>
  <c:txPr>
    <a:bodyPr/>
    <a:lstStyle/>
    <a:p>
      <a:pPr>
        <a:defRPr sz="600">
          <a:solidFill>
            <a:schemeClr val="accent4"/>
          </a:solidFill>
          <a:latin typeface="Abar Mid" pitchFamily="50" charset="-78"/>
          <a:ea typeface="Abar Mid" pitchFamily="50" charset="-78"/>
          <a:cs typeface="Abar Mid" pitchFamily="50" charset="-78"/>
        </a:defRPr>
      </a:pPr>
      <a:endParaRPr lang="en-JO"/>
    </a:p>
  </c:txPr>
  <c:externalData r:id="rId4">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617FD-4591-4D05-B04D-66696C6DF7AF}" type="datetimeFigureOut">
              <a:rPr lang="ar-SA" smtClean="0"/>
              <a:t>16/04/1448</a:t>
            </a:fld>
            <a:endParaRPr lang="ar-SA"/>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44A09-3DC8-432F-94BA-165855EEE0AB}" type="slidenum">
              <a:rPr lang="ar-SA" smtClean="0"/>
              <a:t>‹#›</a:t>
            </a:fld>
            <a:endParaRPr lang="ar-SA"/>
          </a:p>
        </p:txBody>
      </p:sp>
    </p:spTree>
    <p:extLst>
      <p:ext uri="{BB962C8B-B14F-4D97-AF65-F5344CB8AC3E}">
        <p14:creationId xmlns:p14="http://schemas.microsoft.com/office/powerpoint/2010/main" val="498889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1</a:t>
            </a:fld>
            <a:endParaRPr lang="ar-SA"/>
          </a:p>
        </p:txBody>
      </p:sp>
    </p:spTree>
    <p:extLst>
      <p:ext uri="{BB962C8B-B14F-4D97-AF65-F5344CB8AC3E}">
        <p14:creationId xmlns:p14="http://schemas.microsoft.com/office/powerpoint/2010/main" val="195124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544A09-3DC8-432F-94BA-165855EEE0AB}"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374677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544A09-3DC8-432F-94BA-165855EEE0AB}"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4275066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544A09-3DC8-432F-94BA-165855EEE0AB}"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67556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5</a:t>
            </a:fld>
            <a:endParaRPr lang="ar-SA"/>
          </a:p>
        </p:txBody>
      </p:sp>
    </p:spTree>
    <p:extLst>
      <p:ext uri="{BB962C8B-B14F-4D97-AF65-F5344CB8AC3E}">
        <p14:creationId xmlns:p14="http://schemas.microsoft.com/office/powerpoint/2010/main" val="2600371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6</a:t>
            </a:fld>
            <a:endParaRPr lang="ar-SA"/>
          </a:p>
        </p:txBody>
      </p:sp>
    </p:spTree>
    <p:extLst>
      <p:ext uri="{BB962C8B-B14F-4D97-AF65-F5344CB8AC3E}">
        <p14:creationId xmlns:p14="http://schemas.microsoft.com/office/powerpoint/2010/main" val="1566361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26C02-861A-ABB8-B537-5B022713F5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A570F-48B8-2CAF-6F6C-6ABB56A01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F30757-5B09-EA6E-026B-46C958C1159B}"/>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A875B7B4-0714-7C0E-B7D0-FD295CE6E9F6}"/>
              </a:ext>
            </a:extLst>
          </p:cNvPr>
          <p:cNvSpPr>
            <a:spLocks noGrp="1"/>
          </p:cNvSpPr>
          <p:nvPr>
            <p:ph type="sldNum" sz="quarter" idx="5"/>
          </p:nvPr>
        </p:nvSpPr>
        <p:spPr/>
        <p:txBody>
          <a:bodyPr/>
          <a:lstStyle/>
          <a:p>
            <a:fld id="{51544A09-3DC8-432F-94BA-165855EEE0AB}" type="slidenum">
              <a:rPr lang="ar-SA" smtClean="0"/>
              <a:t>7</a:t>
            </a:fld>
            <a:endParaRPr lang="ar-SA"/>
          </a:p>
        </p:txBody>
      </p:sp>
    </p:spTree>
    <p:extLst>
      <p:ext uri="{BB962C8B-B14F-4D97-AF65-F5344CB8AC3E}">
        <p14:creationId xmlns:p14="http://schemas.microsoft.com/office/powerpoint/2010/main" val="3536059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8</a:t>
            </a:fld>
            <a:endParaRPr lang="ar-SA"/>
          </a:p>
        </p:txBody>
      </p:sp>
    </p:spTree>
    <p:extLst>
      <p:ext uri="{BB962C8B-B14F-4D97-AF65-F5344CB8AC3E}">
        <p14:creationId xmlns:p14="http://schemas.microsoft.com/office/powerpoint/2010/main" val="3125527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ED5D-FF21-037E-0FF9-D8471AACC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6E6EA-52CF-486E-22DB-665074554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07381-4B50-F0BE-2219-31422E3E3E87}"/>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AE00EDB5-AD19-9780-AEF7-E399A8323B0F}"/>
              </a:ext>
            </a:extLst>
          </p:cNvPr>
          <p:cNvSpPr>
            <a:spLocks noGrp="1"/>
          </p:cNvSpPr>
          <p:nvPr>
            <p:ph type="sldNum" sz="quarter" idx="5"/>
          </p:nvPr>
        </p:nvSpPr>
        <p:spPr/>
        <p:txBody>
          <a:bodyPr/>
          <a:lstStyle/>
          <a:p>
            <a:fld id="{51544A09-3DC8-432F-94BA-165855EEE0AB}" type="slidenum">
              <a:rPr lang="ar-SA" smtClean="0"/>
              <a:t>9</a:t>
            </a:fld>
            <a:endParaRPr lang="ar-SA"/>
          </a:p>
        </p:txBody>
      </p:sp>
    </p:spTree>
    <p:extLst>
      <p:ext uri="{BB962C8B-B14F-4D97-AF65-F5344CB8AC3E}">
        <p14:creationId xmlns:p14="http://schemas.microsoft.com/office/powerpoint/2010/main" val="38916880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9D88-F279-127B-EFAD-B957A4095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4E8EC-D778-5745-E3CA-7766137B6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ED9F4B-F5F3-80F5-DD9C-EF6E35175EAE}"/>
              </a:ext>
            </a:extLst>
          </p:cNvPr>
          <p:cNvSpPr>
            <a:spLocks noGrp="1"/>
          </p:cNvSpPr>
          <p:nvPr>
            <p:ph type="body" idx="1"/>
          </p:nvPr>
        </p:nvSpPr>
        <p:spPr/>
        <p:txBody>
          <a:bodyPr/>
          <a:lstStyle/>
          <a:p>
            <a:endParaRPr lang="ar-SA"/>
          </a:p>
        </p:txBody>
      </p:sp>
      <p:sp>
        <p:nvSpPr>
          <p:cNvPr id="4" name="Slide Number Placeholder 3">
            <a:extLst>
              <a:ext uri="{FF2B5EF4-FFF2-40B4-BE49-F238E27FC236}">
                <a16:creationId xmlns:a16="http://schemas.microsoft.com/office/drawing/2014/main" id="{7B822D41-F292-4569-2ED5-B9866910ADBA}"/>
              </a:ext>
            </a:extLst>
          </p:cNvPr>
          <p:cNvSpPr>
            <a:spLocks noGrp="1"/>
          </p:cNvSpPr>
          <p:nvPr>
            <p:ph type="sldNum" sz="quarter" idx="5"/>
          </p:nvPr>
        </p:nvSpPr>
        <p:spPr/>
        <p:txBody>
          <a:bodyPr/>
          <a:lstStyle/>
          <a:p>
            <a:fld id="{51544A09-3DC8-432F-94BA-165855EEE0AB}" type="slidenum">
              <a:rPr lang="ar-SA" smtClean="0"/>
              <a:t>10</a:t>
            </a:fld>
            <a:endParaRPr lang="ar-SA"/>
          </a:p>
        </p:txBody>
      </p:sp>
    </p:spTree>
    <p:extLst>
      <p:ext uri="{BB962C8B-B14F-4D97-AF65-F5344CB8AC3E}">
        <p14:creationId xmlns:p14="http://schemas.microsoft.com/office/powerpoint/2010/main" val="2008023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a:p>
        </p:txBody>
      </p:sp>
      <p:sp>
        <p:nvSpPr>
          <p:cNvPr id="4" name="Slide Number Placeholder 3"/>
          <p:cNvSpPr>
            <a:spLocks noGrp="1"/>
          </p:cNvSpPr>
          <p:nvPr>
            <p:ph type="sldNum" sz="quarter" idx="5"/>
          </p:nvPr>
        </p:nvSpPr>
        <p:spPr/>
        <p:txBody>
          <a:bodyPr/>
          <a:lstStyle/>
          <a:p>
            <a:fld id="{51544A09-3DC8-432F-94BA-165855EEE0AB}" type="slidenum">
              <a:rPr lang="ar-SA" smtClean="0"/>
              <a:t>11</a:t>
            </a:fld>
            <a:endParaRPr lang="ar-SA"/>
          </a:p>
        </p:txBody>
      </p:sp>
    </p:spTree>
    <p:extLst>
      <p:ext uri="{BB962C8B-B14F-4D97-AF65-F5344CB8AC3E}">
        <p14:creationId xmlns:p14="http://schemas.microsoft.com/office/powerpoint/2010/main" val="4262089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 Target="../slides/slide2.xml"/><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slide" Target="../slides/slide5.xml"/></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5.xml"/><Relationship Id="rId4" Type="http://schemas.openxmlformats.org/officeDocument/2006/relationships/slide" Target="../slides/slide3.xml"/></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5.xml"/><Relationship Id="rId4" Type="http://schemas.openxmlformats.org/officeDocument/2006/relationships/slide" Target="../slides/slide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5.xml"/></Relationships>
</file>

<file path=ppt/slideLayouts/_rels/slideLayout7.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slide" Target="../slides/slide5.xml"/><Relationship Id="rId4" Type="http://schemas.openxmlformats.org/officeDocument/2006/relationships/slide" Target="../slides/slide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1_Content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6ABDC-23FD-73E7-B6DF-0C54C20B7755}"/>
              </a:ext>
            </a:extLst>
          </p:cNvPr>
          <p:cNvPicPr>
            <a:picLocks noChangeAspect="1"/>
          </p:cNvPicPr>
          <p:nvPr userDrawn="1"/>
        </p:nvPicPr>
        <p:blipFill>
          <a:blip r:embed="rId2"/>
          <a:stretch>
            <a:fillRect/>
          </a:stretch>
        </p:blipFill>
        <p:spPr>
          <a:xfrm>
            <a:off x="0" y="-2"/>
            <a:ext cx="7559675" cy="13441365"/>
          </a:xfrm>
          <a:prstGeom prst="rect">
            <a:avLst/>
          </a:prstGeom>
        </p:spPr>
      </p:pic>
      <p:sp>
        <p:nvSpPr>
          <p:cNvPr id="7" name="Rectangle 6">
            <a:extLst>
              <a:ext uri="{FF2B5EF4-FFF2-40B4-BE49-F238E27FC236}">
                <a16:creationId xmlns:a16="http://schemas.microsoft.com/office/drawing/2014/main" id="{48625702-129A-4CFA-AF92-EBA59830281C}"/>
              </a:ext>
            </a:extLst>
          </p:cNvPr>
          <p:cNvSpPr/>
          <p:nvPr userDrawn="1"/>
        </p:nvSpPr>
        <p:spPr>
          <a:xfrm>
            <a:off x="1" y="-1"/>
            <a:ext cx="7559675" cy="13441364"/>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3" name="Picture 2" descr="A black and gold sign with white text&#10;&#10;AI-generated content may be incorrect.">
            <a:extLst>
              <a:ext uri="{FF2B5EF4-FFF2-40B4-BE49-F238E27FC236}">
                <a16:creationId xmlns:a16="http://schemas.microsoft.com/office/drawing/2014/main" id="{5FCE459A-47DC-F44C-7111-BA9FA54B5F79}"/>
              </a:ext>
            </a:extLst>
          </p:cNvPr>
          <p:cNvPicPr>
            <a:picLocks noChangeAspect="1"/>
          </p:cNvPicPr>
          <p:nvPr userDrawn="1"/>
        </p:nvPicPr>
        <p:blipFill>
          <a:blip r:embed="rId3"/>
          <a:stretch>
            <a:fillRect/>
          </a:stretch>
        </p:blipFill>
        <p:spPr>
          <a:xfrm>
            <a:off x="4626095" y="952467"/>
            <a:ext cx="2613480" cy="772721"/>
          </a:xfrm>
          <a:prstGeom prst="rect">
            <a:avLst/>
          </a:prstGeom>
        </p:spPr>
      </p:pic>
      <p:sp>
        <p:nvSpPr>
          <p:cNvPr id="10" name="Freeform: Shape 9">
            <a:extLst>
              <a:ext uri="{FF2B5EF4-FFF2-40B4-BE49-F238E27FC236}">
                <a16:creationId xmlns:a16="http://schemas.microsoft.com/office/drawing/2014/main" id="{BD09A976-C19B-9469-C4BD-290EFBB7F5E8}"/>
              </a:ext>
            </a:extLst>
          </p:cNvPr>
          <p:cNvSpPr/>
          <p:nvPr/>
        </p:nvSpPr>
        <p:spPr>
          <a:xfrm>
            <a:off x="6" y="10752231"/>
            <a:ext cx="5174679" cy="175712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pPr rtl="0"/>
            <a:endParaRPr lang="en-GB" sz="1800"/>
          </a:p>
        </p:txBody>
      </p:sp>
    </p:spTree>
    <p:extLst>
      <p:ext uri="{BB962C8B-B14F-4D97-AF65-F5344CB8AC3E}">
        <p14:creationId xmlns:p14="http://schemas.microsoft.com/office/powerpoint/2010/main" val="1053435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 name="object 117">
            <a:extLst>
              <a:ext uri="{FF2B5EF4-FFF2-40B4-BE49-F238E27FC236}">
                <a16:creationId xmlns:a16="http://schemas.microsoft.com/office/drawing/2014/main" id="{B2AD2C9E-C902-DE43-B72D-F231B12633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0000"/>
            </a:solidFill>
          </a:ln>
        </p:spPr>
        <p:txBody>
          <a:bodyPr wrap="square" lIns="0" tIns="0" rIns="0" bIns="0" rtlCol="0"/>
          <a:lstStyle/>
          <a:p>
            <a:endParaRPr sz="1800"/>
          </a:p>
        </p:txBody>
      </p:sp>
      <p:sp>
        <p:nvSpPr>
          <p:cNvPr id="3" name="object 118">
            <a:extLst>
              <a:ext uri="{FF2B5EF4-FFF2-40B4-BE49-F238E27FC236}">
                <a16:creationId xmlns:a16="http://schemas.microsoft.com/office/drawing/2014/main" id="{5CDAFA1C-E606-8711-9D76-9C0670AE1A4F}"/>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endParaRPr sz="1800"/>
          </a:p>
        </p:txBody>
      </p:sp>
      <p:pic>
        <p:nvPicPr>
          <p:cNvPr id="4" name="Picture 3" descr="A black and gold rectangular frame with a black background&#10;&#10;AI-generated content may be incorrect.">
            <a:extLst>
              <a:ext uri="{FF2B5EF4-FFF2-40B4-BE49-F238E27FC236}">
                <a16:creationId xmlns:a16="http://schemas.microsoft.com/office/drawing/2014/main" id="{B584CCBF-57D9-3C44-85F5-76CAC1B3738C}"/>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5" name="Straight Connector 4">
            <a:extLst>
              <a:ext uri="{FF2B5EF4-FFF2-40B4-BE49-F238E27FC236}">
                <a16:creationId xmlns:a16="http://schemas.microsoft.com/office/drawing/2014/main" id="{9A915786-53CD-017C-C8B3-AB5678F49ED3}"/>
              </a:ext>
            </a:extLst>
          </p:cNvPr>
          <p:cNvCxnSpPr/>
          <p:nvPr userDrawn="1"/>
        </p:nvCxnSpPr>
        <p:spPr>
          <a:xfrm>
            <a:off x="1767352" y="12895067"/>
            <a:ext cx="5035693" cy="0"/>
          </a:xfrm>
          <a:prstGeom prst="line">
            <a:avLst/>
          </a:prstGeom>
          <a:ln w="317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Date Placeholder 3">
            <a:extLst>
              <a:ext uri="{FF2B5EF4-FFF2-40B4-BE49-F238E27FC236}">
                <a16:creationId xmlns:a16="http://schemas.microsoft.com/office/drawing/2014/main" id="{ADD22EFF-C053-A234-9973-CAC57BB157BB}"/>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Tree>
    <p:extLst>
      <p:ext uri="{BB962C8B-B14F-4D97-AF65-F5344CB8AC3E}">
        <p14:creationId xmlns:p14="http://schemas.microsoft.com/office/powerpoint/2010/main" val="3734601892"/>
      </p:ext>
    </p:extLst>
  </p:cSld>
  <p:clrMapOvr>
    <a:masterClrMapping/>
  </p:clrMapOvr>
  <p:extLst>
    <p:ext uri="{DCECCB84-F9BA-43D5-87BE-67443E8EF086}">
      <p15:sldGuideLst xmlns:p15="http://schemas.microsoft.com/office/powerpoint/2012/main">
        <p15:guide id="1" orient="horz" pos="4233">
          <p15:clr>
            <a:srgbClr val="FBAE40"/>
          </p15:clr>
        </p15:guide>
        <p15:guide id="2" pos="238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000000"/>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36" name="Rectangle: Top Corners Rounded 35">
            <a:hlinkClick r:id="rId2" action="ppaction://hlinksldjump"/>
            <a:extLst>
              <a:ext uri="{FF2B5EF4-FFF2-40B4-BE49-F238E27FC236}">
                <a16:creationId xmlns:a16="http://schemas.microsoft.com/office/drawing/2014/main" id="{73FBB6E0-029E-5C36-7D3C-C3086DCB8F61}"/>
              </a:ext>
            </a:extLst>
          </p:cNvPr>
          <p:cNvSpPr/>
          <p:nvPr userDrawn="1"/>
        </p:nvSpPr>
        <p:spPr>
          <a:xfrm flipV="1">
            <a:off x="5741129" y="-2"/>
            <a:ext cx="1643774" cy="685800"/>
          </a:xfrm>
          <a:prstGeom prst="round2SameRect">
            <a:avLst/>
          </a:prstGeom>
          <a:solidFill>
            <a:srgbClr val="00080B"/>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7" name="Rectangle 36">
            <a:hlinkClick r:id="rId2" action="ppaction://hlinksldjump"/>
            <a:extLst>
              <a:ext uri="{FF2B5EF4-FFF2-40B4-BE49-F238E27FC236}">
                <a16:creationId xmlns:a16="http://schemas.microsoft.com/office/drawing/2014/main" id="{E9738941-90D8-D1A5-278D-AF8BB2B0923A}"/>
              </a:ext>
            </a:extLst>
          </p:cNvPr>
          <p:cNvSpPr/>
          <p:nvPr userDrawn="1"/>
        </p:nvSpPr>
        <p:spPr>
          <a:xfrm>
            <a:off x="5741130"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9" name="Rectangle: Top Corners Rounded 38">
            <a:hlinkClick r:id="rId3" action="ppaction://hlinksldjump"/>
            <a:extLst>
              <a:ext uri="{FF2B5EF4-FFF2-40B4-BE49-F238E27FC236}">
                <a16:creationId xmlns:a16="http://schemas.microsoft.com/office/drawing/2014/main" id="{287B7D5A-9F83-7330-C9C8-0D07342A1615}"/>
              </a:ext>
            </a:extLst>
          </p:cNvPr>
          <p:cNvSpPr/>
          <p:nvPr userDrawn="1"/>
        </p:nvSpPr>
        <p:spPr>
          <a:xfrm flipV="1">
            <a:off x="3970297"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0" name="Rectangle 39">
            <a:hlinkClick r:id="rId3" action="ppaction://hlinksldjump"/>
            <a:extLst>
              <a:ext uri="{FF2B5EF4-FFF2-40B4-BE49-F238E27FC236}">
                <a16:creationId xmlns:a16="http://schemas.microsoft.com/office/drawing/2014/main" id="{BE27891A-A253-AABC-612D-8BE022146281}"/>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42" name="Rectangle: Top Corners Rounded 41">
            <a:extLst>
              <a:ext uri="{FF2B5EF4-FFF2-40B4-BE49-F238E27FC236}">
                <a16:creationId xmlns:a16="http://schemas.microsoft.com/office/drawing/2014/main" id="{0756BCB3-9F89-B1B5-EEF9-9DAA906AC2E4}"/>
              </a:ext>
            </a:extLst>
          </p:cNvPr>
          <p:cNvSpPr/>
          <p:nvPr userDrawn="1"/>
        </p:nvSpPr>
        <p:spPr>
          <a:xfrm flipV="1">
            <a:off x="2199462"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3" name="Rectangle 42">
            <a:extLst>
              <a:ext uri="{FF2B5EF4-FFF2-40B4-BE49-F238E27FC236}">
                <a16:creationId xmlns:a16="http://schemas.microsoft.com/office/drawing/2014/main" id="{A064E357-EB14-F530-0142-67201D5CC85C}"/>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5" name="Rectangle: Top Corners Rounded 44">
            <a:hlinkClick r:id="rId4" action="ppaction://hlinksldjump"/>
            <a:extLst>
              <a:ext uri="{FF2B5EF4-FFF2-40B4-BE49-F238E27FC236}">
                <a16:creationId xmlns:a16="http://schemas.microsoft.com/office/drawing/2014/main" id="{F2657A36-C429-A67C-74B1-D61CFD41FBB1}"/>
              </a:ext>
            </a:extLst>
          </p:cNvPr>
          <p:cNvSpPr/>
          <p:nvPr userDrawn="1"/>
        </p:nvSpPr>
        <p:spPr>
          <a:xfrm flipV="1">
            <a:off x="428628"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6" name="Rectangle 45">
            <a:hlinkClick r:id="rId4" action="ppaction://hlinksldjump"/>
            <a:extLst>
              <a:ext uri="{FF2B5EF4-FFF2-40B4-BE49-F238E27FC236}">
                <a16:creationId xmlns:a16="http://schemas.microsoft.com/office/drawing/2014/main" id="{2A1D9F59-1C83-02D7-5789-17E50739D4F5}"/>
              </a:ext>
            </a:extLst>
          </p:cNvPr>
          <p:cNvSpPr/>
          <p:nvPr userDrawn="1"/>
        </p:nvSpPr>
        <p:spPr>
          <a:xfrm>
            <a:off x="428628"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 name="object 117">
            <a:extLst>
              <a:ext uri="{FF2B5EF4-FFF2-40B4-BE49-F238E27FC236}">
                <a16:creationId xmlns:a16="http://schemas.microsoft.com/office/drawing/2014/main" id="{B2AD2C9E-C902-DE43-B72D-F231B12633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0000"/>
            </a:solidFill>
          </a:ln>
        </p:spPr>
        <p:txBody>
          <a:bodyPr wrap="square" lIns="0" tIns="0" rIns="0" bIns="0" rtlCol="0"/>
          <a:lstStyle/>
          <a:p>
            <a:endParaRPr sz="1800"/>
          </a:p>
        </p:txBody>
      </p:sp>
      <p:sp>
        <p:nvSpPr>
          <p:cNvPr id="3" name="object 118">
            <a:extLst>
              <a:ext uri="{FF2B5EF4-FFF2-40B4-BE49-F238E27FC236}">
                <a16:creationId xmlns:a16="http://schemas.microsoft.com/office/drawing/2014/main" id="{5CDAFA1C-E606-8711-9D76-9C0670AE1A4F}"/>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0000"/>
            </a:solidFill>
          </a:ln>
        </p:spPr>
        <p:txBody>
          <a:bodyPr wrap="square" lIns="0" tIns="0" rIns="0" bIns="0" rtlCol="0"/>
          <a:lstStyle/>
          <a:p>
            <a:endParaRPr sz="1800"/>
          </a:p>
        </p:txBody>
      </p:sp>
      <p:pic>
        <p:nvPicPr>
          <p:cNvPr id="4" name="Picture 3" descr="A black and gold rectangular frame with a black background&#10;&#10;AI-generated content may be incorrect.">
            <a:extLst>
              <a:ext uri="{FF2B5EF4-FFF2-40B4-BE49-F238E27FC236}">
                <a16:creationId xmlns:a16="http://schemas.microsoft.com/office/drawing/2014/main" id="{B584CCBF-57D9-3C44-85F5-76CAC1B3738C}"/>
              </a:ext>
            </a:extLst>
          </p:cNvPr>
          <p:cNvPicPr>
            <a:picLocks noChangeAspect="1"/>
          </p:cNvPicPr>
          <p:nvPr userDrawn="1"/>
        </p:nvPicPr>
        <p:blipFill>
          <a:blip r:embed="rId5"/>
          <a:stretch>
            <a:fillRect/>
          </a:stretch>
        </p:blipFill>
        <p:spPr>
          <a:xfrm>
            <a:off x="320101" y="12702389"/>
            <a:ext cx="1303475" cy="385395"/>
          </a:xfrm>
          <a:prstGeom prst="rect">
            <a:avLst/>
          </a:prstGeom>
        </p:spPr>
      </p:pic>
      <p:cxnSp>
        <p:nvCxnSpPr>
          <p:cNvPr id="5" name="Straight Connector 4">
            <a:extLst>
              <a:ext uri="{FF2B5EF4-FFF2-40B4-BE49-F238E27FC236}">
                <a16:creationId xmlns:a16="http://schemas.microsoft.com/office/drawing/2014/main" id="{9A915786-53CD-017C-C8B3-AB5678F49ED3}"/>
              </a:ext>
            </a:extLst>
          </p:cNvPr>
          <p:cNvCxnSpPr/>
          <p:nvPr userDrawn="1"/>
        </p:nvCxnSpPr>
        <p:spPr>
          <a:xfrm>
            <a:off x="1767352" y="12895067"/>
            <a:ext cx="5035693" cy="0"/>
          </a:xfrm>
          <a:prstGeom prst="line">
            <a:avLst/>
          </a:prstGeom>
          <a:ln w="317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Date Placeholder 3">
            <a:extLst>
              <a:ext uri="{FF2B5EF4-FFF2-40B4-BE49-F238E27FC236}">
                <a16:creationId xmlns:a16="http://schemas.microsoft.com/office/drawing/2014/main" id="{ADD22EFF-C053-A234-9973-CAC57BB157BB}"/>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Tree>
    <p:extLst>
      <p:ext uri="{BB962C8B-B14F-4D97-AF65-F5344CB8AC3E}">
        <p14:creationId xmlns:p14="http://schemas.microsoft.com/office/powerpoint/2010/main" val="293637481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004545"/>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00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4" name="object 117">
            <a:extLst>
              <a:ext uri="{FF2B5EF4-FFF2-40B4-BE49-F238E27FC236}">
                <a16:creationId xmlns:a16="http://schemas.microsoft.com/office/drawing/2014/main" id="{0FA2D9C1-7FB4-41E5-63F8-5CE9D8D80BC0}"/>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004545"/>
            </a:solidFill>
          </a:ln>
        </p:spPr>
        <p:txBody>
          <a:bodyPr wrap="square" lIns="0" tIns="0" rIns="0" bIns="0" rtlCol="0"/>
          <a:lstStyle/>
          <a:p>
            <a:endParaRPr sz="1800"/>
          </a:p>
        </p:txBody>
      </p:sp>
      <p:sp>
        <p:nvSpPr>
          <p:cNvPr id="5" name="object 118">
            <a:extLst>
              <a:ext uri="{FF2B5EF4-FFF2-40B4-BE49-F238E27FC236}">
                <a16:creationId xmlns:a16="http://schemas.microsoft.com/office/drawing/2014/main" id="{7B5BED7B-8DEA-9BC9-06A3-C483D991D195}"/>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004545"/>
            </a:solidFill>
          </a:ln>
        </p:spPr>
        <p:txBody>
          <a:bodyPr wrap="square" lIns="0" tIns="0" rIns="0" bIns="0" rtlCol="0"/>
          <a:lstStyle/>
          <a:p>
            <a:endParaRPr sz="1800"/>
          </a:p>
        </p:txBody>
      </p:sp>
      <p:pic>
        <p:nvPicPr>
          <p:cNvPr id="6" name="Picture 5" descr="A black and gold rectangular frame with a black background&#10;&#10;AI-generated content may be incorrect.">
            <a:extLst>
              <a:ext uri="{FF2B5EF4-FFF2-40B4-BE49-F238E27FC236}">
                <a16:creationId xmlns:a16="http://schemas.microsoft.com/office/drawing/2014/main" id="{8F046D44-16C1-98CA-857A-FE279BA8AF91}"/>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7" name="Straight Connector 6">
            <a:extLst>
              <a:ext uri="{FF2B5EF4-FFF2-40B4-BE49-F238E27FC236}">
                <a16:creationId xmlns:a16="http://schemas.microsoft.com/office/drawing/2014/main" id="{552E1C1F-22CC-74C5-D1DF-43E81A9013AF}"/>
              </a:ext>
            </a:extLst>
          </p:cNvPr>
          <p:cNvCxnSpPr/>
          <p:nvPr userDrawn="1"/>
        </p:nvCxnSpPr>
        <p:spPr>
          <a:xfrm>
            <a:off x="1767352" y="12895067"/>
            <a:ext cx="5035693" cy="0"/>
          </a:xfrm>
          <a:prstGeom prst="line">
            <a:avLst/>
          </a:prstGeom>
          <a:ln w="3175">
            <a:solidFill>
              <a:srgbClr val="004545"/>
            </a:solidFill>
          </a:ln>
        </p:spPr>
        <p:style>
          <a:lnRef idx="2">
            <a:schemeClr val="accent1"/>
          </a:lnRef>
          <a:fillRef idx="0">
            <a:schemeClr val="accent1"/>
          </a:fillRef>
          <a:effectRef idx="1">
            <a:schemeClr val="accent1"/>
          </a:effectRef>
          <a:fontRef idx="minor">
            <a:schemeClr val="tx1"/>
          </a:fontRef>
        </p:style>
      </p:cxnSp>
      <p:sp>
        <p:nvSpPr>
          <p:cNvPr id="9" name="Date Placeholder 3">
            <a:extLst>
              <a:ext uri="{FF2B5EF4-FFF2-40B4-BE49-F238E27FC236}">
                <a16:creationId xmlns:a16="http://schemas.microsoft.com/office/drawing/2014/main" id="{E75257EA-A4E2-9A82-C528-9DA41683E745}"/>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11" name="Rectangle: Top Corners Rounded 10">
            <a:hlinkClick r:id="rId3" action="ppaction://hlinksldjump"/>
            <a:extLst>
              <a:ext uri="{FF2B5EF4-FFF2-40B4-BE49-F238E27FC236}">
                <a16:creationId xmlns:a16="http://schemas.microsoft.com/office/drawing/2014/main" id="{06E2AC6D-7C1A-CA8F-9345-4C6DA0D32B75}"/>
              </a:ext>
            </a:extLst>
          </p:cNvPr>
          <p:cNvSpPr/>
          <p:nvPr userDrawn="1"/>
        </p:nvSpPr>
        <p:spPr>
          <a:xfrm flipV="1">
            <a:off x="5741129" y="-1"/>
            <a:ext cx="1643774" cy="596884"/>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3" name="Rectangle 12">
            <a:hlinkClick r:id="rId3" action="ppaction://hlinksldjump"/>
            <a:extLst>
              <a:ext uri="{FF2B5EF4-FFF2-40B4-BE49-F238E27FC236}">
                <a16:creationId xmlns:a16="http://schemas.microsoft.com/office/drawing/2014/main" id="{4AE6164B-BA77-4DD3-6B32-80B03778C2FD}"/>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5" name="Rectangle: Top Corners Rounded 14">
            <a:hlinkClick r:id="rId4" action="ppaction://hlinksldjump"/>
            <a:extLst>
              <a:ext uri="{FF2B5EF4-FFF2-40B4-BE49-F238E27FC236}">
                <a16:creationId xmlns:a16="http://schemas.microsoft.com/office/drawing/2014/main" id="{9558E353-FE98-0479-8468-2F61761FF52E}"/>
              </a:ext>
            </a:extLst>
          </p:cNvPr>
          <p:cNvSpPr/>
          <p:nvPr userDrawn="1"/>
        </p:nvSpPr>
        <p:spPr>
          <a:xfrm flipV="1">
            <a:off x="3970297" y="-2"/>
            <a:ext cx="1643774" cy="685794"/>
          </a:xfrm>
          <a:prstGeom prst="round2SameRect">
            <a:avLst/>
          </a:prstGeom>
          <a:solidFill>
            <a:srgbClr val="004545"/>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7" name="Rectangle 16">
            <a:hlinkClick r:id="rId4" action="ppaction://hlinksldjump"/>
            <a:extLst>
              <a:ext uri="{FF2B5EF4-FFF2-40B4-BE49-F238E27FC236}">
                <a16:creationId xmlns:a16="http://schemas.microsoft.com/office/drawing/2014/main" id="{A30AE00C-1041-19CB-DCB2-DFD6DFBDD328}"/>
              </a:ext>
            </a:extLst>
          </p:cNvPr>
          <p:cNvSpPr/>
          <p:nvPr userDrawn="1"/>
        </p:nvSpPr>
        <p:spPr>
          <a:xfrm>
            <a:off x="3970297"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9" name="Rectangle: Top Corners Rounded 18">
            <a:extLst>
              <a:ext uri="{FF2B5EF4-FFF2-40B4-BE49-F238E27FC236}">
                <a16:creationId xmlns:a16="http://schemas.microsoft.com/office/drawing/2014/main" id="{18E36F67-A2BC-F9DA-9046-67154C942A32}"/>
              </a:ext>
            </a:extLst>
          </p:cNvPr>
          <p:cNvSpPr/>
          <p:nvPr userDrawn="1"/>
        </p:nvSpPr>
        <p:spPr>
          <a:xfrm flipV="1">
            <a:off x="2199462" y="-1"/>
            <a:ext cx="1643774" cy="596884"/>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1" name="Rectangle 20">
            <a:extLst>
              <a:ext uri="{FF2B5EF4-FFF2-40B4-BE49-F238E27FC236}">
                <a16:creationId xmlns:a16="http://schemas.microsoft.com/office/drawing/2014/main" id="{BE2F6099-8082-8B95-4FFE-2BE10D2BFCEA}"/>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5" name="Rectangle: Top Corners Rounded 24">
            <a:hlinkClick r:id="rId5" action="ppaction://hlinksldjump"/>
            <a:extLst>
              <a:ext uri="{FF2B5EF4-FFF2-40B4-BE49-F238E27FC236}">
                <a16:creationId xmlns:a16="http://schemas.microsoft.com/office/drawing/2014/main" id="{A41982CD-F28D-D3C3-8BBB-0591236E3922}"/>
              </a:ext>
            </a:extLst>
          </p:cNvPr>
          <p:cNvSpPr/>
          <p:nvPr userDrawn="1"/>
        </p:nvSpPr>
        <p:spPr>
          <a:xfrm flipV="1">
            <a:off x="428628" y="-1"/>
            <a:ext cx="1643774" cy="596884"/>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7" name="Rectangle 26">
            <a:hlinkClick r:id="rId5" action="ppaction://hlinksldjump"/>
            <a:extLst>
              <a:ext uri="{FF2B5EF4-FFF2-40B4-BE49-F238E27FC236}">
                <a16:creationId xmlns:a16="http://schemas.microsoft.com/office/drawing/2014/main" id="{3F733451-9B51-7BFB-E082-8C511E59816A}"/>
              </a:ext>
            </a:extLst>
          </p:cNvPr>
          <p:cNvSpPr/>
          <p:nvPr userDrawn="1"/>
        </p:nvSpPr>
        <p:spPr>
          <a:xfrm>
            <a:off x="428628"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Tree>
    <p:extLst>
      <p:ext uri="{BB962C8B-B14F-4D97-AF65-F5344CB8AC3E}">
        <p14:creationId xmlns:p14="http://schemas.microsoft.com/office/powerpoint/2010/main" val="530765436"/>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174766"/>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1747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6" name="object 117">
            <a:extLst>
              <a:ext uri="{FF2B5EF4-FFF2-40B4-BE49-F238E27FC236}">
                <a16:creationId xmlns:a16="http://schemas.microsoft.com/office/drawing/2014/main" id="{ECDB61E1-0886-D770-A717-1408CC331F07}"/>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174766"/>
            </a:solidFill>
          </a:ln>
        </p:spPr>
        <p:txBody>
          <a:bodyPr wrap="square" lIns="0" tIns="0" rIns="0" bIns="0" rtlCol="0"/>
          <a:lstStyle/>
          <a:p>
            <a:endParaRPr sz="1800"/>
          </a:p>
        </p:txBody>
      </p:sp>
      <p:sp>
        <p:nvSpPr>
          <p:cNvPr id="7" name="object 118">
            <a:extLst>
              <a:ext uri="{FF2B5EF4-FFF2-40B4-BE49-F238E27FC236}">
                <a16:creationId xmlns:a16="http://schemas.microsoft.com/office/drawing/2014/main" id="{895C2633-75E6-8C83-EB75-4571B2B74495}"/>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174766"/>
            </a:solidFill>
          </a:ln>
        </p:spPr>
        <p:txBody>
          <a:bodyPr wrap="square" lIns="0" tIns="0" rIns="0" bIns="0" rtlCol="0"/>
          <a:lstStyle/>
          <a:p>
            <a:endParaRPr sz="1800"/>
          </a:p>
        </p:txBody>
      </p:sp>
      <p:pic>
        <p:nvPicPr>
          <p:cNvPr id="8" name="Picture 7" descr="A black and gold rectangular frame with a black background&#10;&#10;AI-generated content may be incorrect.">
            <a:extLst>
              <a:ext uri="{FF2B5EF4-FFF2-40B4-BE49-F238E27FC236}">
                <a16:creationId xmlns:a16="http://schemas.microsoft.com/office/drawing/2014/main" id="{18DD566A-FF38-4528-AE57-8FF156244F6B}"/>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9" name="Straight Connector 8">
            <a:extLst>
              <a:ext uri="{FF2B5EF4-FFF2-40B4-BE49-F238E27FC236}">
                <a16:creationId xmlns:a16="http://schemas.microsoft.com/office/drawing/2014/main" id="{3A38B0A7-1677-9A25-2639-29C44377F992}"/>
              </a:ext>
            </a:extLst>
          </p:cNvPr>
          <p:cNvCxnSpPr/>
          <p:nvPr userDrawn="1"/>
        </p:nvCxnSpPr>
        <p:spPr>
          <a:xfrm>
            <a:off x="1767352" y="12895067"/>
            <a:ext cx="5035693" cy="0"/>
          </a:xfrm>
          <a:prstGeom prst="line">
            <a:avLst/>
          </a:prstGeom>
          <a:ln w="3175">
            <a:solidFill>
              <a:srgbClr val="174766"/>
            </a:solidFill>
          </a:ln>
        </p:spPr>
        <p:style>
          <a:lnRef idx="2">
            <a:schemeClr val="accent1"/>
          </a:lnRef>
          <a:fillRef idx="0">
            <a:schemeClr val="accent1"/>
          </a:fillRef>
          <a:effectRef idx="1">
            <a:schemeClr val="accent1"/>
          </a:effectRef>
          <a:fontRef idx="minor">
            <a:schemeClr val="tx1"/>
          </a:fontRef>
        </p:style>
      </p:cxnSp>
      <p:sp>
        <p:nvSpPr>
          <p:cNvPr id="11" name="Date Placeholder 3">
            <a:extLst>
              <a:ext uri="{FF2B5EF4-FFF2-40B4-BE49-F238E27FC236}">
                <a16:creationId xmlns:a16="http://schemas.microsoft.com/office/drawing/2014/main" id="{17012832-88B1-D676-602E-F91D3C99F43A}"/>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30" name="Rectangle: Top Corners Rounded 29">
            <a:hlinkClick r:id="rId3" action="ppaction://hlinksldjump"/>
            <a:extLst>
              <a:ext uri="{FF2B5EF4-FFF2-40B4-BE49-F238E27FC236}">
                <a16:creationId xmlns:a16="http://schemas.microsoft.com/office/drawing/2014/main" id="{4C49540B-83DD-5F24-C048-2E5E1B69DA84}"/>
              </a:ext>
            </a:extLst>
          </p:cNvPr>
          <p:cNvSpPr/>
          <p:nvPr userDrawn="1"/>
        </p:nvSpPr>
        <p:spPr>
          <a:xfrm flipV="1">
            <a:off x="5741129" y="-1"/>
            <a:ext cx="1643774" cy="596890"/>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2" name="Rectangle 31">
            <a:hlinkClick r:id="rId3" action="ppaction://hlinksldjump"/>
            <a:extLst>
              <a:ext uri="{FF2B5EF4-FFF2-40B4-BE49-F238E27FC236}">
                <a16:creationId xmlns:a16="http://schemas.microsoft.com/office/drawing/2014/main" id="{E1BCF987-3EDB-70E5-F826-E9D09B22CF22}"/>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4" name="Rectangle: Top Corners Rounded 33">
            <a:hlinkClick r:id="rId4" action="ppaction://hlinksldjump"/>
            <a:extLst>
              <a:ext uri="{FF2B5EF4-FFF2-40B4-BE49-F238E27FC236}">
                <a16:creationId xmlns:a16="http://schemas.microsoft.com/office/drawing/2014/main" id="{D310C85B-CAD3-B79F-FFF9-314B1A8371FD}"/>
              </a:ext>
            </a:extLst>
          </p:cNvPr>
          <p:cNvSpPr/>
          <p:nvPr userDrawn="1"/>
        </p:nvSpPr>
        <p:spPr>
          <a:xfrm flipV="1">
            <a:off x="3970297" y="-1"/>
            <a:ext cx="1643774" cy="596890"/>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9" name="Rectangle 48">
            <a:hlinkClick r:id="rId4" action="ppaction://hlinksldjump"/>
            <a:extLst>
              <a:ext uri="{FF2B5EF4-FFF2-40B4-BE49-F238E27FC236}">
                <a16:creationId xmlns:a16="http://schemas.microsoft.com/office/drawing/2014/main" id="{4126CB9F-C475-08BB-113E-A74450B17C9C}"/>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51" name="Rectangle: Top Corners Rounded 50">
            <a:extLst>
              <a:ext uri="{FF2B5EF4-FFF2-40B4-BE49-F238E27FC236}">
                <a16:creationId xmlns:a16="http://schemas.microsoft.com/office/drawing/2014/main" id="{017FECE5-1E95-D1F4-A8F2-73DEBD1619CE}"/>
              </a:ext>
            </a:extLst>
          </p:cNvPr>
          <p:cNvSpPr/>
          <p:nvPr userDrawn="1"/>
        </p:nvSpPr>
        <p:spPr>
          <a:xfrm flipV="1">
            <a:off x="2199462" y="-3"/>
            <a:ext cx="1643774" cy="685795"/>
          </a:xfrm>
          <a:prstGeom prst="round2SameRect">
            <a:avLst/>
          </a:prstGeom>
          <a:solidFill>
            <a:srgbClr val="275470"/>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3" name="Rectangle 52">
            <a:extLst>
              <a:ext uri="{FF2B5EF4-FFF2-40B4-BE49-F238E27FC236}">
                <a16:creationId xmlns:a16="http://schemas.microsoft.com/office/drawing/2014/main" id="{4C8F0547-B88A-3029-F4FB-B9E710FB09B7}"/>
              </a:ext>
            </a:extLst>
          </p:cNvPr>
          <p:cNvSpPr/>
          <p:nvPr userDrawn="1"/>
        </p:nvSpPr>
        <p:spPr>
          <a:xfrm>
            <a:off x="2199462"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5" name="Rectangle: Top Corners Rounded 54">
            <a:hlinkClick r:id="rId5" action="ppaction://hlinksldjump"/>
            <a:extLst>
              <a:ext uri="{FF2B5EF4-FFF2-40B4-BE49-F238E27FC236}">
                <a16:creationId xmlns:a16="http://schemas.microsoft.com/office/drawing/2014/main" id="{C96775D0-F49B-7B35-DF21-FEADD92D468A}"/>
              </a:ext>
            </a:extLst>
          </p:cNvPr>
          <p:cNvSpPr/>
          <p:nvPr userDrawn="1"/>
        </p:nvSpPr>
        <p:spPr>
          <a:xfrm flipV="1">
            <a:off x="428628" y="-1"/>
            <a:ext cx="1643774" cy="596890"/>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7" name="Rectangle 56">
            <a:hlinkClick r:id="rId5" action="ppaction://hlinksldjump"/>
            <a:extLst>
              <a:ext uri="{FF2B5EF4-FFF2-40B4-BE49-F238E27FC236}">
                <a16:creationId xmlns:a16="http://schemas.microsoft.com/office/drawing/2014/main" id="{EB9AFA9E-295A-7261-F005-10443882A664}"/>
              </a:ext>
            </a:extLst>
          </p:cNvPr>
          <p:cNvSpPr/>
          <p:nvPr userDrawn="1"/>
        </p:nvSpPr>
        <p:spPr>
          <a:xfrm>
            <a:off x="428628"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Tree>
    <p:extLst>
      <p:ext uri="{BB962C8B-B14F-4D97-AF65-F5344CB8AC3E}">
        <p14:creationId xmlns:p14="http://schemas.microsoft.com/office/powerpoint/2010/main" val="188970420"/>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40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3_Content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6DD3F08-0159-01B6-53D0-CFE5CE6F176C}"/>
              </a:ext>
            </a:extLst>
          </p:cNvPr>
          <p:cNvPicPr>
            <a:picLocks noChangeAspect="1"/>
          </p:cNvPicPr>
          <p:nvPr userDrawn="1"/>
        </p:nvPicPr>
        <p:blipFill>
          <a:blip r:embed="rId2"/>
          <a:stretch>
            <a:fillRect/>
          </a:stretch>
        </p:blipFill>
        <p:spPr>
          <a:xfrm>
            <a:off x="0" y="-3"/>
            <a:ext cx="7559675" cy="13441365"/>
          </a:xfrm>
          <a:prstGeom prst="rect">
            <a:avLst/>
          </a:prstGeom>
        </p:spPr>
      </p:pic>
      <p:sp>
        <p:nvSpPr>
          <p:cNvPr id="3" name="Rectangle 2">
            <a:extLst>
              <a:ext uri="{FF2B5EF4-FFF2-40B4-BE49-F238E27FC236}">
                <a16:creationId xmlns:a16="http://schemas.microsoft.com/office/drawing/2014/main" id="{D65CE8FB-8BEB-8DA8-900D-4FE70A46E125}"/>
              </a:ext>
            </a:extLst>
          </p:cNvPr>
          <p:cNvSpPr/>
          <p:nvPr userDrawn="1"/>
        </p:nvSpPr>
        <p:spPr>
          <a:xfrm>
            <a:off x="1" y="-1"/>
            <a:ext cx="7559675" cy="13441363"/>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8" name="Picture 7" descr="A black and gold sign with white text&#10;&#10;AI-generated content may be incorrect.">
            <a:extLst>
              <a:ext uri="{FF2B5EF4-FFF2-40B4-BE49-F238E27FC236}">
                <a16:creationId xmlns:a16="http://schemas.microsoft.com/office/drawing/2014/main" id="{4FED6BD5-9AF3-6A5E-C442-EE976D2A4B70}"/>
              </a:ext>
            </a:extLst>
          </p:cNvPr>
          <p:cNvPicPr>
            <a:picLocks noChangeAspect="1"/>
          </p:cNvPicPr>
          <p:nvPr userDrawn="1"/>
        </p:nvPicPr>
        <p:blipFill>
          <a:blip r:embed="rId3"/>
          <a:stretch>
            <a:fillRect/>
          </a:stretch>
        </p:blipFill>
        <p:spPr>
          <a:xfrm>
            <a:off x="5075436" y="12477294"/>
            <a:ext cx="1963546" cy="580557"/>
          </a:xfrm>
          <a:prstGeom prst="rect">
            <a:avLst/>
          </a:prstGeom>
        </p:spPr>
      </p:pic>
      <p:sp>
        <p:nvSpPr>
          <p:cNvPr id="11" name="Freeform: Shape 10">
            <a:extLst>
              <a:ext uri="{FF2B5EF4-FFF2-40B4-BE49-F238E27FC236}">
                <a16:creationId xmlns:a16="http://schemas.microsoft.com/office/drawing/2014/main" id="{74696F2A-5CB3-9658-1040-CEA95AD4A274}"/>
              </a:ext>
            </a:extLst>
          </p:cNvPr>
          <p:cNvSpPr/>
          <p:nvPr userDrawn="1"/>
        </p:nvSpPr>
        <p:spPr>
          <a:xfrm>
            <a:off x="1" y="12038374"/>
            <a:ext cx="3774431" cy="1019477"/>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endParaRPr lang="en-GB" sz="1800"/>
          </a:p>
        </p:txBody>
      </p:sp>
      <p:sp>
        <p:nvSpPr>
          <p:cNvPr id="53" name="Rectangle 52">
            <a:extLst>
              <a:ext uri="{FF2B5EF4-FFF2-40B4-BE49-F238E27FC236}">
                <a16:creationId xmlns:a16="http://schemas.microsoft.com/office/drawing/2014/main" id="{79EE18B7-9D27-8F40-27C3-9D446D172B6C}"/>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13" name="Rectangle: Top Corners Rounded 12">
            <a:hlinkClick r:id="rId4" action="ppaction://hlinksldjump"/>
            <a:extLst>
              <a:ext uri="{FF2B5EF4-FFF2-40B4-BE49-F238E27FC236}">
                <a16:creationId xmlns:a16="http://schemas.microsoft.com/office/drawing/2014/main" id="{DDF2A6F4-DA36-2C1C-BEDA-0A2EBA7D0E87}"/>
              </a:ext>
            </a:extLst>
          </p:cNvPr>
          <p:cNvSpPr/>
          <p:nvPr userDrawn="1"/>
        </p:nvSpPr>
        <p:spPr>
          <a:xfrm flipV="1">
            <a:off x="428628" y="-3"/>
            <a:ext cx="1643774" cy="685799"/>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5" name="Rectangle 14">
            <a:hlinkClick r:id="rId4" action="ppaction://hlinksldjump"/>
            <a:extLst>
              <a:ext uri="{FF2B5EF4-FFF2-40B4-BE49-F238E27FC236}">
                <a16:creationId xmlns:a16="http://schemas.microsoft.com/office/drawing/2014/main" id="{9F4820A9-69B7-1100-40D3-57FF324DB8E3}"/>
              </a:ext>
            </a:extLst>
          </p:cNvPr>
          <p:cNvSpPr/>
          <p:nvPr userDrawn="1"/>
        </p:nvSpPr>
        <p:spPr>
          <a:xfrm>
            <a:off x="428628"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7" name="Rectangle: Top Corners Rounded 16">
            <a:hlinkClick r:id="rId5" action="ppaction://hlinksldjump"/>
            <a:extLst>
              <a:ext uri="{FF2B5EF4-FFF2-40B4-BE49-F238E27FC236}">
                <a16:creationId xmlns:a16="http://schemas.microsoft.com/office/drawing/2014/main" id="{26A9B02E-BFEC-3D69-A965-0FF00095B48D}"/>
              </a:ext>
            </a:extLst>
          </p:cNvPr>
          <p:cNvSpPr/>
          <p:nvPr userDrawn="1"/>
        </p:nvSpPr>
        <p:spPr>
          <a:xfrm flipV="1">
            <a:off x="5741129" y="-1"/>
            <a:ext cx="1643774"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19" name="Rectangle 18">
            <a:hlinkClick r:id="rId5" action="ppaction://hlinksldjump"/>
            <a:extLst>
              <a:ext uri="{FF2B5EF4-FFF2-40B4-BE49-F238E27FC236}">
                <a16:creationId xmlns:a16="http://schemas.microsoft.com/office/drawing/2014/main" id="{DC5D9021-B833-D1C5-32A2-E61A7EB776F2}"/>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1" name="Rectangle: Top Corners Rounded 20">
            <a:hlinkClick r:id="rId6" action="ppaction://hlinksldjump"/>
            <a:extLst>
              <a:ext uri="{FF2B5EF4-FFF2-40B4-BE49-F238E27FC236}">
                <a16:creationId xmlns:a16="http://schemas.microsoft.com/office/drawing/2014/main" id="{8BA4EEB4-28B2-F06D-6248-4C8703D05561}"/>
              </a:ext>
            </a:extLst>
          </p:cNvPr>
          <p:cNvSpPr/>
          <p:nvPr userDrawn="1"/>
        </p:nvSpPr>
        <p:spPr>
          <a:xfrm flipV="1">
            <a:off x="3970297"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3" name="Rectangle 22">
            <a:hlinkClick r:id="rId6" action="ppaction://hlinksldjump"/>
            <a:extLst>
              <a:ext uri="{FF2B5EF4-FFF2-40B4-BE49-F238E27FC236}">
                <a16:creationId xmlns:a16="http://schemas.microsoft.com/office/drawing/2014/main" id="{0ED83015-FF90-D6DD-C423-ABFB60FC967A}"/>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25" name="Rectangle: Top Corners Rounded 24">
            <a:extLst>
              <a:ext uri="{FF2B5EF4-FFF2-40B4-BE49-F238E27FC236}">
                <a16:creationId xmlns:a16="http://schemas.microsoft.com/office/drawing/2014/main" id="{31503053-E80B-4B65-33F2-A03DC5862808}"/>
              </a:ext>
            </a:extLst>
          </p:cNvPr>
          <p:cNvSpPr/>
          <p:nvPr userDrawn="1"/>
        </p:nvSpPr>
        <p:spPr>
          <a:xfrm flipV="1">
            <a:off x="2199462"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27" name="Rectangle 26">
            <a:extLst>
              <a:ext uri="{FF2B5EF4-FFF2-40B4-BE49-F238E27FC236}">
                <a16:creationId xmlns:a16="http://schemas.microsoft.com/office/drawing/2014/main" id="{C60028AC-72E5-C60C-655B-55AFC8C95991}"/>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Tree>
    <p:extLst>
      <p:ext uri="{BB962C8B-B14F-4D97-AF65-F5344CB8AC3E}">
        <p14:creationId xmlns:p14="http://schemas.microsoft.com/office/powerpoint/2010/main" val="451760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E13EF92A-5606-E87C-0E01-7AC1DF56E276}"/>
              </a:ext>
            </a:extLst>
          </p:cNvPr>
          <p:cNvSpPr/>
          <p:nvPr userDrawn="1"/>
        </p:nvSpPr>
        <p:spPr>
          <a:xfrm>
            <a:off x="4" y="-1"/>
            <a:ext cx="7559675" cy="13441363"/>
          </a:xfrm>
          <a:prstGeom prst="rect">
            <a:avLst/>
          </a:prstGeom>
          <a:solidFill>
            <a:srgbClr val="FBF7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algn="ctr" defTabSz="514358" rtl="0" eaLnBrk="1" latinLnBrk="0" hangingPunct="1"/>
            <a:endParaRPr lang="en-SA" sz="1013">
              <a:ln>
                <a:noFill/>
              </a:ln>
              <a:solidFill>
                <a:srgbClr val="FDFDF2"/>
              </a:solidFill>
            </a:endParaRPr>
          </a:p>
        </p:txBody>
      </p:sp>
      <p:sp>
        <p:nvSpPr>
          <p:cNvPr id="23" name="Rectangle 22">
            <a:extLst>
              <a:ext uri="{FF2B5EF4-FFF2-40B4-BE49-F238E27FC236}">
                <a16:creationId xmlns:a16="http://schemas.microsoft.com/office/drawing/2014/main" id="{D84AC8B4-ED73-847F-4BBF-50224AEF97AF}"/>
              </a:ext>
            </a:extLst>
          </p:cNvPr>
          <p:cNvSpPr/>
          <p:nvPr userDrawn="1"/>
        </p:nvSpPr>
        <p:spPr>
          <a:xfrm>
            <a:off x="6" y="366"/>
            <a:ext cx="264417" cy="2141684"/>
          </a:xfrm>
          <a:prstGeom prst="rect">
            <a:avLst/>
          </a:prstGeom>
          <a:gradFill>
            <a:gsLst>
              <a:gs pos="0">
                <a:srgbClr val="D9A86A"/>
              </a:gs>
              <a:gs pos="100000">
                <a:srgbClr val="FBF7F4">
                  <a:alpha val="0"/>
                </a:srgb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24" name="Rectangle 23">
            <a:extLst>
              <a:ext uri="{FF2B5EF4-FFF2-40B4-BE49-F238E27FC236}">
                <a16:creationId xmlns:a16="http://schemas.microsoft.com/office/drawing/2014/main" id="{15781BA5-3357-91AF-7215-EDE61AD043E5}"/>
              </a:ext>
            </a:extLst>
          </p:cNvPr>
          <p:cNvSpPr/>
          <p:nvPr userDrawn="1"/>
        </p:nvSpPr>
        <p:spPr>
          <a:xfrm>
            <a:off x="4" y="13296034"/>
            <a:ext cx="7559675" cy="145330"/>
          </a:xfrm>
          <a:prstGeom prst="rect">
            <a:avLst/>
          </a:prstGeom>
          <a:solidFill>
            <a:srgbClr val="D9A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SA" sz="1800"/>
          </a:p>
        </p:txBody>
      </p:sp>
      <p:sp>
        <p:nvSpPr>
          <p:cNvPr id="9" name="object 117">
            <a:extLst>
              <a:ext uri="{FF2B5EF4-FFF2-40B4-BE49-F238E27FC236}">
                <a16:creationId xmlns:a16="http://schemas.microsoft.com/office/drawing/2014/main" id="{2AF8B1F4-D50C-E4B7-9C84-BD39191A3801}"/>
              </a:ext>
            </a:extLst>
          </p:cNvPr>
          <p:cNvSpPr/>
          <p:nvPr userDrawn="1"/>
        </p:nvSpPr>
        <p:spPr>
          <a:xfrm>
            <a:off x="6803044" y="12687759"/>
            <a:ext cx="436531" cy="414655"/>
          </a:xfrm>
          <a:custGeom>
            <a:avLst/>
            <a:gdLst/>
            <a:ahLst/>
            <a:cxnLst/>
            <a:rect l="l" t="t" r="r" b="b"/>
            <a:pathLst>
              <a:path w="417830" h="414654">
                <a:moveTo>
                  <a:pt x="59512" y="61899"/>
                </a:moveTo>
                <a:lnTo>
                  <a:pt x="58169" y="100270"/>
                </a:lnTo>
                <a:lnTo>
                  <a:pt x="58391" y="122310"/>
                </a:lnTo>
                <a:lnTo>
                  <a:pt x="60780" y="136344"/>
                </a:lnTo>
                <a:lnTo>
                  <a:pt x="65938" y="150698"/>
                </a:lnTo>
                <a:lnTo>
                  <a:pt x="37747" y="170209"/>
                </a:lnTo>
                <a:lnTo>
                  <a:pt x="21482" y="182727"/>
                </a:lnTo>
                <a:lnTo>
                  <a:pt x="10960" y="193664"/>
                </a:lnTo>
                <a:lnTo>
                  <a:pt x="0" y="208432"/>
                </a:lnTo>
                <a:lnTo>
                  <a:pt x="18765" y="230268"/>
                </a:lnTo>
                <a:lnTo>
                  <a:pt x="32111" y="243817"/>
                </a:lnTo>
                <a:lnTo>
                  <a:pt x="46420" y="254723"/>
                </a:lnTo>
                <a:lnTo>
                  <a:pt x="68071" y="268630"/>
                </a:lnTo>
                <a:lnTo>
                  <a:pt x="62799" y="286727"/>
                </a:lnTo>
                <a:lnTo>
                  <a:pt x="60417" y="301775"/>
                </a:lnTo>
                <a:lnTo>
                  <a:pt x="60363" y="321888"/>
                </a:lnTo>
                <a:lnTo>
                  <a:pt x="62077" y="355180"/>
                </a:lnTo>
                <a:lnTo>
                  <a:pt x="95788" y="357012"/>
                </a:lnTo>
                <a:lnTo>
                  <a:pt x="116592" y="357022"/>
                </a:lnTo>
                <a:lnTo>
                  <a:pt x="133100" y="354670"/>
                </a:lnTo>
                <a:lnTo>
                  <a:pt x="153923" y="349415"/>
                </a:lnTo>
                <a:lnTo>
                  <a:pt x="163964" y="369163"/>
                </a:lnTo>
                <a:lnTo>
                  <a:pt x="173243" y="382528"/>
                </a:lnTo>
                <a:lnTo>
                  <a:pt x="187099" y="395615"/>
                </a:lnTo>
                <a:lnTo>
                  <a:pt x="210870" y="414527"/>
                </a:lnTo>
                <a:lnTo>
                  <a:pt x="238188" y="390040"/>
                </a:lnTo>
                <a:lnTo>
                  <a:pt x="253584" y="374738"/>
                </a:lnTo>
                <a:lnTo>
                  <a:pt x="262716" y="362200"/>
                </a:lnTo>
                <a:lnTo>
                  <a:pt x="271246" y="345998"/>
                </a:lnTo>
                <a:lnTo>
                  <a:pt x="284383" y="350873"/>
                </a:lnTo>
                <a:lnTo>
                  <a:pt x="297805" y="353277"/>
                </a:lnTo>
                <a:lnTo>
                  <a:pt x="319652" y="353912"/>
                </a:lnTo>
                <a:lnTo>
                  <a:pt x="358063" y="353479"/>
                </a:lnTo>
                <a:lnTo>
                  <a:pt x="358848" y="315119"/>
                </a:lnTo>
                <a:lnTo>
                  <a:pt x="358340" y="292727"/>
                </a:lnTo>
                <a:lnTo>
                  <a:pt x="355845" y="277657"/>
                </a:lnTo>
                <a:lnTo>
                  <a:pt x="350672" y="261264"/>
                </a:lnTo>
                <a:lnTo>
                  <a:pt x="367975" y="253366"/>
                </a:lnTo>
                <a:lnTo>
                  <a:pt x="380701" y="244897"/>
                </a:lnTo>
                <a:lnTo>
                  <a:pt x="395113" y="230603"/>
                </a:lnTo>
                <a:lnTo>
                  <a:pt x="417474" y="205231"/>
                </a:lnTo>
                <a:lnTo>
                  <a:pt x="395660" y="181540"/>
                </a:lnTo>
                <a:lnTo>
                  <a:pt x="381073" y="167384"/>
                </a:lnTo>
                <a:lnTo>
                  <a:pt x="367128" y="157131"/>
                </a:lnTo>
                <a:lnTo>
                  <a:pt x="347243" y="145148"/>
                </a:lnTo>
                <a:lnTo>
                  <a:pt x="353622" y="128178"/>
                </a:lnTo>
                <a:lnTo>
                  <a:pt x="356506" y="113449"/>
                </a:lnTo>
                <a:lnTo>
                  <a:pt x="356578" y="92795"/>
                </a:lnTo>
                <a:lnTo>
                  <a:pt x="354520" y="58051"/>
                </a:lnTo>
                <a:lnTo>
                  <a:pt x="328292" y="57437"/>
                </a:lnTo>
                <a:lnTo>
                  <a:pt x="310049" y="57900"/>
                </a:lnTo>
                <a:lnTo>
                  <a:pt x="291242" y="60043"/>
                </a:lnTo>
                <a:lnTo>
                  <a:pt x="263321" y="64465"/>
                </a:lnTo>
                <a:lnTo>
                  <a:pt x="251345" y="44005"/>
                </a:lnTo>
                <a:lnTo>
                  <a:pt x="241377" y="30470"/>
                </a:lnTo>
                <a:lnTo>
                  <a:pt x="228040" y="17816"/>
                </a:lnTo>
                <a:lnTo>
                  <a:pt x="205955" y="0"/>
                </a:lnTo>
                <a:lnTo>
                  <a:pt x="178286" y="25306"/>
                </a:lnTo>
                <a:lnTo>
                  <a:pt x="162863" y="40768"/>
                </a:lnTo>
                <a:lnTo>
                  <a:pt x="154104" y="52708"/>
                </a:lnTo>
                <a:lnTo>
                  <a:pt x="146430" y="67449"/>
                </a:lnTo>
                <a:lnTo>
                  <a:pt x="127970" y="61840"/>
                </a:lnTo>
                <a:lnTo>
                  <a:pt x="112763" y="59393"/>
                </a:lnTo>
                <a:lnTo>
                  <a:pt x="92659" y="59586"/>
                </a:lnTo>
                <a:lnTo>
                  <a:pt x="59512" y="61899"/>
                </a:lnTo>
                <a:close/>
              </a:path>
            </a:pathLst>
          </a:custGeom>
          <a:noFill/>
          <a:ln w="12699">
            <a:solidFill>
              <a:srgbClr val="D9A86A"/>
            </a:solidFill>
          </a:ln>
        </p:spPr>
        <p:txBody>
          <a:bodyPr wrap="square" lIns="0" tIns="0" rIns="0" bIns="0" rtlCol="0"/>
          <a:lstStyle/>
          <a:p>
            <a:endParaRPr sz="1800"/>
          </a:p>
        </p:txBody>
      </p:sp>
      <p:sp>
        <p:nvSpPr>
          <p:cNvPr id="10" name="object 118">
            <a:extLst>
              <a:ext uri="{FF2B5EF4-FFF2-40B4-BE49-F238E27FC236}">
                <a16:creationId xmlns:a16="http://schemas.microsoft.com/office/drawing/2014/main" id="{17E7CE6B-9AFB-484F-5BD3-0718003B0B22}"/>
              </a:ext>
            </a:extLst>
          </p:cNvPr>
          <p:cNvSpPr/>
          <p:nvPr userDrawn="1"/>
        </p:nvSpPr>
        <p:spPr>
          <a:xfrm>
            <a:off x="6836634" y="12719491"/>
            <a:ext cx="369525" cy="351155"/>
          </a:xfrm>
          <a:custGeom>
            <a:avLst/>
            <a:gdLst/>
            <a:ahLst/>
            <a:cxnLst/>
            <a:rect l="l" t="t" r="r" b="b"/>
            <a:pathLst>
              <a:path w="353694" h="351154">
                <a:moveTo>
                  <a:pt x="50393" y="52412"/>
                </a:moveTo>
                <a:lnTo>
                  <a:pt x="49256" y="84906"/>
                </a:lnTo>
                <a:lnTo>
                  <a:pt x="49444" y="103570"/>
                </a:lnTo>
                <a:lnTo>
                  <a:pt x="51465" y="115454"/>
                </a:lnTo>
                <a:lnTo>
                  <a:pt x="55829" y="127609"/>
                </a:lnTo>
                <a:lnTo>
                  <a:pt x="31961" y="144132"/>
                </a:lnTo>
                <a:lnTo>
                  <a:pt x="18189" y="154733"/>
                </a:lnTo>
                <a:lnTo>
                  <a:pt x="9280" y="163996"/>
                </a:lnTo>
                <a:lnTo>
                  <a:pt x="0" y="176504"/>
                </a:lnTo>
                <a:lnTo>
                  <a:pt x="15888" y="194988"/>
                </a:lnTo>
                <a:lnTo>
                  <a:pt x="27189" y="206459"/>
                </a:lnTo>
                <a:lnTo>
                  <a:pt x="39306" y="215693"/>
                </a:lnTo>
                <a:lnTo>
                  <a:pt x="57645" y="227469"/>
                </a:lnTo>
                <a:lnTo>
                  <a:pt x="53179" y="242795"/>
                </a:lnTo>
                <a:lnTo>
                  <a:pt x="51161" y="255538"/>
                </a:lnTo>
                <a:lnTo>
                  <a:pt x="51115" y="272569"/>
                </a:lnTo>
                <a:lnTo>
                  <a:pt x="52565" y="300761"/>
                </a:lnTo>
                <a:lnTo>
                  <a:pt x="81112" y="302313"/>
                </a:lnTo>
                <a:lnTo>
                  <a:pt x="98729" y="302323"/>
                </a:lnTo>
                <a:lnTo>
                  <a:pt x="112708" y="300332"/>
                </a:lnTo>
                <a:lnTo>
                  <a:pt x="130340" y="295884"/>
                </a:lnTo>
                <a:lnTo>
                  <a:pt x="138844" y="312605"/>
                </a:lnTo>
                <a:lnTo>
                  <a:pt x="146702" y="323921"/>
                </a:lnTo>
                <a:lnTo>
                  <a:pt x="158434" y="335001"/>
                </a:lnTo>
                <a:lnTo>
                  <a:pt x="178562" y="351015"/>
                </a:lnTo>
                <a:lnTo>
                  <a:pt x="201699" y="330277"/>
                </a:lnTo>
                <a:lnTo>
                  <a:pt x="214737" y="317320"/>
                </a:lnTo>
                <a:lnTo>
                  <a:pt x="222471" y="306704"/>
                </a:lnTo>
                <a:lnTo>
                  <a:pt x="229692" y="292988"/>
                </a:lnTo>
                <a:lnTo>
                  <a:pt x="240813" y="297116"/>
                </a:lnTo>
                <a:lnTo>
                  <a:pt x="252177" y="299151"/>
                </a:lnTo>
                <a:lnTo>
                  <a:pt x="270675" y="299686"/>
                </a:lnTo>
                <a:lnTo>
                  <a:pt x="303199" y="299313"/>
                </a:lnTo>
                <a:lnTo>
                  <a:pt x="303866" y="266832"/>
                </a:lnTo>
                <a:lnTo>
                  <a:pt x="303437" y="247872"/>
                </a:lnTo>
                <a:lnTo>
                  <a:pt x="301328" y="235112"/>
                </a:lnTo>
                <a:lnTo>
                  <a:pt x="296951" y="221233"/>
                </a:lnTo>
                <a:lnTo>
                  <a:pt x="311601" y="214541"/>
                </a:lnTo>
                <a:lnTo>
                  <a:pt x="322376" y="207368"/>
                </a:lnTo>
                <a:lnTo>
                  <a:pt x="334581" y="195266"/>
                </a:lnTo>
                <a:lnTo>
                  <a:pt x="353517" y="173786"/>
                </a:lnTo>
                <a:lnTo>
                  <a:pt x="335042" y="153725"/>
                </a:lnTo>
                <a:lnTo>
                  <a:pt x="322689" y="141738"/>
                </a:lnTo>
                <a:lnTo>
                  <a:pt x="310881" y="133056"/>
                </a:lnTo>
                <a:lnTo>
                  <a:pt x="294043" y="122910"/>
                </a:lnTo>
                <a:lnTo>
                  <a:pt x="299447" y="108535"/>
                </a:lnTo>
                <a:lnTo>
                  <a:pt x="301891" y="96061"/>
                </a:lnTo>
                <a:lnTo>
                  <a:pt x="301954" y="78574"/>
                </a:lnTo>
                <a:lnTo>
                  <a:pt x="300215" y="49161"/>
                </a:lnTo>
                <a:lnTo>
                  <a:pt x="277998" y="48632"/>
                </a:lnTo>
                <a:lnTo>
                  <a:pt x="262548" y="49020"/>
                </a:lnTo>
                <a:lnTo>
                  <a:pt x="246624" y="50835"/>
                </a:lnTo>
                <a:lnTo>
                  <a:pt x="222986" y="54584"/>
                </a:lnTo>
                <a:lnTo>
                  <a:pt x="212840" y="37258"/>
                </a:lnTo>
                <a:lnTo>
                  <a:pt x="204396" y="25796"/>
                </a:lnTo>
                <a:lnTo>
                  <a:pt x="193100" y="15083"/>
                </a:lnTo>
                <a:lnTo>
                  <a:pt x="174396" y="0"/>
                </a:lnTo>
                <a:lnTo>
                  <a:pt x="150970" y="21430"/>
                </a:lnTo>
                <a:lnTo>
                  <a:pt x="137912" y="34523"/>
                </a:lnTo>
                <a:lnTo>
                  <a:pt x="130498" y="44632"/>
                </a:lnTo>
                <a:lnTo>
                  <a:pt x="124002" y="57111"/>
                </a:lnTo>
                <a:lnTo>
                  <a:pt x="108372" y="52359"/>
                </a:lnTo>
                <a:lnTo>
                  <a:pt x="95494" y="50285"/>
                </a:lnTo>
                <a:lnTo>
                  <a:pt x="78468" y="50450"/>
                </a:lnTo>
                <a:lnTo>
                  <a:pt x="50393" y="52412"/>
                </a:lnTo>
                <a:close/>
              </a:path>
            </a:pathLst>
          </a:custGeom>
          <a:noFill/>
          <a:ln w="3175">
            <a:solidFill>
              <a:srgbClr val="D9A86A"/>
            </a:solidFill>
          </a:ln>
        </p:spPr>
        <p:txBody>
          <a:bodyPr wrap="square" lIns="0" tIns="0" rIns="0" bIns="0" rtlCol="0"/>
          <a:lstStyle/>
          <a:p>
            <a:endParaRPr sz="1800"/>
          </a:p>
        </p:txBody>
      </p:sp>
      <p:pic>
        <p:nvPicPr>
          <p:cNvPr id="11" name="Picture 10" descr="A black and gold rectangular frame with a black background&#10;&#10;AI-generated content may be incorrect.">
            <a:extLst>
              <a:ext uri="{FF2B5EF4-FFF2-40B4-BE49-F238E27FC236}">
                <a16:creationId xmlns:a16="http://schemas.microsoft.com/office/drawing/2014/main" id="{5C1EA0C8-26B4-5EA8-DD84-5CE74244C720}"/>
              </a:ext>
            </a:extLst>
          </p:cNvPr>
          <p:cNvPicPr>
            <a:picLocks noChangeAspect="1"/>
          </p:cNvPicPr>
          <p:nvPr userDrawn="1"/>
        </p:nvPicPr>
        <p:blipFill>
          <a:blip r:embed="rId2"/>
          <a:stretch>
            <a:fillRect/>
          </a:stretch>
        </p:blipFill>
        <p:spPr>
          <a:xfrm>
            <a:off x="320101" y="12702389"/>
            <a:ext cx="1303475" cy="385395"/>
          </a:xfrm>
          <a:prstGeom prst="rect">
            <a:avLst/>
          </a:prstGeom>
        </p:spPr>
      </p:pic>
      <p:cxnSp>
        <p:nvCxnSpPr>
          <p:cNvPr id="12" name="Straight Connector 11">
            <a:extLst>
              <a:ext uri="{FF2B5EF4-FFF2-40B4-BE49-F238E27FC236}">
                <a16:creationId xmlns:a16="http://schemas.microsoft.com/office/drawing/2014/main" id="{70A992E1-1761-62F5-388F-E1C232453E3C}"/>
              </a:ext>
            </a:extLst>
          </p:cNvPr>
          <p:cNvCxnSpPr/>
          <p:nvPr userDrawn="1"/>
        </p:nvCxnSpPr>
        <p:spPr>
          <a:xfrm>
            <a:off x="1767352" y="12895067"/>
            <a:ext cx="5035693" cy="0"/>
          </a:xfrm>
          <a:prstGeom prst="line">
            <a:avLst/>
          </a:prstGeom>
          <a:ln w="3175">
            <a:solidFill>
              <a:srgbClr val="D9A86A"/>
            </a:solidFill>
          </a:ln>
        </p:spPr>
        <p:style>
          <a:lnRef idx="2">
            <a:schemeClr val="accent1"/>
          </a:lnRef>
          <a:fillRef idx="0">
            <a:schemeClr val="accent1"/>
          </a:fillRef>
          <a:effectRef idx="1">
            <a:schemeClr val="accent1"/>
          </a:effectRef>
          <a:fontRef idx="minor">
            <a:schemeClr val="tx1"/>
          </a:fontRef>
        </p:style>
      </p:cxnSp>
      <p:sp>
        <p:nvSpPr>
          <p:cNvPr id="14" name="Date Placeholder 3">
            <a:extLst>
              <a:ext uri="{FF2B5EF4-FFF2-40B4-BE49-F238E27FC236}">
                <a16:creationId xmlns:a16="http://schemas.microsoft.com/office/drawing/2014/main" id="{2720EF11-69A7-00A7-57DE-4B40922DE5CD}"/>
              </a:ext>
            </a:extLst>
          </p:cNvPr>
          <p:cNvSpPr txBox="1">
            <a:spLocks/>
          </p:cNvSpPr>
          <p:nvPr userDrawn="1"/>
        </p:nvSpPr>
        <p:spPr>
          <a:xfrm>
            <a:off x="6994859" y="12833511"/>
            <a:ext cx="52899" cy="123111"/>
          </a:xfrm>
          <a:prstGeom prst="rect">
            <a:avLst/>
          </a:prstGeom>
        </p:spPr>
        <p:txBody>
          <a:bodyPr wrap="none" lIns="0" tIns="0" rIns="0" bIns="0" anchor="ctr">
            <a:spAutoFit/>
          </a:bodyPr>
          <a:lstStyle>
            <a:defPPr>
              <a:defRPr lang="en-SA"/>
            </a:defPPr>
            <a:lvl1pPr marL="0" algn="l" defTabSz="914400" rtl="0" eaLnBrk="1" latinLnBrk="0" hangingPunct="1">
              <a:defRPr sz="1000" kern="1200">
                <a:solidFill>
                  <a:schemeClr val="bg2"/>
                </a:solidFill>
                <a:latin typeface="Readex Pro Deca" pitchFamily="2" charset="-78"/>
                <a:ea typeface="+mn-ea"/>
                <a:cs typeface="Readex Pro Deca" pitchFamily="2"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0CA8B97-79F7-4841-B144-26FBE5AC4C5B}" type="slidenum">
              <a:rPr lang="en-US" sz="800">
                <a:solidFill>
                  <a:srgbClr val="000000"/>
                </a:solidFill>
                <a:latin typeface="Abar Mid" pitchFamily="2" charset="-78"/>
                <a:ea typeface="Abar Mid" pitchFamily="2" charset="-78"/>
                <a:cs typeface="Abar Mid" pitchFamily="2" charset="-78"/>
              </a:rPr>
              <a:pPr algn="ctr"/>
              <a:t>‹#›</a:t>
            </a:fld>
            <a:endParaRPr lang="en-SA" sz="800">
              <a:solidFill>
                <a:srgbClr val="000000"/>
              </a:solidFill>
              <a:latin typeface="Abar Mid" pitchFamily="2" charset="-78"/>
              <a:ea typeface="Abar Mid" pitchFamily="2" charset="-78"/>
              <a:cs typeface="Abar Mid" pitchFamily="2" charset="-78"/>
            </a:endParaRPr>
          </a:p>
        </p:txBody>
      </p:sp>
      <p:sp>
        <p:nvSpPr>
          <p:cNvPr id="28" name="Rectangle: Top Corners Rounded 27">
            <a:hlinkClick r:id="rId3" action="ppaction://hlinksldjump"/>
            <a:extLst>
              <a:ext uri="{FF2B5EF4-FFF2-40B4-BE49-F238E27FC236}">
                <a16:creationId xmlns:a16="http://schemas.microsoft.com/office/drawing/2014/main" id="{DC4AA947-8C16-67D4-9E3F-9A4D30424A20}"/>
              </a:ext>
            </a:extLst>
          </p:cNvPr>
          <p:cNvSpPr/>
          <p:nvPr userDrawn="1"/>
        </p:nvSpPr>
        <p:spPr>
          <a:xfrm flipV="1">
            <a:off x="5741129" y="-1"/>
            <a:ext cx="1643774" cy="596891"/>
          </a:xfrm>
          <a:prstGeom prst="round2SameRect">
            <a:avLst/>
          </a:prstGeom>
          <a:solidFill>
            <a:srgbClr val="D9D9D9"/>
          </a:solidFill>
          <a:ln w="19050" cap="flat" cmpd="sng" algn="ctr">
            <a:noFill/>
            <a:prstDash val="solid"/>
            <a:miter lim="800000"/>
          </a:ln>
          <a:effectLst/>
        </p:spPr>
        <p:txBody>
          <a:bodyPr tIns="72000" bIns="36000" rtlCol="1" anchor="t" anchorCtr="0"/>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0" name="Rectangle 29">
            <a:hlinkClick r:id="rId3" action="ppaction://hlinksldjump"/>
            <a:extLst>
              <a:ext uri="{FF2B5EF4-FFF2-40B4-BE49-F238E27FC236}">
                <a16:creationId xmlns:a16="http://schemas.microsoft.com/office/drawing/2014/main" id="{B5F8FB6A-D4EC-E9A2-1E90-844C889537CD}"/>
              </a:ext>
            </a:extLst>
          </p:cNvPr>
          <p:cNvSpPr/>
          <p:nvPr userDrawn="1"/>
        </p:nvSpPr>
        <p:spPr>
          <a:xfrm>
            <a:off x="5741130"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المهام</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2" name="Rectangle: Top Corners Rounded 31">
            <a:hlinkClick r:id="rId4" action="ppaction://hlinksldjump"/>
            <a:extLst>
              <a:ext uri="{FF2B5EF4-FFF2-40B4-BE49-F238E27FC236}">
                <a16:creationId xmlns:a16="http://schemas.microsoft.com/office/drawing/2014/main" id="{502B0D20-B5EC-5B4F-99FA-297BBE6F1F69}"/>
              </a:ext>
            </a:extLst>
          </p:cNvPr>
          <p:cNvSpPr/>
          <p:nvPr userDrawn="1"/>
        </p:nvSpPr>
        <p:spPr>
          <a:xfrm flipV="1">
            <a:off x="3970297"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l"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34" name="Rectangle 33">
            <a:hlinkClick r:id="rId4" action="ppaction://hlinksldjump"/>
            <a:extLst>
              <a:ext uri="{FF2B5EF4-FFF2-40B4-BE49-F238E27FC236}">
                <a16:creationId xmlns:a16="http://schemas.microsoft.com/office/drawing/2014/main" id="{6FC44653-8F23-F851-851A-2D51D1D7703A}"/>
              </a:ext>
            </a:extLst>
          </p:cNvPr>
          <p:cNvSpPr/>
          <p:nvPr userDrawn="1"/>
        </p:nvSpPr>
        <p:spPr>
          <a:xfrm>
            <a:off x="3970297"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ملخص مشاريع  سهيل</a:t>
            </a:r>
          </a:p>
        </p:txBody>
      </p:sp>
      <p:sp>
        <p:nvSpPr>
          <p:cNvPr id="36" name="Rectangle: Top Corners Rounded 35">
            <a:extLst>
              <a:ext uri="{FF2B5EF4-FFF2-40B4-BE49-F238E27FC236}">
                <a16:creationId xmlns:a16="http://schemas.microsoft.com/office/drawing/2014/main" id="{C8A81324-91F1-E524-28C2-808B60142D6C}"/>
              </a:ext>
            </a:extLst>
          </p:cNvPr>
          <p:cNvSpPr/>
          <p:nvPr userDrawn="1"/>
        </p:nvSpPr>
        <p:spPr>
          <a:xfrm flipV="1">
            <a:off x="2199462" y="-1"/>
            <a:ext cx="1643774" cy="596891"/>
          </a:xfrm>
          <a:prstGeom prst="round2SameRect">
            <a:avLst/>
          </a:prstGeom>
          <a:solidFill>
            <a:srgbClr val="FFFFFF">
              <a:lumMod val="85000"/>
            </a:srgbClr>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47" name="Rectangle 46">
            <a:extLst>
              <a:ext uri="{FF2B5EF4-FFF2-40B4-BE49-F238E27FC236}">
                <a16:creationId xmlns:a16="http://schemas.microsoft.com/office/drawing/2014/main" id="{2E5429E4-29C9-43AA-EB1E-AADBF9193068}"/>
              </a:ext>
            </a:extLst>
          </p:cNvPr>
          <p:cNvSpPr/>
          <p:nvPr userDrawn="1"/>
        </p:nvSpPr>
        <p:spPr>
          <a:xfrm>
            <a:off x="2199462" y="13742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المعاملات</a:t>
            </a: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4" name="Rectangle: Top Corners Rounded 53">
            <a:hlinkClick r:id="rId5" action="ppaction://hlinksldjump"/>
            <a:extLst>
              <a:ext uri="{FF2B5EF4-FFF2-40B4-BE49-F238E27FC236}">
                <a16:creationId xmlns:a16="http://schemas.microsoft.com/office/drawing/2014/main" id="{14C8462C-149F-6DE8-1606-6A10EF4EA44A}"/>
              </a:ext>
            </a:extLst>
          </p:cNvPr>
          <p:cNvSpPr/>
          <p:nvPr userDrawn="1"/>
        </p:nvSpPr>
        <p:spPr>
          <a:xfrm flipV="1">
            <a:off x="428628" y="-2"/>
            <a:ext cx="1643774" cy="685798"/>
          </a:xfrm>
          <a:prstGeom prst="round2SameRect">
            <a:avLst/>
          </a:prstGeom>
          <a:solidFill>
            <a:srgbClr val="D9A86A"/>
          </a:solid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sp>
        <p:nvSpPr>
          <p:cNvPr id="56" name="Rectangle 55">
            <a:hlinkClick r:id="rId5" action="ppaction://hlinksldjump"/>
            <a:extLst>
              <a:ext uri="{FF2B5EF4-FFF2-40B4-BE49-F238E27FC236}">
                <a16:creationId xmlns:a16="http://schemas.microsoft.com/office/drawing/2014/main" id="{0B56C647-A070-6F3F-D069-0B1F00E79A97}"/>
              </a:ext>
            </a:extLst>
          </p:cNvPr>
          <p:cNvSpPr/>
          <p:nvPr userDrawn="1"/>
        </p:nvSpPr>
        <p:spPr>
          <a:xfrm>
            <a:off x="428628" y="194575"/>
            <a:ext cx="1643774" cy="266700"/>
          </a:xfrm>
          <a:prstGeom prst="rect">
            <a:avLst/>
          </a:prstGeom>
          <a:noFill/>
          <a:ln w="19050" cap="flat" cmpd="sng" algn="ctr">
            <a:noFill/>
            <a:prstDash val="solid"/>
            <a:miter lim="800000"/>
          </a:ln>
          <a:effectLst/>
        </p:spPr>
        <p:txBody>
          <a:bodyPr tIns="72000" bIns="36000" rtlCol="1" anchor="ctr"/>
          <a:lstStyle/>
          <a:p>
            <a:pPr marL="0" marR="0" lvl="0" indent="0" algn="ctr" defTabSz="977875" eaLnBrk="1" fontAlgn="auto" latinLnBrk="0" hangingPunct="1">
              <a:lnSpc>
                <a:spcPct val="100000"/>
              </a:lnSpc>
              <a:spcBef>
                <a:spcPts val="0"/>
              </a:spcBef>
              <a:spcAft>
                <a:spcPts val="0"/>
              </a:spcAft>
              <a:buClrTx/>
              <a:buSzTx/>
              <a:buFontTx/>
              <a:buNone/>
              <a:tabLst/>
              <a:defRPr/>
            </a:pPr>
            <a:r>
              <a:rPr kumimoji="0" lang="ar-SA"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rPr>
              <a:t>التفاصيل</a:t>
            </a:r>
            <a:endParaRPr kumimoji="0" lang="en-GB" sz="1200" b="1" i="0" u="none" strike="noStrike" kern="0" cap="none" spc="0" normalizeH="0" baseline="0" noProof="0">
              <a:ln>
                <a:noFill/>
              </a:ln>
              <a:solidFill>
                <a:srgbClr val="FFFFFF"/>
              </a:solidFill>
              <a:effectLst/>
              <a:uLnTx/>
              <a:uFillTx/>
              <a:latin typeface="Abar Mid" pitchFamily="50" charset="-78"/>
              <a:ea typeface="Abar Mid" pitchFamily="50" charset="-78"/>
              <a:cs typeface="Abar Mid" pitchFamily="50" charset="-78"/>
            </a:endParaRPr>
          </a:p>
        </p:txBody>
      </p:sp>
      <p:grpSp>
        <p:nvGrpSpPr>
          <p:cNvPr id="2" name="Group 1">
            <a:extLst>
              <a:ext uri="{FF2B5EF4-FFF2-40B4-BE49-F238E27FC236}">
                <a16:creationId xmlns:a16="http://schemas.microsoft.com/office/drawing/2014/main" id="{DEE01F07-59D2-5A5F-71D0-4A5566404E5D}"/>
              </a:ext>
            </a:extLst>
          </p:cNvPr>
          <p:cNvGrpSpPr/>
          <p:nvPr userDrawn="1"/>
        </p:nvGrpSpPr>
        <p:grpSpPr>
          <a:xfrm>
            <a:off x="-860146" y="1742536"/>
            <a:ext cx="800100" cy="2412802"/>
            <a:chOff x="-1115020" y="205707"/>
            <a:chExt cx="800100" cy="2412802"/>
          </a:xfrm>
        </p:grpSpPr>
        <p:sp>
          <p:nvSpPr>
            <p:cNvPr id="3" name="Rectangle 2">
              <a:extLst>
                <a:ext uri="{FF2B5EF4-FFF2-40B4-BE49-F238E27FC236}">
                  <a16:creationId xmlns:a16="http://schemas.microsoft.com/office/drawing/2014/main" id="{F9FADF6D-79CF-70EC-B2E7-C615F75DD53C}"/>
                </a:ext>
              </a:extLst>
            </p:cNvPr>
            <p:cNvSpPr/>
            <p:nvPr userDrawn="1"/>
          </p:nvSpPr>
          <p:spPr>
            <a:xfrm>
              <a:off x="-1115020" y="211930"/>
              <a:ext cx="800100" cy="2406579"/>
            </a:xfrm>
            <a:prstGeom prst="rect">
              <a:avLst/>
            </a:prstGeom>
            <a:solidFill>
              <a:sysClr val="window" lastClr="FFFFF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prstClr val="white"/>
                </a:solidFill>
                <a:effectLst/>
                <a:uLnTx/>
                <a:uFillTx/>
                <a:latin typeface="Calibri"/>
                <a:ea typeface="+mn-ea"/>
                <a:cs typeface="Arial" panose="020B0604020202020204" pitchFamily="34" charset="0"/>
              </a:endParaRPr>
            </a:p>
          </p:txBody>
        </p:sp>
        <p:grpSp>
          <p:nvGrpSpPr>
            <p:cNvPr id="4" name="Group 3">
              <a:extLst>
                <a:ext uri="{FF2B5EF4-FFF2-40B4-BE49-F238E27FC236}">
                  <a16:creationId xmlns:a16="http://schemas.microsoft.com/office/drawing/2014/main" id="{387972A2-BD76-6063-69D5-425B648D090A}"/>
                </a:ext>
              </a:extLst>
            </p:cNvPr>
            <p:cNvGrpSpPr/>
            <p:nvPr/>
          </p:nvGrpSpPr>
          <p:grpSpPr>
            <a:xfrm>
              <a:off x="-1048928" y="205707"/>
              <a:ext cx="667917" cy="479518"/>
              <a:chOff x="-1290218" y="1100204"/>
              <a:chExt cx="667917" cy="479518"/>
            </a:xfrm>
          </p:grpSpPr>
          <p:sp>
            <p:nvSpPr>
              <p:cNvPr id="19" name="Rectangle 18">
                <a:extLst>
                  <a:ext uri="{FF2B5EF4-FFF2-40B4-BE49-F238E27FC236}">
                    <a16:creationId xmlns:a16="http://schemas.microsoft.com/office/drawing/2014/main" id="{729B0794-57AB-D7A2-A0A6-6AAA043040D4}"/>
                  </a:ext>
                </a:extLst>
              </p:cNvPr>
              <p:cNvSpPr/>
              <p:nvPr/>
            </p:nvSpPr>
            <p:spPr>
              <a:xfrm>
                <a:off x="-1290218" y="1221049"/>
                <a:ext cx="667917" cy="358673"/>
              </a:xfrm>
              <a:prstGeom prst="rect">
                <a:avLst/>
              </a:prstGeom>
              <a:solidFill>
                <a:srgbClr val="4F81BD">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#DCE6F2</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20" name="TextBox 19">
                <a:extLst>
                  <a:ext uri="{FF2B5EF4-FFF2-40B4-BE49-F238E27FC236}">
                    <a16:creationId xmlns:a16="http://schemas.microsoft.com/office/drawing/2014/main" id="{76EBBB15-A0AC-9CE7-1095-69455A90E6E4}"/>
                  </a:ext>
                </a:extLst>
              </p:cNvPr>
              <p:cNvSpPr txBox="1"/>
              <p:nvPr/>
            </p:nvSpPr>
            <p:spPr>
              <a:xfrm>
                <a:off x="-1230104" y="1100204"/>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مكتمل</a:t>
                </a:r>
              </a:p>
            </p:txBody>
          </p:sp>
        </p:grpSp>
        <p:grpSp>
          <p:nvGrpSpPr>
            <p:cNvPr id="5" name="Group 4">
              <a:extLst>
                <a:ext uri="{FF2B5EF4-FFF2-40B4-BE49-F238E27FC236}">
                  <a16:creationId xmlns:a16="http://schemas.microsoft.com/office/drawing/2014/main" id="{3FA259C4-5AB0-CAF4-62D1-356196117D54}"/>
                </a:ext>
              </a:extLst>
            </p:cNvPr>
            <p:cNvGrpSpPr/>
            <p:nvPr/>
          </p:nvGrpSpPr>
          <p:grpSpPr>
            <a:xfrm>
              <a:off x="-1048928" y="818257"/>
              <a:ext cx="667917" cy="479518"/>
              <a:chOff x="-1290218" y="238032"/>
              <a:chExt cx="667917" cy="479518"/>
            </a:xfrm>
          </p:grpSpPr>
          <p:sp>
            <p:nvSpPr>
              <p:cNvPr id="17" name="Rectangle 16">
                <a:extLst>
                  <a:ext uri="{FF2B5EF4-FFF2-40B4-BE49-F238E27FC236}">
                    <a16:creationId xmlns:a16="http://schemas.microsoft.com/office/drawing/2014/main" id="{E33C5A2C-A8DC-302C-E8E2-1C99DFE5DAD5}"/>
                  </a:ext>
                </a:extLst>
              </p:cNvPr>
              <p:cNvSpPr/>
              <p:nvPr/>
            </p:nvSpPr>
            <p:spPr>
              <a:xfrm>
                <a:off x="-1290218" y="358877"/>
                <a:ext cx="667917" cy="358673"/>
              </a:xfrm>
              <a:prstGeom prst="rect">
                <a:avLst/>
              </a:prstGeom>
              <a:solidFill>
                <a:srgbClr val="9BBB59">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#EBF1DE</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8" name="TextBox 17">
                <a:extLst>
                  <a:ext uri="{FF2B5EF4-FFF2-40B4-BE49-F238E27FC236}">
                    <a16:creationId xmlns:a16="http://schemas.microsoft.com/office/drawing/2014/main" id="{77B32C3C-F243-ED62-FD1E-295F2C892078}"/>
                  </a:ext>
                </a:extLst>
              </p:cNvPr>
              <p:cNvSpPr txBox="1"/>
              <p:nvPr/>
            </p:nvSpPr>
            <p:spPr>
              <a:xfrm>
                <a:off x="-1230104" y="238032"/>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على المخطط</a:t>
                </a:r>
              </a:p>
            </p:txBody>
          </p:sp>
        </p:grpSp>
        <p:grpSp>
          <p:nvGrpSpPr>
            <p:cNvPr id="6" name="Group 5">
              <a:extLst>
                <a:ext uri="{FF2B5EF4-FFF2-40B4-BE49-F238E27FC236}">
                  <a16:creationId xmlns:a16="http://schemas.microsoft.com/office/drawing/2014/main" id="{877287DE-1D82-2ED6-9FFC-33C5D246DFE8}"/>
                </a:ext>
              </a:extLst>
            </p:cNvPr>
            <p:cNvGrpSpPr/>
            <p:nvPr/>
          </p:nvGrpSpPr>
          <p:grpSpPr>
            <a:xfrm>
              <a:off x="-1048928" y="1430807"/>
              <a:ext cx="667917" cy="478221"/>
              <a:chOff x="-1290218" y="670415"/>
              <a:chExt cx="667917" cy="478221"/>
            </a:xfrm>
          </p:grpSpPr>
          <p:sp>
            <p:nvSpPr>
              <p:cNvPr id="15" name="Rectangle 14">
                <a:extLst>
                  <a:ext uri="{FF2B5EF4-FFF2-40B4-BE49-F238E27FC236}">
                    <a16:creationId xmlns:a16="http://schemas.microsoft.com/office/drawing/2014/main" id="{440C21DD-219A-A3A7-ACE2-4A537560145B}"/>
                  </a:ext>
                </a:extLst>
              </p:cNvPr>
              <p:cNvSpPr/>
              <p:nvPr/>
            </p:nvSpPr>
            <p:spPr>
              <a:xfrm>
                <a:off x="-1290218" y="789963"/>
                <a:ext cx="667917" cy="358673"/>
              </a:xfrm>
              <a:prstGeom prst="rect">
                <a:avLst/>
              </a:prstGeom>
              <a:solidFill>
                <a:srgbClr val="C0504D">
                  <a:lumMod val="20000"/>
                  <a:lumOff val="80000"/>
                </a:srgb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#F2DCDB</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6" name="TextBox 15">
                <a:extLst>
                  <a:ext uri="{FF2B5EF4-FFF2-40B4-BE49-F238E27FC236}">
                    <a16:creationId xmlns:a16="http://schemas.microsoft.com/office/drawing/2014/main" id="{4880E166-3B16-8D58-A338-D1F5B486FE30}"/>
                  </a:ext>
                </a:extLst>
              </p:cNvPr>
              <p:cNvSpPr txBox="1"/>
              <p:nvPr/>
            </p:nvSpPr>
            <p:spPr>
              <a:xfrm>
                <a:off x="-1249074" y="670415"/>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متأخر</a:t>
                </a:r>
              </a:p>
            </p:txBody>
          </p:sp>
        </p:grpSp>
        <p:grpSp>
          <p:nvGrpSpPr>
            <p:cNvPr id="7" name="Group 6">
              <a:extLst>
                <a:ext uri="{FF2B5EF4-FFF2-40B4-BE49-F238E27FC236}">
                  <a16:creationId xmlns:a16="http://schemas.microsoft.com/office/drawing/2014/main" id="{8653E04E-EFFA-72B5-AA35-27E118DCD05C}"/>
                </a:ext>
              </a:extLst>
            </p:cNvPr>
            <p:cNvGrpSpPr/>
            <p:nvPr/>
          </p:nvGrpSpPr>
          <p:grpSpPr>
            <a:xfrm>
              <a:off x="-1048928" y="2042061"/>
              <a:ext cx="667917" cy="486226"/>
              <a:chOff x="-1290218" y="1524581"/>
              <a:chExt cx="667917" cy="486226"/>
            </a:xfrm>
          </p:grpSpPr>
          <p:sp>
            <p:nvSpPr>
              <p:cNvPr id="8" name="Rectangle 7">
                <a:extLst>
                  <a:ext uri="{FF2B5EF4-FFF2-40B4-BE49-F238E27FC236}">
                    <a16:creationId xmlns:a16="http://schemas.microsoft.com/office/drawing/2014/main" id="{37BCADA2-A424-B2EB-EC37-E1DB60F589FE}"/>
                  </a:ext>
                </a:extLst>
              </p:cNvPr>
              <p:cNvSpPr/>
              <p:nvPr/>
            </p:nvSpPr>
            <p:spPr>
              <a:xfrm>
                <a:off x="-1290218" y="1652134"/>
                <a:ext cx="667917" cy="358673"/>
              </a:xfrm>
              <a:prstGeom prst="rect">
                <a:avLst/>
              </a:prstGeom>
              <a:solidFill>
                <a:sysClr val="window" lastClr="FFFFFF">
                  <a:lumMod val="95000"/>
                </a:sysClr>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Calibri"/>
                    <a:ea typeface="+mn-ea"/>
                    <a:cs typeface="+mn-cs"/>
                  </a:rPr>
                  <a:t>#F2F2F2</a:t>
                </a:r>
                <a:endParaRPr kumimoji="0" lang="ar-SA" sz="900" b="0" i="0" u="none" strike="noStrike" kern="0" cap="none" spc="0" normalizeH="0" baseline="0" noProof="0">
                  <a:ln>
                    <a:noFill/>
                  </a:ln>
                  <a:solidFill>
                    <a:prstClr val="black"/>
                  </a:solidFill>
                  <a:effectLst/>
                  <a:uLnTx/>
                  <a:uFillTx/>
                  <a:latin typeface="Calibri"/>
                  <a:ea typeface="+mn-ea"/>
                  <a:cs typeface="Arial" panose="020B0604020202020204" pitchFamily="34" charset="0"/>
                </a:endParaRPr>
              </a:p>
            </p:txBody>
          </p:sp>
          <p:sp>
            <p:nvSpPr>
              <p:cNvPr id="13" name="TextBox 12">
                <a:extLst>
                  <a:ext uri="{FF2B5EF4-FFF2-40B4-BE49-F238E27FC236}">
                    <a16:creationId xmlns:a16="http://schemas.microsoft.com/office/drawing/2014/main" id="{DD5ADA87-8F9D-4DF8-E46E-4B4ED0678EF7}"/>
                  </a:ext>
                </a:extLst>
              </p:cNvPr>
              <p:cNvSpPr txBox="1"/>
              <p:nvPr/>
            </p:nvSpPr>
            <p:spPr>
              <a:xfrm>
                <a:off x="-1234284" y="1524581"/>
                <a:ext cx="547688" cy="1692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ar-SA" sz="500" b="0" i="0" u="none" strike="noStrike" kern="0" cap="none" spc="0" normalizeH="0" baseline="0" noProof="0">
                    <a:ln>
                      <a:noFill/>
                    </a:ln>
                    <a:solidFill>
                      <a:prstClr val="black"/>
                    </a:solidFill>
                    <a:effectLst/>
                    <a:uLnTx/>
                    <a:uFillTx/>
                    <a:latin typeface="Abar Mid" pitchFamily="50" charset="-78"/>
                    <a:ea typeface="Abar Mid" pitchFamily="50" charset="-78"/>
                    <a:cs typeface="Abar Mid" pitchFamily="50" charset="-78"/>
                  </a:rPr>
                  <a:t>لم يبدأ/معلق</a:t>
                </a:r>
              </a:p>
            </p:txBody>
          </p:sp>
        </p:grpSp>
      </p:grpSp>
    </p:spTree>
    <p:extLst>
      <p:ext uri="{BB962C8B-B14F-4D97-AF65-F5344CB8AC3E}">
        <p14:creationId xmlns:p14="http://schemas.microsoft.com/office/powerpoint/2010/main" val="2480571018"/>
      </p:ext>
    </p:extLst>
  </p:cSld>
  <p:clrMapOvr>
    <a:masterClrMapping/>
  </p:clrMapOvr>
  <p:extLst>
    <p:ext uri="{DCECCB84-F9BA-43D5-87BE-67443E8EF086}">
      <p15:sldGuideLst xmlns:p15="http://schemas.microsoft.com/office/powerpoint/2012/main">
        <p15:guide id="1" orient="horz" pos="4233" userDrawn="1">
          <p15:clr>
            <a:srgbClr val="FBAE40"/>
          </p15:clr>
        </p15:guide>
        <p15:guide id="2" pos="23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_Content Slid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4EB13B9-A463-DAD1-8196-F26A48BB2392}"/>
              </a:ext>
            </a:extLst>
          </p:cNvPr>
          <p:cNvPicPr>
            <a:picLocks noChangeAspect="1"/>
          </p:cNvPicPr>
          <p:nvPr userDrawn="1"/>
        </p:nvPicPr>
        <p:blipFill>
          <a:blip r:embed="rId2">
            <a:alphaModFix/>
          </a:blip>
          <a:stretch>
            <a:fillRect/>
          </a:stretch>
        </p:blipFill>
        <p:spPr>
          <a:xfrm>
            <a:off x="-5399" y="1"/>
            <a:ext cx="7559674" cy="13575650"/>
          </a:xfrm>
          <a:prstGeom prst="rect">
            <a:avLst/>
          </a:prstGeom>
        </p:spPr>
      </p:pic>
      <p:sp>
        <p:nvSpPr>
          <p:cNvPr id="4" name="Rectangle 3">
            <a:extLst>
              <a:ext uri="{FF2B5EF4-FFF2-40B4-BE49-F238E27FC236}">
                <a16:creationId xmlns:a16="http://schemas.microsoft.com/office/drawing/2014/main" id="{AD6240AE-F810-9945-E140-ADAB8A36FE24}"/>
              </a:ext>
            </a:extLst>
          </p:cNvPr>
          <p:cNvSpPr/>
          <p:nvPr userDrawn="1"/>
        </p:nvSpPr>
        <p:spPr>
          <a:xfrm>
            <a:off x="1" y="-1"/>
            <a:ext cx="7559675" cy="13575650"/>
          </a:xfrm>
          <a:prstGeom prst="rect">
            <a:avLst/>
          </a:prstGeom>
          <a:solidFill>
            <a:srgbClr val="000000">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SA" sz="1800">
              <a:solidFill>
                <a:srgbClr val="FDFDF2"/>
              </a:solidFill>
            </a:endParaRPr>
          </a:p>
        </p:txBody>
      </p:sp>
      <p:pic>
        <p:nvPicPr>
          <p:cNvPr id="3" name="Picture 2">
            <a:extLst>
              <a:ext uri="{FF2B5EF4-FFF2-40B4-BE49-F238E27FC236}">
                <a16:creationId xmlns:a16="http://schemas.microsoft.com/office/drawing/2014/main" id="{2DDF71A9-81A5-B800-6EC7-4BFDBA108180}"/>
              </a:ext>
            </a:extLst>
          </p:cNvPr>
          <p:cNvPicPr>
            <a:picLocks noChangeAspect="1"/>
          </p:cNvPicPr>
          <p:nvPr userDrawn="1"/>
        </p:nvPicPr>
        <p:blipFill>
          <a:blip r:embed="rId3"/>
          <a:stretch>
            <a:fillRect/>
          </a:stretch>
        </p:blipFill>
        <p:spPr>
          <a:xfrm>
            <a:off x="2256912" y="2428391"/>
            <a:ext cx="3045859" cy="2892285"/>
          </a:xfrm>
          <a:prstGeom prst="rect">
            <a:avLst/>
          </a:prstGeom>
        </p:spPr>
      </p:pic>
      <p:sp>
        <p:nvSpPr>
          <p:cNvPr id="14" name="Freeform: Shape 13">
            <a:extLst>
              <a:ext uri="{FF2B5EF4-FFF2-40B4-BE49-F238E27FC236}">
                <a16:creationId xmlns:a16="http://schemas.microsoft.com/office/drawing/2014/main" id="{219396C7-E129-D0C8-DBF4-DDAEC9D5F50F}"/>
              </a:ext>
            </a:extLst>
          </p:cNvPr>
          <p:cNvSpPr/>
          <p:nvPr userDrawn="1"/>
        </p:nvSpPr>
        <p:spPr>
          <a:xfrm>
            <a:off x="7" y="11649749"/>
            <a:ext cx="3774431" cy="1281650"/>
          </a:xfrm>
          <a:custGeom>
            <a:avLst/>
            <a:gdLst>
              <a:gd name="csX0" fmla="*/ 2506348 w 6096000"/>
              <a:gd name="csY0" fmla="*/ 2016 h 1720228"/>
              <a:gd name="csX1" fmla="*/ 2714354 w 6096000"/>
              <a:gd name="csY1" fmla="*/ 159664 h 1720228"/>
              <a:gd name="csX2" fmla="*/ 3179266 w 6096000"/>
              <a:gd name="csY2" fmla="*/ 152731 h 1720228"/>
              <a:gd name="csX3" fmla="*/ 3184741 w 6096000"/>
              <a:gd name="csY3" fmla="*/ 166598 h 1720228"/>
              <a:gd name="csX4" fmla="*/ 2872730 w 6096000"/>
              <a:gd name="csY4" fmla="*/ 490654 h 1720228"/>
              <a:gd name="csX5" fmla="*/ 2892437 w 6096000"/>
              <a:gd name="csY5" fmla="*/ 769459 h 1720228"/>
              <a:gd name="csX6" fmla="*/ 2850835 w 6096000"/>
              <a:gd name="csY6" fmla="*/ 789530 h 1720228"/>
              <a:gd name="csX7" fmla="*/ 2077563 w 6096000"/>
              <a:gd name="csY7" fmla="*/ 589914 h 1720228"/>
              <a:gd name="csX8" fmla="*/ 1796937 w 6096000"/>
              <a:gd name="csY8" fmla="*/ 574588 h 1720228"/>
              <a:gd name="csX9" fmla="*/ 1872475 w 6096000"/>
              <a:gd name="csY9" fmla="*/ 634436 h 1720228"/>
              <a:gd name="csX10" fmla="*/ 2650492 w 6096000"/>
              <a:gd name="csY10" fmla="*/ 1177813 h 1720228"/>
              <a:gd name="csX11" fmla="*/ 3474490 w 6096000"/>
              <a:gd name="csY11" fmla="*/ 1197884 h 1720228"/>
              <a:gd name="csX12" fmla="*/ 3694173 w 6096000"/>
              <a:gd name="csY12" fmla="*/ 853027 h 1720228"/>
              <a:gd name="csX13" fmla="*/ 3733585 w 6096000"/>
              <a:gd name="csY13" fmla="*/ 847554 h 1720228"/>
              <a:gd name="csX14" fmla="*/ 3619729 w 6096000"/>
              <a:gd name="csY14" fmla="*/ 1448955 h 1720228"/>
              <a:gd name="csX15" fmla="*/ 4075883 w 6096000"/>
              <a:gd name="csY15" fmla="*/ 1356263 h 1720228"/>
              <a:gd name="csX16" fmla="*/ 4475475 w 6096000"/>
              <a:gd name="csY16" fmla="*/ 897549 h 1720228"/>
              <a:gd name="csX17" fmla="*/ 4171493 w 6096000"/>
              <a:gd name="csY17" fmla="*/ 397962 h 1720228"/>
              <a:gd name="csX18" fmla="*/ 3962757 w 6096000"/>
              <a:gd name="csY18" fmla="*/ 657061 h 1720228"/>
              <a:gd name="csX19" fmla="*/ 3731761 w 6096000"/>
              <a:gd name="csY19" fmla="*/ 473138 h 1720228"/>
              <a:gd name="csX20" fmla="*/ 3971516 w 6096000"/>
              <a:gd name="csY20" fmla="*/ 206740 h 1720228"/>
              <a:gd name="csX21" fmla="*/ 4532038 w 6096000"/>
              <a:gd name="csY21" fmla="*/ 325707 h 1720228"/>
              <a:gd name="csX22" fmla="*/ 4754641 w 6096000"/>
              <a:gd name="csY22" fmla="*/ 925648 h 1720228"/>
              <a:gd name="csX23" fmla="*/ 4655382 w 6096000"/>
              <a:gd name="csY23" fmla="*/ 1204088 h 1720228"/>
              <a:gd name="csX24" fmla="*/ 4980894 w 6096000"/>
              <a:gd name="csY24" fmla="*/ 1164311 h 1720228"/>
              <a:gd name="csX25" fmla="*/ 5874591 w 6096000"/>
              <a:gd name="csY25" fmla="*/ 909591 h 1720228"/>
              <a:gd name="csX26" fmla="*/ 5913273 w 6096000"/>
              <a:gd name="csY26" fmla="*/ 931487 h 1720228"/>
              <a:gd name="csX27" fmla="*/ 5814014 w 6096000"/>
              <a:gd name="csY27" fmla="*/ 1229268 h 1720228"/>
              <a:gd name="csX28" fmla="*/ 6095370 w 6096000"/>
              <a:gd name="csY28" fmla="*/ 1552959 h 1720228"/>
              <a:gd name="csX29" fmla="*/ 6095005 w 6096000"/>
              <a:gd name="csY29" fmla="*/ 1554054 h 1720228"/>
              <a:gd name="csX30" fmla="*/ 6089531 w 6096000"/>
              <a:gd name="csY30" fmla="*/ 1567921 h 1720228"/>
              <a:gd name="csX31" fmla="*/ 5596884 w 6096000"/>
              <a:gd name="csY31" fmla="*/ 1590912 h 1720228"/>
              <a:gd name="csX32" fmla="*/ 5447266 w 6096000"/>
              <a:gd name="csY32" fmla="*/ 1718272 h 1720228"/>
              <a:gd name="csX33" fmla="*/ 5407490 w 6096000"/>
              <a:gd name="csY33" fmla="*/ 1701120 h 1720228"/>
              <a:gd name="csX34" fmla="*/ 4167845 w 6096000"/>
              <a:gd name="csY34" fmla="*/ 1595291 h 1720228"/>
              <a:gd name="csX35" fmla="*/ 4166750 w 6096000"/>
              <a:gd name="csY35" fmla="*/ 1595656 h 1720228"/>
              <a:gd name="csX36" fmla="*/ 4165290 w 6096000"/>
              <a:gd name="csY36" fmla="*/ 1596386 h 1720228"/>
              <a:gd name="csX37" fmla="*/ 2803030 w 6096000"/>
              <a:gd name="csY37" fmla="*/ 1534348 h 1720228"/>
              <a:gd name="csX38" fmla="*/ 1713369 w 6096000"/>
              <a:gd name="csY38" fmla="*/ 835876 h 1720228"/>
              <a:gd name="csX39" fmla="*/ 1637100 w 6096000"/>
              <a:gd name="csY39" fmla="*/ 775663 h 1720228"/>
              <a:gd name="csX40" fmla="*/ 1551708 w 6096000"/>
              <a:gd name="csY40" fmla="*/ 1236932 h 1720228"/>
              <a:gd name="csX41" fmla="*/ 959437 w 6096000"/>
              <a:gd name="csY41" fmla="*/ 1570841 h 1720228"/>
              <a:gd name="csX42" fmla="*/ 522623 w 6096000"/>
              <a:gd name="csY42" fmla="*/ 1312837 h 1720228"/>
              <a:gd name="csX43" fmla="*/ 764933 w 6096000"/>
              <a:gd name="csY43" fmla="*/ 1068700 h 1720228"/>
              <a:gd name="csX44" fmla="*/ 1009796 w 6096000"/>
              <a:gd name="csY44" fmla="*/ 1299334 h 1720228"/>
              <a:gd name="csX45" fmla="*/ 1327279 w 6096000"/>
              <a:gd name="csY45" fmla="*/ 1086216 h 1720228"/>
              <a:gd name="csX46" fmla="*/ 1083876 w 6096000"/>
              <a:gd name="csY46" fmla="*/ 393948 h 1720228"/>
              <a:gd name="csX47" fmla="*/ 652901 w 6096000"/>
              <a:gd name="csY47" fmla="*/ 267318 h 1720228"/>
              <a:gd name="csX48" fmla="*/ 620423 w 6096000"/>
              <a:gd name="csY48" fmla="*/ 266223 h 1720228"/>
              <a:gd name="csX49" fmla="*/ 626627 w 6096000"/>
              <a:gd name="csY49" fmla="*/ 867260 h 1720228"/>
              <a:gd name="csX50" fmla="*/ 581741 w 6096000"/>
              <a:gd name="csY50" fmla="*/ 862151 h 1720228"/>
              <a:gd name="csX51" fmla="*/ 324105 w 6096000"/>
              <a:gd name="csY51" fmla="*/ 486640 h 1720228"/>
              <a:gd name="csX52" fmla="*/ 57893 w 6096000"/>
              <a:gd name="csY52" fmla="*/ 435003 h 1720228"/>
              <a:gd name="csX53" fmla="*/ 0 w 6096000"/>
              <a:gd name="csY53" fmla="*/ 441063 h 1720228"/>
              <a:gd name="csX54" fmla="*/ 0 w 6096000"/>
              <a:gd name="csY54" fmla="*/ 74198 h 1720228"/>
              <a:gd name="csX55" fmla="*/ 42233 w 6096000"/>
              <a:gd name="csY55" fmla="*/ 63554 h 1720228"/>
              <a:gd name="csX56" fmla="*/ 582471 w 6096000"/>
              <a:gd name="csY56" fmla="*/ 7854 h 1720228"/>
              <a:gd name="csX57" fmla="*/ 668957 w 6096000"/>
              <a:gd name="csY57" fmla="*/ 10409 h 1720228"/>
              <a:gd name="csX58" fmla="*/ 1064170 w 6096000"/>
              <a:gd name="csY58" fmla="*/ 102006 h 1720228"/>
              <a:gd name="csX59" fmla="*/ 1065630 w 6096000"/>
              <a:gd name="csY59" fmla="*/ 102736 h 1720228"/>
              <a:gd name="csX60" fmla="*/ 1129126 w 6096000"/>
              <a:gd name="csY60" fmla="*/ 130105 h 1720228"/>
              <a:gd name="csX61" fmla="*/ 2467301 w 6096000"/>
              <a:gd name="csY61" fmla="*/ 18072 h 1720228"/>
              <a:gd name="csX62" fmla="*/ 2506348 w 6096000"/>
              <a:gd name="csY62" fmla="*/ 2016 h 17202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Lst>
            <a:rect l="l" t="t" r="r" b="b"/>
            <a:pathLst>
              <a:path w="6096000" h="1720228">
                <a:moveTo>
                  <a:pt x="2506348" y="2016"/>
                </a:moveTo>
                <a:cubicBezTo>
                  <a:pt x="2570574" y="26831"/>
                  <a:pt x="2673117" y="90328"/>
                  <a:pt x="2714354" y="159664"/>
                </a:cubicBezTo>
                <a:cubicBezTo>
                  <a:pt x="2929294" y="81570"/>
                  <a:pt x="3130002" y="133025"/>
                  <a:pt x="3179266" y="152731"/>
                </a:cubicBezTo>
                <a:cubicBezTo>
                  <a:pt x="3184741" y="154920"/>
                  <a:pt x="3186930" y="161124"/>
                  <a:pt x="3184741" y="166598"/>
                </a:cubicBezTo>
                <a:cubicBezTo>
                  <a:pt x="3165764" y="210754"/>
                  <a:pt x="3048258" y="393583"/>
                  <a:pt x="2872730" y="490654"/>
                </a:cubicBezTo>
                <a:cubicBezTo>
                  <a:pt x="2927834" y="555976"/>
                  <a:pt x="2910317" y="659981"/>
                  <a:pt x="2892437" y="769459"/>
                </a:cubicBezTo>
                <a:cubicBezTo>
                  <a:pt x="2889518" y="788800"/>
                  <a:pt x="2867622" y="799383"/>
                  <a:pt x="2850835" y="789530"/>
                </a:cubicBezTo>
                <a:cubicBezTo>
                  <a:pt x="2562911" y="621663"/>
                  <a:pt x="2205286" y="589914"/>
                  <a:pt x="2077563" y="589914"/>
                </a:cubicBezTo>
                <a:cubicBezTo>
                  <a:pt x="1979398" y="589914"/>
                  <a:pt x="1891816" y="590644"/>
                  <a:pt x="1796937" y="574588"/>
                </a:cubicBezTo>
                <a:cubicBezTo>
                  <a:pt x="1822116" y="594294"/>
                  <a:pt x="1847295" y="614365"/>
                  <a:pt x="1872475" y="634436"/>
                </a:cubicBezTo>
                <a:cubicBezTo>
                  <a:pt x="2114055" y="826023"/>
                  <a:pt x="2361837" y="1022719"/>
                  <a:pt x="2650492" y="1177813"/>
                </a:cubicBezTo>
                <a:cubicBezTo>
                  <a:pt x="2994615" y="1316121"/>
                  <a:pt x="3267943" y="1301889"/>
                  <a:pt x="3474490" y="1197884"/>
                </a:cubicBezTo>
                <a:cubicBezTo>
                  <a:pt x="3630677" y="1119425"/>
                  <a:pt x="3679211" y="947544"/>
                  <a:pt x="3694173" y="853027"/>
                </a:cubicBezTo>
                <a:cubicBezTo>
                  <a:pt x="3697458" y="832956"/>
                  <a:pt x="3724827" y="828942"/>
                  <a:pt x="3733585" y="847554"/>
                </a:cubicBezTo>
                <a:cubicBezTo>
                  <a:pt x="3793067" y="970534"/>
                  <a:pt x="3889408" y="1256638"/>
                  <a:pt x="3619729" y="1448955"/>
                </a:cubicBezTo>
                <a:cubicBezTo>
                  <a:pt x="3763509" y="1444940"/>
                  <a:pt x="3916046" y="1417936"/>
                  <a:pt x="4075883" y="1356263"/>
                </a:cubicBezTo>
                <a:cubicBezTo>
                  <a:pt x="4317098" y="1262842"/>
                  <a:pt x="4445916" y="1101178"/>
                  <a:pt x="4475475" y="897549"/>
                </a:cubicBezTo>
                <a:cubicBezTo>
                  <a:pt x="4496640" y="753402"/>
                  <a:pt x="4507588" y="448322"/>
                  <a:pt x="4171493" y="397962"/>
                </a:cubicBezTo>
                <a:cubicBezTo>
                  <a:pt x="4169669" y="563275"/>
                  <a:pt x="4062381" y="639910"/>
                  <a:pt x="3962757" y="657061"/>
                </a:cubicBezTo>
                <a:cubicBezTo>
                  <a:pt x="3819707" y="681876"/>
                  <a:pt x="3735410" y="594294"/>
                  <a:pt x="3731761" y="473138"/>
                </a:cubicBezTo>
                <a:cubicBezTo>
                  <a:pt x="3727382" y="335195"/>
                  <a:pt x="3839413" y="243233"/>
                  <a:pt x="3971516" y="206740"/>
                </a:cubicBezTo>
                <a:cubicBezTo>
                  <a:pt x="4103618" y="170247"/>
                  <a:pt x="4293743" y="150906"/>
                  <a:pt x="4532038" y="325707"/>
                </a:cubicBezTo>
                <a:cubicBezTo>
                  <a:pt x="4706836" y="454161"/>
                  <a:pt x="4788944" y="688080"/>
                  <a:pt x="4754641" y="925648"/>
                </a:cubicBezTo>
                <a:cubicBezTo>
                  <a:pt x="4740044" y="1025638"/>
                  <a:pt x="4706107" y="1118695"/>
                  <a:pt x="4655382" y="1204088"/>
                </a:cubicBezTo>
                <a:cubicBezTo>
                  <a:pt x="4766319" y="1174529"/>
                  <a:pt x="4868132" y="1164311"/>
                  <a:pt x="4980894" y="1164311"/>
                </a:cubicBezTo>
                <a:cubicBezTo>
                  <a:pt x="5108981" y="1164311"/>
                  <a:pt x="5457848" y="1141321"/>
                  <a:pt x="5874591" y="909591"/>
                </a:cubicBezTo>
                <a:cubicBezTo>
                  <a:pt x="5891743" y="900103"/>
                  <a:pt x="5913273" y="911781"/>
                  <a:pt x="5913273" y="931487"/>
                </a:cubicBezTo>
                <a:cubicBezTo>
                  <a:pt x="5914733" y="1036951"/>
                  <a:pt x="5884444" y="1156647"/>
                  <a:pt x="5814014" y="1229268"/>
                </a:cubicBezTo>
                <a:cubicBezTo>
                  <a:pt x="5989542" y="1325974"/>
                  <a:pt x="6076394" y="1508803"/>
                  <a:pt x="6095370" y="1552959"/>
                </a:cubicBezTo>
                <a:lnTo>
                  <a:pt x="6095005" y="1554054"/>
                </a:lnTo>
                <a:cubicBezTo>
                  <a:pt x="6097559" y="1559528"/>
                  <a:pt x="6095005" y="1565732"/>
                  <a:pt x="6089531" y="1567921"/>
                </a:cubicBezTo>
                <a:cubicBezTo>
                  <a:pt x="6040267" y="1587262"/>
                  <a:pt x="5812190" y="1669371"/>
                  <a:pt x="5596884" y="1590912"/>
                </a:cubicBezTo>
                <a:cubicBezTo>
                  <a:pt x="5555649" y="1660248"/>
                  <a:pt x="5511492" y="1693456"/>
                  <a:pt x="5447266" y="1718272"/>
                </a:cubicBezTo>
                <a:cubicBezTo>
                  <a:pt x="5431574" y="1724110"/>
                  <a:pt x="5414058" y="1716447"/>
                  <a:pt x="5407490" y="1701120"/>
                </a:cubicBezTo>
                <a:cubicBezTo>
                  <a:pt x="5172114" y="1160662"/>
                  <a:pt x="4758291" y="1366846"/>
                  <a:pt x="4167845" y="1595291"/>
                </a:cubicBezTo>
                <a:cubicBezTo>
                  <a:pt x="4167479" y="1595656"/>
                  <a:pt x="4167114" y="1595656"/>
                  <a:pt x="4166750" y="1595656"/>
                </a:cubicBezTo>
                <a:cubicBezTo>
                  <a:pt x="4166385" y="1596386"/>
                  <a:pt x="4165654" y="1596386"/>
                  <a:pt x="4165290" y="1596386"/>
                </a:cubicBezTo>
                <a:cubicBezTo>
                  <a:pt x="3606592" y="1811693"/>
                  <a:pt x="3120148" y="1664262"/>
                  <a:pt x="2803030" y="1534348"/>
                </a:cubicBezTo>
                <a:cubicBezTo>
                  <a:pt x="2368771" y="1356628"/>
                  <a:pt x="2020634" y="1080013"/>
                  <a:pt x="1713369" y="835876"/>
                </a:cubicBezTo>
                <a:cubicBezTo>
                  <a:pt x="1687460" y="815805"/>
                  <a:pt x="1662280" y="795734"/>
                  <a:pt x="1637100" y="775663"/>
                </a:cubicBezTo>
                <a:cubicBezTo>
                  <a:pt x="1658996" y="919079"/>
                  <a:pt x="1638559" y="1078188"/>
                  <a:pt x="1551708" y="1236932"/>
                </a:cubicBezTo>
                <a:cubicBezTo>
                  <a:pt x="1436756" y="1447495"/>
                  <a:pt x="1184230" y="1570841"/>
                  <a:pt x="959437" y="1570841"/>
                </a:cubicBezTo>
                <a:cubicBezTo>
                  <a:pt x="734644" y="1570841"/>
                  <a:pt x="538680" y="1482528"/>
                  <a:pt x="522623" y="1312837"/>
                </a:cubicBezTo>
                <a:cubicBezTo>
                  <a:pt x="507661" y="1150809"/>
                  <a:pt x="587945" y="1077458"/>
                  <a:pt x="764933" y="1068700"/>
                </a:cubicBezTo>
                <a:cubicBezTo>
                  <a:pt x="941556" y="1059942"/>
                  <a:pt x="1035340" y="1181828"/>
                  <a:pt x="1009796" y="1299334"/>
                </a:cubicBezTo>
                <a:cubicBezTo>
                  <a:pt x="1132775" y="1297875"/>
                  <a:pt x="1257214" y="1213941"/>
                  <a:pt x="1327279" y="1086216"/>
                </a:cubicBezTo>
                <a:cubicBezTo>
                  <a:pt x="1426174" y="905577"/>
                  <a:pt x="1358298" y="665090"/>
                  <a:pt x="1083876" y="393948"/>
                </a:cubicBezTo>
                <a:cubicBezTo>
                  <a:pt x="944109" y="322422"/>
                  <a:pt x="802884" y="275712"/>
                  <a:pt x="652901" y="267318"/>
                </a:cubicBezTo>
                <a:cubicBezTo>
                  <a:pt x="642318" y="266223"/>
                  <a:pt x="631370" y="266223"/>
                  <a:pt x="620423" y="266223"/>
                </a:cubicBezTo>
                <a:cubicBezTo>
                  <a:pt x="811643" y="476787"/>
                  <a:pt x="689394" y="755592"/>
                  <a:pt x="626627" y="867260"/>
                </a:cubicBezTo>
                <a:cubicBezTo>
                  <a:pt x="616044" y="885871"/>
                  <a:pt x="587945" y="882952"/>
                  <a:pt x="581741" y="862151"/>
                </a:cubicBezTo>
                <a:cubicBezTo>
                  <a:pt x="551453" y="763255"/>
                  <a:pt x="472629" y="556706"/>
                  <a:pt x="324105" y="486640"/>
                </a:cubicBezTo>
                <a:cubicBezTo>
                  <a:pt x="244004" y="448688"/>
                  <a:pt x="155419" y="432905"/>
                  <a:pt x="57893" y="435003"/>
                </a:cubicBezTo>
                <a:lnTo>
                  <a:pt x="0" y="441063"/>
                </a:lnTo>
                <a:lnTo>
                  <a:pt x="0" y="74198"/>
                </a:lnTo>
                <a:lnTo>
                  <a:pt x="42233" y="63554"/>
                </a:lnTo>
                <a:cubicBezTo>
                  <a:pt x="206896" y="28086"/>
                  <a:pt x="385549" y="7854"/>
                  <a:pt x="582471" y="7854"/>
                </a:cubicBezTo>
                <a:cubicBezTo>
                  <a:pt x="611665" y="7854"/>
                  <a:pt x="640493" y="8949"/>
                  <a:pt x="668957" y="10409"/>
                </a:cubicBezTo>
                <a:cubicBezTo>
                  <a:pt x="807628" y="18437"/>
                  <a:pt x="938636" y="51281"/>
                  <a:pt x="1064170" y="102006"/>
                </a:cubicBezTo>
                <a:cubicBezTo>
                  <a:pt x="1064535" y="102371"/>
                  <a:pt x="1065264" y="102736"/>
                  <a:pt x="1065630" y="102736"/>
                </a:cubicBezTo>
                <a:cubicBezTo>
                  <a:pt x="1086795" y="111129"/>
                  <a:pt x="1107961" y="120617"/>
                  <a:pt x="1129126" y="130105"/>
                </a:cubicBezTo>
                <a:cubicBezTo>
                  <a:pt x="1745117" y="394678"/>
                  <a:pt x="2214773" y="534080"/>
                  <a:pt x="2467301" y="18072"/>
                </a:cubicBezTo>
                <a:cubicBezTo>
                  <a:pt x="2474599" y="3475"/>
                  <a:pt x="2491386" y="-3823"/>
                  <a:pt x="2506348" y="2016"/>
                </a:cubicBezTo>
                <a:close/>
              </a:path>
            </a:pathLst>
          </a:custGeom>
          <a:solidFill>
            <a:srgbClr val="D7A562">
              <a:alpha val="80000"/>
            </a:srgbClr>
          </a:solidFill>
          <a:ln w="16072" cap="flat">
            <a:noFill/>
            <a:prstDash val="solid"/>
            <a:miter/>
          </a:ln>
        </p:spPr>
        <p:txBody>
          <a:bodyPr wrap="square">
            <a:noAutofit/>
          </a:bodyPr>
          <a:lstStyle/>
          <a:p>
            <a:endParaRPr lang="en-GB" sz="1800"/>
          </a:p>
        </p:txBody>
      </p:sp>
    </p:spTree>
    <p:extLst>
      <p:ext uri="{BB962C8B-B14F-4D97-AF65-F5344CB8AC3E}">
        <p14:creationId xmlns:p14="http://schemas.microsoft.com/office/powerpoint/2010/main" val="1576849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70613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686" r:id="rId3"/>
    <p:sldLayoutId id="2147483687" r:id="rId4"/>
    <p:sldLayoutId id="2147483688" r:id="rId5"/>
    <p:sldLayoutId id="2147483701" r:id="rId6"/>
    <p:sldLayoutId id="2147483689" r:id="rId7"/>
    <p:sldLayoutId id="2147483699" r:id="rId8"/>
  </p:sldLayoutIdLst>
  <p:txStyles>
    <p:titleStyle>
      <a:lvl1pPr algn="l" defTabSz="91441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4" indent="-228604" algn="l" defTabSz="91441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2" indent="-228604" algn="l" defTabSz="91441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9" indent="-228604" algn="l" defTabSz="91441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7"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34"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41"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49"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57"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65" indent="-228604" algn="l" defTabSz="91441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5" rtl="0" eaLnBrk="1" latinLnBrk="0" hangingPunct="1">
        <a:defRPr sz="1800" kern="1200">
          <a:solidFill>
            <a:schemeClr val="tx1"/>
          </a:solidFill>
          <a:latin typeface="+mn-lt"/>
          <a:ea typeface="+mn-ea"/>
          <a:cs typeface="+mn-cs"/>
        </a:defRPr>
      </a:lvl1pPr>
      <a:lvl2pPr marL="457208" algn="l" defTabSz="914415" rtl="0" eaLnBrk="1" latinLnBrk="0" hangingPunct="1">
        <a:defRPr sz="1800" kern="1200">
          <a:solidFill>
            <a:schemeClr val="tx1"/>
          </a:solidFill>
          <a:latin typeface="+mn-lt"/>
          <a:ea typeface="+mn-ea"/>
          <a:cs typeface="+mn-cs"/>
        </a:defRPr>
      </a:lvl2pPr>
      <a:lvl3pPr marL="914415" algn="l" defTabSz="914415" rtl="0" eaLnBrk="1" latinLnBrk="0" hangingPunct="1">
        <a:defRPr sz="1800" kern="1200">
          <a:solidFill>
            <a:schemeClr val="tx1"/>
          </a:solidFill>
          <a:latin typeface="+mn-lt"/>
          <a:ea typeface="+mn-ea"/>
          <a:cs typeface="+mn-cs"/>
        </a:defRPr>
      </a:lvl3pPr>
      <a:lvl4pPr marL="1371623" algn="l" defTabSz="914415" rtl="0" eaLnBrk="1" latinLnBrk="0" hangingPunct="1">
        <a:defRPr sz="1800" kern="1200">
          <a:solidFill>
            <a:schemeClr val="tx1"/>
          </a:solidFill>
          <a:latin typeface="+mn-lt"/>
          <a:ea typeface="+mn-ea"/>
          <a:cs typeface="+mn-cs"/>
        </a:defRPr>
      </a:lvl4pPr>
      <a:lvl5pPr marL="1828831" algn="l" defTabSz="914415" rtl="0" eaLnBrk="1" latinLnBrk="0" hangingPunct="1">
        <a:defRPr sz="1800" kern="1200">
          <a:solidFill>
            <a:schemeClr val="tx1"/>
          </a:solidFill>
          <a:latin typeface="+mn-lt"/>
          <a:ea typeface="+mn-ea"/>
          <a:cs typeface="+mn-cs"/>
        </a:defRPr>
      </a:lvl5pPr>
      <a:lvl6pPr marL="2286038" algn="l" defTabSz="914415" rtl="0" eaLnBrk="1" latinLnBrk="0" hangingPunct="1">
        <a:defRPr sz="1800" kern="1200">
          <a:solidFill>
            <a:schemeClr val="tx1"/>
          </a:solidFill>
          <a:latin typeface="+mn-lt"/>
          <a:ea typeface="+mn-ea"/>
          <a:cs typeface="+mn-cs"/>
        </a:defRPr>
      </a:lvl6pPr>
      <a:lvl7pPr marL="2743245" algn="l" defTabSz="914415" rtl="0" eaLnBrk="1" latinLnBrk="0" hangingPunct="1">
        <a:defRPr sz="1800" kern="1200">
          <a:solidFill>
            <a:schemeClr val="tx1"/>
          </a:solidFill>
          <a:latin typeface="+mn-lt"/>
          <a:ea typeface="+mn-ea"/>
          <a:cs typeface="+mn-cs"/>
        </a:defRPr>
      </a:lvl7pPr>
      <a:lvl8pPr marL="3200453" algn="l" defTabSz="914415" rtl="0" eaLnBrk="1" latinLnBrk="0" hangingPunct="1">
        <a:defRPr sz="1800" kern="1200">
          <a:solidFill>
            <a:schemeClr val="tx1"/>
          </a:solidFill>
          <a:latin typeface="+mn-lt"/>
          <a:ea typeface="+mn-ea"/>
          <a:cs typeface="+mn-cs"/>
        </a:defRPr>
      </a:lvl8pPr>
      <a:lvl9pPr marL="3657661" algn="l" defTabSz="91441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33" userDrawn="1">
          <p15:clr>
            <a:srgbClr val="F26B43"/>
          </p15:clr>
        </p15:guide>
        <p15:guide id="2" pos="23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8A8F0F2-F09C-89F8-4E28-AA8FBE1E55C0}"/>
              </a:ext>
            </a:extLst>
          </p:cNvPr>
          <p:cNvGrpSpPr/>
          <p:nvPr/>
        </p:nvGrpSpPr>
        <p:grpSpPr>
          <a:xfrm>
            <a:off x="917571" y="5790648"/>
            <a:ext cx="5724532" cy="1504767"/>
            <a:chOff x="1079493" y="4415868"/>
            <a:chExt cx="5724532" cy="1504767"/>
          </a:xfrm>
        </p:grpSpPr>
        <p:sp>
          <p:nvSpPr>
            <p:cNvPr id="16" name="btfpRowHeaderBoxText438126">
              <a:extLst>
                <a:ext uri="{FF2B5EF4-FFF2-40B4-BE49-F238E27FC236}">
                  <a16:creationId xmlns:a16="http://schemas.microsoft.com/office/drawing/2014/main" id="{FE429AAF-55B8-B948-960D-6C55792C2A5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4000" b="1">
                  <a:solidFill>
                    <a:srgbClr val="FFFFFF"/>
                  </a:solidFill>
                  <a:latin typeface="Abar Mid" pitchFamily="2" charset="-78"/>
                  <a:ea typeface="Abar Mid" pitchFamily="2" charset="-78"/>
                  <a:cs typeface="Abar Mid" pitchFamily="2" charset="-78"/>
                </a:rPr>
                <a:t>تقرير الإنجاز الأسبوعي</a:t>
              </a:r>
            </a:p>
          </p:txBody>
        </p:sp>
        <p:sp>
          <p:nvSpPr>
            <p:cNvPr id="19" name="TextBox 18">
              <a:extLst>
                <a:ext uri="{FF2B5EF4-FFF2-40B4-BE49-F238E27FC236}">
                  <a16:creationId xmlns:a16="http://schemas.microsoft.com/office/drawing/2014/main" id="{8225EC8C-BD1E-556A-D67E-EC450A0626F0}"/>
                </a:ext>
              </a:extLst>
            </p:cNvPr>
            <p:cNvSpPr txBox="1"/>
            <p:nvPr/>
          </p:nvSpPr>
          <p:spPr>
            <a:xfrm>
              <a:off x="2266726" y="5458163"/>
              <a:ext cx="3350066" cy="307777"/>
            </a:xfrm>
            <a:prstGeom prst="rect">
              <a:avLst/>
            </a:prstGeom>
            <a:noFill/>
          </p:spPr>
          <p:txBody>
            <a:bodyPr wrap="square" lIns="0" tIns="0" rIns="0" bIns="0" anchor="ctr">
              <a:spAutoFit/>
            </a:bodyPr>
            <a:lstStyle/>
            <a:p>
              <a:pPr algn="ctr" defTabSz="977875" rtl="1"/>
              <a:r>
                <a:rPr lang="en-US" sz="2000" b="1">
                  <a:solidFill>
                    <a:srgbClr val="D7A360"/>
                  </a:solidFill>
                  <a:latin typeface="Abar Mid" pitchFamily="50" charset="-78"/>
                  <a:ea typeface="Abar Mid" pitchFamily="50" charset="-78"/>
                  <a:cs typeface="Abar Mid" pitchFamily="50" charset="-78"/>
                </a:rPr>
                <a:t>24</a:t>
              </a:r>
              <a:r>
                <a:rPr lang="ar-SA" sz="2000" b="1">
                  <a:solidFill>
                    <a:srgbClr val="D7A360"/>
                  </a:solidFill>
                  <a:latin typeface="Abar Mid" pitchFamily="50" charset="-78"/>
                  <a:ea typeface="Abar Mid" pitchFamily="50" charset="-78"/>
                  <a:cs typeface="Abar Mid" pitchFamily="50" charset="-78"/>
                </a:rPr>
                <a:t> سبتمبر 2026</a:t>
              </a:r>
            </a:p>
          </p:txBody>
        </p:sp>
        <p:cxnSp>
          <p:nvCxnSpPr>
            <p:cNvPr id="20" name="Straight Connector 19">
              <a:extLst>
                <a:ext uri="{FF2B5EF4-FFF2-40B4-BE49-F238E27FC236}">
                  <a16:creationId xmlns:a16="http://schemas.microsoft.com/office/drawing/2014/main" id="{EEFA0513-7A34-888A-6014-E910B7023510}"/>
                </a:ext>
              </a:extLst>
            </p:cNvPr>
            <p:cNvCxnSpPr>
              <a:cxnSpLocks/>
            </p:cNvCxnSpPr>
            <p:nvPr/>
          </p:nvCxnSpPr>
          <p:spPr>
            <a:xfrm>
              <a:off x="3300100" y="5920635"/>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spTree>
    <p:extLst>
      <p:ext uri="{BB962C8B-B14F-4D97-AF65-F5344CB8AC3E}">
        <p14:creationId xmlns:p14="http://schemas.microsoft.com/office/powerpoint/2010/main" val="1854192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A977D-FAD4-194E-1792-CAB483F600A0}"/>
            </a:ext>
          </a:extLst>
        </p:cNvPr>
        <p:cNvGrpSpPr/>
        <p:nvPr/>
      </p:nvGrpSpPr>
      <p:grpSpPr>
        <a:xfrm>
          <a:off x="0" y="0"/>
          <a:ext cx="0" cy="0"/>
          <a:chOff x="0" y="0"/>
          <a:chExt cx="0" cy="0"/>
        </a:xfrm>
      </p:grpSpPr>
      <p:sp>
        <p:nvSpPr>
          <p:cNvPr id="3" name="Rounded Rectangle 93">
            <a:extLst>
              <a:ext uri="{FF2B5EF4-FFF2-40B4-BE49-F238E27FC236}">
                <a16:creationId xmlns:a16="http://schemas.microsoft.com/office/drawing/2014/main" id="{7E9B4622-A36B-F7BE-1C0C-02DB7F3DB3E9}"/>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5" name="Rounded Rectangle 93">
            <a:extLst>
              <a:ext uri="{FF2B5EF4-FFF2-40B4-BE49-F238E27FC236}">
                <a16:creationId xmlns:a16="http://schemas.microsoft.com/office/drawing/2014/main" id="{183ABFA4-9FD9-4674-4F06-18013E630531}"/>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4F3CCE75-1975-5AD9-B4C2-968F0999F69F}"/>
              </a:ext>
            </a:extLst>
          </p:cNvPr>
          <p:cNvSpPr txBox="1"/>
          <p:nvPr/>
        </p:nvSpPr>
        <p:spPr>
          <a:xfrm>
            <a:off x="740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prstClr val="white">
                    <a:lumMod val="65000"/>
                  </a:prstClr>
                </a:solidFill>
                <a:effectLst/>
                <a:uLnTx/>
                <a:uFillTx/>
                <a:latin typeface="Abar Mid" pitchFamily="50" charset="-78"/>
                <a:ea typeface="Abar Mid" pitchFamily="50" charset="-78"/>
                <a:cs typeface="Abar Mid" pitchFamily="50" charset="-78"/>
              </a:rPr>
              <a:t>0</a:t>
            </a:r>
          </a:p>
        </p:txBody>
      </p:sp>
      <p:sp>
        <p:nvSpPr>
          <p:cNvPr id="7" name="TextBox 6">
            <a:extLst>
              <a:ext uri="{FF2B5EF4-FFF2-40B4-BE49-F238E27FC236}">
                <a16:creationId xmlns:a16="http://schemas.microsoft.com/office/drawing/2014/main" id="{D6D164FD-BBE6-C25A-E446-CCE1C3126B61}"/>
              </a:ext>
            </a:extLst>
          </p:cNvPr>
          <p:cNvSpPr txBox="1"/>
          <p:nvPr/>
        </p:nvSpPr>
        <p:spPr>
          <a:xfrm>
            <a:off x="1963282"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0</a:t>
            </a:r>
            <a:endParaRPr kumimoji="0" lang="ar-SA"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endParaRPr>
          </a:p>
        </p:txBody>
      </p:sp>
      <p:sp>
        <p:nvSpPr>
          <p:cNvPr id="9" name="TextBox 8">
            <a:extLst>
              <a:ext uri="{FF2B5EF4-FFF2-40B4-BE49-F238E27FC236}">
                <a16:creationId xmlns:a16="http://schemas.microsoft.com/office/drawing/2014/main" id="{DBE8DE5E-2B01-B9ED-4358-98F661013026}"/>
              </a:ext>
            </a:extLst>
          </p:cNvPr>
          <p:cNvSpPr txBox="1"/>
          <p:nvPr/>
        </p:nvSpPr>
        <p:spPr>
          <a:xfrm>
            <a:off x="5901726"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إجمالي المهام</a:t>
            </a:r>
          </a:p>
        </p:txBody>
      </p:sp>
      <p:sp>
        <p:nvSpPr>
          <p:cNvPr id="11" name="TextBox 10">
            <a:extLst>
              <a:ext uri="{FF2B5EF4-FFF2-40B4-BE49-F238E27FC236}">
                <a16:creationId xmlns:a16="http://schemas.microsoft.com/office/drawing/2014/main" id="{6C213196-8A04-2FAD-FBDD-8A229F8D1EE9}"/>
              </a:ext>
            </a:extLst>
          </p:cNvPr>
          <p:cNvSpPr txBox="1"/>
          <p:nvPr/>
        </p:nvSpPr>
        <p:spPr>
          <a:xfrm>
            <a:off x="5992766" y="901399"/>
            <a:ext cx="919654" cy="646331"/>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12</a:t>
            </a:r>
            <a:endParaRPr kumimoji="0" lang="ar-SA"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endParaRPr>
          </a:p>
        </p:txBody>
      </p:sp>
      <p:sp>
        <p:nvSpPr>
          <p:cNvPr id="13" name="TextBox 12">
            <a:extLst>
              <a:ext uri="{FF2B5EF4-FFF2-40B4-BE49-F238E27FC236}">
                <a16:creationId xmlns:a16="http://schemas.microsoft.com/office/drawing/2014/main" id="{8D681E39-ADD8-C594-716B-73D2C9C8F370}"/>
              </a:ext>
            </a:extLst>
          </p:cNvPr>
          <p:cNvSpPr txBox="1"/>
          <p:nvPr/>
        </p:nvSpPr>
        <p:spPr>
          <a:xfrm>
            <a:off x="4422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مكتملة</a:t>
            </a:r>
          </a:p>
        </p:txBody>
      </p:sp>
      <p:sp>
        <p:nvSpPr>
          <p:cNvPr id="14" name="TextBox 13">
            <a:extLst>
              <a:ext uri="{FF2B5EF4-FFF2-40B4-BE49-F238E27FC236}">
                <a16:creationId xmlns:a16="http://schemas.microsoft.com/office/drawing/2014/main" id="{A2C514DC-97F6-3889-8180-0BE9B2B9C750}"/>
              </a:ext>
            </a:extLst>
          </p:cNvPr>
          <p:cNvSpPr txBox="1"/>
          <p:nvPr/>
        </p:nvSpPr>
        <p:spPr>
          <a:xfrm>
            <a:off x="4513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174766"/>
                </a:solidFill>
                <a:effectLst/>
                <a:uLnTx/>
                <a:uFillTx/>
                <a:latin typeface="Abar Mid" pitchFamily="50" charset="-78"/>
                <a:ea typeface="Abar Mid" pitchFamily="50" charset="-78"/>
                <a:cs typeface="Abar Mid" pitchFamily="50" charset="-78"/>
              </a:rPr>
              <a:t>2</a:t>
            </a:r>
            <a:endParaRPr kumimoji="0" lang="ar-SA" sz="2800" b="1" i="0" u="none" strike="noStrike" kern="1200" cap="none" spc="0" normalizeH="0" baseline="0" noProof="0" dirty="0">
              <a:ln>
                <a:noFill/>
              </a:ln>
              <a:solidFill>
                <a:srgbClr val="174766"/>
              </a:solidFill>
              <a:effectLst/>
              <a:uLnTx/>
              <a:uFillTx/>
              <a:latin typeface="Abar Mid" pitchFamily="50" charset="-78"/>
              <a:ea typeface="Abar Mid" pitchFamily="50" charset="-78"/>
              <a:cs typeface="Abar Mid" pitchFamily="50" charset="-78"/>
            </a:endParaRPr>
          </a:p>
        </p:txBody>
      </p:sp>
      <p:sp>
        <p:nvSpPr>
          <p:cNvPr id="15" name="TextBox 14">
            <a:extLst>
              <a:ext uri="{FF2B5EF4-FFF2-40B4-BE49-F238E27FC236}">
                <a16:creationId xmlns:a16="http://schemas.microsoft.com/office/drawing/2014/main" id="{F7A44687-1040-2384-2F7D-A4CEAA69D440}"/>
              </a:ext>
            </a:extLst>
          </p:cNvPr>
          <p:cNvSpPr txBox="1"/>
          <p:nvPr/>
        </p:nvSpPr>
        <p:spPr>
          <a:xfrm>
            <a:off x="316638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على المخطط</a:t>
            </a:r>
          </a:p>
        </p:txBody>
      </p:sp>
      <p:sp>
        <p:nvSpPr>
          <p:cNvPr id="16" name="TextBox 15">
            <a:extLst>
              <a:ext uri="{FF2B5EF4-FFF2-40B4-BE49-F238E27FC236}">
                <a16:creationId xmlns:a16="http://schemas.microsoft.com/office/drawing/2014/main" id="{655EFD64-72CE-5B02-038F-E3EF346E6808}"/>
              </a:ext>
            </a:extLst>
          </p:cNvPr>
          <p:cNvSpPr txBox="1"/>
          <p:nvPr/>
        </p:nvSpPr>
        <p:spPr>
          <a:xfrm>
            <a:off x="325742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10</a:t>
            </a:r>
            <a:endParaRPr kumimoji="0" lang="ar-SA"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endParaRPr>
          </a:p>
        </p:txBody>
      </p:sp>
      <p:sp>
        <p:nvSpPr>
          <p:cNvPr id="17" name="TextBox 16">
            <a:extLst>
              <a:ext uri="{FF2B5EF4-FFF2-40B4-BE49-F238E27FC236}">
                <a16:creationId xmlns:a16="http://schemas.microsoft.com/office/drawing/2014/main" id="{16030ABC-E859-EE4D-3833-1FAD0FD6C489}"/>
              </a:ext>
            </a:extLst>
          </p:cNvPr>
          <p:cNvSpPr txBox="1"/>
          <p:nvPr/>
        </p:nvSpPr>
        <p:spPr>
          <a:xfrm>
            <a:off x="649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prstClr val="white">
                    <a:lumMod val="50000"/>
                  </a:prstClr>
                </a:solidFill>
                <a:effectLst/>
                <a:uLnTx/>
                <a:uFillTx/>
                <a:latin typeface="Abar Mid" pitchFamily="50" charset="-78"/>
                <a:ea typeface="Abar Mid" pitchFamily="50" charset="-78"/>
                <a:cs typeface="Abar Mid" pitchFamily="50" charset="-78"/>
              </a:rPr>
              <a:t>معلقة</a:t>
            </a:r>
          </a:p>
        </p:txBody>
      </p:sp>
      <p:sp>
        <p:nvSpPr>
          <p:cNvPr id="18" name="Freeform: Shape 17">
            <a:extLst>
              <a:ext uri="{FF2B5EF4-FFF2-40B4-BE49-F238E27FC236}">
                <a16:creationId xmlns:a16="http://schemas.microsoft.com/office/drawing/2014/main" id="{50813D75-5E58-FFC7-F847-86C86BFF7ED5}"/>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15" rtl="0" eaLnBrk="1" fontAlgn="auto" latinLnBrk="0" hangingPunct="1">
              <a:lnSpc>
                <a:spcPct val="100000"/>
              </a:lnSpc>
              <a:spcBef>
                <a:spcPts val="300"/>
              </a:spcBef>
              <a:spcAft>
                <a:spcPts val="300"/>
              </a:spcAft>
              <a:buClrTx/>
              <a:buSzTx/>
              <a:buFontTx/>
              <a:buNone/>
              <a:tabLst/>
              <a:defRPr/>
            </a:pPr>
            <a:endParaRPr kumimoji="0" lang="en-GB" sz="1600" b="0" i="0" u="none" strike="noStrike" kern="0" cap="none" spc="0" normalizeH="0" baseline="0" noProof="0">
              <a:ln>
                <a:noFill/>
              </a:ln>
              <a:solidFill>
                <a:srgbClr val="FBF7F4"/>
              </a:solidFill>
              <a:effectLst/>
              <a:uLnTx/>
              <a:uFillTx/>
              <a:latin typeface="Sakkal Majalla"/>
              <a:ea typeface="+mn-ea"/>
              <a:cs typeface="+mn-cs"/>
            </a:endParaRPr>
          </a:p>
        </p:txBody>
      </p:sp>
      <p:sp>
        <p:nvSpPr>
          <p:cNvPr id="19" name="TextBox 18">
            <a:extLst>
              <a:ext uri="{FF2B5EF4-FFF2-40B4-BE49-F238E27FC236}">
                <a16:creationId xmlns:a16="http://schemas.microsoft.com/office/drawing/2014/main" id="{F4E04539-090F-D1A9-DD9C-824C2F987424}"/>
              </a:ext>
            </a:extLst>
          </p:cNvPr>
          <p:cNvSpPr txBox="1"/>
          <p:nvPr/>
        </p:nvSpPr>
        <p:spPr>
          <a:xfrm>
            <a:off x="1872238"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متأخرة</a:t>
            </a:r>
          </a:p>
        </p:txBody>
      </p:sp>
      <p:cxnSp>
        <p:nvCxnSpPr>
          <p:cNvPr id="20" name="Straight Connector 19">
            <a:extLst>
              <a:ext uri="{FF2B5EF4-FFF2-40B4-BE49-F238E27FC236}">
                <a16:creationId xmlns:a16="http://schemas.microsoft.com/office/drawing/2014/main" id="{EDB30051-5058-A097-1171-C2DA0C79BEA8}"/>
              </a:ext>
            </a:extLst>
          </p:cNvPr>
          <p:cNvCxnSpPr>
            <a:cxnSpLocks/>
          </p:cNvCxnSpPr>
          <p:nvPr/>
        </p:nvCxnSpPr>
        <p:spPr>
          <a:xfrm flipV="1">
            <a:off x="4310331"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1" name="Straight Connector 20">
            <a:extLst>
              <a:ext uri="{FF2B5EF4-FFF2-40B4-BE49-F238E27FC236}">
                <a16:creationId xmlns:a16="http://schemas.microsoft.com/office/drawing/2014/main" id="{CCBCECC5-87E2-4332-AA95-9E1D33F729B7}"/>
              </a:ext>
            </a:extLst>
          </p:cNvPr>
          <p:cNvCxnSpPr>
            <a:cxnSpLocks/>
          </p:cNvCxnSpPr>
          <p:nvPr/>
        </p:nvCxnSpPr>
        <p:spPr>
          <a:xfrm flipV="1">
            <a:off x="3058563"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2" name="Straight Connector 21">
            <a:extLst>
              <a:ext uri="{FF2B5EF4-FFF2-40B4-BE49-F238E27FC236}">
                <a16:creationId xmlns:a16="http://schemas.microsoft.com/office/drawing/2014/main" id="{3A6944DF-EE7C-84B5-C979-42976B874889}"/>
              </a:ext>
            </a:extLst>
          </p:cNvPr>
          <p:cNvCxnSpPr>
            <a:cxnSpLocks/>
          </p:cNvCxnSpPr>
          <p:nvPr/>
        </p:nvCxnSpPr>
        <p:spPr>
          <a:xfrm flipV="1">
            <a:off x="1806795"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24" name="Chart 23">
            <a:extLst>
              <a:ext uri="{FF2B5EF4-FFF2-40B4-BE49-F238E27FC236}">
                <a16:creationId xmlns:a16="http://schemas.microsoft.com/office/drawing/2014/main" id="{32CE81B1-22BE-1895-001C-B7932DE22516}"/>
              </a:ext>
            </a:extLst>
          </p:cNvPr>
          <p:cNvGraphicFramePr/>
          <p:nvPr/>
        </p:nvGraphicFramePr>
        <p:xfrm>
          <a:off x="474245" y="1788258"/>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Table 24">
            <a:extLst>
              <a:ext uri="{FF2B5EF4-FFF2-40B4-BE49-F238E27FC236}">
                <a16:creationId xmlns:a16="http://schemas.microsoft.com/office/drawing/2014/main" id="{3C308FE4-692D-D8D9-9C96-48B1DE6F32DD}"/>
              </a:ext>
            </a:extLst>
          </p:cNvPr>
          <p:cNvGraphicFramePr>
            <a:graphicFrameLocks noGrp="1"/>
          </p:cNvGraphicFramePr>
          <p:nvPr>
            <p:extLst>
              <p:ext uri="{D42A27DB-BD31-4B8C-83A1-F6EECF244321}">
                <p14:modId xmlns:p14="http://schemas.microsoft.com/office/powerpoint/2010/main" val="876841595"/>
              </p:ext>
            </p:extLst>
          </p:nvPr>
        </p:nvGraphicFramePr>
        <p:xfrm>
          <a:off x="474245" y="8703038"/>
          <a:ext cx="6623050" cy="2034540"/>
        </p:xfrm>
        <a:graphic>
          <a:graphicData uri="http://schemas.openxmlformats.org/drawingml/2006/table">
            <a:tbl>
              <a:tblPr/>
              <a:tblGrid>
                <a:gridCol w="1751430">
                  <a:extLst>
                    <a:ext uri="{9D8B030D-6E8A-4147-A177-3AD203B41FA5}">
                      <a16:colId xmlns:a16="http://schemas.microsoft.com/office/drawing/2014/main" val="3562085196"/>
                    </a:ext>
                  </a:extLst>
                </a:gridCol>
                <a:gridCol w="1038225">
                  <a:extLst>
                    <a:ext uri="{9D8B030D-6E8A-4147-A177-3AD203B41FA5}">
                      <a16:colId xmlns:a16="http://schemas.microsoft.com/office/drawing/2014/main" val="20000"/>
                    </a:ext>
                  </a:extLst>
                </a:gridCol>
                <a:gridCol w="3489911">
                  <a:extLst>
                    <a:ext uri="{9D8B030D-6E8A-4147-A177-3AD203B41FA5}">
                      <a16:colId xmlns:a16="http://schemas.microsoft.com/office/drawing/2014/main" val="20001"/>
                    </a:ext>
                  </a:extLst>
                </a:gridCol>
                <a:gridCol w="343484">
                  <a:extLst>
                    <a:ext uri="{9D8B030D-6E8A-4147-A177-3AD203B41FA5}">
                      <a16:colId xmlns:a16="http://schemas.microsoft.com/office/drawing/2014/main" val="20002"/>
                    </a:ext>
                  </a:extLst>
                </a:gridCol>
              </a:tblGrid>
              <a:tr h="0">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طلبات الدعم</a:t>
                      </a:r>
                    </a:p>
                  </a:txBody>
                  <a:tcPr marL="45720" anchor="ctr">
                    <a:lnL w="12700" cap="flat" cmpd="sng" algn="ctr">
                      <a:noFill/>
                      <a:prstDash val="solid"/>
                      <a:round/>
                      <a:headEnd type="none" w="med" len="med"/>
                      <a:tailEnd type="none" w="med" len="med"/>
                    </a:lnL>
                    <a:lnR w="57150" cap="flat" cmpd="sng" algn="ctr">
                      <a:solidFill>
                        <a:srgbClr val="D9A86A"/>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514350" rtl="1" eaLnBrk="1" fontAlgn="auto" latinLnBrk="0" hangingPunct="1">
                        <a:lnSpc>
                          <a:spcPct val="105000"/>
                        </a:lnSpc>
                        <a:spcBef>
                          <a:spcPts val="0"/>
                        </a:spcBef>
                        <a:spcAft>
                          <a:spcPts val="0"/>
                        </a:spcAft>
                        <a:buClrTx/>
                        <a:buSzTx/>
                        <a:buFontTx/>
                        <a:buNone/>
                        <a:tabLst/>
                        <a:defRPr/>
                      </a:pPr>
                      <a:r>
                        <a:rPr lang="ar-AE" sz="1000" b="1" dirty="0">
                          <a:solidFill>
                            <a:srgbClr val="FFFFFF"/>
                          </a:solidFill>
                          <a:latin typeface="Abar Mid" pitchFamily="2" charset="-78"/>
                          <a:ea typeface="Abar Mid" pitchFamily="2" charset="-78"/>
                          <a:cs typeface="Abar Mid" pitchFamily="2" charset="-78"/>
                        </a:rPr>
                        <a:t>طلب الدعم</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1" dirty="0" err="1">
                          <a:solidFill>
                            <a:srgbClr val="FFFFFF"/>
                          </a:solidFill>
                          <a:latin typeface="Abar Mid" pitchFamily="50" charset="-78"/>
                          <a:ea typeface="Abar Mid" pitchFamily="50" charset="-78"/>
                          <a:cs typeface="Abar Mid" pitchFamily="50" charset="-78"/>
                        </a:rPr>
                        <a:t>القطاع</a:t>
                      </a:r>
                      <a:endParaRPr sz="10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1" dirty="0" err="1">
                          <a:solidFill>
                            <a:srgbClr val="FFFFFF"/>
                          </a:solidFill>
                          <a:latin typeface="Abar Mid" pitchFamily="50" charset="-78"/>
                          <a:ea typeface="Abar Mid" pitchFamily="50" charset="-78"/>
                          <a:cs typeface="Abar Mid" pitchFamily="50" charset="-78"/>
                        </a:rPr>
                        <a:t>المهمة</a:t>
                      </a:r>
                      <a:endParaRPr sz="10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708102">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7A2E35"/>
                          </a:solidFill>
                          <a:latin typeface="Abar Mid" pitchFamily="2" charset="-78"/>
                          <a:ea typeface="Abar Mid" pitchFamily="2" charset="-78"/>
                          <a:cs typeface="Abar Mid" pitchFamily="2" charset="-78"/>
                        </a:rPr>
                        <a:t>طلب تمديد حتى تاريخ 31 أكتوبر نظرا لارتباط الاستضافة بحملة «جاي للعمرة»، والحاجة إلى استكمال المسح الأمني للمؤثرين المرشحين، إضافة إلى تحديات الجاهزية التقنية لباقة العمرة المباشرة في تطبيق «نسك» وعدم إطلاقها حتى تاريخه.</a:t>
                      </a:r>
                      <a:endParaRPr sz="1000" b="1">
                        <a:solidFill>
                          <a:srgbClr val="7A2E35"/>
                        </a:solidFill>
                        <a:latin typeface="Abar Mid" pitchFamily="2" charset="-78"/>
                        <a:ea typeface="Abar Mid" pitchFamily="2" charset="-78"/>
                        <a:cs typeface="Abar Mid" pitchFamily="2"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0" dirty="0">
                          <a:solidFill>
                            <a:schemeClr val="tx1"/>
                          </a:solidFill>
                          <a:latin typeface="Abar Mid" pitchFamily="50" charset="-78"/>
                          <a:ea typeface="Abar Mid" pitchFamily="50" charset="-78"/>
                          <a:cs typeface="Abar Mid" pitchFamily="50" charset="-78"/>
                        </a:rPr>
                        <a:t>وكالة التعاون الدولي والشراكات</a:t>
                      </a:r>
                      <a:endParaRPr sz="1000" b="0" dirty="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r" rtl="1">
                        <a:lnSpc>
                          <a:spcPct val="105000"/>
                        </a:lnSpc>
                      </a:pPr>
                      <a:r>
                        <a:rPr lang="ar-SA" sz="1000" b="0" dirty="0">
                          <a:solidFill>
                            <a:schemeClr val="tx1"/>
                          </a:solidFill>
                          <a:latin typeface="Abar Mid" pitchFamily="50" charset="-78"/>
                          <a:ea typeface="Abar Mid" pitchFamily="50" charset="-78"/>
                          <a:cs typeface="Abar Mid" pitchFamily="50" charset="-78"/>
                        </a:rPr>
                        <a:t>استضافة مؤثرين على وسائل التواصل الاجتماعي من المملكة والخليج للترويج للعمرة المباشرة</a:t>
                      </a:r>
                      <a:endParaRPr sz="1000" b="0" dirty="0">
                        <a:solidFill>
                          <a:schemeClr val="tx1"/>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sz="1000" b="0" dirty="0">
                          <a:solidFill>
                            <a:schemeClr val="tx1"/>
                          </a:solidFill>
                          <a:latin typeface="Abar Mid" pitchFamily="50" charset="-78"/>
                          <a:ea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24B98477-BCD3-FB0B-D64E-B319BEBECA61}"/>
              </a:ext>
            </a:extLst>
          </p:cNvPr>
          <p:cNvGraphicFramePr>
            <a:graphicFrameLocks/>
          </p:cNvGraphicFramePr>
          <p:nvPr>
            <p:extLst>
              <p:ext uri="{D42A27DB-BD31-4B8C-83A1-F6EECF244321}">
                <p14:modId xmlns:p14="http://schemas.microsoft.com/office/powerpoint/2010/main" val="417984375"/>
              </p:ext>
            </p:extLst>
          </p:nvPr>
        </p:nvGraphicFramePr>
        <p:xfrm>
          <a:off x="474246" y="7284943"/>
          <a:ext cx="6623050" cy="1203960"/>
        </p:xfrm>
        <a:graphic>
          <a:graphicData uri="http://schemas.openxmlformats.org/drawingml/2006/table">
            <a:tbl>
              <a:tblPr rtl="1"/>
              <a:tblGrid>
                <a:gridCol w="372010">
                  <a:extLst>
                    <a:ext uri="{9D8B030D-6E8A-4147-A177-3AD203B41FA5}">
                      <a16:colId xmlns:a16="http://schemas.microsoft.com/office/drawing/2014/main" val="3562085196"/>
                    </a:ext>
                  </a:extLst>
                </a:gridCol>
                <a:gridCol w="2659660">
                  <a:extLst>
                    <a:ext uri="{9D8B030D-6E8A-4147-A177-3AD203B41FA5}">
                      <a16:colId xmlns:a16="http://schemas.microsoft.com/office/drawing/2014/main" val="20000"/>
                    </a:ext>
                  </a:extLst>
                </a:gridCol>
                <a:gridCol w="1112876">
                  <a:extLst>
                    <a:ext uri="{9D8B030D-6E8A-4147-A177-3AD203B41FA5}">
                      <a16:colId xmlns:a16="http://schemas.microsoft.com/office/drawing/2014/main" val="20001"/>
                    </a:ext>
                  </a:extLst>
                </a:gridCol>
                <a:gridCol w="2478504">
                  <a:extLst>
                    <a:ext uri="{9D8B030D-6E8A-4147-A177-3AD203B41FA5}">
                      <a16:colId xmlns:a16="http://schemas.microsoft.com/office/drawing/2014/main" val="3379328062"/>
                    </a:ext>
                  </a:extLst>
                </a:gridCol>
              </a:tblGrid>
              <a:tr h="0">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المهام المعلقة</a:t>
                      </a:r>
                    </a:p>
                  </a:txBody>
                  <a:tcPr marL="45720" anchor="ctr">
                    <a:lnL w="57150" cap="flat" cmpd="sng" algn="ctr">
                      <a:solidFill>
                        <a:schemeClr val="bg1">
                          <a:lumMod val="65000"/>
                        </a:schemeClr>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التحديث</a:t>
                      </a:r>
                      <a:endParaRPr sz="1000" b="1" dirty="0">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324198">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دراسة مقترح المنظومة الذكية المعتمدة على الساعة </a:t>
                      </a:r>
                      <a:r>
                        <a:rPr lang="ar-SA" sz="1000" b="0" i="0" u="none" strike="noStrike" dirty="0" err="1">
                          <a:solidFill>
                            <a:srgbClr val="000000"/>
                          </a:solidFill>
                          <a:effectLst/>
                          <a:latin typeface="Abar Mid" pitchFamily="50" charset="-78"/>
                          <a:cs typeface="Abar Mid" pitchFamily="50" charset="-78"/>
                        </a:rPr>
                        <a:t>المعصمية</a:t>
                      </a:r>
                      <a:r>
                        <a:rPr lang="ar-SA" sz="1000" b="0" i="0" u="none" strike="noStrike" dirty="0">
                          <a:solidFill>
                            <a:srgbClr val="000000"/>
                          </a:solidFill>
                          <a:effectLst/>
                          <a:latin typeface="Abar Mid" pitchFamily="50" charset="-78"/>
                          <a:cs typeface="Abar Mid" pitchFamily="50" charset="-78"/>
                        </a:rPr>
                        <a:t> بالتنسيق مع </a:t>
                      </a:r>
                      <a:r>
                        <a:rPr lang="ar-SA" sz="1000" b="0" i="0" u="none" strike="noStrike" dirty="0" err="1">
                          <a:solidFill>
                            <a:srgbClr val="000000"/>
                          </a:solidFill>
                          <a:effectLst/>
                          <a:latin typeface="Abar Mid" pitchFamily="50" charset="-78"/>
                          <a:cs typeface="Abar Mid" pitchFamily="50" charset="-78"/>
                        </a:rPr>
                        <a:t>سدايا</a:t>
                      </a:r>
                      <a:r>
                        <a:rPr lang="ar-SA" sz="1000" b="0" i="0" u="none" strike="noStrike" dirty="0">
                          <a:solidFill>
                            <a:srgbClr val="000000"/>
                          </a:solidFill>
                          <a:effectLst/>
                          <a:latin typeface="Abar Mid" pitchFamily="50" charset="-78"/>
                          <a:cs typeface="Abar Mid" pitchFamily="50" charset="-78"/>
                        </a:rPr>
                        <a:t>، ومشاركة ملخص تنفيذي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التحول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وتقنية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المعلومات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ln>
                            <a:noFill/>
                          </a:ln>
                          <a:solidFill>
                            <a:srgbClr val="000000"/>
                          </a:solidFill>
                          <a:effectLst/>
                          <a:latin typeface="Abar Mid" pitchFamily="50" charset="-78"/>
                          <a:cs typeface="Abar Mid" pitchFamily="50" charset="-78"/>
                        </a:rPr>
                        <a:t>تم رفع طلب تمديد إلى لجنة المتابعة حتى تاريخ 30 سبتمبر </a:t>
                      </a:r>
                      <a:r>
                        <a:rPr lang="ar-SA" sz="1000" b="0" i="0" u="none" strike="noStrike" dirty="0" err="1">
                          <a:ln>
                            <a:noFill/>
                          </a:ln>
                          <a:solidFill>
                            <a:srgbClr val="000000"/>
                          </a:solidFill>
                          <a:effectLst/>
                          <a:latin typeface="Abar Mid" pitchFamily="50" charset="-78"/>
                          <a:cs typeface="Abar Mid" pitchFamily="50" charset="-78"/>
                        </a:rPr>
                        <a:t>لإستكمال</a:t>
                      </a:r>
                      <a:r>
                        <a:rPr lang="ar-SA" sz="1000" b="0" i="0" u="none" strike="noStrike" dirty="0">
                          <a:ln>
                            <a:noFill/>
                          </a:ln>
                          <a:solidFill>
                            <a:srgbClr val="000000"/>
                          </a:solidFill>
                          <a:effectLst/>
                          <a:latin typeface="Abar Mid" pitchFamily="50" charset="-78"/>
                          <a:cs typeface="Abar Mid" pitchFamily="50" charset="-78"/>
                        </a:rPr>
                        <a:t> دراسة المقترح والمواءمة مع </a:t>
                      </a:r>
                      <a:r>
                        <a:rPr lang="ar-SA" sz="1000" b="0" i="0" u="none" strike="noStrike" dirty="0" err="1">
                          <a:ln>
                            <a:noFill/>
                          </a:ln>
                          <a:solidFill>
                            <a:srgbClr val="000000"/>
                          </a:solidFill>
                          <a:effectLst/>
                          <a:latin typeface="Abar Mid" pitchFamily="50" charset="-78"/>
                          <a:cs typeface="Abar Mid" pitchFamily="50" charset="-78"/>
                        </a:rPr>
                        <a:t>سدايا</a:t>
                      </a:r>
                      <a:r>
                        <a:rPr lang="ar-SA" sz="1000" b="0" i="0" u="none" strike="noStrike" dirty="0">
                          <a:ln>
                            <a:noFill/>
                          </a:ln>
                          <a:solidFill>
                            <a:srgbClr val="000000"/>
                          </a:solidFill>
                          <a:effectLst/>
                          <a:latin typeface="Abar Mid" pitchFamily="50" charset="-78"/>
                          <a:cs typeface="Abar Mid" pitchFamily="50" charset="-78"/>
                        </a:rPr>
                        <a:t> حيال نطاق الاستفادة منها وفي انتظار اعتماد طلب التمديد</a:t>
                      </a:r>
                      <a:endParaRPr lang="en-US" sz="1000" b="0" i="0" u="none" strike="noStrike" dirty="0">
                        <a:ln>
                          <a:noFill/>
                        </a:ln>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0" name="Table 9">
            <a:extLst>
              <a:ext uri="{FF2B5EF4-FFF2-40B4-BE49-F238E27FC236}">
                <a16:creationId xmlns:a16="http://schemas.microsoft.com/office/drawing/2014/main" id="{29852CAF-D388-3E18-BA70-6C9E5FB343F7}"/>
              </a:ext>
            </a:extLst>
          </p:cNvPr>
          <p:cNvGraphicFramePr>
            <a:graphicFrameLocks/>
          </p:cNvGraphicFramePr>
          <p:nvPr>
            <p:extLst>
              <p:ext uri="{D42A27DB-BD31-4B8C-83A1-F6EECF244321}">
                <p14:modId xmlns:p14="http://schemas.microsoft.com/office/powerpoint/2010/main" val="2019303517"/>
              </p:ext>
            </p:extLst>
          </p:nvPr>
        </p:nvGraphicFramePr>
        <p:xfrm>
          <a:off x="474246" y="4448755"/>
          <a:ext cx="6623050" cy="1203960"/>
        </p:xfrm>
        <a:graphic>
          <a:graphicData uri="http://schemas.openxmlformats.org/drawingml/2006/table">
            <a:tbl>
              <a:tblPr rtl="1"/>
              <a:tblGrid>
                <a:gridCol w="372010">
                  <a:extLst>
                    <a:ext uri="{9D8B030D-6E8A-4147-A177-3AD203B41FA5}">
                      <a16:colId xmlns:a16="http://schemas.microsoft.com/office/drawing/2014/main" val="3562085196"/>
                    </a:ext>
                  </a:extLst>
                </a:gridCol>
                <a:gridCol w="2659660">
                  <a:extLst>
                    <a:ext uri="{9D8B030D-6E8A-4147-A177-3AD203B41FA5}">
                      <a16:colId xmlns:a16="http://schemas.microsoft.com/office/drawing/2014/main" val="20000"/>
                    </a:ext>
                  </a:extLst>
                </a:gridCol>
                <a:gridCol w="1112876">
                  <a:extLst>
                    <a:ext uri="{9D8B030D-6E8A-4147-A177-3AD203B41FA5}">
                      <a16:colId xmlns:a16="http://schemas.microsoft.com/office/drawing/2014/main" val="20001"/>
                    </a:ext>
                  </a:extLst>
                </a:gridCol>
                <a:gridCol w="2478504">
                  <a:extLst>
                    <a:ext uri="{9D8B030D-6E8A-4147-A177-3AD203B41FA5}">
                      <a16:colId xmlns:a16="http://schemas.microsoft.com/office/drawing/2014/main" val="3379328062"/>
                    </a:ext>
                  </a:extLst>
                </a:gridCol>
              </a:tblGrid>
              <a:tr h="0">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المهام المكتملة</a:t>
                      </a:r>
                    </a:p>
                  </a:txBody>
                  <a:tcPr marL="45720" anchor="ctr">
                    <a:lnL w="57150" cap="flat" cmpd="sng" algn="ctr">
                      <a:solidFill>
                        <a:srgbClr val="164767"/>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ملاحظات</a:t>
                      </a:r>
                      <a:endParaRPr sz="1000" b="1" dirty="0">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324198">
                <a:tc>
                  <a:txBody>
                    <a:bodyPr/>
                    <a:lstStyle/>
                    <a:p>
                      <a:pPr algn="ctr" rtl="0" fontAlgn="ctr">
                        <a:buNone/>
                      </a:pPr>
                      <a:r>
                        <a:rPr lang="en-US" sz="1000" b="0" i="0" u="none" strike="noStrike" dirty="0">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دراسة مقترح المنظومة الذكية المعتمدة على الساعة </a:t>
                      </a:r>
                      <a:r>
                        <a:rPr lang="ar-SA" sz="1000" b="0" i="0" u="none" strike="noStrike" dirty="0" err="1">
                          <a:solidFill>
                            <a:srgbClr val="000000"/>
                          </a:solidFill>
                          <a:effectLst/>
                          <a:latin typeface="Abar Mid" pitchFamily="50" charset="-78"/>
                          <a:cs typeface="Abar Mid" pitchFamily="50" charset="-78"/>
                        </a:rPr>
                        <a:t>المعصمية</a:t>
                      </a:r>
                      <a:r>
                        <a:rPr lang="ar-SA" sz="1000" b="0" i="0" u="none" strike="noStrike" dirty="0">
                          <a:solidFill>
                            <a:srgbClr val="000000"/>
                          </a:solidFill>
                          <a:effectLst/>
                          <a:latin typeface="Abar Mid" pitchFamily="50" charset="-78"/>
                          <a:cs typeface="Abar Mid" pitchFamily="50" charset="-78"/>
                        </a:rPr>
                        <a:t> بالتنسيق مع </a:t>
                      </a:r>
                      <a:r>
                        <a:rPr lang="ar-SA" sz="1000" b="0" i="0" u="none" strike="noStrike" dirty="0" err="1">
                          <a:solidFill>
                            <a:srgbClr val="000000"/>
                          </a:solidFill>
                          <a:effectLst/>
                          <a:latin typeface="Abar Mid" pitchFamily="50" charset="-78"/>
                          <a:cs typeface="Abar Mid" pitchFamily="50" charset="-78"/>
                        </a:rPr>
                        <a:t>سدايا</a:t>
                      </a:r>
                      <a:r>
                        <a:rPr lang="ar-SA" sz="1000" b="0" i="0" u="none" strike="noStrike" dirty="0">
                          <a:solidFill>
                            <a:srgbClr val="000000"/>
                          </a:solidFill>
                          <a:effectLst/>
                          <a:latin typeface="Abar Mid" pitchFamily="50" charset="-78"/>
                          <a:cs typeface="Abar Mid" pitchFamily="50" charset="-78"/>
                        </a:rPr>
                        <a:t>، ومشاركة ملخص تنفيذي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التحول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وتقنية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المعلومات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ln>
                            <a:noFill/>
                          </a:ln>
                          <a:solidFill>
                            <a:srgbClr val="000000"/>
                          </a:solidFill>
                          <a:effectLst/>
                          <a:latin typeface="Abar Mid" pitchFamily="50" charset="-78"/>
                          <a:cs typeface="Abar Mid" pitchFamily="50" charset="-78"/>
                        </a:rPr>
                        <a:t>تم رفع طلب تمديد إلى لجنة المتابعة حتى تاريخ 30 سبتمبر </a:t>
                      </a:r>
                      <a:r>
                        <a:rPr lang="ar-SA" sz="1000" b="0" i="0" u="none" strike="noStrike" dirty="0" err="1">
                          <a:ln>
                            <a:noFill/>
                          </a:ln>
                          <a:solidFill>
                            <a:srgbClr val="000000"/>
                          </a:solidFill>
                          <a:effectLst/>
                          <a:latin typeface="Abar Mid" pitchFamily="50" charset="-78"/>
                          <a:cs typeface="Abar Mid" pitchFamily="50" charset="-78"/>
                        </a:rPr>
                        <a:t>لإستكمال</a:t>
                      </a:r>
                      <a:r>
                        <a:rPr lang="ar-SA" sz="1000" b="0" i="0" u="none" strike="noStrike" dirty="0">
                          <a:ln>
                            <a:noFill/>
                          </a:ln>
                          <a:solidFill>
                            <a:srgbClr val="000000"/>
                          </a:solidFill>
                          <a:effectLst/>
                          <a:latin typeface="Abar Mid" pitchFamily="50" charset="-78"/>
                          <a:cs typeface="Abar Mid" pitchFamily="50" charset="-78"/>
                        </a:rPr>
                        <a:t> دراسة المقترح والمواءمة مع </a:t>
                      </a:r>
                      <a:r>
                        <a:rPr lang="ar-SA" sz="1000" b="0" i="0" u="none" strike="noStrike" dirty="0" err="1">
                          <a:ln>
                            <a:noFill/>
                          </a:ln>
                          <a:solidFill>
                            <a:srgbClr val="000000"/>
                          </a:solidFill>
                          <a:effectLst/>
                          <a:latin typeface="Abar Mid" pitchFamily="50" charset="-78"/>
                          <a:cs typeface="Abar Mid" pitchFamily="50" charset="-78"/>
                        </a:rPr>
                        <a:t>سدايا</a:t>
                      </a:r>
                      <a:r>
                        <a:rPr lang="ar-SA" sz="1000" b="0" i="0" u="none" strike="noStrike" dirty="0">
                          <a:ln>
                            <a:noFill/>
                          </a:ln>
                          <a:solidFill>
                            <a:srgbClr val="000000"/>
                          </a:solidFill>
                          <a:effectLst/>
                          <a:latin typeface="Abar Mid" pitchFamily="50" charset="-78"/>
                          <a:cs typeface="Abar Mid" pitchFamily="50" charset="-78"/>
                        </a:rPr>
                        <a:t> حيال نطاق الاستفادة منها وفي انتظار اعتماد طلب التمديد</a:t>
                      </a:r>
                      <a:endParaRPr lang="en-US" sz="1000" b="0" i="0" u="none" strike="noStrike" dirty="0">
                        <a:ln>
                          <a:noFill/>
                        </a:ln>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3" name="Table 22">
            <a:extLst>
              <a:ext uri="{FF2B5EF4-FFF2-40B4-BE49-F238E27FC236}">
                <a16:creationId xmlns:a16="http://schemas.microsoft.com/office/drawing/2014/main" id="{DB91C56E-189A-ACA9-8953-B0CDCB57F1CA}"/>
              </a:ext>
            </a:extLst>
          </p:cNvPr>
          <p:cNvGraphicFramePr>
            <a:graphicFrameLocks/>
          </p:cNvGraphicFramePr>
          <p:nvPr>
            <p:extLst>
              <p:ext uri="{D42A27DB-BD31-4B8C-83A1-F6EECF244321}">
                <p14:modId xmlns:p14="http://schemas.microsoft.com/office/powerpoint/2010/main" val="1267407537"/>
              </p:ext>
            </p:extLst>
          </p:nvPr>
        </p:nvGraphicFramePr>
        <p:xfrm>
          <a:off x="474246" y="5866849"/>
          <a:ext cx="6623050" cy="1203960"/>
        </p:xfrm>
        <a:graphic>
          <a:graphicData uri="http://schemas.openxmlformats.org/drawingml/2006/table">
            <a:tbl>
              <a:tblPr rtl="1"/>
              <a:tblGrid>
                <a:gridCol w="372010">
                  <a:extLst>
                    <a:ext uri="{9D8B030D-6E8A-4147-A177-3AD203B41FA5}">
                      <a16:colId xmlns:a16="http://schemas.microsoft.com/office/drawing/2014/main" val="3562085196"/>
                    </a:ext>
                  </a:extLst>
                </a:gridCol>
                <a:gridCol w="2659660">
                  <a:extLst>
                    <a:ext uri="{9D8B030D-6E8A-4147-A177-3AD203B41FA5}">
                      <a16:colId xmlns:a16="http://schemas.microsoft.com/office/drawing/2014/main" val="20000"/>
                    </a:ext>
                  </a:extLst>
                </a:gridCol>
                <a:gridCol w="1112876">
                  <a:extLst>
                    <a:ext uri="{9D8B030D-6E8A-4147-A177-3AD203B41FA5}">
                      <a16:colId xmlns:a16="http://schemas.microsoft.com/office/drawing/2014/main" val="20001"/>
                    </a:ext>
                  </a:extLst>
                </a:gridCol>
                <a:gridCol w="2478504">
                  <a:extLst>
                    <a:ext uri="{9D8B030D-6E8A-4147-A177-3AD203B41FA5}">
                      <a16:colId xmlns:a16="http://schemas.microsoft.com/office/drawing/2014/main" val="3379328062"/>
                    </a:ext>
                  </a:extLst>
                </a:gridCol>
              </a:tblGrid>
              <a:tr h="0">
                <a:tc gridSpan="3">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المهام المتأخرة</a:t>
                      </a:r>
                    </a:p>
                  </a:txBody>
                  <a:tcPr marL="45720" anchor="ctr">
                    <a:lnL w="57150" cap="flat" cmpd="sng" algn="ctr">
                      <a:solidFill>
                        <a:srgbClr val="87452B"/>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المهمة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ملاحظات</a:t>
                      </a:r>
                      <a:endParaRPr sz="1000" b="1" dirty="0">
                        <a:solidFill>
                          <a:srgbClr val="FFFFFF"/>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324198">
                <a:tc>
                  <a:txBody>
                    <a:bodyPr/>
                    <a:lstStyle/>
                    <a:p>
                      <a:pPr algn="ctr" rtl="0" fontAlgn="ctr">
                        <a:buNone/>
                      </a:pPr>
                      <a:r>
                        <a:rPr lang="en-US" sz="1000" b="0" i="0" u="none" strike="noStrike" dirty="0">
                          <a:solidFill>
                            <a:srgbClr val="000000"/>
                          </a:solidFill>
                          <a:effectLst/>
                          <a:latin typeface="Abar Mid" pitchFamily="50" charset="-78"/>
                          <a:cs typeface="Abar Mid" pitchFamily="50" charset="-78"/>
                        </a:rPr>
                        <a:t>1</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solidFill>
                            <a:srgbClr val="000000"/>
                          </a:solidFill>
                          <a:effectLst/>
                          <a:latin typeface="Abar Mid" pitchFamily="50" charset="-78"/>
                          <a:cs typeface="Abar Mid" pitchFamily="50" charset="-78"/>
                        </a:rPr>
                        <a:t>دراسة مقترح المنظومة الذكية المعتمدة على الساعة </a:t>
                      </a:r>
                      <a:r>
                        <a:rPr lang="ar-SA" sz="1000" b="0" i="0" u="none" strike="noStrike" dirty="0" err="1">
                          <a:solidFill>
                            <a:srgbClr val="000000"/>
                          </a:solidFill>
                          <a:effectLst/>
                          <a:latin typeface="Abar Mid" pitchFamily="50" charset="-78"/>
                          <a:cs typeface="Abar Mid" pitchFamily="50" charset="-78"/>
                        </a:rPr>
                        <a:t>المعصمية</a:t>
                      </a:r>
                      <a:r>
                        <a:rPr lang="ar-SA" sz="1000" b="0" i="0" u="none" strike="noStrike" dirty="0">
                          <a:solidFill>
                            <a:srgbClr val="000000"/>
                          </a:solidFill>
                          <a:effectLst/>
                          <a:latin typeface="Abar Mid" pitchFamily="50" charset="-78"/>
                          <a:cs typeface="Abar Mid" pitchFamily="50" charset="-78"/>
                        </a:rPr>
                        <a:t> بالتنسيق مع </a:t>
                      </a:r>
                      <a:r>
                        <a:rPr lang="ar-SA" sz="1000" b="0" i="0" u="none" strike="noStrike" dirty="0" err="1">
                          <a:solidFill>
                            <a:srgbClr val="000000"/>
                          </a:solidFill>
                          <a:effectLst/>
                          <a:latin typeface="Abar Mid" pitchFamily="50" charset="-78"/>
                          <a:cs typeface="Abar Mid" pitchFamily="50" charset="-78"/>
                        </a:rPr>
                        <a:t>سدايا</a:t>
                      </a:r>
                      <a:r>
                        <a:rPr lang="ar-SA" sz="1000" b="0" i="0" u="none" strike="noStrike" dirty="0">
                          <a:solidFill>
                            <a:srgbClr val="000000"/>
                          </a:solidFill>
                          <a:effectLst/>
                          <a:latin typeface="Abar Mid" pitchFamily="50" charset="-78"/>
                          <a:cs typeface="Abar Mid" pitchFamily="50" charset="-78"/>
                        </a:rPr>
                        <a:t>، ومشاركة ملخص تنفيذي</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التحول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الرقمي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وتقنية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المعلومات</a:t>
                      </a:r>
                      <a:endParaRPr lang="en-US" sz="1000" b="0" i="0" u="none" strike="noStrike" dirty="0">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dirty="0">
                          <a:ln>
                            <a:noFill/>
                          </a:ln>
                          <a:solidFill>
                            <a:srgbClr val="000000"/>
                          </a:solidFill>
                          <a:effectLst/>
                          <a:latin typeface="Abar Mid" pitchFamily="50" charset="-78"/>
                          <a:cs typeface="Abar Mid" pitchFamily="50" charset="-78"/>
                        </a:rPr>
                        <a:t>تم رفع طلب تمديد إلى لجنة المتابعة حتى تاريخ 30 سبتمبر </a:t>
                      </a:r>
                      <a:r>
                        <a:rPr lang="ar-SA" sz="1000" b="0" i="0" u="none" strike="noStrike" dirty="0" err="1">
                          <a:ln>
                            <a:noFill/>
                          </a:ln>
                          <a:solidFill>
                            <a:srgbClr val="000000"/>
                          </a:solidFill>
                          <a:effectLst/>
                          <a:latin typeface="Abar Mid" pitchFamily="50" charset="-78"/>
                          <a:cs typeface="Abar Mid" pitchFamily="50" charset="-78"/>
                        </a:rPr>
                        <a:t>لإستكمال</a:t>
                      </a:r>
                      <a:r>
                        <a:rPr lang="ar-SA" sz="1000" b="0" i="0" u="none" strike="noStrike" dirty="0">
                          <a:ln>
                            <a:noFill/>
                          </a:ln>
                          <a:solidFill>
                            <a:srgbClr val="000000"/>
                          </a:solidFill>
                          <a:effectLst/>
                          <a:latin typeface="Abar Mid" pitchFamily="50" charset="-78"/>
                          <a:cs typeface="Abar Mid" pitchFamily="50" charset="-78"/>
                        </a:rPr>
                        <a:t> دراسة المقترح والمواءمة مع </a:t>
                      </a:r>
                      <a:r>
                        <a:rPr lang="ar-SA" sz="1000" b="0" i="0" u="none" strike="noStrike" dirty="0" err="1">
                          <a:ln>
                            <a:noFill/>
                          </a:ln>
                          <a:solidFill>
                            <a:srgbClr val="000000"/>
                          </a:solidFill>
                          <a:effectLst/>
                          <a:latin typeface="Abar Mid" pitchFamily="50" charset="-78"/>
                          <a:cs typeface="Abar Mid" pitchFamily="50" charset="-78"/>
                        </a:rPr>
                        <a:t>سدايا</a:t>
                      </a:r>
                      <a:r>
                        <a:rPr lang="ar-SA" sz="1000" b="0" i="0" u="none" strike="noStrike" dirty="0">
                          <a:ln>
                            <a:noFill/>
                          </a:ln>
                          <a:solidFill>
                            <a:srgbClr val="000000"/>
                          </a:solidFill>
                          <a:effectLst/>
                          <a:latin typeface="Abar Mid" pitchFamily="50" charset="-78"/>
                          <a:cs typeface="Abar Mid" pitchFamily="50" charset="-78"/>
                        </a:rPr>
                        <a:t> حيال نطاق الاستفادة منها وفي انتظار اعتماد طلب التمديد</a:t>
                      </a:r>
                      <a:endParaRPr lang="en-US" sz="1000" b="0" i="0" u="none" strike="noStrike" dirty="0">
                        <a:ln>
                          <a:noFill/>
                        </a:ln>
                        <a:solidFill>
                          <a:srgbClr val="000000"/>
                        </a:solidFill>
                        <a:effectLst/>
                        <a:latin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0310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60FB4-CE02-3545-109C-C982CA0EC45B}"/>
            </a:ext>
          </a:extLst>
        </p:cNvPr>
        <p:cNvGrpSpPr/>
        <p:nvPr/>
      </p:nvGrpSpPr>
      <p:grpSpPr>
        <a:xfrm>
          <a:off x="0" y="0"/>
          <a:ext cx="0" cy="0"/>
          <a:chOff x="0" y="0"/>
          <a:chExt cx="0" cy="0"/>
        </a:xfrm>
      </p:grpSpPr>
      <p:sp>
        <p:nvSpPr>
          <p:cNvPr id="6" name="Rounded Rectangle 93">
            <a:extLst>
              <a:ext uri="{FF2B5EF4-FFF2-40B4-BE49-F238E27FC236}">
                <a16:creationId xmlns:a16="http://schemas.microsoft.com/office/drawing/2014/main" id="{C5FCEF9F-19BE-9AC0-6D51-C4E6C2077C5F}"/>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10" name="TextBox 9">
            <a:extLst>
              <a:ext uri="{FF2B5EF4-FFF2-40B4-BE49-F238E27FC236}">
                <a16:creationId xmlns:a16="http://schemas.microsoft.com/office/drawing/2014/main" id="{103E7B93-2CBC-E488-FCD0-C281156A196D}"/>
              </a:ext>
            </a:extLst>
          </p:cNvPr>
          <p:cNvSpPr txBox="1"/>
          <p:nvPr/>
        </p:nvSpPr>
        <p:spPr>
          <a:xfrm>
            <a:off x="5990928" y="845457"/>
            <a:ext cx="919654" cy="646331"/>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20</a:t>
            </a:r>
          </a:p>
        </p:txBody>
      </p:sp>
      <p:sp>
        <p:nvSpPr>
          <p:cNvPr id="5" name="Rounded Rectangle 93">
            <a:extLst>
              <a:ext uri="{FF2B5EF4-FFF2-40B4-BE49-F238E27FC236}">
                <a16:creationId xmlns:a16="http://schemas.microsoft.com/office/drawing/2014/main" id="{3067AB06-4734-AF09-9574-BF84A8461B73}"/>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7" name="TextBox 6">
            <a:extLst>
              <a:ext uri="{FF2B5EF4-FFF2-40B4-BE49-F238E27FC236}">
                <a16:creationId xmlns:a16="http://schemas.microsoft.com/office/drawing/2014/main" id="{0764BEF1-1BCA-E0B4-15EA-D29EBA9C6BCC}"/>
              </a:ext>
            </a:extLst>
          </p:cNvPr>
          <p:cNvSpPr txBox="1"/>
          <p:nvPr/>
        </p:nvSpPr>
        <p:spPr>
          <a:xfrm>
            <a:off x="740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lumMod val="65000"/>
                  </a:prstClr>
                </a:solidFill>
                <a:effectLst/>
                <a:uLnTx/>
                <a:uFillTx/>
                <a:latin typeface="Abar Mid" pitchFamily="50" charset="-78"/>
                <a:ea typeface="Abar Mid" pitchFamily="50" charset="-78"/>
                <a:cs typeface="Abar Mid" pitchFamily="50" charset="-78"/>
              </a:rPr>
              <a:t>0</a:t>
            </a:r>
            <a:endParaRPr kumimoji="0" lang="ar-SA" sz="2800" b="1" i="0" u="none" strike="noStrike" kern="1200" cap="none" spc="0" normalizeH="0" baseline="0" noProof="0">
              <a:ln>
                <a:noFill/>
              </a:ln>
              <a:solidFill>
                <a:prstClr val="white">
                  <a:lumMod val="65000"/>
                </a:prstClr>
              </a:solidFill>
              <a:effectLst/>
              <a:uLnTx/>
              <a:uFillTx/>
              <a:latin typeface="Abar Mid" pitchFamily="50" charset="-78"/>
              <a:ea typeface="Abar Mid" pitchFamily="50" charset="-78"/>
              <a:cs typeface="Abar Mid" pitchFamily="50" charset="-78"/>
            </a:endParaRPr>
          </a:p>
        </p:txBody>
      </p:sp>
      <p:sp>
        <p:nvSpPr>
          <p:cNvPr id="8" name="TextBox 7">
            <a:extLst>
              <a:ext uri="{FF2B5EF4-FFF2-40B4-BE49-F238E27FC236}">
                <a16:creationId xmlns:a16="http://schemas.microsoft.com/office/drawing/2014/main" id="{E2D6875E-C0BC-583C-78FF-E9DAD03BCC9A}"/>
              </a:ext>
            </a:extLst>
          </p:cNvPr>
          <p:cNvSpPr txBox="1"/>
          <p:nvPr/>
        </p:nvSpPr>
        <p:spPr>
          <a:xfrm>
            <a:off x="1963282"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0</a:t>
            </a:r>
          </a:p>
        </p:txBody>
      </p:sp>
      <p:sp>
        <p:nvSpPr>
          <p:cNvPr id="9" name="TextBox 8">
            <a:extLst>
              <a:ext uri="{FF2B5EF4-FFF2-40B4-BE49-F238E27FC236}">
                <a16:creationId xmlns:a16="http://schemas.microsoft.com/office/drawing/2014/main" id="{D2397805-DAE3-BADA-871C-CC8E64B380AC}"/>
              </a:ext>
            </a:extLst>
          </p:cNvPr>
          <p:cNvSpPr txBox="1"/>
          <p:nvPr/>
        </p:nvSpPr>
        <p:spPr>
          <a:xfrm>
            <a:off x="5899888" y="1291062"/>
            <a:ext cx="1101743" cy="43088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dirty="0">
                <a:ln>
                  <a:noFill/>
                </a:ln>
                <a:solidFill>
                  <a:srgbClr val="D9A86A"/>
                </a:solidFill>
                <a:effectLst/>
                <a:uLnTx/>
                <a:uFillTx/>
                <a:latin typeface="Abar Mid" pitchFamily="50" charset="-78"/>
                <a:ea typeface="Abar Mid" pitchFamily="50" charset="-78"/>
                <a:cs typeface="Abar Mid" pitchFamily="50" charset="-78"/>
              </a:rPr>
              <a:t>إجمالي مشاريع سهيل</a:t>
            </a:r>
          </a:p>
        </p:txBody>
      </p:sp>
      <p:sp>
        <p:nvSpPr>
          <p:cNvPr id="11" name="TextBox 10">
            <a:extLst>
              <a:ext uri="{FF2B5EF4-FFF2-40B4-BE49-F238E27FC236}">
                <a16:creationId xmlns:a16="http://schemas.microsoft.com/office/drawing/2014/main" id="{04438F37-B43E-2B00-1C56-A27ECE7CCF00}"/>
              </a:ext>
            </a:extLst>
          </p:cNvPr>
          <p:cNvSpPr txBox="1"/>
          <p:nvPr/>
        </p:nvSpPr>
        <p:spPr>
          <a:xfrm>
            <a:off x="4422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مكتملة</a:t>
            </a:r>
          </a:p>
        </p:txBody>
      </p:sp>
      <p:sp>
        <p:nvSpPr>
          <p:cNvPr id="12" name="TextBox 11">
            <a:extLst>
              <a:ext uri="{FF2B5EF4-FFF2-40B4-BE49-F238E27FC236}">
                <a16:creationId xmlns:a16="http://schemas.microsoft.com/office/drawing/2014/main" id="{DC6FCA89-3CAC-AC83-EC76-685AC579470B}"/>
              </a:ext>
            </a:extLst>
          </p:cNvPr>
          <p:cNvSpPr txBox="1"/>
          <p:nvPr/>
        </p:nvSpPr>
        <p:spPr>
          <a:xfrm>
            <a:off x="451313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4</a:t>
            </a:r>
          </a:p>
        </p:txBody>
      </p:sp>
      <p:sp>
        <p:nvSpPr>
          <p:cNvPr id="13" name="TextBox 12">
            <a:extLst>
              <a:ext uri="{FF2B5EF4-FFF2-40B4-BE49-F238E27FC236}">
                <a16:creationId xmlns:a16="http://schemas.microsoft.com/office/drawing/2014/main" id="{EE4706A6-C2D0-855C-A669-E18BA137F86E}"/>
              </a:ext>
            </a:extLst>
          </p:cNvPr>
          <p:cNvSpPr txBox="1"/>
          <p:nvPr/>
        </p:nvSpPr>
        <p:spPr>
          <a:xfrm>
            <a:off x="316638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على المخطط</a:t>
            </a:r>
          </a:p>
        </p:txBody>
      </p:sp>
      <p:sp>
        <p:nvSpPr>
          <p:cNvPr id="14" name="TextBox 13">
            <a:extLst>
              <a:ext uri="{FF2B5EF4-FFF2-40B4-BE49-F238E27FC236}">
                <a16:creationId xmlns:a16="http://schemas.microsoft.com/office/drawing/2014/main" id="{516CB12E-7BB1-2EB8-FCD6-1C032F17EBD1}"/>
              </a:ext>
            </a:extLst>
          </p:cNvPr>
          <p:cNvSpPr txBox="1"/>
          <p:nvPr/>
        </p:nvSpPr>
        <p:spPr>
          <a:xfrm>
            <a:off x="3257427"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1</a:t>
            </a:r>
            <a:r>
              <a:rPr kumimoji="0" lang="en-US"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6</a:t>
            </a:r>
            <a:endParaRPr kumimoji="0" lang="ar-SA" sz="2800" b="1"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endParaRPr>
          </a:p>
        </p:txBody>
      </p:sp>
      <p:sp>
        <p:nvSpPr>
          <p:cNvPr id="15" name="TextBox 14">
            <a:extLst>
              <a:ext uri="{FF2B5EF4-FFF2-40B4-BE49-F238E27FC236}">
                <a16:creationId xmlns:a16="http://schemas.microsoft.com/office/drawing/2014/main" id="{C6A4481B-A51D-92CB-A84E-401E2A411CED}"/>
              </a:ext>
            </a:extLst>
          </p:cNvPr>
          <p:cNvSpPr txBox="1"/>
          <p:nvPr/>
        </p:nvSpPr>
        <p:spPr>
          <a:xfrm>
            <a:off x="649093"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prstClr val="white">
                    <a:lumMod val="50000"/>
                  </a:prstClr>
                </a:solidFill>
                <a:effectLst/>
                <a:uLnTx/>
                <a:uFillTx/>
                <a:latin typeface="Abar Mid" pitchFamily="50" charset="-78"/>
                <a:ea typeface="Abar Mid" pitchFamily="50" charset="-78"/>
                <a:cs typeface="Abar Mid" pitchFamily="50" charset="-78"/>
              </a:rPr>
              <a:t>لم تبدأ</a:t>
            </a:r>
          </a:p>
        </p:txBody>
      </p:sp>
      <p:sp>
        <p:nvSpPr>
          <p:cNvPr id="16" name="Freeform: Shape 15">
            <a:extLst>
              <a:ext uri="{FF2B5EF4-FFF2-40B4-BE49-F238E27FC236}">
                <a16:creationId xmlns:a16="http://schemas.microsoft.com/office/drawing/2014/main" id="{F250548F-635F-4974-EBCB-8582C8BE74E6}"/>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15" rtl="0" eaLnBrk="1" fontAlgn="auto" latinLnBrk="0" hangingPunct="1">
              <a:lnSpc>
                <a:spcPct val="100000"/>
              </a:lnSpc>
              <a:spcBef>
                <a:spcPts val="300"/>
              </a:spcBef>
              <a:spcAft>
                <a:spcPts val="300"/>
              </a:spcAft>
              <a:buClrTx/>
              <a:buSzTx/>
              <a:buFontTx/>
              <a:buNone/>
              <a:tabLst/>
              <a:defRPr/>
            </a:pPr>
            <a:endParaRPr kumimoji="0" lang="en-GB" sz="1600" b="0" i="0" u="none" strike="noStrike" kern="0" cap="none" spc="0" normalizeH="0" baseline="0" noProof="0">
              <a:ln>
                <a:noFill/>
              </a:ln>
              <a:solidFill>
                <a:srgbClr val="FBF7F4"/>
              </a:solidFill>
              <a:effectLst/>
              <a:uLnTx/>
              <a:uFillTx/>
              <a:latin typeface="Sakkal Majalla"/>
              <a:ea typeface="+mn-ea"/>
              <a:cs typeface="+mn-cs"/>
            </a:endParaRPr>
          </a:p>
        </p:txBody>
      </p:sp>
      <p:sp>
        <p:nvSpPr>
          <p:cNvPr id="17" name="TextBox 16">
            <a:extLst>
              <a:ext uri="{FF2B5EF4-FFF2-40B4-BE49-F238E27FC236}">
                <a16:creationId xmlns:a16="http://schemas.microsoft.com/office/drawing/2014/main" id="{4FD4B84C-7598-824B-35DF-4F8EF83B0079}"/>
              </a:ext>
            </a:extLst>
          </p:cNvPr>
          <p:cNvSpPr txBox="1"/>
          <p:nvPr/>
        </p:nvSpPr>
        <p:spPr>
          <a:xfrm>
            <a:off x="1872238"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متأخرة</a:t>
            </a:r>
          </a:p>
        </p:txBody>
      </p:sp>
      <p:cxnSp>
        <p:nvCxnSpPr>
          <p:cNvPr id="18" name="Straight Connector 17">
            <a:extLst>
              <a:ext uri="{FF2B5EF4-FFF2-40B4-BE49-F238E27FC236}">
                <a16:creationId xmlns:a16="http://schemas.microsoft.com/office/drawing/2014/main" id="{398C930B-502C-B130-6BEA-6FE2E0759501}"/>
              </a:ext>
            </a:extLst>
          </p:cNvPr>
          <p:cNvCxnSpPr>
            <a:cxnSpLocks/>
          </p:cNvCxnSpPr>
          <p:nvPr/>
        </p:nvCxnSpPr>
        <p:spPr>
          <a:xfrm flipV="1">
            <a:off x="4310331"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19" name="Straight Connector 18">
            <a:extLst>
              <a:ext uri="{FF2B5EF4-FFF2-40B4-BE49-F238E27FC236}">
                <a16:creationId xmlns:a16="http://schemas.microsoft.com/office/drawing/2014/main" id="{7520A4BD-45ED-2367-85B4-F2FBA5D1EFD8}"/>
              </a:ext>
            </a:extLst>
          </p:cNvPr>
          <p:cNvCxnSpPr>
            <a:cxnSpLocks/>
          </p:cNvCxnSpPr>
          <p:nvPr/>
        </p:nvCxnSpPr>
        <p:spPr>
          <a:xfrm flipV="1">
            <a:off x="3058563"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20" name="Straight Connector 19">
            <a:extLst>
              <a:ext uri="{FF2B5EF4-FFF2-40B4-BE49-F238E27FC236}">
                <a16:creationId xmlns:a16="http://schemas.microsoft.com/office/drawing/2014/main" id="{E55FAD18-A1E0-AC20-1A99-13B8A34EB61A}"/>
              </a:ext>
            </a:extLst>
          </p:cNvPr>
          <p:cNvCxnSpPr>
            <a:cxnSpLocks/>
          </p:cNvCxnSpPr>
          <p:nvPr/>
        </p:nvCxnSpPr>
        <p:spPr>
          <a:xfrm flipV="1">
            <a:off x="1806795"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21" name="Chart 20">
            <a:extLst>
              <a:ext uri="{FF2B5EF4-FFF2-40B4-BE49-F238E27FC236}">
                <a16:creationId xmlns:a16="http://schemas.microsoft.com/office/drawing/2014/main" id="{577BEBE0-9E7E-0099-5ED6-E6961625E2EA}"/>
              </a:ext>
            </a:extLst>
          </p:cNvPr>
          <p:cNvGraphicFramePr/>
          <p:nvPr/>
        </p:nvGraphicFramePr>
        <p:xfrm>
          <a:off x="474250" y="1783831"/>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00BA627B-32AA-1ADA-50CC-F62281CD6958}"/>
              </a:ext>
            </a:extLst>
          </p:cNvPr>
          <p:cNvGraphicFramePr>
            <a:graphicFrameLocks/>
          </p:cNvGraphicFramePr>
          <p:nvPr>
            <p:extLst>
              <p:ext uri="{D42A27DB-BD31-4B8C-83A1-F6EECF244321}">
                <p14:modId xmlns:p14="http://schemas.microsoft.com/office/powerpoint/2010/main" val="4000184021"/>
              </p:ext>
            </p:extLst>
          </p:nvPr>
        </p:nvGraphicFramePr>
        <p:xfrm>
          <a:off x="474245" y="4409471"/>
          <a:ext cx="6623050" cy="1725258"/>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أبرز التحديثات</a:t>
                      </a:r>
                    </a:p>
                  </a:txBody>
                  <a:tcPr marL="45720" anchor="ctr">
                    <a:lnL w="57150" cap="flat" cmpd="sng" algn="ctr">
                      <a:solidFill>
                        <a:srgbClr val="D9A86A"/>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التحديث</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مظلات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مبتكرة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1" i="0" u="none" strike="noStrike" dirty="0">
                          <a:solidFill>
                            <a:srgbClr val="000000"/>
                          </a:solidFill>
                          <a:effectLst/>
                          <a:latin typeface="Abar Mid" pitchFamily="50" charset="-78"/>
                          <a:cs typeface="Abar Mid" pitchFamily="50" charset="-78"/>
                        </a:rPr>
                        <a:t>تاريخ التحديث 24 سبتمبر 2026</a:t>
                      </a:r>
                      <a:endParaRPr lang="en-US" sz="1000" b="1" i="0" u="none" strike="noStrike" dirty="0">
                        <a:solidFill>
                          <a:srgbClr val="000000"/>
                        </a:solidFill>
                        <a:effectLst/>
                        <a:latin typeface="Abar Mid" pitchFamily="50" charset="-78"/>
                        <a:cs typeface="Abar Mid" pitchFamily="50" charset="-78"/>
                      </a:endParaRP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mn-ea"/>
                          <a:cs typeface="Abar Mid" pitchFamily="50" charset="-78"/>
                        </a:rPr>
                        <a:t>تم الانتهاء من معرض ابتكارات الحج وعرض جميع المشاركات، بمشاركة 17 شركة/مبتكر وتقديم 22 نموذج مبتكر للمظلات.</a:t>
                      </a: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 name="Table 1">
            <a:extLst>
              <a:ext uri="{FF2B5EF4-FFF2-40B4-BE49-F238E27FC236}">
                <a16:creationId xmlns:a16="http://schemas.microsoft.com/office/drawing/2014/main" id="{2AB70EB0-C4D4-2A9F-7DDB-41B7B8316E2E}"/>
              </a:ext>
            </a:extLst>
          </p:cNvPr>
          <p:cNvGraphicFramePr>
            <a:graphicFrameLocks/>
          </p:cNvGraphicFramePr>
          <p:nvPr/>
        </p:nvGraphicFramePr>
        <p:xfrm>
          <a:off x="474245" y="8067059"/>
          <a:ext cx="6623050" cy="1608840"/>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التحديات</a:t>
                      </a:r>
                    </a:p>
                  </a:txBody>
                  <a:tcPr marL="45720" anchor="ctr">
                    <a:lnL w="57150" cap="flat" cmpd="sng" algn="ctr">
                      <a:solidFill>
                        <a:srgbClr val="D9A86A"/>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القطاع</a:t>
                      </a:r>
                      <a:endParaRPr sz="1000" b="1" dirty="0">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التحدي</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مظلات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مبتكرة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3" name="Table 22">
            <a:extLst>
              <a:ext uri="{FF2B5EF4-FFF2-40B4-BE49-F238E27FC236}">
                <a16:creationId xmlns:a16="http://schemas.microsoft.com/office/drawing/2014/main" id="{CF546488-1D51-FC1E-8268-FEB36D923228}"/>
              </a:ext>
            </a:extLst>
          </p:cNvPr>
          <p:cNvGraphicFramePr>
            <a:graphicFrameLocks/>
          </p:cNvGraphicFramePr>
          <p:nvPr>
            <p:extLst>
              <p:ext uri="{D42A27DB-BD31-4B8C-83A1-F6EECF244321}">
                <p14:modId xmlns:p14="http://schemas.microsoft.com/office/powerpoint/2010/main" val="801982769"/>
              </p:ext>
            </p:extLst>
          </p:nvPr>
        </p:nvGraphicFramePr>
        <p:xfrm>
          <a:off x="474245" y="6296474"/>
          <a:ext cx="6623050" cy="1608840"/>
        </p:xfrm>
        <a:graphic>
          <a:graphicData uri="http://schemas.openxmlformats.org/drawingml/2006/table">
            <a:tbl>
              <a:tblPr rtl="1"/>
              <a:tblGrid>
                <a:gridCol w="239428">
                  <a:extLst>
                    <a:ext uri="{9D8B030D-6E8A-4147-A177-3AD203B41FA5}">
                      <a16:colId xmlns:a16="http://schemas.microsoft.com/office/drawing/2014/main" val="3562085196"/>
                    </a:ext>
                  </a:extLst>
                </a:gridCol>
                <a:gridCol w="2257292">
                  <a:extLst>
                    <a:ext uri="{9D8B030D-6E8A-4147-A177-3AD203B41FA5}">
                      <a16:colId xmlns:a16="http://schemas.microsoft.com/office/drawing/2014/main" val="20000"/>
                    </a:ext>
                  </a:extLst>
                </a:gridCol>
                <a:gridCol w="1023938">
                  <a:extLst>
                    <a:ext uri="{9D8B030D-6E8A-4147-A177-3AD203B41FA5}">
                      <a16:colId xmlns:a16="http://schemas.microsoft.com/office/drawing/2014/main" val="20001"/>
                    </a:ext>
                  </a:extLst>
                </a:gridCol>
                <a:gridCol w="3102392">
                  <a:extLst>
                    <a:ext uri="{9D8B030D-6E8A-4147-A177-3AD203B41FA5}">
                      <a16:colId xmlns:a16="http://schemas.microsoft.com/office/drawing/2014/main" val="374937463"/>
                    </a:ext>
                  </a:extLst>
                </a:gridCol>
              </a:tblGrid>
              <a:tr h="283509">
                <a:tc gridSpan="4">
                  <a:txBody>
                    <a:bodyPr/>
                    <a:lstStyle/>
                    <a:p>
                      <a:pPr algn="r" rtl="1">
                        <a:lnSpc>
                          <a:spcPct val="105000"/>
                        </a:lnSpc>
                      </a:pPr>
                      <a:r>
                        <a:rPr lang="ar-SA" sz="1000" b="1" dirty="0">
                          <a:solidFill>
                            <a:srgbClr val="000000"/>
                          </a:solidFill>
                          <a:latin typeface="Abar Mid" pitchFamily="50" charset="-78"/>
                          <a:ea typeface="Abar Mid" pitchFamily="50" charset="-78"/>
                          <a:cs typeface="Abar Mid" pitchFamily="50" charset="-78"/>
                        </a:rPr>
                        <a:t>المشاريع المتأخرة</a:t>
                      </a:r>
                    </a:p>
                  </a:txBody>
                  <a:tcPr marL="45720" anchor="ctr">
                    <a:lnL w="57150" cap="flat" cmpd="sng" algn="ctr">
                      <a:solidFill>
                        <a:srgbClr val="87452B"/>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50292" marR="50292" marT="50400" marB="504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C9E0D7"/>
                    </a:solidFill>
                  </a:tcPr>
                </a:tc>
                <a:tc hMerge="1">
                  <a:txBody>
                    <a:bodyPr/>
                    <a:lstStyle/>
                    <a:p>
                      <a:pPr algn="ctr" rtl="1">
                        <a:lnSpc>
                          <a:spcPct val="105000"/>
                        </a:lnSpc>
                      </a:pPr>
                      <a:endParaRPr sz="1000" b="1">
                        <a:solidFill>
                          <a:srgbClr val="FFFFFF"/>
                        </a:solidFill>
                        <a:latin typeface="Abar Mid" pitchFamily="50" charset="-78"/>
                        <a:ea typeface="Abar Mid" pitchFamily="50" charset="-78"/>
                        <a:cs typeface="Abar Mid" pitchFamily="50" charset="-78"/>
                      </a:endParaRPr>
                    </a:p>
                  </a:txBody>
                  <a:tcPr marL="50292" marR="50292" marT="50400" marB="504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008263"/>
                    </a:solidFill>
                  </a:tcPr>
                </a:tc>
                <a:tc hMerge="1">
                  <a:txBody>
                    <a:bodyPr/>
                    <a:lstStyle/>
                    <a:p>
                      <a:pPr algn="r" rtl="1">
                        <a:lnSpc>
                          <a:spcPct val="105000"/>
                        </a:lnSpc>
                      </a:pPr>
                      <a:endParaRPr lang="ar-SA" sz="1000" b="1">
                        <a:solidFill>
                          <a:srgbClr val="000000"/>
                        </a:solidFill>
                        <a:latin typeface="Abar Mid" pitchFamily="50" charset="-78"/>
                        <a:ea typeface="Abar Mid" pitchFamily="50" charset="-78"/>
                        <a:cs typeface="Abar Mid" pitchFamily="50" charset="-78"/>
                      </a:endParaRPr>
                    </a:p>
                  </a:txBody>
                  <a:tcPr marL="45720" anchor="ctr">
                    <a:lnL w="57150" cap="flat" cmpd="sng" algn="ctr">
                      <a:solidFill>
                        <a:srgbClr val="275470"/>
                      </a:solid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772843"/>
                  </a:ext>
                </a:extLst>
              </a:tr>
              <a:tr h="28350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en-US" sz="1000" b="1" dirty="0">
                          <a:solidFill>
                            <a:srgbClr val="FFFFFF"/>
                          </a:solidFill>
                          <a:latin typeface="Abar Mid" pitchFamily="50" charset="-78"/>
                          <a:ea typeface="Abar Mid" pitchFamily="50" charset="-78"/>
                          <a:cs typeface="Abar Mid" pitchFamily="50" charset="-78"/>
                        </a:rPr>
                        <a:t>#</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المشروع</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r>
                        <a:rPr lang="ar-SA" sz="1000" b="1">
                          <a:solidFill>
                            <a:srgbClr val="FFFFFF"/>
                          </a:solidFill>
                          <a:latin typeface="Abar Mid" pitchFamily="50" charset="-78"/>
                          <a:ea typeface="Abar Mid" pitchFamily="50" charset="-78"/>
                          <a:cs typeface="Abar Mid" pitchFamily="50" charset="-78"/>
                        </a:rPr>
                        <a:t>القطاع</a:t>
                      </a:r>
                      <a:endParaRPr sz="1000" b="1">
                        <a:solidFill>
                          <a:srgbClr val="FFFFFF"/>
                        </a:solidFill>
                        <a:latin typeface="Abar Mid" pitchFamily="50" charset="-78"/>
                        <a:ea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tc>
                  <a:txBody>
                    <a:bodyPr/>
                    <a:lstStyle/>
                    <a:p>
                      <a:pPr algn="ctr" rtl="1">
                        <a:lnSpc>
                          <a:spcPct val="105000"/>
                        </a:lnSpc>
                      </a:pPr>
                      <a:r>
                        <a:rPr lang="ar-SA" sz="1000" b="1" dirty="0">
                          <a:solidFill>
                            <a:srgbClr val="FFFFFF"/>
                          </a:solidFill>
                          <a:latin typeface="Abar Mid" pitchFamily="50" charset="-78"/>
                          <a:ea typeface="Abar Mid" pitchFamily="50" charset="-78"/>
                          <a:cs typeface="Abar Mid" pitchFamily="50" charset="-78"/>
                        </a:rPr>
                        <a:t>ملاحظات</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10000"/>
                  </a:ext>
                </a:extLst>
              </a:tr>
              <a:tr h="1041822">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مظلات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مبتكرة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المستفيدين</a:t>
                      </a:r>
                      <a:endParaRPr lang="en-US" sz="1000" b="0" i="0" u="none" strike="noStrike">
                        <a:solidFill>
                          <a:srgbClr val="000000"/>
                        </a:solidFill>
                        <a:effectLst/>
                        <a:latin typeface="Abar Mid" pitchFamily="50" charset="-78"/>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mn-ea"/>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endParaRPr lang="en-US" sz="1000" b="0" i="0" u="none" strike="noStrike" kern="1200" dirty="0">
                        <a:solidFill>
                          <a:srgbClr val="000000"/>
                        </a:solidFill>
                        <a:effectLst/>
                        <a:latin typeface="Abar Mid" pitchFamily="50" charset="-78"/>
                        <a:ea typeface="+mn-ea"/>
                        <a:cs typeface="Abar Mid" pitchFamily="50" charset="-78"/>
                      </a:endParaRPr>
                    </a:p>
                  </a:txBody>
                  <a:tcPr marL="45720" marR="45720" anchor="ctr">
                    <a:lnL w="3175" cap="flat" cmpd="sng" algn="ctr">
                      <a:solidFill>
                        <a:schemeClr val="bg1">
                          <a:lumMod val="95000"/>
                        </a:schemeClr>
                      </a:solidFill>
                      <a:prstDash val="solid"/>
                      <a:round/>
                      <a:headEnd type="none" w="med" len="med"/>
                      <a:tailEnd type="none" w="med" len="med"/>
                    </a:lnL>
                    <a:lnR w="3175" cap="flat" cmpd="sng" algn="ctr">
                      <a:solidFill>
                        <a:schemeClr val="bg1">
                          <a:lumMod val="95000"/>
                        </a:schemeClr>
                      </a:solidFill>
                      <a:prstDash val="solid"/>
                      <a:round/>
                      <a:headEnd type="none" w="med" len="med"/>
                      <a:tailEnd type="none" w="med" len="med"/>
                    </a:lnR>
                    <a:lnT w="3175" cap="flat" cmpd="sng" algn="ctr">
                      <a:solidFill>
                        <a:schemeClr val="bg1">
                          <a:lumMod val="95000"/>
                        </a:schemeClr>
                      </a:solidFill>
                      <a:prstDash val="solid"/>
                      <a:round/>
                      <a:headEnd type="none" w="med" len="med"/>
                      <a:tailEnd type="none" w="med" len="med"/>
                    </a:lnT>
                    <a:lnB w="3175"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2053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A48B-904F-AAF1-C29E-007825A3F4DC}"/>
            </a:ext>
          </a:extLst>
        </p:cNvPr>
        <p:cNvGrpSpPr/>
        <p:nvPr/>
      </p:nvGrpSpPr>
      <p:grpSpPr>
        <a:xfrm>
          <a:off x="0" y="0"/>
          <a:ext cx="0" cy="0"/>
          <a:chOff x="0" y="0"/>
          <a:chExt cx="0" cy="0"/>
        </a:xfrm>
      </p:grpSpPr>
      <p:sp>
        <p:nvSpPr>
          <p:cNvPr id="3" name="Rounded Rectangle 93">
            <a:extLst>
              <a:ext uri="{FF2B5EF4-FFF2-40B4-BE49-F238E27FC236}">
                <a16:creationId xmlns:a16="http://schemas.microsoft.com/office/drawing/2014/main" id="{F267A199-CBC6-3BE1-F3FD-B3F3FF32F567}"/>
              </a:ext>
            </a:extLst>
          </p:cNvPr>
          <p:cNvSpPr/>
          <p:nvPr/>
        </p:nvSpPr>
        <p:spPr>
          <a:xfrm>
            <a:off x="474245" y="1780255"/>
            <a:ext cx="6623050" cy="2250001"/>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23" name="Rounded Rectangle 93">
            <a:extLst>
              <a:ext uri="{FF2B5EF4-FFF2-40B4-BE49-F238E27FC236}">
                <a16:creationId xmlns:a16="http://schemas.microsoft.com/office/drawing/2014/main" id="{23EF1679-8877-67BA-AEAD-006540971F5A}"/>
              </a:ext>
            </a:extLst>
          </p:cNvPr>
          <p:cNvSpPr/>
          <p:nvPr/>
        </p:nvSpPr>
        <p:spPr>
          <a:xfrm>
            <a:off x="474245" y="845457"/>
            <a:ext cx="6623050" cy="853456"/>
          </a:xfrm>
          <a:prstGeom prst="roundRect">
            <a:avLst>
              <a:gd name="adj" fmla="val 3573"/>
            </a:avLst>
          </a:prstGeom>
          <a:solidFill>
            <a:srgbClr val="FFFFFF"/>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2F2F2"/>
              </a:solidFill>
              <a:effectLst/>
              <a:uLnTx/>
              <a:uFillTx/>
              <a:latin typeface="Century Gothic" panose="020B0502020202020204" pitchFamily="34" charset="0"/>
              <a:ea typeface="+mn-ea"/>
              <a:cs typeface="+mn-cs"/>
            </a:endParaRPr>
          </a:p>
        </p:txBody>
      </p:sp>
      <p:sp>
        <p:nvSpPr>
          <p:cNvPr id="24" name="TextBox 23">
            <a:extLst>
              <a:ext uri="{FF2B5EF4-FFF2-40B4-BE49-F238E27FC236}">
                <a16:creationId xmlns:a16="http://schemas.microsoft.com/office/drawing/2014/main" id="{8AE0D803-C6E5-1514-EF86-C14C9EE2431D}"/>
              </a:ext>
            </a:extLst>
          </p:cNvPr>
          <p:cNvSpPr txBox="1"/>
          <p:nvPr/>
        </p:nvSpPr>
        <p:spPr>
          <a:xfrm>
            <a:off x="5944906" y="839840"/>
            <a:ext cx="1010703" cy="646331"/>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589</a:t>
            </a:r>
            <a:endParaRPr kumimoji="0" lang="ar-SA" sz="3600" b="1"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endParaRPr>
          </a:p>
        </p:txBody>
      </p:sp>
      <p:sp>
        <p:nvSpPr>
          <p:cNvPr id="26" name="TextBox 25">
            <a:extLst>
              <a:ext uri="{FF2B5EF4-FFF2-40B4-BE49-F238E27FC236}">
                <a16:creationId xmlns:a16="http://schemas.microsoft.com/office/drawing/2014/main" id="{D25FED4B-6291-ABBC-973F-F6805590AF21}"/>
              </a:ext>
            </a:extLst>
          </p:cNvPr>
          <p:cNvSpPr txBox="1"/>
          <p:nvPr/>
        </p:nvSpPr>
        <p:spPr>
          <a:xfrm>
            <a:off x="750819"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rPr>
              <a:t>0</a:t>
            </a:r>
            <a:endParaRPr kumimoji="0" lang="ar-SA" sz="2800" b="1" i="0" u="none" strike="noStrike" kern="1200" cap="none" spc="0" normalizeH="0" baseline="0" noProof="0">
              <a:ln>
                <a:noFill/>
              </a:ln>
              <a:solidFill>
                <a:srgbClr val="87452B"/>
              </a:solidFill>
              <a:effectLst/>
              <a:uLnTx/>
              <a:uFillTx/>
              <a:latin typeface="Abar Mid" pitchFamily="50" charset="-78"/>
              <a:ea typeface="Abar Mid" pitchFamily="50" charset="-78"/>
              <a:cs typeface="Abar Mid" pitchFamily="50" charset="-78"/>
            </a:endParaRPr>
          </a:p>
        </p:txBody>
      </p:sp>
      <p:sp>
        <p:nvSpPr>
          <p:cNvPr id="27" name="TextBox 26">
            <a:extLst>
              <a:ext uri="{FF2B5EF4-FFF2-40B4-BE49-F238E27FC236}">
                <a16:creationId xmlns:a16="http://schemas.microsoft.com/office/drawing/2014/main" id="{B527E9D3-39D6-52D6-FF0F-7B1B87877E26}"/>
              </a:ext>
            </a:extLst>
          </p:cNvPr>
          <p:cNvSpPr txBox="1"/>
          <p:nvPr/>
        </p:nvSpPr>
        <p:spPr>
          <a:xfrm>
            <a:off x="5899888" y="1291062"/>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D9A86A"/>
                </a:solidFill>
                <a:effectLst/>
                <a:uLnTx/>
                <a:uFillTx/>
                <a:latin typeface="Abar Mid" pitchFamily="50" charset="-78"/>
                <a:ea typeface="Abar Mid" pitchFamily="50" charset="-78"/>
                <a:cs typeface="Abar Mid" pitchFamily="50" charset="-78"/>
              </a:rPr>
              <a:t>إجمالي العاملات</a:t>
            </a:r>
          </a:p>
        </p:txBody>
      </p:sp>
      <p:sp>
        <p:nvSpPr>
          <p:cNvPr id="28" name="TextBox 27">
            <a:extLst>
              <a:ext uri="{FF2B5EF4-FFF2-40B4-BE49-F238E27FC236}">
                <a16:creationId xmlns:a16="http://schemas.microsoft.com/office/drawing/2014/main" id="{A0689A70-BCDF-CC53-8C47-68CF10724378}"/>
              </a:ext>
            </a:extLst>
          </p:cNvPr>
          <p:cNvSpPr txBox="1"/>
          <p:nvPr/>
        </p:nvSpPr>
        <p:spPr>
          <a:xfrm>
            <a:off x="4140075"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174766"/>
                </a:solidFill>
                <a:effectLst/>
                <a:uLnTx/>
                <a:uFillTx/>
                <a:latin typeface="Abar Mid" pitchFamily="50" charset="-78"/>
                <a:ea typeface="Abar Mid" pitchFamily="50" charset="-78"/>
                <a:cs typeface="Abar Mid" pitchFamily="50" charset="-78"/>
              </a:rPr>
              <a:t>مكتملة</a:t>
            </a:r>
          </a:p>
        </p:txBody>
      </p:sp>
      <p:sp>
        <p:nvSpPr>
          <p:cNvPr id="29" name="TextBox 28">
            <a:extLst>
              <a:ext uri="{FF2B5EF4-FFF2-40B4-BE49-F238E27FC236}">
                <a16:creationId xmlns:a16="http://schemas.microsoft.com/office/drawing/2014/main" id="{191B9BD3-C8F6-82E9-8196-3639EB09C017}"/>
              </a:ext>
            </a:extLst>
          </p:cNvPr>
          <p:cNvSpPr txBox="1"/>
          <p:nvPr/>
        </p:nvSpPr>
        <p:spPr>
          <a:xfrm>
            <a:off x="4231119"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srgbClr val="174766"/>
                </a:solidFill>
                <a:effectLst/>
                <a:uLnTx/>
                <a:uFillTx/>
                <a:latin typeface="Abar Mid" pitchFamily="50" charset="-78"/>
                <a:ea typeface="Abar Mid" pitchFamily="50" charset="-78"/>
                <a:cs typeface="Abar Mid" pitchFamily="50" charset="-78"/>
              </a:rPr>
              <a:t>334</a:t>
            </a:r>
          </a:p>
        </p:txBody>
      </p:sp>
      <p:sp>
        <p:nvSpPr>
          <p:cNvPr id="30" name="TextBox 29">
            <a:extLst>
              <a:ext uri="{FF2B5EF4-FFF2-40B4-BE49-F238E27FC236}">
                <a16:creationId xmlns:a16="http://schemas.microsoft.com/office/drawing/2014/main" id="{FBAD3A02-8325-F0E3-E287-4ABF654C92BE}"/>
              </a:ext>
            </a:extLst>
          </p:cNvPr>
          <p:cNvSpPr txBox="1"/>
          <p:nvPr/>
        </p:nvSpPr>
        <p:spPr>
          <a:xfrm>
            <a:off x="2439127"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a:ln>
                  <a:noFill/>
                </a:ln>
                <a:solidFill>
                  <a:srgbClr val="0A8062"/>
                </a:solidFill>
                <a:effectLst/>
                <a:uLnTx/>
                <a:uFillTx/>
                <a:latin typeface="Abar Mid" pitchFamily="50" charset="-78"/>
                <a:ea typeface="Abar Mid" pitchFamily="50" charset="-78"/>
                <a:cs typeface="Abar Mid" pitchFamily="50" charset="-78"/>
              </a:rPr>
              <a:t>على المخطط</a:t>
            </a:r>
          </a:p>
        </p:txBody>
      </p:sp>
      <p:sp>
        <p:nvSpPr>
          <p:cNvPr id="31" name="TextBox 30">
            <a:extLst>
              <a:ext uri="{FF2B5EF4-FFF2-40B4-BE49-F238E27FC236}">
                <a16:creationId xmlns:a16="http://schemas.microsoft.com/office/drawing/2014/main" id="{53EA1435-66DA-BA84-B848-A74331BB3A43}"/>
              </a:ext>
            </a:extLst>
          </p:cNvPr>
          <p:cNvSpPr txBox="1"/>
          <p:nvPr/>
        </p:nvSpPr>
        <p:spPr>
          <a:xfrm>
            <a:off x="2530171" y="962951"/>
            <a:ext cx="919654" cy="523220"/>
          </a:xfrm>
          <a:prstGeom prst="rect">
            <a:avLst/>
          </a:prstGeom>
          <a:noFill/>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2800" b="1" i="0" u="none" strike="noStrike" kern="1200" cap="none" spc="0" normalizeH="0" baseline="0" noProof="0" dirty="0">
                <a:ln>
                  <a:noFill/>
                </a:ln>
                <a:solidFill>
                  <a:srgbClr val="0A8062"/>
                </a:solidFill>
                <a:effectLst/>
                <a:uLnTx/>
                <a:uFillTx/>
                <a:latin typeface="Abar Mid" pitchFamily="50" charset="-78"/>
                <a:ea typeface="Abar Mid" pitchFamily="50" charset="-78"/>
                <a:cs typeface="Abar Mid" pitchFamily="50" charset="-78"/>
              </a:rPr>
              <a:t>255</a:t>
            </a:r>
          </a:p>
        </p:txBody>
      </p:sp>
      <p:sp>
        <p:nvSpPr>
          <p:cNvPr id="33" name="Freeform: Shape 32">
            <a:extLst>
              <a:ext uri="{FF2B5EF4-FFF2-40B4-BE49-F238E27FC236}">
                <a16:creationId xmlns:a16="http://schemas.microsoft.com/office/drawing/2014/main" id="{56FAF509-ECE1-838B-AF7F-3C57553EBBD1}"/>
              </a:ext>
            </a:extLst>
          </p:cNvPr>
          <p:cNvSpPr/>
          <p:nvPr/>
        </p:nvSpPr>
        <p:spPr>
          <a:xfrm rot="16200000">
            <a:off x="5524776" y="1159648"/>
            <a:ext cx="331805" cy="225085"/>
          </a:xfrm>
          <a:custGeom>
            <a:avLst/>
            <a:gdLst>
              <a:gd name="csX0" fmla="*/ 1388479 w 1388479"/>
              <a:gd name="csY0" fmla="*/ 1359450 h 1359452"/>
              <a:gd name="csX1" fmla="*/ 694241 w 1388479"/>
              <a:gd name="csY1" fmla="*/ 746051 h 1359452"/>
              <a:gd name="csX2" fmla="*/ 0 w 1388479"/>
              <a:gd name="csY2" fmla="*/ 1359452 h 1359452"/>
              <a:gd name="csX3" fmla="*/ 694241 w 1388479"/>
              <a:gd name="csY3" fmla="*/ 0 h 1359452"/>
              <a:gd name="csX4" fmla="*/ 1388479 w 1388479"/>
              <a:gd name="csY4" fmla="*/ 1359450 h 1359452"/>
            </a:gdLst>
            <a:ahLst/>
            <a:cxnLst>
              <a:cxn ang="0">
                <a:pos x="csX0" y="csY0"/>
              </a:cxn>
              <a:cxn ang="0">
                <a:pos x="csX1" y="csY1"/>
              </a:cxn>
              <a:cxn ang="0">
                <a:pos x="csX2" y="csY2"/>
              </a:cxn>
              <a:cxn ang="0">
                <a:pos x="csX3" y="csY3"/>
              </a:cxn>
              <a:cxn ang="0">
                <a:pos x="csX4" y="csY4"/>
              </a:cxn>
            </a:cxnLst>
            <a:rect l="l" t="t" r="r" b="b"/>
            <a:pathLst>
              <a:path w="1388479" h="1359452">
                <a:moveTo>
                  <a:pt x="1388479" y="1359450"/>
                </a:moveTo>
                <a:lnTo>
                  <a:pt x="694241" y="746051"/>
                </a:lnTo>
                <a:lnTo>
                  <a:pt x="0" y="1359452"/>
                </a:lnTo>
                <a:lnTo>
                  <a:pt x="694241" y="0"/>
                </a:lnTo>
                <a:lnTo>
                  <a:pt x="1388479" y="1359450"/>
                </a:lnTo>
                <a:close/>
              </a:path>
            </a:pathLst>
          </a:custGeom>
          <a:solidFill>
            <a:srgbClr val="D9A86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15" rtl="0" eaLnBrk="1" fontAlgn="auto" latinLnBrk="0" hangingPunct="1">
              <a:lnSpc>
                <a:spcPct val="100000"/>
              </a:lnSpc>
              <a:spcBef>
                <a:spcPts val="300"/>
              </a:spcBef>
              <a:spcAft>
                <a:spcPts val="300"/>
              </a:spcAft>
              <a:buClrTx/>
              <a:buSzTx/>
              <a:buFontTx/>
              <a:buNone/>
              <a:tabLst/>
              <a:defRPr/>
            </a:pPr>
            <a:endParaRPr kumimoji="0" lang="en-GB" sz="1600" b="0" i="0" u="none" strike="noStrike" kern="0" cap="none" spc="0" normalizeH="0" baseline="0" noProof="0">
              <a:ln>
                <a:noFill/>
              </a:ln>
              <a:solidFill>
                <a:srgbClr val="FBF7F4"/>
              </a:solidFill>
              <a:effectLst/>
              <a:uLnTx/>
              <a:uFillTx/>
              <a:latin typeface="Sakkal Majalla"/>
              <a:ea typeface="+mn-ea"/>
              <a:cs typeface="+mn-cs"/>
            </a:endParaRPr>
          </a:p>
        </p:txBody>
      </p:sp>
      <p:sp>
        <p:nvSpPr>
          <p:cNvPr id="34" name="TextBox 33">
            <a:extLst>
              <a:ext uri="{FF2B5EF4-FFF2-40B4-BE49-F238E27FC236}">
                <a16:creationId xmlns:a16="http://schemas.microsoft.com/office/drawing/2014/main" id="{8364AA9A-0C71-3890-ACD0-F1EB64CA10C6}"/>
              </a:ext>
            </a:extLst>
          </p:cNvPr>
          <p:cNvSpPr txBox="1"/>
          <p:nvPr/>
        </p:nvSpPr>
        <p:spPr>
          <a:xfrm>
            <a:off x="659775" y="1347004"/>
            <a:ext cx="1101743" cy="2616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ar-SA" sz="1100" b="0" i="0" u="none" strike="noStrike" kern="1200" cap="none" spc="0" normalizeH="0" baseline="0" noProof="0" dirty="0">
                <a:ln>
                  <a:noFill/>
                </a:ln>
                <a:solidFill>
                  <a:srgbClr val="87452B"/>
                </a:solidFill>
                <a:effectLst/>
                <a:uLnTx/>
                <a:uFillTx/>
                <a:latin typeface="Abar Mid" pitchFamily="50" charset="-78"/>
                <a:ea typeface="Abar Mid" pitchFamily="50" charset="-78"/>
                <a:cs typeface="Abar Mid" pitchFamily="50" charset="-78"/>
              </a:rPr>
              <a:t>متأخرة</a:t>
            </a:r>
          </a:p>
        </p:txBody>
      </p:sp>
      <p:cxnSp>
        <p:nvCxnSpPr>
          <p:cNvPr id="35" name="Straight Connector 34">
            <a:extLst>
              <a:ext uri="{FF2B5EF4-FFF2-40B4-BE49-F238E27FC236}">
                <a16:creationId xmlns:a16="http://schemas.microsoft.com/office/drawing/2014/main" id="{AB2A638F-1862-2E35-5A71-750F97023EFA}"/>
              </a:ext>
            </a:extLst>
          </p:cNvPr>
          <p:cNvCxnSpPr>
            <a:cxnSpLocks/>
          </p:cNvCxnSpPr>
          <p:nvPr/>
        </p:nvCxnSpPr>
        <p:spPr>
          <a:xfrm flipV="1">
            <a:off x="3900402"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cxnSp>
        <p:nvCxnSpPr>
          <p:cNvPr id="36" name="Straight Connector 35">
            <a:extLst>
              <a:ext uri="{FF2B5EF4-FFF2-40B4-BE49-F238E27FC236}">
                <a16:creationId xmlns:a16="http://schemas.microsoft.com/office/drawing/2014/main" id="{BA7F2E7D-BAA5-5DAA-2D5E-2B69936EF10F}"/>
              </a:ext>
            </a:extLst>
          </p:cNvPr>
          <p:cNvCxnSpPr>
            <a:cxnSpLocks/>
          </p:cNvCxnSpPr>
          <p:nvPr/>
        </p:nvCxnSpPr>
        <p:spPr>
          <a:xfrm flipV="1">
            <a:off x="2039034" y="974545"/>
            <a:ext cx="0" cy="595291"/>
          </a:xfrm>
          <a:prstGeom prst="line">
            <a:avLst/>
          </a:prstGeom>
          <a:solidFill>
            <a:srgbClr val="048061">
              <a:alpha val="30000"/>
            </a:srgbClr>
          </a:solidFill>
          <a:ln w="3175">
            <a:gradFill flip="none" rotWithShape="1">
              <a:gsLst>
                <a:gs pos="1000">
                  <a:schemeClr val="tx1">
                    <a:alpha val="0"/>
                  </a:schemeClr>
                </a:gs>
                <a:gs pos="50000">
                  <a:schemeClr val="tx1"/>
                </a:gs>
                <a:gs pos="100000">
                  <a:schemeClr val="tx1">
                    <a:alpha val="0"/>
                  </a:schemeClr>
                </a:gs>
              </a:gsLst>
              <a:lin ang="5400000" scaled="1"/>
              <a:tileRect/>
            </a:gradFill>
          </a:ln>
        </p:spPr>
      </p:cxnSp>
      <p:graphicFrame>
        <p:nvGraphicFramePr>
          <p:cNvPr id="5" name="Chart 4">
            <a:extLst>
              <a:ext uri="{FF2B5EF4-FFF2-40B4-BE49-F238E27FC236}">
                <a16:creationId xmlns:a16="http://schemas.microsoft.com/office/drawing/2014/main" id="{3A5BD26C-97CC-4489-EB25-697993FAD530}"/>
              </a:ext>
            </a:extLst>
          </p:cNvPr>
          <p:cNvGraphicFramePr/>
          <p:nvPr/>
        </p:nvGraphicFramePr>
        <p:xfrm>
          <a:off x="474250" y="1783831"/>
          <a:ext cx="6611185" cy="22464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a:extLst>
              <a:ext uri="{FF2B5EF4-FFF2-40B4-BE49-F238E27FC236}">
                <a16:creationId xmlns:a16="http://schemas.microsoft.com/office/drawing/2014/main" id="{2519BF84-6971-AC64-49A5-6B524042ED21}"/>
              </a:ext>
            </a:extLst>
          </p:cNvPr>
          <p:cNvGraphicFramePr>
            <a:graphicFrameLocks noGrp="1"/>
          </p:cNvGraphicFramePr>
          <p:nvPr/>
        </p:nvGraphicFramePr>
        <p:xfrm>
          <a:off x="474245" y="4460330"/>
          <a:ext cx="6611190" cy="2391984"/>
        </p:xfrm>
        <a:graphic>
          <a:graphicData uri="http://schemas.openxmlformats.org/drawingml/2006/table">
            <a:tbl>
              <a:tblPr/>
              <a:tblGrid>
                <a:gridCol w="1361734">
                  <a:extLst>
                    <a:ext uri="{9D8B030D-6E8A-4147-A177-3AD203B41FA5}">
                      <a16:colId xmlns:a16="http://schemas.microsoft.com/office/drawing/2014/main" val="20001"/>
                    </a:ext>
                  </a:extLst>
                </a:gridCol>
                <a:gridCol w="1282742">
                  <a:extLst>
                    <a:ext uri="{9D8B030D-6E8A-4147-A177-3AD203B41FA5}">
                      <a16:colId xmlns:a16="http://schemas.microsoft.com/office/drawing/2014/main" val="20002"/>
                    </a:ext>
                  </a:extLst>
                </a:gridCol>
                <a:gridCol w="1322238">
                  <a:extLst>
                    <a:ext uri="{9D8B030D-6E8A-4147-A177-3AD203B41FA5}">
                      <a16:colId xmlns:a16="http://schemas.microsoft.com/office/drawing/2014/main" val="20003"/>
                    </a:ext>
                  </a:extLst>
                </a:gridCol>
                <a:gridCol w="1735648">
                  <a:extLst>
                    <a:ext uri="{9D8B030D-6E8A-4147-A177-3AD203B41FA5}">
                      <a16:colId xmlns:a16="http://schemas.microsoft.com/office/drawing/2014/main" val="20004"/>
                    </a:ext>
                  </a:extLst>
                </a:gridCol>
                <a:gridCol w="908828">
                  <a:extLst>
                    <a:ext uri="{9D8B030D-6E8A-4147-A177-3AD203B41FA5}">
                      <a16:colId xmlns:a16="http://schemas.microsoft.com/office/drawing/2014/main" val="20005"/>
                    </a:ext>
                  </a:extLst>
                </a:gridCol>
              </a:tblGrid>
              <a:tr h="420624">
                <a:tc gridSpan="5">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المعاملات المتأخرة</a:t>
                      </a:r>
                      <a:endParaRPr lang="ar-JO" sz="1000">
                        <a:solidFill>
                          <a:srgbClr val="00080B"/>
                        </a:solidFill>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1DAE0"/>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extLst>
                  <a:ext uri="{0D108BD9-81ED-4DB2-BD59-A6C34878D82A}">
                    <a16:rowId xmlns:a16="http://schemas.microsoft.com/office/drawing/2014/main" val="1470522744"/>
                  </a:ext>
                </a:extLst>
              </a:tr>
              <a:tr h="420624">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تاريخ الإنجاز المخطط له</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الجهة الوارد منها المعاملة</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انشاء المعاملة</a:t>
                      </a: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موضوع المعاملة</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رقم المعاملة</a:t>
                      </a: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174766"/>
                    </a:solidFill>
                  </a:tcPr>
                </a:tc>
                <a:extLst>
                  <a:ext uri="{0D108BD9-81ED-4DB2-BD59-A6C34878D82A}">
                    <a16:rowId xmlns:a16="http://schemas.microsoft.com/office/drawing/2014/main" val="10000"/>
                  </a:ext>
                </a:extLst>
              </a:tr>
              <a:tr h="75600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dirty="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b="0" kern="0" baseline="0" dirty="0">
                        <a:solidFill>
                          <a:srgbClr val="2B2B2B"/>
                        </a:solidFill>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75600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kern="0" baseline="0">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05000"/>
                        </a:lnSpc>
                      </a:pPr>
                      <a:endParaRPr sz="1000" b="0" kern="0" baseline="0" dirty="0">
                        <a:solidFill>
                          <a:srgbClr val="2B2B2B"/>
                        </a:solidFill>
                        <a:latin typeface="Abar Mid" pitchFamily="2" charset="-78"/>
                        <a:ea typeface="Abar Mid" pitchFamily="2" charset="-78"/>
                        <a:cs typeface="Abar Mid" pitchFamily="2"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891141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DAAA3-B057-B4F7-3373-CD2EA1FC8712}"/>
            </a:ext>
          </a:extLst>
        </p:cNvPr>
        <p:cNvGrpSpPr/>
        <p:nvPr/>
      </p:nvGrpSpPr>
      <p:grpSpPr>
        <a:xfrm>
          <a:off x="0" y="0"/>
          <a:ext cx="0" cy="0"/>
          <a:chOff x="0" y="0"/>
          <a:chExt cx="0" cy="0"/>
        </a:xfrm>
      </p:grpSpPr>
      <p:sp>
        <p:nvSpPr>
          <p:cNvPr id="4" name="Button">
            <a:hlinkClick r:id="rId5" action="ppaction://hlinksldjump"/>
            <a:extLst>
              <a:ext uri="{FF2B5EF4-FFF2-40B4-BE49-F238E27FC236}">
                <a16:creationId xmlns:a16="http://schemas.microsoft.com/office/drawing/2014/main" id="{110DA5B9-E25D-5800-7B25-B3F6F4619E86}"/>
              </a:ext>
            </a:extLst>
          </p:cNvPr>
          <p:cNvSpPr>
            <a:spLocks noChangeAspect="1"/>
          </p:cNvSpPr>
          <p:nvPr>
            <p:custDataLst>
              <p:tags r:id="rId1"/>
            </p:custDataLst>
          </p:nvPr>
        </p:nvSpPr>
        <p:spPr>
          <a:xfrm>
            <a:off x="1292720" y="4550620"/>
            <a:ext cx="4974234" cy="1202705"/>
          </a:xfrm>
          <a:prstGeom prst="roundRect">
            <a:avLst/>
          </a:prstGeom>
          <a:solidFill>
            <a:srgbClr val="D9A86A"/>
          </a:solidFill>
          <a:ln w="28575" cap="flat" cmpd="sng" algn="ctr">
            <a:solidFill>
              <a:srgbClr val="000000"/>
            </a:solidFill>
            <a:prstDash val="solid"/>
            <a:miter lim="800000"/>
          </a:ln>
          <a:effectLst>
            <a:outerShdw blurRad="50800" dist="38100" dir="5400000" algn="t" rotWithShape="0">
              <a:prstClr val="black">
                <a:alpha val="40000"/>
              </a:prstClr>
            </a:outerShdw>
          </a:effectLst>
        </p:spPr>
        <p:txBody>
          <a:bodyPr lIns="0" tIns="0" rIns="0" bIns="0" rtlCol="0" anchor="ctr"/>
          <a:lstStyle/>
          <a:p>
            <a:pPr algn="ctr"/>
            <a:r>
              <a:rPr lang="ar-SA" sz="2800" b="1">
                <a:solidFill>
                  <a:schemeClr val="bg1"/>
                </a:solidFill>
                <a:latin typeface="Abar Mid" pitchFamily="50" charset="-78"/>
                <a:ea typeface="Abar Mid" pitchFamily="50" charset="-78"/>
                <a:cs typeface="Abar Mid" pitchFamily="50" charset="-78"/>
              </a:rPr>
              <a:t>تفاصيل المهام</a:t>
            </a:r>
          </a:p>
        </p:txBody>
      </p:sp>
      <p:sp>
        <p:nvSpPr>
          <p:cNvPr id="34" name="Button">
            <a:hlinkClick r:id="rId6" action="ppaction://hlinksldjump"/>
            <a:extLst>
              <a:ext uri="{FF2B5EF4-FFF2-40B4-BE49-F238E27FC236}">
                <a16:creationId xmlns:a16="http://schemas.microsoft.com/office/drawing/2014/main" id="{52BC4D38-F772-B28E-3672-B5D7FC8ADA37}"/>
              </a:ext>
            </a:extLst>
          </p:cNvPr>
          <p:cNvSpPr>
            <a:spLocks noChangeAspect="1"/>
          </p:cNvSpPr>
          <p:nvPr>
            <p:custDataLst>
              <p:tags r:id="rId2"/>
            </p:custDataLst>
          </p:nvPr>
        </p:nvSpPr>
        <p:spPr>
          <a:xfrm>
            <a:off x="1292720" y="7223423"/>
            <a:ext cx="4974234" cy="1202705"/>
          </a:xfrm>
          <a:prstGeom prst="roundRect">
            <a:avLst/>
          </a:prstGeom>
          <a:solidFill>
            <a:srgbClr val="D9A86A"/>
          </a:solidFill>
          <a:ln w="28575" cap="flat" cmpd="sng" algn="ctr">
            <a:solidFill>
              <a:srgbClr val="000000"/>
            </a:solidFill>
            <a:prstDash val="solid"/>
            <a:miter lim="800000"/>
          </a:ln>
          <a:effectLst>
            <a:outerShdw blurRad="50800" dist="38100" dir="5400000" algn="t" rotWithShape="0">
              <a:prstClr val="black">
                <a:alpha val="40000"/>
              </a:prstClr>
            </a:outerShdw>
          </a:effectLst>
        </p:spPr>
        <p:txBody>
          <a:bodyPr lIns="0" tIns="0" rIns="0" bIns="0" rtlCol="0" anchor="ctr"/>
          <a:lstStyle/>
          <a:p>
            <a:pPr algn="ctr"/>
            <a:r>
              <a:rPr lang="ar-SA" sz="2800" b="1">
                <a:solidFill>
                  <a:schemeClr val="bg1"/>
                </a:solidFill>
                <a:latin typeface="Abar Mid" pitchFamily="50" charset="-78"/>
                <a:ea typeface="Abar Mid" pitchFamily="50" charset="-78"/>
                <a:cs typeface="Abar Mid" pitchFamily="50" charset="-78"/>
              </a:rPr>
              <a:t>تفاصيل مشاريع سهيل</a:t>
            </a:r>
          </a:p>
        </p:txBody>
      </p:sp>
    </p:spTree>
    <p:extLst>
      <p:ext uri="{BB962C8B-B14F-4D97-AF65-F5344CB8AC3E}">
        <p14:creationId xmlns:p14="http://schemas.microsoft.com/office/powerpoint/2010/main" val="3030618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955A-538C-CF7A-0FE0-F37CB1E2C34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44E6CE-8FBC-4631-628A-C6A764A8CAA5}"/>
              </a:ext>
            </a:extLst>
          </p:cNvPr>
          <p:cNvGraphicFramePr>
            <a:graphicFrameLocks/>
          </p:cNvGraphicFramePr>
          <p:nvPr>
            <p:custDataLst>
              <p:tags r:id="rId1"/>
            </p:custDataLst>
          </p:nvPr>
        </p:nvGraphicFramePr>
        <p:xfrm>
          <a:off x="1588" y="1376363"/>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think-cell data - do not delete" hidden="1">
                        <a:extLst>
                          <a:ext uri="{FF2B5EF4-FFF2-40B4-BE49-F238E27FC236}">
                            <a16:creationId xmlns:a16="http://schemas.microsoft.com/office/drawing/2014/main" id="{8544E6CE-8FBC-4631-628A-C6A764A8CAA5}"/>
                          </a:ext>
                        </a:extLst>
                      </p:cNvPr>
                      <p:cNvPicPr/>
                      <p:nvPr/>
                    </p:nvPicPr>
                    <p:blipFill>
                      <a:blip r:embed="rId6"/>
                      <a:stretch>
                        <a:fillRect/>
                      </a:stretch>
                    </p:blipFill>
                    <p:spPr>
                      <a:xfrm>
                        <a:off x="1588" y="1376363"/>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3CD44B0-A17F-BAF5-615D-3ACB686F5CDF}"/>
              </a:ext>
            </a:extLst>
          </p:cNvPr>
          <p:cNvGrpSpPr/>
          <p:nvPr/>
        </p:nvGrpSpPr>
        <p:grpSpPr>
          <a:xfrm>
            <a:off x="917571" y="676842"/>
            <a:ext cx="5724532" cy="517476"/>
            <a:chOff x="1079493" y="4415868"/>
            <a:chExt cx="5724532" cy="1042296"/>
          </a:xfrm>
        </p:grpSpPr>
        <p:sp>
          <p:nvSpPr>
            <p:cNvPr id="12" name="btfpRowHeaderBoxText438126">
              <a:extLst>
                <a:ext uri="{FF2B5EF4-FFF2-40B4-BE49-F238E27FC236}">
                  <a16:creationId xmlns:a16="http://schemas.microsoft.com/office/drawing/2014/main" id="{2F4EDD17-841D-CAB7-5620-C4C29EFBDF1C}"/>
                </a:ext>
              </a:extLst>
            </p:cNvPr>
            <p:cNvSpPr txBox="1"/>
            <p:nvPr>
              <p:custDataLst>
                <p:tags r:id="rId2"/>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dirty="0">
                  <a:solidFill>
                    <a:schemeClr val="tx1"/>
                  </a:solidFill>
                  <a:latin typeface="Abar Mid" pitchFamily="2" charset="-78"/>
                  <a:ea typeface="Abar Mid" pitchFamily="2" charset="-78"/>
                  <a:cs typeface="Abar Mid" pitchFamily="2" charset="-78"/>
                </a:rPr>
                <a:t>تفاصيل المهام</a:t>
              </a:r>
            </a:p>
          </p:txBody>
        </p:sp>
        <p:cxnSp>
          <p:nvCxnSpPr>
            <p:cNvPr id="13" name="Straight Connector 12">
              <a:extLst>
                <a:ext uri="{FF2B5EF4-FFF2-40B4-BE49-F238E27FC236}">
                  <a16:creationId xmlns:a16="http://schemas.microsoft.com/office/drawing/2014/main" id="{4ECF19F5-BEE5-4E01-2A2A-A4A7ED1A903A}"/>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5">
            <a:extLst>
              <a:ext uri="{FF2B5EF4-FFF2-40B4-BE49-F238E27FC236}">
                <a16:creationId xmlns:a16="http://schemas.microsoft.com/office/drawing/2014/main" id="{24C18B9B-64F6-22FD-45B3-540606A7AC0A}"/>
              </a:ext>
            </a:extLst>
          </p:cNvPr>
          <p:cNvGraphicFramePr>
            <a:graphicFrameLocks noGrp="1"/>
          </p:cNvGraphicFramePr>
          <p:nvPr>
            <p:extLst>
              <p:ext uri="{D42A27DB-BD31-4B8C-83A1-F6EECF244321}">
                <p14:modId xmlns:p14="http://schemas.microsoft.com/office/powerpoint/2010/main" val="1499673785"/>
              </p:ext>
            </p:extLst>
          </p:nvPr>
        </p:nvGraphicFramePr>
        <p:xfrm>
          <a:off x="605699" y="1393029"/>
          <a:ext cx="6463458" cy="10745327"/>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46092">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000" dirty="0">
                          <a:solidFill>
                            <a:srgbClr val="00080B"/>
                          </a:solidFill>
                          <a:latin typeface="Abar Mid" pitchFamily="50" charset="-78"/>
                          <a:ea typeface="Abar Mid" pitchFamily="50" charset="-78"/>
                          <a:cs typeface="Abar Mid" pitchFamily="50" charset="-78"/>
                        </a:rPr>
                        <a:t>تفاصيل مهام اجتماع القيادات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2854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610508">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 خطة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لمعالجة عدد 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الموضوعات ذات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الأولوية، بما يشمل 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الحج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العليا، الدبلوماسيين، وعمرة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السعوديين لضمان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وض</a:t>
                      </a:r>
                      <a:r>
                        <a:rPr lang="en-US" sz="1000" b="0" i="0" u="none" strike="noStrike">
                          <a:solidFill>
                            <a:srgbClr val="000000"/>
                          </a:solidFill>
                          <a:effectLst/>
                          <a:latin typeface="Abar Mid" pitchFamily="50" charset="-78"/>
                          <a:cs typeface="Abar Mid" pitchFamily="50" charset="-78"/>
                        </a:rPr>
                        <a:t>وح </a:t>
                      </a:r>
                      <a:r>
                        <a:rPr lang="en-US" sz="1000" b="0" i="0" u="none" strike="noStrike" err="1">
                          <a:solidFill>
                            <a:srgbClr val="000000"/>
                          </a:solidFill>
                          <a:effectLst/>
                          <a:latin typeface="Abar Mid" pitchFamily="50" charset="-78"/>
                          <a:cs typeface="Abar Mid" pitchFamily="50" charset="-78"/>
                        </a:rPr>
                        <a:t>المعالجة</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dirty="0" err="1">
                          <a:solidFill>
                            <a:srgbClr val="000000"/>
                          </a:solidFill>
                          <a:effectLst/>
                          <a:latin typeface="Abar Mid" pitchFamily="50" charset="-78"/>
                          <a:cs typeface="Abar Mid" pitchFamily="50" charset="-78"/>
                        </a:rPr>
                        <a:t>وكالة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التعاون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الدولي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والشراكات</a:t>
                      </a:r>
                      <a:endParaRPr lang="en-US" sz="1000" b="0" i="0" u="none" strike="noStrike" dirty="0">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23-09-2026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kumimoji="0" lang="ar-SA" sz="1000" b="0" i="0" u="none" strike="noStrike" kern="1200" cap="none" spc="0" normalizeH="0" baseline="0" noProof="0" dirty="0">
                          <a:ln>
                            <a:noFill/>
                          </a:ln>
                          <a:solidFill>
                            <a:srgbClr val="000000"/>
                          </a:solidFill>
                          <a:effectLst/>
                          <a:uLnTx/>
                          <a:uFillTx/>
                          <a:latin typeface="Abar Mid" pitchFamily="50" charset="-78"/>
                          <a:ea typeface="+mn-ea"/>
                          <a:cs typeface="Abar Mid" pitchFamily="50" charset="-78"/>
                        </a:rPr>
                        <a:t>مكتملة</a:t>
                      </a:r>
                      <a:endParaRPr lang="en-US" sz="1000" b="0" i="0" u="none" strike="noStrike" dirty="0">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0" fontAlgn="ctr">
                        <a:buNone/>
                      </a:pPr>
                      <a:r>
                        <a:rPr lang="en-US" sz="1000" b="0" i="0" u="none" strike="noStrike" dirty="0" err="1">
                          <a:solidFill>
                            <a:srgbClr val="000000"/>
                          </a:solidFill>
                          <a:effectLst/>
                          <a:latin typeface="Abar Mid" pitchFamily="50" charset="-78"/>
                          <a:cs typeface="Abar Mid" pitchFamily="50" charset="-78"/>
                        </a:rPr>
                        <a:t>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الانتهاء</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إعداد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خطة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حج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الدبلوماسيين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التنسيق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برنامج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خدمة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لاستكمال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الخاصة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بعمرة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السعوديين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أما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لجنة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الحج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العليا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فهي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قائمة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وتعقد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اجتماعاتها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بشكل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دوري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لمتابعة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الموضوعات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المرتبطة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بها</a:t>
                      </a:r>
                      <a:endParaRPr lang="en-US" sz="1000" b="0" i="0" u="none" strike="noStrike" dirty="0">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733565">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متابعة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تنفيذ</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المبادرات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المرتبطة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برفع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مؤشر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التجربة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الرقمية، وقياس مستوى </a:t>
                      </a:r>
                      <a:r>
                        <a:rPr lang="en-US" sz="1000" b="0" i="0" u="none" strike="noStrike">
                          <a:solidFill>
                            <a:srgbClr val="000000"/>
                          </a:solidFill>
                          <a:effectLst/>
                          <a:latin typeface="Abar Mid" pitchFamily="50" charset="-78"/>
                          <a:cs typeface="Abar Mid" pitchFamily="50" charset="-78"/>
                        </a:rPr>
                        <a:t>الإنجاز</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مركز</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التخطيط</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الاستراتيجي</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11-11-2026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21599824"/>
                  </a:ext>
                </a:extLst>
              </a:tr>
              <a:tr h="1696166">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خارطة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طريق مرحلية بالتنسيق مع مركز منصة نسك لدمج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وتوحيد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منصات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نسك</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تشمل نسك ال</a:t>
                      </a:r>
                      <a:r>
                        <a:rPr lang="en-US" sz="1000" b="0" i="0" u="none" strike="noStrike">
                          <a:solidFill>
                            <a:srgbClr val="000000"/>
                          </a:solidFill>
                          <a:effectLst/>
                          <a:latin typeface="Abar Mid" pitchFamily="50" charset="-78"/>
                          <a:cs typeface="Abar Mid" pitchFamily="50" charset="-78"/>
                        </a:rPr>
                        <a:t>حج </a:t>
                      </a:r>
                      <a:r>
                        <a:rPr lang="en-US" sz="1000" b="0" i="0" u="none" strike="noStrike" err="1">
                          <a:solidFill>
                            <a:srgbClr val="000000"/>
                          </a:solidFill>
                          <a:effectLst/>
                          <a:latin typeface="Abar Mid" pitchFamily="50" charset="-78"/>
                          <a:cs typeface="Abar Mid" pitchFamily="50" charset="-78"/>
                        </a:rPr>
                        <a:t>المباشر ونسك العمرة المباشرة ونسك مسار، وتحديد الجدول الزمني والمتطلبات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لكل مرحلة، وصولا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إلى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منصة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موحدة للدخول إلى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الخدمات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وتعزيز</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التجربة</a:t>
                      </a:r>
                      <a:r>
                        <a:rPr lang="en-US" sz="1000" b="0" i="0" u="none" strike="noStrike">
                          <a:solidFill>
                            <a:srgbClr val="000000"/>
                          </a:solidFill>
                          <a:effectLst/>
                          <a:latin typeface="Abar Mid" pitchFamily="50" charset="-78"/>
                          <a:cs typeface="Abar Mid" pitchFamily="50" charset="-78"/>
                        </a:rPr>
                        <a:t> الرقمية</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02-12-2026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03239176"/>
                  </a:ext>
                </a:extLst>
              </a:tr>
              <a:tr h="1173684">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4</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تنفيذ خطة دمج وتوحيد منصات نسك، واستكمال المتطلبات التقنية اللازمة لدمج منصة نسك العمرة، ومنصة نسك الحج، بما يضمن توحيد التجربة الرقمية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ورفع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مؤشر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نضج التجربة</a:t>
                      </a:r>
                      <a:r>
                        <a:rPr lang="en-US" sz="1000" b="0" i="0" u="none" strike="noStrike">
                          <a:solidFill>
                            <a:srgbClr val="000000"/>
                          </a:solidFill>
                          <a:effectLst/>
                          <a:latin typeface="Abar Mid" pitchFamily="50" charset="-78"/>
                          <a:cs typeface="Abar Mid" pitchFamily="50" charset="-78"/>
                        </a:rPr>
                        <a:t> الرقمية</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التحول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الرقمي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وتقنية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المعلومات</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13-01-2027</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8020975"/>
                  </a:ext>
                </a:extLst>
              </a:tr>
              <a:tr h="117368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5</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إعداد دراسة لتطوير آلية التحقق من حالات عدم الاستطاعة للحجاج، على أن تتضمن تقييم الحالات والتحقق من مبرراتها، وتطوير آلية تحقق واضحة وموحدة</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 المستفيدين</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07-10-2026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86860242"/>
                  </a:ext>
                </a:extLst>
              </a:tr>
              <a:tr h="117368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6</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إضافة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ممثل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 مركز منصة نسك الرقمية إلى فريق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لجنة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الموقع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الإلكتروني</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والخروج</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بخطة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عمل</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a:t>
                      </a:r>
                      <a:r>
                        <a:rPr lang="en-US" sz="1000" b="0" i="0" u="none" strike="noStrike">
                          <a:solidFill>
                            <a:srgbClr val="000000"/>
                          </a:solidFill>
                          <a:effectLst/>
                          <a:latin typeface="Abar Mid" pitchFamily="50" charset="-78"/>
                          <a:cs typeface="Abar Mid" pitchFamily="50" charset="-78"/>
                        </a:rPr>
                        <a:t>ة </a:t>
                      </a:r>
                      <a:r>
                        <a:rPr lang="en-US" sz="1000" b="0" i="0" u="none" strike="noStrike" err="1">
                          <a:solidFill>
                            <a:srgbClr val="000000"/>
                          </a:solidFill>
                          <a:effectLst/>
                          <a:latin typeface="Abar Mid" pitchFamily="50" charset="-78"/>
                          <a:cs typeface="Abar Mid" pitchFamily="50" charset="-78"/>
                        </a:rPr>
                        <a:t>التوعية وتنمية المهارات</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27-09-2026</a:t>
                      </a: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7666872"/>
                  </a:ext>
                </a:extLst>
              </a:tr>
              <a:tr h="1173684">
                <a:tc>
                  <a:txBody>
                    <a:bodyPr/>
                    <a:lstStyle/>
                    <a:p>
                      <a:pPr marL="0" algn="ctr" defTabSz="914415" rtl="0" eaLnBrk="1" fontAlgn="ctr" latinLnBrk="0" hangingPunct="1">
                        <a:buNone/>
                      </a:pPr>
                      <a:r>
                        <a:rPr lang="ar-SA" sz="1000" b="0" i="0" u="none" strike="noStrike" kern="1200">
                          <a:solidFill>
                            <a:srgbClr val="000000"/>
                          </a:solidFill>
                          <a:effectLst/>
                          <a:latin typeface="Abar Mid" pitchFamily="50" charset="-78"/>
                          <a:ea typeface="+mn-ea"/>
                          <a:cs typeface="Abar Mid" pitchFamily="50" charset="-78"/>
                        </a:rPr>
                        <a:t>7</a:t>
                      </a:r>
                      <a:endParaRPr lang="en-US" sz="1000" b="0" i="0" u="none" strike="noStrike" kern="1200">
                        <a:solidFill>
                          <a:srgbClr val="000000"/>
                        </a:solidFill>
                        <a:effectLst/>
                        <a:latin typeface="Abar Mid" pitchFamily="50" charset="-78"/>
                        <a:ea typeface="+mn-ea"/>
                        <a:cs typeface="Abar Mid" pitchFamily="50" charset="-78"/>
                      </a:endParaRPr>
                    </a:p>
                  </a:txBody>
                  <a:tcPr marL="9144" marR="9144" marT="9144"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تنظيم ورشة عمل لتطوير آلية</a:t>
                      </a:r>
                      <a:r>
                        <a:rPr lang="ar-SA" sz="1000" b="0" i="0" u="none" strike="noStrike" kern="1200">
                          <a:solidFill>
                            <a:srgbClr val="000000"/>
                          </a:solidFill>
                          <a:effectLst/>
                          <a:latin typeface="Abar Mid" pitchFamily="50" charset="-78"/>
                          <a:ea typeface="+mn-ea"/>
                          <a:cs typeface="Abar Mid" pitchFamily="50" charset="-78"/>
                        </a:rPr>
                        <a:t> </a:t>
                      </a:r>
                      <a:r>
                        <a:rPr lang="en-US" sz="1000" b="0" i="0" u="none" strike="noStrike" kern="1200">
                          <a:solidFill>
                            <a:srgbClr val="000000"/>
                          </a:solidFill>
                          <a:effectLst/>
                          <a:latin typeface="Abar Mid" pitchFamily="50" charset="-78"/>
                          <a:ea typeface="+mn-ea"/>
                          <a:cs typeface="Abar Mid" pitchFamily="50" charset="-78"/>
                        </a:rPr>
                        <a:t>عد المعتمرين، تبدأ باستعراض وشرح الآلية الحالية التي تم</a:t>
                      </a:r>
                      <a:r>
                        <a:rPr lang="ar-SA" sz="1000" b="0" i="0" u="none" strike="noStrike" kern="1200">
                          <a:solidFill>
                            <a:srgbClr val="000000"/>
                          </a:solidFill>
                          <a:effectLst/>
                          <a:latin typeface="Abar Mid" pitchFamily="50" charset="-78"/>
                          <a:ea typeface="+mn-ea"/>
                          <a:cs typeface="Abar Mid" pitchFamily="50" charset="-78"/>
                        </a:rPr>
                        <a:t> </a:t>
                      </a:r>
                      <a:r>
                        <a:rPr lang="en-US" sz="1000" b="0" i="0" u="none" strike="noStrike" kern="1200">
                          <a:solidFill>
                            <a:srgbClr val="000000"/>
                          </a:solidFill>
                          <a:effectLst/>
                          <a:latin typeface="Abar Mid" pitchFamily="50" charset="-78"/>
                          <a:ea typeface="+mn-ea"/>
                          <a:cs typeface="Abar Mid" pitchFamily="50" charset="-78"/>
                        </a:rPr>
                        <a:t>تطويرها سابقا ومنهجية الاحتساب والتحقق، ثم مناقشة الأفكار والفرص التطويرية لتحسين دقة العد، بمشاركة الجهات الداخلية والخارجية ذات العلاقة والقطاع الخاص</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0"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برنامج خدمة ضيوف الرحمن</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0"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01-10-2026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mn-ea"/>
                          <a:cs typeface="Abar Mid" pitchFamily="50" charset="-78"/>
                        </a:rPr>
                        <a:t>على </a:t>
                      </a:r>
                      <a:r>
                        <a:rPr lang="ar-SA" sz="1000" b="0" i="0" u="none" strike="noStrike" kern="1200">
                          <a:solidFill>
                            <a:srgbClr val="000000"/>
                          </a:solidFill>
                          <a:effectLst/>
                          <a:latin typeface="Abar Mid" pitchFamily="50" charset="-78"/>
                          <a:ea typeface="+mn-ea"/>
                          <a:cs typeface="Abar Mid" pitchFamily="50" charset="-78"/>
                        </a:rPr>
                        <a:t>  </a:t>
                      </a:r>
                      <a:r>
                        <a:rPr lang="en-US" sz="1000" b="0" i="0" u="none" strike="noStrike" kern="1200">
                          <a:solidFill>
                            <a:srgbClr val="000000"/>
                          </a:solidFill>
                          <a:effectLst/>
                          <a:latin typeface="Abar Mid" pitchFamily="50" charset="-78"/>
                          <a:ea typeface="+mn-ea"/>
                          <a:cs typeface="Abar Mid" pitchFamily="50" charset="-78"/>
                        </a:rPr>
                        <a:t>المخطط</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algn="r" defTabSz="914415" rtl="1" eaLnBrk="1" fontAlgn="ctr" latinLnBrk="0" hangingPunct="1">
                        <a:buNone/>
                      </a:pPr>
                      <a:r>
                        <a:rPr lang="en-US" sz="1000" b="0" i="0" u="none" strike="noStrike" kern="1200" dirty="0" err="1">
                          <a:solidFill>
                            <a:srgbClr val="000000"/>
                          </a:solidFill>
                          <a:effectLst/>
                          <a:latin typeface="Abar Mid" pitchFamily="50" charset="-78"/>
                          <a:ea typeface="+mn-ea"/>
                          <a:cs typeface="Abar Mid" pitchFamily="50" charset="-78"/>
                        </a:rPr>
                        <a:t>تم</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التنسيق</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للورشة</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والمقرر</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عقدها</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يوم</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الأحد</a:t>
                      </a:r>
                      <a:r>
                        <a:rPr lang="en-US" sz="1000" b="0" i="0" u="none" strike="noStrike" kern="1200" dirty="0">
                          <a:solidFill>
                            <a:srgbClr val="000000"/>
                          </a:solidFill>
                          <a:effectLst/>
                          <a:latin typeface="Abar Mid" pitchFamily="50" charset="-78"/>
                          <a:ea typeface="+mn-ea"/>
                          <a:cs typeface="Abar Mid" pitchFamily="50" charset="-78"/>
                        </a:rPr>
                        <a:t> 20 </a:t>
                      </a:r>
                      <a:r>
                        <a:rPr lang="ar-SA"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سبتمبر</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وجاري</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مواءمة</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قائمة</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المدعوين</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تمهيدا</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لإرسال</a:t>
                      </a:r>
                      <a:r>
                        <a:rPr lang="en-US" sz="1000" b="0" i="0" u="none" strike="noStrike" kern="1200" dirty="0">
                          <a:solidFill>
                            <a:srgbClr val="000000"/>
                          </a:solidFill>
                          <a:effectLst/>
                          <a:latin typeface="Abar Mid" pitchFamily="50" charset="-78"/>
                          <a:ea typeface="+mn-ea"/>
                          <a:cs typeface="Abar Mid" pitchFamily="50" charset="-78"/>
                        </a:rPr>
                        <a:t> </a:t>
                      </a:r>
                      <a:r>
                        <a:rPr lang="en-US" sz="1000" b="0" i="0" u="none" strike="noStrike" kern="1200" dirty="0" err="1">
                          <a:solidFill>
                            <a:srgbClr val="000000"/>
                          </a:solidFill>
                          <a:effectLst/>
                          <a:latin typeface="Abar Mid" pitchFamily="50" charset="-78"/>
                          <a:ea typeface="+mn-ea"/>
                          <a:cs typeface="Abar Mid" pitchFamily="50" charset="-78"/>
                        </a:rPr>
                        <a:t>الدعوات</a:t>
                      </a:r>
                      <a:endParaRPr lang="en-US" sz="1000" b="0" i="0" u="none" strike="noStrike" kern="1200" dirty="0">
                        <a:solidFill>
                          <a:srgbClr val="000000"/>
                        </a:solidFill>
                        <a:effectLst/>
                        <a:latin typeface="Abar Mid" pitchFamily="50" charset="-78"/>
                        <a:ea typeface="+mn-ea"/>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7789366"/>
                  </a:ext>
                </a:extLst>
              </a:tr>
            </a:tbl>
          </a:graphicData>
        </a:graphic>
      </p:graphicFrame>
    </p:spTree>
    <p:extLst>
      <p:ext uri="{BB962C8B-B14F-4D97-AF65-F5344CB8AC3E}">
        <p14:creationId xmlns:p14="http://schemas.microsoft.com/office/powerpoint/2010/main" val="3565859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5955A-538C-CF7A-0FE0-F37CB1E2C34F}"/>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544E6CE-8FBC-4631-628A-C6A764A8CAA5}"/>
              </a:ext>
            </a:extLst>
          </p:cNvPr>
          <p:cNvGraphicFramePr>
            <a:graphicFrameLocks/>
          </p:cNvGraphicFramePr>
          <p:nvPr>
            <p:custDataLst>
              <p:tags r:id="rId1"/>
            </p:custDataLst>
          </p:nvPr>
        </p:nvGraphicFramePr>
        <p:xfrm>
          <a:off x="1588" y="1376363"/>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2" name="think-cell data - do not delete" hidden="1">
                        <a:extLst>
                          <a:ext uri="{FF2B5EF4-FFF2-40B4-BE49-F238E27FC236}">
                            <a16:creationId xmlns:a16="http://schemas.microsoft.com/office/drawing/2014/main" id="{8544E6CE-8FBC-4631-628A-C6A764A8CAA5}"/>
                          </a:ext>
                        </a:extLst>
                      </p:cNvPr>
                      <p:cNvPicPr/>
                      <p:nvPr/>
                    </p:nvPicPr>
                    <p:blipFill>
                      <a:blip r:embed="rId6"/>
                      <a:stretch>
                        <a:fillRect/>
                      </a:stretch>
                    </p:blipFill>
                    <p:spPr>
                      <a:xfrm>
                        <a:off x="1588" y="1376363"/>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33CD44B0-A17F-BAF5-615D-3ACB686F5CDF}"/>
              </a:ext>
            </a:extLst>
          </p:cNvPr>
          <p:cNvGrpSpPr/>
          <p:nvPr/>
        </p:nvGrpSpPr>
        <p:grpSpPr>
          <a:xfrm>
            <a:off x="917571" y="676842"/>
            <a:ext cx="5724532" cy="517476"/>
            <a:chOff x="1079493" y="4415868"/>
            <a:chExt cx="5724532" cy="1042296"/>
          </a:xfrm>
        </p:grpSpPr>
        <p:sp>
          <p:nvSpPr>
            <p:cNvPr id="12" name="btfpRowHeaderBoxText438126">
              <a:extLst>
                <a:ext uri="{FF2B5EF4-FFF2-40B4-BE49-F238E27FC236}">
                  <a16:creationId xmlns:a16="http://schemas.microsoft.com/office/drawing/2014/main" id="{2F4EDD17-841D-CAB7-5620-C4C29EFBDF1C}"/>
                </a:ext>
              </a:extLst>
            </p:cNvPr>
            <p:cNvSpPr txBox="1"/>
            <p:nvPr>
              <p:custDataLst>
                <p:tags r:id="rId2"/>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المهام</a:t>
              </a:r>
            </a:p>
          </p:txBody>
        </p:sp>
        <p:cxnSp>
          <p:nvCxnSpPr>
            <p:cNvPr id="13" name="Straight Connector 12">
              <a:extLst>
                <a:ext uri="{FF2B5EF4-FFF2-40B4-BE49-F238E27FC236}">
                  <a16:creationId xmlns:a16="http://schemas.microsoft.com/office/drawing/2014/main" id="{4ECF19F5-BEE5-4E01-2A2A-A4A7ED1A903A}"/>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5">
            <a:extLst>
              <a:ext uri="{FF2B5EF4-FFF2-40B4-BE49-F238E27FC236}">
                <a16:creationId xmlns:a16="http://schemas.microsoft.com/office/drawing/2014/main" id="{24C18B9B-64F6-22FD-45B3-540606A7AC0A}"/>
              </a:ext>
            </a:extLst>
          </p:cNvPr>
          <p:cNvGraphicFramePr>
            <a:graphicFrameLocks noGrp="1"/>
          </p:cNvGraphicFramePr>
          <p:nvPr>
            <p:extLst>
              <p:ext uri="{D42A27DB-BD31-4B8C-83A1-F6EECF244321}">
                <p14:modId xmlns:p14="http://schemas.microsoft.com/office/powerpoint/2010/main" val="1225961035"/>
              </p:ext>
            </p:extLst>
          </p:nvPr>
        </p:nvGraphicFramePr>
        <p:xfrm>
          <a:off x="605699" y="1393029"/>
          <a:ext cx="6463458" cy="6391967"/>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30518">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JO" sz="1000" dirty="0">
                          <a:solidFill>
                            <a:srgbClr val="00080B"/>
                          </a:solidFill>
                          <a:latin typeface="Abar Mid" pitchFamily="50" charset="-78"/>
                          <a:ea typeface="Abar Mid" pitchFamily="50" charset="-78"/>
                          <a:cs typeface="Abar Mid" pitchFamily="50" charset="-78"/>
                        </a:rPr>
                        <a:t>تفاصيل مهام اجتماع القيادات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1423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2368294">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8</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إعداد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مؤشر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معتمد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العائد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والأثر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المتحقق</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الاستثمار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في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برامج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ومبادرات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الإبداع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والابتكار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وريادة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انعكاسه</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على</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تجربة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endParaRPr lang="en-US" sz="1000" b="0" i="0" u="none" strike="noStrike" dirty="0">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وخدمة المستفيدين</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25-10-2026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r>
                        <a:rPr lang="en-US" sz="1000" b="0" i="0" u="none" strike="noStrike" dirty="0" err="1">
                          <a:solidFill>
                            <a:srgbClr val="000000"/>
                          </a:solidFill>
                          <a:effectLst/>
                          <a:latin typeface="Abar Mid" pitchFamily="50" charset="-78"/>
                          <a:cs typeface="Abar Mid" pitchFamily="50" charset="-78"/>
                        </a:rPr>
                        <a:t>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الاجتماع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برنامج</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خدمة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ضيوف</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الرحمن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وهيئة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البحث</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والتطوير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والابتكار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لمناقشة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مؤشرات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أثر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مبادرات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الإبداع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والابتكار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وريادة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الأعمال</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وتبين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تحديد</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المدخلات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وآلية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قياس</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الأثر</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الاقتصادي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والاجتماعي</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يتطلب</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دراسة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إضافية</a:t>
                      </a:r>
                      <a:endParaRPr lang="en-US" sz="1000" b="0" i="0" u="none" strike="noStrike" dirty="0">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r h="1245611">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9</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إعداد</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تحليل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معمق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للشريحة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الخاصة بالزيارات</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والمخالفات في مواقع التشغيل في عر</a:t>
                      </a:r>
                      <a:r>
                        <a:rPr lang="en-US" sz="1000" b="0" i="0" u="none" strike="noStrike">
                          <a:solidFill>
                            <a:srgbClr val="000000"/>
                          </a:solidFill>
                          <a:effectLst/>
                          <a:latin typeface="Abar Mid" pitchFamily="50" charset="-78"/>
                          <a:cs typeface="Abar Mid" pitchFamily="50" charset="-78"/>
                        </a:rPr>
                        <a:t>ض مقارنة </a:t>
                      </a:r>
                      <a:r>
                        <a:rPr lang="en-US" sz="1000" b="0" i="0" u="none" strike="noStrike" err="1">
                          <a:solidFill>
                            <a:srgbClr val="000000"/>
                          </a:solidFill>
                          <a:effectLst/>
                          <a:latin typeface="Abar Mid" pitchFamily="50" charset="-78"/>
                          <a:cs typeface="Abar Mid" pitchFamily="50" charset="-78"/>
                        </a:rPr>
                        <a:t>المخالفات بين موسم 47 وموسم 48، للتحقق</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دقة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الأرقام وواقعيتها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والخروج بقراءة أدق تعكس</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الوضع</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الفعلي</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مركز امتثال</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الأعمال</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5926492"/>
                  </a:ext>
                </a:extLst>
              </a:tr>
              <a:tr h="1877843">
                <a:tc>
                  <a:txBody>
                    <a:bodyPr/>
                    <a:lstStyle/>
                    <a:p>
                      <a:pPr algn="ctr" rtl="0" fontAlgn="ctr">
                        <a:buNone/>
                      </a:pPr>
                      <a:r>
                        <a:rPr lang="ar-SA" sz="1000" b="0" i="0" u="none" strike="noStrike">
                          <a:solidFill>
                            <a:srgbClr val="000000"/>
                          </a:solidFill>
                          <a:effectLst/>
                          <a:latin typeface="Abar Mid" pitchFamily="50" charset="-78"/>
                          <a:cs typeface="Abar Mid" pitchFamily="50" charset="-78"/>
                        </a:rPr>
                        <a:t>10</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إجراء</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دراسة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شاملة لثقافة الترحيب الحالية في مكة المكرمة وقياس مستوى نضجها، والاستفادة من تجربة الخطوط السعودية وSGS ودراسة نماذج من بعض الدول التي نجحت في التغيير، والخروج بخطة عمل متكاملة تسهم في تطوير</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ثقافة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الترحيب والارتقاء بتجربة ضيوف الرحمن بما يسهم في جعل مكة المكرمة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أفضل</a:t>
                      </a:r>
                      <a:r>
                        <a:rPr lang="ar-SA"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مدن</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العالم في هذا</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المجال</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وكالة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التوعية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وتنمية</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المهارات</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21-10-2026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err="1">
                          <a:solidFill>
                            <a:srgbClr val="000000"/>
                          </a:solidFill>
                          <a:effectLst/>
                          <a:latin typeface="Abar Mid" pitchFamily="50" charset="-78"/>
                          <a:cs typeface="Abar Mid" pitchFamily="50" charset="-78"/>
                        </a:rPr>
                        <a:t>على</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المخطط</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endParaRPr dirty="0"/>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80009034"/>
                  </a:ext>
                </a:extLst>
              </a:tr>
            </a:tbl>
          </a:graphicData>
        </a:graphic>
      </p:graphicFrame>
      <p:graphicFrame>
        <p:nvGraphicFramePr>
          <p:cNvPr id="3" name="Table 5">
            <a:extLst>
              <a:ext uri="{FF2B5EF4-FFF2-40B4-BE49-F238E27FC236}">
                <a16:creationId xmlns:a16="http://schemas.microsoft.com/office/drawing/2014/main" id="{8382319D-4674-617E-33AB-0E790D75F602}"/>
              </a:ext>
            </a:extLst>
          </p:cNvPr>
          <p:cNvGraphicFramePr>
            <a:graphicFrameLocks noGrp="1"/>
          </p:cNvGraphicFramePr>
          <p:nvPr>
            <p:extLst>
              <p:ext uri="{D42A27DB-BD31-4B8C-83A1-F6EECF244321}">
                <p14:modId xmlns:p14="http://schemas.microsoft.com/office/powerpoint/2010/main" val="4151802969"/>
              </p:ext>
            </p:extLst>
          </p:nvPr>
        </p:nvGraphicFramePr>
        <p:xfrm>
          <a:off x="605699" y="8220074"/>
          <a:ext cx="6463458" cy="2080379"/>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228556">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50" charset="-78"/>
                          <a:ea typeface="Abar Mid" pitchFamily="50" charset="-78"/>
                          <a:cs typeface="Abar Mid" pitchFamily="50" charset="-78"/>
                        </a:rPr>
                        <a:t>تفاصيل </a:t>
                      </a:r>
                      <a:r>
                        <a:rPr lang="ar-JO" sz="1000">
                          <a:solidFill>
                            <a:srgbClr val="00080B"/>
                          </a:solidFill>
                          <a:latin typeface="Abar Mid" pitchFamily="50" charset="-78"/>
                          <a:ea typeface="Abar Mid" pitchFamily="50" charset="-78"/>
                          <a:cs typeface="Abar Mid" pitchFamily="50" charset="-78"/>
                        </a:rPr>
                        <a:t>مهام</a:t>
                      </a:r>
                      <a:r>
                        <a:rPr lang="ar-SA" sz="1000">
                          <a:solidFill>
                            <a:srgbClr val="00080B"/>
                          </a:solidFill>
                          <a:latin typeface="Abar Mid" pitchFamily="50" charset="-78"/>
                          <a:ea typeface="Abar Mid" pitchFamily="50" charset="-78"/>
                          <a:cs typeface="Abar Mid" pitchFamily="50" charset="-78"/>
                        </a:rPr>
                        <a:t> </a:t>
                      </a:r>
                      <a:r>
                        <a:rPr lang="ar-JO" sz="1000">
                          <a:solidFill>
                            <a:srgbClr val="00080B"/>
                          </a:solidFill>
                          <a:latin typeface="Abar Mid" pitchFamily="50" charset="-78"/>
                          <a:ea typeface="Abar Mid" pitchFamily="50" charset="-78"/>
                          <a:cs typeface="Abar Mid" pitchFamily="50" charset="-78"/>
                        </a:rPr>
                        <a:t>اجتماع التجربة الرقمية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380926">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348859">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إتاحة شراء باقات العمرة واختيار وتغيير شركة العمرة عبر تطبيق نسك</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مركز منصة نسك الرقمية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على المخطط</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0" fontAlgn="ctr">
                        <a:buNone/>
                      </a:pPr>
                      <a:r>
                        <a:rPr lang="en-US" sz="1000" b="0" i="0" u="none" strike="noStrike" dirty="0">
                          <a:solidFill>
                            <a:srgbClr val="000000"/>
                          </a:solidFill>
                          <a:effectLst/>
                          <a:latin typeface="Abar Mid" pitchFamily="50" charset="-78"/>
                          <a:cs typeface="Abar Mid" pitchFamily="50" charset="-78"/>
                        </a:rPr>
                        <a:t> </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bl>
          </a:graphicData>
        </a:graphic>
      </p:graphicFrame>
      <p:graphicFrame>
        <p:nvGraphicFramePr>
          <p:cNvPr id="4" name="Table 5">
            <a:extLst>
              <a:ext uri="{FF2B5EF4-FFF2-40B4-BE49-F238E27FC236}">
                <a16:creationId xmlns:a16="http://schemas.microsoft.com/office/drawing/2014/main" id="{236F631E-D50A-7F0D-EE08-691BB58CB619}"/>
              </a:ext>
            </a:extLst>
          </p:cNvPr>
          <p:cNvGraphicFramePr>
            <a:graphicFrameLocks noGrp="1"/>
          </p:cNvGraphicFramePr>
          <p:nvPr>
            <p:extLst>
              <p:ext uri="{D42A27DB-BD31-4B8C-83A1-F6EECF244321}">
                <p14:modId xmlns:p14="http://schemas.microsoft.com/office/powerpoint/2010/main" val="1106322481"/>
              </p:ext>
            </p:extLst>
          </p:nvPr>
        </p:nvGraphicFramePr>
        <p:xfrm>
          <a:off x="605699" y="10426660"/>
          <a:ext cx="6463458" cy="2080378"/>
        </p:xfrm>
        <a:graphic>
          <a:graphicData uri="http://schemas.openxmlformats.org/drawingml/2006/table">
            <a:tbl>
              <a:tblPr rtl="1"/>
              <a:tblGrid>
                <a:gridCol w="355937">
                  <a:extLst>
                    <a:ext uri="{9D8B030D-6E8A-4147-A177-3AD203B41FA5}">
                      <a16:colId xmlns:a16="http://schemas.microsoft.com/office/drawing/2014/main" val="20000"/>
                    </a:ext>
                  </a:extLst>
                </a:gridCol>
                <a:gridCol w="1564310">
                  <a:extLst>
                    <a:ext uri="{9D8B030D-6E8A-4147-A177-3AD203B41FA5}">
                      <a16:colId xmlns:a16="http://schemas.microsoft.com/office/drawing/2014/main" val="20001"/>
                    </a:ext>
                  </a:extLst>
                </a:gridCol>
                <a:gridCol w="1049350">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682081">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291415">
                <a:tc gridSpan="6">
                  <a:txBody>
                    <a:body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50" charset="-78"/>
                          <a:ea typeface="Abar Mid" pitchFamily="50" charset="-78"/>
                          <a:cs typeface="Abar Mid" pitchFamily="50" charset="-78"/>
                        </a:rPr>
                        <a:t>تفاصيل </a:t>
                      </a:r>
                      <a:r>
                        <a:rPr lang="ar-JO" sz="1000">
                          <a:solidFill>
                            <a:srgbClr val="00080B"/>
                          </a:solidFill>
                          <a:latin typeface="Abar Mid" pitchFamily="50" charset="-78"/>
                          <a:ea typeface="Abar Mid" pitchFamily="50" charset="-78"/>
                          <a:cs typeface="Abar Mid" pitchFamily="50" charset="-78"/>
                        </a:rPr>
                        <a:t>مهام لجنة المتابعة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85691">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en-US"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1">
                        <a:lnSpc>
                          <a:spcPct val="120000"/>
                        </a:lnSpc>
                      </a:pPr>
                      <a:r>
                        <a:rPr lang="ar-SA" sz="1000" b="1" kern="1200">
                          <a:solidFill>
                            <a:schemeClr val="bg1"/>
                          </a:solidFill>
                          <a:latin typeface="Abar Mid" pitchFamily="50" charset="-78"/>
                          <a:ea typeface="Abar Mid" pitchFamily="50" charset="-78"/>
                          <a:cs typeface="Abar Mid" pitchFamily="50" charset="-78"/>
                        </a:rPr>
                        <a:t>المهمة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القطاع</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baseline="0">
                          <a:solidFill>
                            <a:schemeClr val="bg1"/>
                          </a:solidFill>
                          <a:latin typeface="Abar Mid" pitchFamily="50" charset="-78"/>
                          <a:ea typeface="Abar Mid" pitchFamily="50" charset="-78"/>
                          <a:cs typeface="Abar Mid" pitchFamily="50" charset="-78"/>
                        </a:rPr>
                        <a:t>تاريخ الإنجاز المخطط</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a:solidFill>
                            <a:schemeClr val="bg1"/>
                          </a:solidFill>
                          <a:latin typeface="Abar Mid" pitchFamily="50" charset="-78"/>
                          <a:ea typeface="Abar Mid" pitchFamily="50" charset="-78"/>
                          <a:cs typeface="Abar Mid" pitchFamily="50" charset="-78"/>
                        </a:rPr>
                        <a:t>الحالة</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ctr" defTabSz="914400" rtl="1" eaLnBrk="1" fontAlgn="auto" latinLnBrk="0" hangingPunct="1">
                        <a:lnSpc>
                          <a:spcPct val="120000"/>
                        </a:lnSpc>
                        <a:spcBef>
                          <a:spcPts val="0"/>
                        </a:spcBef>
                        <a:spcAft>
                          <a:spcPts val="0"/>
                        </a:spcAft>
                        <a:buClrTx/>
                        <a:buSzTx/>
                        <a:buFontTx/>
                        <a:buNone/>
                        <a:tabLst/>
                        <a:defRPr/>
                      </a:pPr>
                      <a:r>
                        <a:rPr lang="ar-SA" sz="1000" b="1" kern="1200" dirty="0">
                          <a:solidFill>
                            <a:schemeClr val="bg1"/>
                          </a:solidFill>
                          <a:latin typeface="Abar Mid" pitchFamily="50" charset="-78"/>
                          <a:ea typeface="Abar Mid" pitchFamily="50" charset="-78"/>
                          <a:cs typeface="Abar Mid" pitchFamily="50" charset="-78"/>
                        </a:rPr>
                        <a:t>ملاحظات</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303272">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1</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دراسة مقترح المنظومة الذكية المعتمدة على الساعة المعصمية بالتنسيق مع سدايا، ومشاركة ملخص تنفيذي</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cs typeface="Abar Mid" pitchFamily="50" charset="-78"/>
                        </a:rPr>
                        <a:t>وكالة التحول الرقمي وتقنية المعلومات</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buNone/>
                      </a:pPr>
                      <a:r>
                        <a:rPr lang="en-US" sz="1000" b="0" i="0" u="none" strike="noStrike">
                          <a:solidFill>
                            <a:srgbClr val="000000"/>
                          </a:solidFill>
                          <a:effectLst/>
                          <a:latin typeface="Abar Mid" pitchFamily="50" charset="-78"/>
                          <a:cs typeface="Abar Mid" pitchFamily="50" charset="-78"/>
                        </a:rPr>
                        <a:t>30-09-2026</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مكتملة</a:t>
                      </a: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0" i="0" u="none" strike="noStrike" dirty="0" err="1">
                          <a:solidFill>
                            <a:srgbClr val="000000"/>
                          </a:solidFill>
                          <a:effectLst/>
                          <a:latin typeface="Abar Mid" pitchFamily="50" charset="-78"/>
                          <a:cs typeface="Abar Mid" pitchFamily="50" charset="-78"/>
                        </a:rPr>
                        <a:t>تم</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الانتهاء</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دراسة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المبادرة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بالتعاون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سدايا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وتضمين</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أبرز</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الملاحظات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والتوصيات</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ومشاركتها</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مع</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أمانة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لجنة</a:t>
                      </a:r>
                      <a:r>
                        <a:rPr lang="en-US" sz="1000" b="0" i="0" u="none" strike="noStrike" dirty="0">
                          <a:solidFill>
                            <a:srgbClr val="000000"/>
                          </a:solidFill>
                          <a:effectLst/>
                          <a:latin typeface="Abar Mid" pitchFamily="50" charset="-78"/>
                          <a:cs typeface="Abar Mid" pitchFamily="50" charset="-78"/>
                        </a:rPr>
                        <a:t> </a:t>
                      </a:r>
                      <a:r>
                        <a:rPr lang="en-US" sz="1000" b="0" i="0" u="none" strike="noStrike" dirty="0" err="1">
                          <a:solidFill>
                            <a:srgbClr val="000000"/>
                          </a:solidFill>
                          <a:effectLst/>
                          <a:latin typeface="Abar Mid" pitchFamily="50" charset="-78"/>
                          <a:cs typeface="Abar Mid" pitchFamily="50" charset="-78"/>
                        </a:rPr>
                        <a:t>المتابعة</a:t>
                      </a:r>
                      <a:endParaRPr lang="en-US" sz="1000" b="0" i="0" u="none" strike="noStrike" dirty="0">
                        <a:solidFill>
                          <a:srgbClr val="000000"/>
                        </a:solidFill>
                        <a:effectLst/>
                        <a:latin typeface="Abar Mid" pitchFamily="50" charset="-78"/>
                        <a:cs typeface="Abar Mid" pitchFamily="50" charset="-78"/>
                      </a:endParaRPr>
                    </a:p>
                  </a:txBody>
                  <a:tcPr marL="7620" marR="7620" marT="762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4506415"/>
                  </a:ext>
                </a:extLst>
              </a:tr>
            </a:tbl>
          </a:graphicData>
        </a:graphic>
      </p:graphicFrame>
    </p:spTree>
    <p:extLst>
      <p:ext uri="{BB962C8B-B14F-4D97-AF65-F5344CB8AC3E}">
        <p14:creationId xmlns:p14="http://schemas.microsoft.com/office/powerpoint/2010/main" val="3565859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dirty="0">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D7281D2F-F619-25D8-133B-D92BC8DF9E70}"/>
              </a:ext>
            </a:extLst>
          </p:cNvPr>
          <p:cNvGraphicFramePr>
            <a:graphicFrameLocks noGrp="1"/>
          </p:cNvGraphicFramePr>
          <p:nvPr>
            <p:extLst>
              <p:ext uri="{D42A27DB-BD31-4B8C-83A1-F6EECF244321}">
                <p14:modId xmlns:p14="http://schemas.microsoft.com/office/powerpoint/2010/main" val="2829134029"/>
              </p:ext>
            </p:extLst>
          </p:nvPr>
        </p:nvGraphicFramePr>
        <p:xfrm>
          <a:off x="621268" y="1358359"/>
          <a:ext cx="6566916" cy="1061546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شؤون الحج</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585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1</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مشروع رحلة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المتكاملة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 1448هـ</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19-11-2027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16</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 الانتهاء من دراسة الوضع الراهن لرحلة الحاج شاملا الفجوات وتوصيات التطوير وجا</a:t>
                      </a:r>
                      <a:r>
                        <a:rPr lang="ar-SA" sz="1000" b="0" i="0" u="none" strike="noStrike" dirty="0">
                          <a:solidFill>
                            <a:srgbClr val="000000"/>
                          </a:solidFill>
                          <a:effectLst/>
                          <a:latin typeface="Abar Mid" pitchFamily="50" charset="-78"/>
                          <a:ea typeface="Abar Mid" pitchFamily="50" charset="-78"/>
                          <a:cs typeface="Abar Mid" pitchFamily="50" charset="-78"/>
                        </a:rPr>
                        <a:t>ر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دليل بيان</a:t>
                      </a:r>
                      <a:r>
                        <a:rPr lang="en-US" sz="1000" b="0" i="0" u="none" strike="noStrike" dirty="0">
                          <a:solidFill>
                            <a:srgbClr val="000000"/>
                          </a:solidFill>
                          <a:effectLst/>
                          <a:latin typeface="Abar Mid" pitchFamily="50" charset="-78"/>
                          <a:ea typeface="Abar Mid" pitchFamily="50" charset="-78"/>
                          <a:cs typeface="Abar Mid" pitchFamily="50" charset="-78"/>
                        </a:rPr>
                        <a:t>ات </a:t>
                      </a:r>
                      <a:r>
                        <a:rPr lang="en-US" sz="1000" b="0" i="0" u="none" strike="noStrike" dirty="0" err="1">
                          <a:solidFill>
                            <a:srgbClr val="000000"/>
                          </a:solidFill>
                          <a:effectLst/>
                          <a:latin typeface="Abar Mid" pitchFamily="50" charset="-78"/>
                          <a:ea typeface="Abar Mid" pitchFamily="50" charset="-78"/>
                          <a:cs typeface="Abar Mid" pitchFamily="50" charset="-78"/>
                        </a:rPr>
                        <a:t>رح</a:t>
                      </a:r>
                      <a:r>
                        <a:rPr lang="en-US" sz="1000" b="0" i="0" u="none" strike="noStrike" dirty="0">
                          <a:solidFill>
                            <a:srgbClr val="000000"/>
                          </a:solidFill>
                          <a:effectLst/>
                          <a:latin typeface="Abar Mid" pitchFamily="50" charset="-78"/>
                          <a:ea typeface="Abar Mid" pitchFamily="50" charset="-78"/>
                          <a:cs typeface="Abar Mid" pitchFamily="50" charset="-78"/>
                        </a:rPr>
                        <a:t>لة </a:t>
                      </a:r>
                      <a:r>
                        <a:rPr lang="en-US" sz="1000" b="0" i="0" u="none" strike="noStrike" dirty="0" err="1">
                          <a:solidFill>
                            <a:srgbClr val="000000"/>
                          </a:solidFill>
                          <a:effectLst/>
                          <a:latin typeface="Abar Mid" pitchFamily="50" charset="-78"/>
                          <a:ea typeface="Abar Mid" pitchFamily="50" charset="-78"/>
                          <a:cs typeface="Abar Mid" pitchFamily="50" charset="-78"/>
                        </a:rPr>
                        <a:t>الحاج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المتكاملة شاملا مصادر البيان</a:t>
                      </a:r>
                      <a:r>
                        <a:rPr lang="en-US" sz="1000" b="0" i="0" u="none" strike="noStrike" dirty="0">
                          <a:solidFill>
                            <a:srgbClr val="000000"/>
                          </a:solidFill>
                          <a:effectLst/>
                          <a:latin typeface="Abar Mid" pitchFamily="50" charset="-78"/>
                          <a:ea typeface="Abar Mid" pitchFamily="50" charset="-78"/>
                          <a:cs typeface="Abar Mid" pitchFamily="50" charset="-78"/>
                        </a:rPr>
                        <a:t>ات </a:t>
                      </a:r>
                      <a:r>
                        <a:rPr lang="en-US" sz="1000" b="0" i="0" u="none" strike="noStrike" dirty="0" err="1">
                          <a:solidFill>
                            <a:srgbClr val="000000"/>
                          </a:solidFill>
                          <a:effectLst/>
                          <a:latin typeface="Abar Mid" pitchFamily="50" charset="-78"/>
                          <a:ea typeface="Abar Mid" pitchFamily="50" charset="-78"/>
                          <a:cs typeface="Abar Mid" pitchFamily="50" charset="-78"/>
                        </a:rPr>
                        <a:t>والجهات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المالكة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ومسؤوليات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التحديث والتحقق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وقواعد جودة البيانات والاكتمال والدقة على أن يتم 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الدليل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27 </a:t>
                      </a:r>
                      <a:r>
                        <a:rPr lang="en-US" sz="1000" b="0" i="0" u="none" strike="noStrike" dirty="0" err="1">
                          <a:solidFill>
                            <a:srgbClr val="000000"/>
                          </a:solidFill>
                          <a:effectLst/>
                          <a:latin typeface="Abar Mid" pitchFamily="50" charset="-78"/>
                          <a:ea typeface="Abar Mid" pitchFamily="50" charset="-78"/>
                          <a:cs typeface="Abar Mid" pitchFamily="50" charset="-78"/>
                        </a:rPr>
                        <a:t>سبتمبر</a:t>
                      </a:r>
                      <a:r>
                        <a:rPr lang="en-US" sz="1000" b="0" i="0" u="none" strike="noStrike" dirty="0">
                          <a:solidFill>
                            <a:srgbClr val="000000"/>
                          </a:solidFill>
                          <a:effectLst/>
                          <a:latin typeface="Abar Mid" pitchFamily="50" charset="-78"/>
                          <a:ea typeface="Abar Mid" pitchFamily="50" charset="-78"/>
                          <a:cs typeface="Abar Mid" pitchFamily="50" charset="-78"/>
                        </a:rPr>
                        <a:t>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7439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2</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دراسة إمكانية تسكين الحجاج بمكة المكرمة خلال أيام التشريق</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15-09-2026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30-11-2026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23</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أغ</a:t>
                      </a:r>
                      <a:r>
                        <a:rPr lang="en-US" sz="1000" b="1" i="0" u="none" strike="noStrike" dirty="0" err="1">
                          <a:solidFill>
                            <a:srgbClr val="000000"/>
                          </a:solidFill>
                          <a:effectLst/>
                          <a:latin typeface="Abar Mid" pitchFamily="50" charset="-78"/>
                          <a:ea typeface="Abar Mid" pitchFamily="50" charset="-78"/>
                          <a:cs typeface="Abar Mid" pitchFamily="50" charset="-78"/>
                        </a:rPr>
                        <a:t>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استبيان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يوضح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عدد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الحجاج الراغبين بالسكن في مكة خلال أيام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التشريق</a:t>
                      </a:r>
                      <a:r>
                        <a:rPr lang="en-US" sz="1000" b="0" i="0" u="none" strike="noStrike" dirty="0">
                          <a:solidFill>
                            <a:srgbClr val="000000"/>
                          </a:solidFill>
                          <a:effectLst/>
                          <a:latin typeface="Abar Mid" pitchFamily="50" charset="-78"/>
                          <a:ea typeface="Abar Mid" pitchFamily="50" charset="-78"/>
                          <a:cs typeface="Abar Mid" pitchFamily="50" charset="-78"/>
                        </a:rPr>
                        <a:t> و</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6 </a:t>
                      </a:r>
                      <a:r>
                        <a:rPr lang="en-US" sz="1000" b="0" i="0" u="none" strike="noStrike" dirty="0" err="1">
                          <a:solidFill>
                            <a:srgbClr val="000000"/>
                          </a:solidFill>
                          <a:effectLst/>
                          <a:latin typeface="Abar Mid" pitchFamily="50" charset="-78"/>
                          <a:ea typeface="Abar Mid" pitchFamily="50" charset="-78"/>
                          <a:cs typeface="Abar Mid" pitchFamily="50" charset="-78"/>
                        </a:rPr>
                        <a:t>أكتوبر</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a:solidFill>
                            <a:srgbClr val="000000"/>
                          </a:solidFill>
                          <a:effectLst/>
                          <a:latin typeface="Abar Mid" pitchFamily="50" charset="-78"/>
                          <a:ea typeface="Abar Mid" pitchFamily="50" charset="-78"/>
                          <a:cs typeface="Abar Mid" pitchFamily="50" charset="-78"/>
                        </a:rPr>
                        <a:t>جار العمل إعداد السيناريوهات المتوقعة لاستغلال المساحات مثال زيادة أعداد الحجاج-تسكين العمالة-زيادة المساحة المخصصة للحاج لاعتمادها بتاريخ 23 أكتوبر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950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3</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وتنظيمات شركات تقديم الخدمة للحجاج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05-11-2026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en-US" sz="1000" b="1" i="0" u="none" strike="noStrike">
                          <a:solidFill>
                            <a:srgbClr val="000000"/>
                          </a:solidFill>
                          <a:effectLst/>
                          <a:latin typeface="Abar Mid" pitchFamily="50" charset="-78"/>
                          <a:ea typeface="Abar Mid" pitchFamily="50" charset="-78"/>
                          <a:cs typeface="Abar Mid" pitchFamily="50" charset="-78"/>
                        </a:rPr>
                        <a:t>  3</a:t>
                      </a:r>
                      <a:r>
                        <a:rPr lang="ar-SA"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جار العم</a:t>
                      </a:r>
                      <a:r>
                        <a:rPr lang="en-US" sz="1000" b="0" i="0" u="none" strike="noStrike">
                          <a:solidFill>
                            <a:srgbClr val="000000"/>
                          </a:solidFill>
                          <a:effectLst/>
                          <a:latin typeface="Abar Mid" pitchFamily="50" charset="-78"/>
                          <a:ea typeface="Abar Mid" pitchFamily="50" charset="-78"/>
                          <a:cs typeface="Abar Mid" pitchFamily="50" charset="-78"/>
                        </a:rPr>
                        <a:t>ل </a:t>
                      </a:r>
                      <a:r>
                        <a:rPr lang="en-US" sz="1000" b="0" i="0" u="none" strike="noStrike" err="1">
                          <a:solidFill>
                            <a:srgbClr val="000000"/>
                          </a:solidFill>
                          <a:effectLst/>
                          <a:latin typeface="Abar Mid" pitchFamily="50" charset="-78"/>
                          <a:ea typeface="Abar Mid" pitchFamily="50" charset="-78"/>
                          <a:cs typeface="Abar Mid" pitchFamily="50" charset="-78"/>
                        </a:rPr>
                        <a:t>على</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وتحليل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نتائج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استبيان 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تشغيل مراكز الضي</a:t>
                      </a:r>
                      <a:r>
                        <a:rPr lang="en-US" sz="1000" b="0" i="0" u="none" strike="noStrike">
                          <a:solidFill>
                            <a:srgbClr val="000000"/>
                          </a:solidFill>
                          <a:effectLst/>
                          <a:latin typeface="Abar Mid" pitchFamily="50" charset="-78"/>
                          <a:ea typeface="Abar Mid" pitchFamily="50" charset="-78"/>
                          <a:cs typeface="Abar Mid" pitchFamily="50" charset="-78"/>
                        </a:rPr>
                        <a:t>افة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 1447هـ، على أن يتم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الانتهاء من تحليل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النتائج بتاريخ 20 أكتوبر</a:t>
                      </a:r>
                      <a:r>
                        <a:rPr lang="en-US" sz="1000" b="0" i="0" u="none" strike="noStrike">
                          <a:solidFill>
                            <a:srgbClr val="000000"/>
                          </a:solidFill>
                          <a:effectLst/>
                          <a:latin typeface="Abar Mid" pitchFamily="50" charset="-78"/>
                          <a:ea typeface="Abar Mid" pitchFamily="50" charset="-78"/>
                          <a:cs typeface="Abar Mid" pitchFamily="50" charset="-78"/>
                        </a:rPr>
                        <a:t>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12676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4</a:t>
                      </a:r>
                      <a:endParaRPr sz="1000" kern="0" baseline="0">
                        <a:solidFill>
                          <a:schemeClr val="tx1"/>
                        </a:solidFill>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تطوير نموذج شركات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الداخل</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04-10-2026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16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المجلس</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التنسيقي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لحجاج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الداخل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لاستعراض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مستجدات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موسم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حج</a:t>
                      </a:r>
                      <a:r>
                        <a:rPr lang="en-US" sz="1000" b="0" i="0" u="none" strike="noStrike" dirty="0">
                          <a:solidFill>
                            <a:srgbClr val="000000"/>
                          </a:solidFill>
                          <a:effectLst/>
                          <a:latin typeface="Abar Mid" pitchFamily="50" charset="-78"/>
                          <a:ea typeface="Abar Mid" pitchFamily="50" charset="-78"/>
                          <a:cs typeface="Abar Mid" pitchFamily="50" charset="-78"/>
                        </a:rPr>
                        <a:t> 1448هـ  </a:t>
                      </a:r>
                      <a:r>
                        <a:rPr lang="en-US" sz="1000" b="0" i="0" u="none" strike="noStrike" dirty="0" err="1">
                          <a:solidFill>
                            <a:srgbClr val="000000"/>
                          </a:solidFill>
                          <a:effectLst/>
                          <a:latin typeface="Abar Mid" pitchFamily="50" charset="-78"/>
                          <a:ea typeface="Abar Mid" pitchFamily="50" charset="-78"/>
                          <a:cs typeface="Abar Mid" pitchFamily="50" charset="-78"/>
                        </a:rPr>
                        <a:t>وتم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التوصل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إضافة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بعض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المتطلبات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لتحسين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وتجويد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الخدمات</a:t>
                      </a:r>
                      <a:endParaRPr lang="en-US" sz="1000" b="0" i="0" u="none" strike="noStrike" dirty="0">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تحديث</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بنود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النموذج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لشركات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حجاج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الداخل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طور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اعتمادها</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r h="1585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5</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بمشعر مزدلفة لموسم حج 1448 هجري</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ar-SA" sz="1000" b="0" i="0" u="none" strike="noStrike" kern="1200" dirty="0">
                          <a:solidFill>
                            <a:srgbClr val="000000"/>
                          </a:solidFill>
                          <a:effectLst/>
                          <a:latin typeface="Abar Mid" pitchFamily="50" charset="-78"/>
                          <a:ea typeface="Abar Mid" pitchFamily="50" charset="-78"/>
                          <a:cs typeface="Abar Mid" pitchFamily="50" charset="-78"/>
                        </a:rPr>
                        <a:t>مكتمل</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30 </a:t>
                      </a:r>
                      <a:r>
                        <a:rPr lang="en-US" sz="1000" b="1" i="0" u="none" strike="noStrike" dirty="0" err="1">
                          <a:solidFill>
                            <a:srgbClr val="000000"/>
                          </a:solidFill>
                          <a:effectLst/>
                          <a:latin typeface="Abar Mid" pitchFamily="50" charset="-78"/>
                          <a:ea typeface="Abar Mid" pitchFamily="50" charset="-78"/>
                          <a:cs typeface="Abar Mid" pitchFamily="50" charset="-78"/>
                        </a:rPr>
                        <a:t>أغسطس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استعراض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المخرجات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24 </a:t>
                      </a:r>
                      <a:r>
                        <a:rPr lang="en-US" sz="1000" b="0" i="0" u="none" strike="noStrike" dirty="0" err="1">
                          <a:solidFill>
                            <a:srgbClr val="000000"/>
                          </a:solidFill>
                          <a:effectLst/>
                          <a:latin typeface="Abar Mid" pitchFamily="50" charset="-78"/>
                          <a:ea typeface="Abar Mid" pitchFamily="50" charset="-78"/>
                          <a:cs typeface="Abar Mid" pitchFamily="50" charset="-78"/>
                        </a:rPr>
                        <a:t>أغسطس</a:t>
                      </a:r>
                      <a:r>
                        <a:rPr lang="en-US" sz="1000" b="0"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المواءمة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وكالة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التعاون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الدولي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لتضمين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شرح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توضيحي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لمكاتب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شؤون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لمواقع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مشعر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مزدلفة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حسب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الرخص</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الشرعية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الاجتماعات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التحضيرية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استعراضها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ضمن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التحضيري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مكتب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شؤون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حجاج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تونس</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56430669"/>
                  </a:ext>
                </a:extLst>
              </a:tr>
              <a:tr h="95019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أعمال تطوير رغبات الحجاج لأداء النسك لموسم حج 1448 هجري</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15" rtl="1" eaLnBrk="1" fontAlgn="ctr"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a:ln>
                            <a:noFill/>
                          </a:ln>
                          <a:solidFill>
                            <a:srgbClr val="000000"/>
                          </a:solidFill>
                          <a:effectLst/>
                          <a:uLnTx/>
                          <a:uFillTx/>
                          <a:latin typeface="Abar Mid" pitchFamily="50" charset="-78"/>
                          <a:ea typeface="Abar Mid" pitchFamily="50" charset="-78"/>
                          <a:cs typeface="Abar Mid" pitchFamily="50" charset="-78"/>
                        </a:rPr>
                        <a:t>مكتمل</a:t>
                      </a:r>
                      <a:endParaRPr kumimoji="0" lang="en-US" sz="10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err="1">
                          <a:solidFill>
                            <a:srgbClr val="000000"/>
                          </a:solidFill>
                          <a:effectLst/>
                          <a:latin typeface="Abar Mid" pitchFamily="50" charset="-78"/>
                          <a:ea typeface="Abar Mid" pitchFamily="50" charset="-78"/>
                          <a:cs typeface="Abar Mid" pitchFamily="50" charset="-78"/>
                        </a:rPr>
                        <a:t>تاريخ</a:t>
                      </a:r>
                      <a:r>
                        <a:rPr lang="en-US" sz="1000" b="1" i="0" u="none" strike="noStrike">
                          <a:solidFill>
                            <a:srgbClr val="000000"/>
                          </a:solidFill>
                          <a:effectLst/>
                          <a:latin typeface="Abar Mid" pitchFamily="50" charset="-78"/>
                          <a:ea typeface="Abar Mid" pitchFamily="50" charset="-78"/>
                          <a:cs typeface="Abar Mid" pitchFamily="50" charset="-78"/>
                        </a:rPr>
                        <a:t> </a:t>
                      </a:r>
                      <a:r>
                        <a:rPr lang="en-US" sz="1000" b="1" i="0" u="none" strike="noStrike" err="1">
                          <a:solidFill>
                            <a:srgbClr val="000000"/>
                          </a:solidFill>
                          <a:effectLst/>
                          <a:latin typeface="Abar Mid" pitchFamily="50" charset="-78"/>
                          <a:ea typeface="Abar Mid" pitchFamily="50" charset="-78"/>
                          <a:cs typeface="Abar Mid" pitchFamily="50" charset="-78"/>
                        </a:rPr>
                        <a:t>التحديث</a:t>
                      </a:r>
                      <a:r>
                        <a:rPr lang="ar-SA" sz="1000" b="1" i="0" u="none" strike="noStrike">
                          <a:solidFill>
                            <a:srgbClr val="000000"/>
                          </a:solidFill>
                          <a:effectLst/>
                          <a:latin typeface="Abar Mid" pitchFamily="50" charset="-78"/>
                          <a:ea typeface="Abar Mid" pitchFamily="50" charset="-78"/>
                          <a:cs typeface="Abar Mid" pitchFamily="50" charset="-78"/>
                        </a:rPr>
                        <a:t>:</a:t>
                      </a:r>
                      <a:r>
                        <a:rPr lang="en-US" sz="1000" b="1" i="0" u="none" strike="noStrike">
                          <a:solidFill>
                            <a:srgbClr val="000000"/>
                          </a:solidFill>
                          <a:effectLst/>
                          <a:latin typeface="Abar Mid" pitchFamily="50" charset="-78"/>
                          <a:ea typeface="Abar Mid" pitchFamily="50" charset="-78"/>
                          <a:cs typeface="Abar Mid" pitchFamily="50" charset="-78"/>
                        </a:rPr>
                        <a:t> 3 </a:t>
                      </a:r>
                      <a:r>
                        <a:rPr lang="en-US" sz="1000" b="1" i="0" u="none" strike="noStrike" err="1">
                          <a:solidFill>
                            <a:srgbClr val="000000"/>
                          </a:solidFill>
                          <a:effectLst/>
                          <a:latin typeface="Abar Mid" pitchFamily="50" charset="-78"/>
                          <a:ea typeface="Abar Mid" pitchFamily="50" charset="-78"/>
                          <a:cs typeface="Abar Mid" pitchFamily="50" charset="-78"/>
                        </a:rPr>
                        <a:t>سبتمبر</a:t>
                      </a:r>
                      <a:r>
                        <a:rPr lang="en-US" sz="1000" b="1"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استعراض</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مخرجات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في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اجتماع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القيادات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بتاريخ</a:t>
                      </a:r>
                      <a:r>
                        <a:rPr lang="en-US" sz="1000" b="0" i="0" u="none" strike="noStrike">
                          <a:solidFill>
                            <a:srgbClr val="000000"/>
                          </a:solidFill>
                          <a:effectLst/>
                          <a:latin typeface="Abar Mid" pitchFamily="50" charset="-78"/>
                          <a:ea typeface="Abar Mid" pitchFamily="50" charset="-78"/>
                          <a:cs typeface="Abar Mid" pitchFamily="50" charset="-78"/>
                        </a:rPr>
                        <a:t> 31 </a:t>
                      </a:r>
                      <a:r>
                        <a:rPr lang="en-US" sz="1000" b="0" i="0" u="none" strike="noStrike" err="1">
                          <a:solidFill>
                            <a:srgbClr val="000000"/>
                          </a:solidFill>
                          <a:effectLst/>
                          <a:latin typeface="Abar Mid" pitchFamily="50" charset="-78"/>
                          <a:ea typeface="Abar Mid" pitchFamily="50" charset="-78"/>
                          <a:cs typeface="Abar Mid" pitchFamily="50" charset="-78"/>
                        </a:rPr>
                        <a:t>أغسطس</a:t>
                      </a:r>
                      <a:r>
                        <a:rPr lang="en-US" sz="1000" b="0" i="0" u="none" strike="noStrike">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err="1">
                          <a:solidFill>
                            <a:srgbClr val="000000"/>
                          </a:solidFill>
                          <a:effectLst/>
                          <a:latin typeface="Abar Mid" pitchFamily="50" charset="-78"/>
                          <a:ea typeface="Abar Mid" pitchFamily="50" charset="-78"/>
                          <a:cs typeface="Abar Mid" pitchFamily="50" charset="-78"/>
                        </a:rPr>
                        <a:t>تم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اعتماد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أعمال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تطوير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رغبات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الحجاج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لأداء</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النسك</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1448هـ</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98790111"/>
                  </a:ext>
                </a:extLst>
              </a:tr>
              <a:tr h="1743940">
                <a:tc>
                  <a:txBody>
                    <a:bodyPr/>
                    <a:lstStyle/>
                    <a:p>
                      <a:pPr marL="0" algn="ctr" defTabSz="914400" rtl="0" eaLnBrk="1" latinLnBrk="0" hangingPunct="1">
                        <a:lnSpc>
                          <a:spcPct val="105000"/>
                        </a:lnSpc>
                      </a:pPr>
                      <a:r>
                        <a:rPr lang="ar-SA" sz="1000" kern="0" baseline="0">
                          <a:solidFill>
                            <a:schemeClr val="tx1"/>
                          </a:solidFill>
                          <a:latin typeface="Abar Mid" pitchFamily="50" charset="-78"/>
                          <a:ea typeface="Abar Mid" pitchFamily="50" charset="-78"/>
                          <a:cs typeface="Abar Mid" pitchFamily="50" charset="-78"/>
                        </a:rPr>
                        <a:t>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النموذج</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التشغيلي</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لقادة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الأفواج</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13-08-2026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15" rtl="1" eaLnBrk="1" fontAlgn="ctr" latinLnBrk="0" hangingPunct="1">
                        <a:lnSpc>
                          <a:spcPct val="100000"/>
                        </a:lnSpc>
                        <a:spcBef>
                          <a:spcPts val="0"/>
                        </a:spcBef>
                        <a:spcAft>
                          <a:spcPts val="0"/>
                        </a:spcAft>
                        <a:buClrTx/>
                        <a:buSzTx/>
                        <a:buFontTx/>
                        <a:buNone/>
                        <a:tabLst/>
                        <a:defRPr/>
                      </a:pPr>
                      <a:r>
                        <a:rPr kumimoji="0" lang="ar-SA" sz="10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rPr>
                        <a:t>مكتمل</a:t>
                      </a:r>
                      <a:endParaRPr kumimoji="0" lang="en-US" sz="1000" b="0" i="0" u="none" strike="noStrike" kern="1200" cap="none" spc="0" normalizeH="0" baseline="0" noProof="0" dirty="0">
                        <a:ln>
                          <a:noFill/>
                        </a:ln>
                        <a:solidFill>
                          <a:srgbClr val="000000"/>
                        </a:solidFill>
                        <a:effectLst/>
                        <a:uLnTx/>
                        <a:uFillTx/>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a:t>
                      </a:r>
                      <a:r>
                        <a:rPr lang="en-US" sz="1000" b="1" i="0" u="none" strike="noStrike" dirty="0">
                          <a:solidFill>
                            <a:srgbClr val="000000"/>
                          </a:solidFill>
                          <a:effectLst/>
                          <a:latin typeface="Abar Mid" pitchFamily="50" charset="-78"/>
                          <a:ea typeface="Abar Mid" pitchFamily="50" charset="-78"/>
                          <a:cs typeface="Abar Mid" pitchFamily="50" charset="-78"/>
                        </a:rPr>
                        <a:t> 3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استعراض</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مخرجات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اجتماع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القيادات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31 </a:t>
                      </a:r>
                      <a:r>
                        <a:rPr lang="en-US" sz="1000" b="0" i="0" u="none" strike="noStrike" dirty="0" err="1">
                          <a:solidFill>
                            <a:srgbClr val="000000"/>
                          </a:solidFill>
                          <a:effectLst/>
                          <a:latin typeface="Abar Mid" pitchFamily="50" charset="-78"/>
                          <a:ea typeface="Abar Mid" pitchFamily="50" charset="-78"/>
                          <a:cs typeface="Abar Mid" pitchFamily="50" charset="-78"/>
                        </a:rPr>
                        <a:t>أغسطس</a:t>
                      </a:r>
                      <a:r>
                        <a:rPr lang="en-US" sz="1000" b="0" i="0" u="none" strike="noStrike" dirty="0">
                          <a:solidFill>
                            <a:srgbClr val="000000"/>
                          </a:solidFill>
                          <a:effectLst/>
                          <a:latin typeface="Abar Mid" pitchFamily="50" charset="-78"/>
                          <a:ea typeface="Abar Mid" pitchFamily="50" charset="-78"/>
                          <a:cs typeface="Abar Mid" pitchFamily="50" charset="-78"/>
                        </a:rPr>
                        <a:t> 2026</a:t>
                      </a: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النموذج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لقادة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الأفواج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استقطاب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وتأهيل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قادة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الأفواج</a:t>
                      </a:r>
                      <a:endParaRPr lang="en-US" sz="1000" b="0" i="0" u="none" strike="noStrike" dirty="0">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النموذج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التشغيلي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لقادة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الأفواج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استقطابهم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وتأهيلهم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إنشاء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مستقل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لمتابعة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تنفيذ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الاستقطاب</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والتأهيل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وفق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المعتمدة</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26417360"/>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D7281D2F-F619-25D8-133B-D92BC8DF9E70}"/>
              </a:ext>
            </a:extLst>
          </p:cNvPr>
          <p:cNvGraphicFramePr>
            <a:graphicFrameLocks noGrp="1"/>
          </p:cNvGraphicFramePr>
          <p:nvPr>
            <p:extLst>
              <p:ext uri="{D42A27DB-BD31-4B8C-83A1-F6EECF244321}">
                <p14:modId xmlns:p14="http://schemas.microsoft.com/office/powerpoint/2010/main" val="4004347984"/>
              </p:ext>
            </p:extLst>
          </p:nvPr>
        </p:nvGraphicFramePr>
        <p:xfrm>
          <a:off x="621268" y="1358359"/>
          <a:ext cx="6566916" cy="158057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شؤون الحج</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1440">
                <a:tc>
                  <a:txBody>
                    <a:bodyPr/>
                    <a:lstStyle/>
                    <a:p>
                      <a:pPr marL="0" algn="ctr" defTabSz="914400" rtl="0" eaLnBrk="1" latinLnBrk="0" hangingPunct="1">
                        <a:lnSpc>
                          <a:spcPct val="105000"/>
                        </a:lnSpc>
                      </a:pPr>
                      <a:r>
                        <a:rPr lang="ar-SA" sz="1000" kern="0" baseline="0" dirty="0">
                          <a:solidFill>
                            <a:schemeClr val="tx1"/>
                          </a:solidFill>
                          <a:latin typeface="Abar Mid" pitchFamily="50" charset="-78"/>
                          <a:ea typeface="Abar Mid" pitchFamily="50" charset="-78"/>
                          <a:cs typeface="Abar Mid" pitchFamily="50" charset="-78"/>
                        </a:rPr>
                        <a:t>8</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إصدار</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دليل</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تصنيف</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الخدمات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المحدث</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لموسم</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حج</a:t>
                      </a:r>
                      <a:r>
                        <a:rPr lang="en-US" sz="1000" b="0" i="0" u="none" strike="noStrike">
                          <a:solidFill>
                            <a:srgbClr val="000000"/>
                          </a:solidFill>
                          <a:effectLst/>
                          <a:latin typeface="Abar Mid" pitchFamily="50" charset="-78"/>
                          <a:ea typeface="Abar Mid" pitchFamily="50" charset="-78"/>
                          <a:cs typeface="Abar Mid" pitchFamily="50" charset="-78"/>
                        </a:rPr>
                        <a:t> 1448 </a:t>
                      </a:r>
                      <a:r>
                        <a:rPr lang="en-US" sz="1000" b="0" i="0" u="none" strike="noStrike" err="1">
                          <a:solidFill>
                            <a:srgbClr val="000000"/>
                          </a:solidFill>
                          <a:effectLst/>
                          <a:latin typeface="Abar Mid" pitchFamily="50" charset="-78"/>
                          <a:ea typeface="Abar Mid" pitchFamily="50" charset="-78"/>
                          <a:cs typeface="Abar Mid" pitchFamily="50" charset="-78"/>
                        </a:rPr>
                        <a:t>هجري</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31-07-2026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ar-SA" sz="1000" b="0" i="0" u="none" strike="noStrike" kern="1200" dirty="0">
                          <a:solidFill>
                            <a:srgbClr val="000000"/>
                          </a:solidFill>
                          <a:effectLst/>
                          <a:latin typeface="Abar Mid" pitchFamily="50" charset="-78"/>
                          <a:ea typeface="Abar Mid" pitchFamily="50" charset="-78"/>
                          <a:cs typeface="Abar Mid" pitchFamily="50" charset="-78"/>
                        </a:rPr>
                        <a:t>مكتمل</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DCE6F2"/>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30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أغسطس</a:t>
                      </a:r>
                      <a:r>
                        <a:rPr lang="en-US" sz="1000" b="1" i="0" u="none" strike="noStrike" dirty="0">
                          <a:solidFill>
                            <a:srgbClr val="000000"/>
                          </a:solidFill>
                          <a:effectLst/>
                          <a:latin typeface="Abar Mid" pitchFamily="50" charset="-78"/>
                          <a:ea typeface="Abar Mid" pitchFamily="50" charset="-78"/>
                          <a:cs typeface="Abar Mid" pitchFamily="50" charset="-78"/>
                        </a:rPr>
                        <a:t>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اعتماد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التصنيف</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الكمي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والنوعي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لموسم</a:t>
                      </a:r>
                      <a:r>
                        <a:rPr lang="en-US" sz="1000" b="0" i="0" u="none" strike="noStrike" dirty="0">
                          <a:solidFill>
                            <a:srgbClr val="000000"/>
                          </a:solidFill>
                          <a:effectLst/>
                          <a:latin typeface="Abar Mid" pitchFamily="50" charset="-78"/>
                          <a:ea typeface="Abar Mid" pitchFamily="50" charset="-78"/>
                          <a:cs typeface="Abar Mid" pitchFamily="50" charset="-78"/>
                        </a:rPr>
                        <a:t> 1448 هـ </a:t>
                      </a:r>
                      <a:r>
                        <a:rPr lang="en-US" sz="1000" b="0" i="0" u="none" strike="noStrike" dirty="0" err="1">
                          <a:solidFill>
                            <a:srgbClr val="000000"/>
                          </a:solidFill>
                          <a:effectLst/>
                          <a:latin typeface="Abar Mid" pitchFamily="50" charset="-78"/>
                          <a:ea typeface="Abar Mid" pitchFamily="50" charset="-78"/>
                          <a:cs typeface="Abar Mid" pitchFamily="50" charset="-78"/>
                        </a:rPr>
                        <a:t>بالقرار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الوزاري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رقم</a:t>
                      </a:r>
                      <a:r>
                        <a:rPr lang="en-US" sz="1000" b="0" i="0" u="none" strike="noStrike" dirty="0">
                          <a:solidFill>
                            <a:srgbClr val="000000"/>
                          </a:solidFill>
                          <a:effectLst/>
                          <a:latin typeface="Abar Mid" pitchFamily="50" charset="-78"/>
                          <a:ea typeface="Abar Mid" pitchFamily="50" charset="-78"/>
                          <a:cs typeface="Abar Mid" pitchFamily="50" charset="-78"/>
                        </a:rPr>
                        <a:t> 480212055  </a:t>
                      </a:r>
                      <a:r>
                        <a:rPr lang="en-US" sz="1000" b="0" i="0" u="none" strike="noStrike" dirty="0" err="1">
                          <a:solidFill>
                            <a:srgbClr val="000000"/>
                          </a:solidFill>
                          <a:effectLst/>
                          <a:latin typeface="Abar Mid" pitchFamily="50" charset="-78"/>
                          <a:ea typeface="Abar Mid" pitchFamily="50" charset="-78"/>
                          <a:cs typeface="Abar Mid" pitchFamily="50" charset="-78"/>
                        </a:rPr>
                        <a:t>وتاريخ</a:t>
                      </a:r>
                      <a:r>
                        <a:rPr lang="en-US" sz="1000" b="0" i="0" u="none" strike="noStrike" dirty="0">
                          <a:solidFill>
                            <a:srgbClr val="000000"/>
                          </a:solidFill>
                          <a:effectLst/>
                          <a:latin typeface="Abar Mid" pitchFamily="50" charset="-78"/>
                          <a:ea typeface="Abar Mid" pitchFamily="50" charset="-78"/>
                          <a:cs typeface="Abar Mid" pitchFamily="50" charset="-78"/>
                        </a:rPr>
                        <a:t> 1448/02/16 هـ</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72283336"/>
                  </a:ext>
                </a:extLst>
              </a:tr>
            </a:tbl>
          </a:graphicData>
        </a:graphic>
      </p:graphicFrame>
      <p:graphicFrame>
        <p:nvGraphicFramePr>
          <p:cNvPr id="31" name="Table 7">
            <a:extLst>
              <a:ext uri="{FF2B5EF4-FFF2-40B4-BE49-F238E27FC236}">
                <a16:creationId xmlns:a16="http://schemas.microsoft.com/office/drawing/2014/main" id="{3E66C75A-F78E-DDF4-95E9-67543B2DA0BE}"/>
              </a:ext>
            </a:extLst>
          </p:cNvPr>
          <p:cNvGraphicFramePr>
            <a:graphicFrameLocks noGrp="1"/>
          </p:cNvGraphicFramePr>
          <p:nvPr>
            <p:extLst>
              <p:ext uri="{D42A27DB-BD31-4B8C-83A1-F6EECF244321}">
                <p14:modId xmlns:p14="http://schemas.microsoft.com/office/powerpoint/2010/main" val="1854604796"/>
              </p:ext>
            </p:extLst>
          </p:nvPr>
        </p:nvGraphicFramePr>
        <p:xfrm>
          <a:off x="621268" y="3053229"/>
          <a:ext cx="6566916" cy="20568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تطوير الأعمال وخدمة المستفيدين</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تطوير تجربة مظلات مبتكرة لضيوف الرحمن</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11-06-2026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15-11-2026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24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ar-SA" sz="1000" b="1" i="0" u="none" strike="noStrike" dirty="0">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Abar Mid" pitchFamily="50" charset="-78"/>
                          <a:cs typeface="Abar Mid" pitchFamily="50" charset="-78"/>
                        </a:rPr>
                        <a:t>تم الانتهاء من معرض ابتكارات الحج وعرض جميع المشاركات، بمشاركة 17 شركة/مبتكر وتقديم 22 نموذج مبتكر للمظلات.</a:t>
                      </a:r>
                    </a:p>
                    <a:p>
                      <a:pPr marL="0" marR="101600" indent="-76200" algn="r" defTabSz="914415" rtl="1" eaLnBrk="1" fontAlgn="ctr" latinLnBrk="0" hangingPunct="1">
                        <a:lnSpc>
                          <a:spcPct val="100000"/>
                        </a:lnSpc>
                        <a:spcBef>
                          <a:spcPts val="0"/>
                        </a:spcBef>
                        <a:spcAft>
                          <a:spcPts val="0"/>
                        </a:spcAft>
                        <a:buSzPct val="75000"/>
                        <a:buChar char="•"/>
                      </a:pPr>
                      <a:r>
                        <a:rPr lang="ar-SA" sz="1000" b="0" i="0" u="none" strike="noStrike" kern="1200" dirty="0">
                          <a:solidFill>
                            <a:srgbClr val="000000"/>
                          </a:solidFill>
                          <a:effectLst/>
                          <a:latin typeface="Abar Mid" pitchFamily="50" charset="-78"/>
                          <a:ea typeface="Abar Mid" pitchFamily="50" charset="-78"/>
                          <a:cs typeface="Abar Mid" pitchFamily="50" charset="-78"/>
                        </a:rPr>
                        <a:t>جار حاليا التقييم الأولي من قبل لجنة التحكيم لتأهيل المشاركات المناسبة، تمهيدا  لإعلان النتائج النهائية وعرضها في مؤتمر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32" name="Table 10">
            <a:extLst>
              <a:ext uri="{FF2B5EF4-FFF2-40B4-BE49-F238E27FC236}">
                <a16:creationId xmlns:a16="http://schemas.microsoft.com/office/drawing/2014/main" id="{BD3B8E98-7822-6066-CDA7-8D291CE1013B}"/>
              </a:ext>
            </a:extLst>
          </p:cNvPr>
          <p:cNvGraphicFramePr>
            <a:graphicFrameLocks noGrp="1"/>
          </p:cNvGraphicFramePr>
          <p:nvPr>
            <p:extLst>
              <p:ext uri="{D42A27DB-BD31-4B8C-83A1-F6EECF244321}">
                <p14:modId xmlns:p14="http://schemas.microsoft.com/office/powerpoint/2010/main" val="767795130"/>
              </p:ext>
            </p:extLst>
          </p:nvPr>
        </p:nvGraphicFramePr>
        <p:xfrm>
          <a:off x="621268" y="5224349"/>
          <a:ext cx="6566916" cy="332220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التعاون الدولي والشراكات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791440">
                <a:tc>
                  <a:txBody>
                    <a:bodyPr/>
                    <a:lstStyle/>
                    <a:p>
                      <a:pPr algn="ctr" rtl="1" fontAlgn="ctr">
                        <a:buNone/>
                      </a:pPr>
                      <a:r>
                        <a:rPr lang="en-US" sz="1000" b="0" i="0" u="none" strike="noStrike">
                          <a:solidFill>
                            <a:srgbClr val="000000"/>
                          </a:solidFill>
                          <a:effectLst/>
                          <a:latin typeface="Arial" panose="020B0604020202020204" pitchFamily="34" charset="0"/>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نسك امتثال مراكز الضيافة</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14-06-2026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algn="r" defTabSz="914415" rtl="1" eaLnBrk="1" fontAlgn="ctr" latinLnBrk="0" hangingPunct="1">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16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ar-SA" sz="1000" b="0" i="0" u="none" strike="noStrike" kern="1200" dirty="0">
                          <a:solidFill>
                            <a:srgbClr val="000000"/>
                          </a:solidFill>
                          <a:effectLst/>
                          <a:latin typeface="Abar Mid" pitchFamily="50" charset="-78"/>
                          <a:ea typeface="Abar Mid" pitchFamily="50" charset="-78"/>
                          <a:cs typeface="Abar Mid" pitchFamily="50" charset="-78"/>
                        </a:rPr>
                        <a:t>تم إعادة إرسال كراسة الشروط والمواصفات بعد معالجات الملاحظات لإدارة المشتريات لاستكمال  إجراءات الطرح</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950190">
                <a:tc>
                  <a:txBody>
                    <a:bodyPr/>
                    <a:lstStyle/>
                    <a:p>
                      <a:pPr algn="ctr" rtl="1" fontAlgn="ctr">
                        <a:buNone/>
                      </a:pPr>
                      <a:r>
                        <a:rPr lang="en-US" sz="1000" b="0" i="0" u="none" strike="noStrike">
                          <a:solidFill>
                            <a:srgbClr val="000000"/>
                          </a:solidFill>
                          <a:effectLst/>
                          <a:latin typeface="Arial" panose="020B0604020202020204" pitchFamily="34" charset="0"/>
                        </a:rPr>
                        <a:t>2</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دراسة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تحسين</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نموذج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عمل</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آلية</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تنظيم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قدوم</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حجاج</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الخليج</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14-06-2026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28-03-2027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16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en-US" sz="1000" b="0" i="0" u="none" strike="noStrike" kern="1200" dirty="0" err="1">
                          <a:solidFill>
                            <a:srgbClr val="000000"/>
                          </a:solidFill>
                          <a:effectLst/>
                          <a:latin typeface="Abar Mid" pitchFamily="50" charset="-78"/>
                          <a:ea typeface="Abar Mid" pitchFamily="50" charset="-78"/>
                          <a:cs typeface="Abar Mid" pitchFamily="50" charset="-78"/>
                        </a:rPr>
                        <a:t>جاري</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العمل</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على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تحليل</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المخاطر</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السياسية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للنموذج</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الجديد</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وعرضه</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على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مستوى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الوكلاء</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والوزارات</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المعنية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في</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دول</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الخليج</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في</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معرض</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ومؤتمر</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الحج</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r h="791440">
                <a:tc>
                  <a:txBody>
                    <a:bodyPr/>
                    <a:lstStyle/>
                    <a:p>
                      <a:pPr algn="ctr" rtl="1" fontAlgn="ctr">
                        <a:buNone/>
                      </a:pPr>
                      <a:r>
                        <a:rPr lang="en-US" sz="1000" b="0" i="0" u="none" strike="noStrike">
                          <a:solidFill>
                            <a:srgbClr val="000000"/>
                          </a:solidFill>
                          <a:effectLst/>
                          <a:latin typeface="Arial" panose="020B0604020202020204" pitchFamily="34" charset="0"/>
                        </a:rPr>
                        <a:t>3</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برنامج اعتماد مكاتب شؤون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15-07-2026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marL="0" marR="0" lvl="0" indent="0" algn="r" defTabSz="914415" rtl="1" eaLnBrk="1" fontAlgn="ctr" latinLnBrk="0" hangingPunct="1">
                        <a:lnSpc>
                          <a:spcPct val="100000"/>
                        </a:lnSpc>
                        <a:spcBef>
                          <a:spcPts val="0"/>
                        </a:spcBef>
                        <a:spcAft>
                          <a:spcPts val="0"/>
                        </a:spcAft>
                        <a:buClrTx/>
                        <a:buSzTx/>
                        <a:buFontTx/>
                        <a:buNone/>
                        <a:tabLst/>
                        <a:defRPr/>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16</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a:t>
                      </a:r>
                      <a:endParaRPr lang="ar-SA" sz="1000" b="1" i="0" u="none" strike="noStrike" kern="1200" dirty="0">
                        <a:solidFill>
                          <a:srgbClr val="000000"/>
                        </a:solidFill>
                        <a:effectLst/>
                        <a:latin typeface="Abar Mid" pitchFamily="50" charset="-78"/>
                        <a:ea typeface="Abar Mid" pitchFamily="50" charset="-78"/>
                        <a:cs typeface="Abar Mid" pitchFamily="50" charset="-78"/>
                      </a:endParaRPr>
                    </a:p>
                    <a:p>
                      <a:pPr marL="0" algn="r" defTabSz="914415" rtl="1" eaLnBrk="1" fontAlgn="ctr" latinLnBrk="0" hangingPunct="1">
                        <a:buNone/>
                      </a:pPr>
                      <a:r>
                        <a:rPr lang="en-US" sz="1000" b="0" i="0" u="none" strike="noStrike" kern="1200" dirty="0" err="1">
                          <a:solidFill>
                            <a:srgbClr val="000000"/>
                          </a:solidFill>
                          <a:effectLst/>
                          <a:latin typeface="Abar Mid" pitchFamily="50" charset="-78"/>
                          <a:ea typeface="Abar Mid" pitchFamily="50" charset="-78"/>
                          <a:cs typeface="Abar Mid" pitchFamily="50" charset="-78"/>
                        </a:rPr>
                        <a:t>تم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استلام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العروض</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الفنية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والمالية</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على</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أن</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يتم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من</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تقييم</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العروض</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en-US" sz="1000" b="0" i="0" u="none" strike="noStrike" kern="1200" dirty="0" err="1">
                          <a:solidFill>
                            <a:srgbClr val="000000"/>
                          </a:solidFill>
                          <a:effectLst/>
                          <a:latin typeface="Abar Mid" pitchFamily="50" charset="-78"/>
                          <a:ea typeface="Abar Mid" pitchFamily="50" charset="-78"/>
                          <a:cs typeface="Abar Mid" pitchFamily="50" charset="-78"/>
                        </a:rPr>
                        <a:t>بتاريخ</a:t>
                      </a:r>
                      <a:r>
                        <a:rPr lang="en-US" sz="1000" b="0" i="0" u="none" strike="noStrike" kern="1200" dirty="0">
                          <a:solidFill>
                            <a:srgbClr val="000000"/>
                          </a:solidFill>
                          <a:effectLst/>
                          <a:latin typeface="Abar Mid" pitchFamily="50" charset="-78"/>
                          <a:ea typeface="Abar Mid" pitchFamily="50" charset="-78"/>
                          <a:cs typeface="Abar Mid" pitchFamily="50" charset="-78"/>
                        </a:rPr>
                        <a:t> </a:t>
                      </a:r>
                      <a:r>
                        <a:rPr lang="ar-SA" sz="1000" b="0" i="0" u="none" strike="noStrike" kern="1200" dirty="0">
                          <a:solidFill>
                            <a:srgbClr val="000000"/>
                          </a:solidFill>
                          <a:effectLst/>
                          <a:latin typeface="Abar Mid" pitchFamily="50" charset="-78"/>
                          <a:ea typeface="Abar Mid" pitchFamily="50" charset="-78"/>
                          <a:cs typeface="Abar Mid" pitchFamily="50" charset="-78"/>
                        </a:rPr>
                        <a:t>1 أكتوبر 2026</a:t>
                      </a:r>
                      <a:endParaRPr lang="en-US" sz="1000" b="0" i="0" u="none" strike="noStrike" kern="1200"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bl>
          </a:graphicData>
        </a:graphic>
      </p:graphicFrame>
      <p:graphicFrame>
        <p:nvGraphicFramePr>
          <p:cNvPr id="33" name="Table 6">
            <a:extLst>
              <a:ext uri="{FF2B5EF4-FFF2-40B4-BE49-F238E27FC236}">
                <a16:creationId xmlns:a16="http://schemas.microsoft.com/office/drawing/2014/main" id="{6CED6B66-1642-4103-9585-EEFD107A28B7}"/>
              </a:ext>
            </a:extLst>
          </p:cNvPr>
          <p:cNvGraphicFramePr>
            <a:graphicFrameLocks noGrp="1"/>
          </p:cNvGraphicFramePr>
          <p:nvPr>
            <p:extLst>
              <p:ext uri="{D42A27DB-BD31-4B8C-83A1-F6EECF244321}">
                <p14:modId xmlns:p14="http://schemas.microsoft.com/office/powerpoint/2010/main" val="1840832727"/>
              </p:ext>
            </p:extLst>
          </p:nvPr>
        </p:nvGraphicFramePr>
        <p:xfrm>
          <a:off x="621268" y="8660849"/>
          <a:ext cx="6566916" cy="316576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التوعية وتنمية المهارات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توحيد الهوية المؤسسية داخليا وخارجيا</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25-08-2026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المواءمة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واستلام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الزمنية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المركز</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للنقل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بشأن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توحيد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الهوية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الحافلات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عكس</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الملاحظات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وتطوير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التصاميم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تمهيدا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لاعتمادها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9 </a:t>
                      </a:r>
                      <a:r>
                        <a:rPr lang="en-US" sz="1000" b="0" i="0" u="none" strike="noStrike" dirty="0" err="1">
                          <a:solidFill>
                            <a:srgbClr val="000000"/>
                          </a:solidFill>
                          <a:effectLst/>
                          <a:latin typeface="Abar Mid" pitchFamily="50" charset="-78"/>
                          <a:ea typeface="Abar Mid" pitchFamily="50" charset="-78"/>
                          <a:cs typeface="Abar Mid" pitchFamily="50" charset="-78"/>
                        </a:rPr>
                        <a:t>نوفمبر</a:t>
                      </a:r>
                      <a:r>
                        <a:rPr lang="en-US" sz="1000" b="0" i="0" u="none" strike="noStrike" dirty="0">
                          <a:solidFill>
                            <a:srgbClr val="000000"/>
                          </a:solidFill>
                          <a:effectLst/>
                          <a:latin typeface="Abar Mid" pitchFamily="50" charset="-78"/>
                          <a:ea typeface="Abar Mid" pitchFamily="50" charset="-78"/>
                          <a:cs typeface="Abar Mid" pitchFamily="50" charset="-78"/>
                        </a:rPr>
                        <a:t> 2026،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يتولى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المركز</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للنقل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الطباعة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والتنفيذ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بإشراف</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وزارة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الحج</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والعمرة</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1089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التوعية بخدمات وأوقات النقل للحرم المكي بأيام التشريق</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16-06-2026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جار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حاليا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دراسة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وتحليل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الوضع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الراهن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11 </a:t>
                      </a:r>
                      <a:r>
                        <a:rPr lang="en-US" sz="1000" b="0" i="0" u="none" strike="noStrike" dirty="0" err="1">
                          <a:solidFill>
                            <a:srgbClr val="000000"/>
                          </a:solidFill>
                          <a:effectLst/>
                          <a:latin typeface="Abar Mid" pitchFamily="50" charset="-78"/>
                          <a:ea typeface="Abar Mid" pitchFamily="50" charset="-78"/>
                          <a:cs typeface="Abar Mid" pitchFamily="50" charset="-78"/>
                        </a:rPr>
                        <a:t>يناير</a:t>
                      </a:r>
                      <a:r>
                        <a:rPr lang="en-US" sz="1000" b="0" i="0" u="none" strike="noStrike" dirty="0">
                          <a:solidFill>
                            <a:srgbClr val="000000"/>
                          </a:solidFill>
                          <a:effectLst/>
                          <a:latin typeface="Abar Mid" pitchFamily="50" charset="-78"/>
                          <a:ea typeface="Abar Mid" pitchFamily="50" charset="-78"/>
                          <a:cs typeface="Abar Mid" pitchFamily="50" charset="-78"/>
                        </a:rPr>
                        <a:t> 2027، </a:t>
                      </a:r>
                      <a:r>
                        <a:rPr lang="en-US" sz="1000" b="0" i="0" u="none" strike="noStrike" dirty="0" err="1">
                          <a:solidFill>
                            <a:srgbClr val="000000"/>
                          </a:solidFill>
                          <a:effectLst/>
                          <a:latin typeface="Abar Mid" pitchFamily="50" charset="-78"/>
                          <a:ea typeface="Abar Mid" pitchFamily="50" charset="-78"/>
                          <a:cs typeface="Abar Mid" pitchFamily="50" charset="-78"/>
                        </a:rPr>
                        <a:t>تمهيدا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لإعداد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خطة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توعوية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متكاملة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تشمل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المنتجات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التوعوية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وقنوات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النشر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الرقمية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والمكانية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والمباشرة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والجدول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الزمني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للتنفيذ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والنشر</a:t>
                      </a:r>
                      <a:r>
                        <a:rPr lang="en-US" sz="1000" b="0" i="0" u="none" strike="noStrike" dirty="0">
                          <a:solidFill>
                            <a:srgbClr val="000000"/>
                          </a:solidFill>
                          <a:effectLst/>
                          <a:latin typeface="Abar Mid" pitchFamily="50" charset="-78"/>
                          <a:ea typeface="Abar Mid" pitchFamily="50" charset="-78"/>
                          <a:cs typeface="Abar Mid" pitchFamily="50" charset="-78"/>
                        </a:rPr>
                        <a:t>.</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65A6BD-5942-8165-6984-3DC1AA7956F5}"/>
              </a:ext>
            </a:extLst>
          </p:cNvPr>
          <p:cNvGrpSpPr/>
          <p:nvPr/>
        </p:nvGrpSpPr>
        <p:grpSpPr>
          <a:xfrm>
            <a:off x="917571" y="676842"/>
            <a:ext cx="5724532" cy="517476"/>
            <a:chOff x="1079493" y="4415868"/>
            <a:chExt cx="5724532" cy="1042296"/>
          </a:xfrm>
        </p:grpSpPr>
        <p:sp>
          <p:nvSpPr>
            <p:cNvPr id="3" name="btfpRowHeaderBoxText438126">
              <a:extLst>
                <a:ext uri="{FF2B5EF4-FFF2-40B4-BE49-F238E27FC236}">
                  <a16:creationId xmlns:a16="http://schemas.microsoft.com/office/drawing/2014/main" id="{5DCBC5D8-7B65-0E32-13EB-B9BDC214E316}"/>
                </a:ext>
              </a:extLst>
            </p:cNvPr>
            <p:cNvSpPr txBox="1"/>
            <p:nvPr>
              <p:custDataLst>
                <p:tags r:id="rId1"/>
              </p:custDataLst>
            </p:nvPr>
          </p:nvSpPr>
          <p:spPr>
            <a:xfrm flipH="1">
              <a:off x="1079493" y="4415868"/>
              <a:ext cx="5724532" cy="1042296"/>
            </a:xfrm>
            <a:prstGeom prst="roundRect">
              <a:avLst>
                <a:gd name="adj" fmla="val 12585"/>
              </a:avLst>
            </a:prstGeom>
            <a:noFill/>
            <a:ln w="6350">
              <a:noFill/>
            </a:ln>
          </p:spPr>
          <p:txBody>
            <a:bodyPr vert="horz" lIns="0" tIns="0" rIns="0" bIns="72000" anchor="ctr"/>
            <a:lstStyle>
              <a:defPPr>
                <a:defRPr lang="en-US"/>
              </a:defPPr>
              <a:lvl1pPr algn="ctr" rtl="1">
                <a:lnSpc>
                  <a:spcPts val="3300"/>
                </a:lnSpc>
                <a:spcBef>
                  <a:spcPct val="0"/>
                </a:spcBef>
                <a:defRPr>
                  <a:ln w="6350" cap="flat">
                    <a:noFill/>
                    <a:miter lim="800000"/>
                  </a:ln>
                  <a:solidFill>
                    <a:schemeClr val="bg1"/>
                  </a:solidFill>
                  <a:latin typeface="Abar Mid SemiBold" pitchFamily="50" charset="-78"/>
                  <a:ea typeface="Abar Mid SemiBold" pitchFamily="50" charset="-78"/>
                  <a:cs typeface="Abar Mid SemiBold" pitchFamily="50" charset="-78"/>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defTabSz="977875"/>
              <a:r>
                <a:rPr lang="ar-SA" sz="2400" b="1">
                  <a:solidFill>
                    <a:schemeClr val="tx1"/>
                  </a:solidFill>
                  <a:latin typeface="Abar Mid" pitchFamily="2" charset="-78"/>
                  <a:ea typeface="Abar Mid" pitchFamily="2" charset="-78"/>
                  <a:cs typeface="Abar Mid" pitchFamily="2" charset="-78"/>
                </a:rPr>
                <a:t>تفاصيل مشاريع سهيل</a:t>
              </a:r>
            </a:p>
          </p:txBody>
        </p:sp>
        <p:cxnSp>
          <p:nvCxnSpPr>
            <p:cNvPr id="4" name="Straight Connector 3">
              <a:extLst>
                <a:ext uri="{FF2B5EF4-FFF2-40B4-BE49-F238E27FC236}">
                  <a16:creationId xmlns:a16="http://schemas.microsoft.com/office/drawing/2014/main" id="{03885B4B-C558-35BA-B9A9-C49800549963}"/>
                </a:ext>
              </a:extLst>
            </p:cNvPr>
            <p:cNvCxnSpPr>
              <a:cxnSpLocks/>
            </p:cNvCxnSpPr>
            <p:nvPr/>
          </p:nvCxnSpPr>
          <p:spPr>
            <a:xfrm>
              <a:off x="3300100" y="5458164"/>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grpSp>
      <p:graphicFrame>
        <p:nvGraphicFramePr>
          <p:cNvPr id="30" name="Table 6">
            <a:extLst>
              <a:ext uri="{FF2B5EF4-FFF2-40B4-BE49-F238E27FC236}">
                <a16:creationId xmlns:a16="http://schemas.microsoft.com/office/drawing/2014/main" id="{6CED6B66-1642-4103-9585-EEFD107A28B7}"/>
              </a:ext>
            </a:extLst>
          </p:cNvPr>
          <p:cNvGraphicFramePr>
            <a:graphicFrameLocks noGrp="1"/>
          </p:cNvGraphicFramePr>
          <p:nvPr>
            <p:extLst>
              <p:ext uri="{D42A27DB-BD31-4B8C-83A1-F6EECF244321}">
                <p14:modId xmlns:p14="http://schemas.microsoft.com/office/powerpoint/2010/main" val="2501756180"/>
              </p:ext>
            </p:extLst>
          </p:nvPr>
        </p:nvGraphicFramePr>
        <p:xfrm>
          <a:off x="621268" y="1358359"/>
          <a:ext cx="6566916" cy="268951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التوعية وتنمية المهارات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التعريف والتأهيل للمسؤولين في مكاتب شؤون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22-07-2027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0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229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4</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برنامج زمالة قيادات مكاتب شؤون الحج</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15-07-2026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22-02-2027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ar-SA" sz="1000" b="1" i="0" u="none" strike="noStrike" dirty="0">
                          <a:solidFill>
                            <a:srgbClr val="000000"/>
                          </a:solidFill>
                          <a:effectLst/>
                          <a:latin typeface="Abar Mid" pitchFamily="50" charset="-78"/>
                          <a:ea typeface="Abar Mid" pitchFamily="50" charset="-78"/>
                          <a:cs typeface="Abar Mid" pitchFamily="50" charset="-78"/>
                        </a:rPr>
                        <a:t>تاريخ التحديث 16 سبتمبر 2026</a:t>
                      </a:r>
                    </a:p>
                    <a:p>
                      <a:pPr algn="r" rtl="1" fontAlgn="ctr">
                        <a:buNone/>
                      </a:pPr>
                      <a:r>
                        <a:rPr lang="ar-SA" sz="1000" b="0" i="0" u="none" strike="noStrike" dirty="0">
                          <a:solidFill>
                            <a:srgbClr val="000000"/>
                          </a:solidFill>
                          <a:effectLst/>
                          <a:latin typeface="Abar Mid" pitchFamily="50" charset="-78"/>
                          <a:ea typeface="Abar Mid" pitchFamily="50" charset="-78"/>
                          <a:cs typeface="Abar Mid" pitchFamily="50" charset="-78"/>
                        </a:rPr>
                        <a:t>تم الانتهاء من إعداد كراسة الشروط والمواصفات ويتم دراستها من قبل شركة علم على أن يتم طرحها  بتاريخ  30 سبتمبر 2026</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49293351"/>
                  </a:ext>
                </a:extLst>
              </a:tr>
            </a:tbl>
          </a:graphicData>
        </a:graphic>
      </p:graphicFrame>
      <p:graphicFrame>
        <p:nvGraphicFramePr>
          <p:cNvPr id="31" name="Table 7">
            <a:extLst>
              <a:ext uri="{FF2B5EF4-FFF2-40B4-BE49-F238E27FC236}">
                <a16:creationId xmlns:a16="http://schemas.microsoft.com/office/drawing/2014/main" id="{1A2D0F6A-29CC-F521-F79A-1F53075353B8}"/>
              </a:ext>
            </a:extLst>
          </p:cNvPr>
          <p:cNvGraphicFramePr>
            <a:graphicFrameLocks noGrp="1"/>
          </p:cNvGraphicFramePr>
          <p:nvPr>
            <p:extLst>
              <p:ext uri="{D42A27DB-BD31-4B8C-83A1-F6EECF244321}">
                <p14:modId xmlns:p14="http://schemas.microsoft.com/office/powerpoint/2010/main" val="3479042514"/>
              </p:ext>
            </p:extLst>
          </p:nvPr>
        </p:nvGraphicFramePr>
        <p:xfrm>
          <a:off x="621268" y="4162169"/>
          <a:ext cx="6566916" cy="395951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وكالة التحول الرقمي وتقنية المعلومات</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4264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مشروع</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دراسة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وتوسعة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منظومة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المستشعرات</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والرصد</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الذكي</a:t>
                      </a:r>
                      <a:r>
                        <a:rPr lang="en-US" sz="1000" b="0" i="0" u="none" strike="noStrike">
                          <a:solidFill>
                            <a:srgbClr val="000000"/>
                          </a:solidFill>
                          <a:effectLst/>
                          <a:latin typeface="Abar Mid" pitchFamily="50" charset="-78"/>
                          <a:ea typeface="Abar Mid" pitchFamily="50" charset="-78"/>
                          <a:cs typeface="Abar Mid" pitchFamily="50" charset="-78"/>
                        </a:rPr>
                        <a:t> للحج والعمرة.</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19-07-2026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20-06-2027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kern="1200" dirty="0" err="1">
                          <a:solidFill>
                            <a:srgbClr val="000000"/>
                          </a:solidFill>
                          <a:effectLst/>
                          <a:latin typeface="Abar Mid" pitchFamily="50" charset="-78"/>
                          <a:ea typeface="+mn-ea"/>
                          <a:cs typeface="Abar Mid" pitchFamily="50" charset="-78"/>
                        </a:rPr>
                        <a:t>تاريخ</a:t>
                      </a:r>
                      <a:r>
                        <a:rPr lang="en-US"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err="1">
                          <a:solidFill>
                            <a:srgbClr val="000000"/>
                          </a:solidFill>
                          <a:effectLst/>
                          <a:latin typeface="Abar Mid" pitchFamily="50" charset="-78"/>
                          <a:ea typeface="+mn-ea"/>
                          <a:cs typeface="Abar Mid" pitchFamily="50" charset="-78"/>
                        </a:rPr>
                        <a:t>التحديث</a:t>
                      </a:r>
                      <a:r>
                        <a:rPr lang="ar-SA"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a:solidFill>
                            <a:srgbClr val="000000"/>
                          </a:solidFill>
                          <a:effectLst/>
                          <a:latin typeface="Abar Mid" pitchFamily="50" charset="-78"/>
                          <a:ea typeface="+mn-ea"/>
                          <a:cs typeface="Abar Mid" pitchFamily="50" charset="-78"/>
                        </a:rPr>
                        <a:t>20</a:t>
                      </a:r>
                      <a:r>
                        <a:rPr lang="ar-SA"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a:solidFill>
                            <a:srgbClr val="000000"/>
                          </a:solidFill>
                          <a:effectLst/>
                          <a:latin typeface="Abar Mid" pitchFamily="50" charset="-78"/>
                          <a:ea typeface="+mn-ea"/>
                          <a:cs typeface="Abar Mid" pitchFamily="50" charset="-78"/>
                        </a:rPr>
                        <a:t> </a:t>
                      </a:r>
                      <a:r>
                        <a:rPr lang="en-US" sz="1000" b="1" i="0" u="none" strike="noStrike" kern="1200" dirty="0" err="1">
                          <a:solidFill>
                            <a:srgbClr val="000000"/>
                          </a:solidFill>
                          <a:effectLst/>
                          <a:latin typeface="Abar Mid" pitchFamily="50" charset="-78"/>
                          <a:ea typeface="+mn-ea"/>
                          <a:cs typeface="Abar Mid" pitchFamily="50" charset="-78"/>
                        </a:rPr>
                        <a:t>سبتمبر</a:t>
                      </a:r>
                      <a:r>
                        <a:rPr lang="en-US" sz="1000" b="1" i="0" u="none" strike="noStrike" kern="1200" dirty="0">
                          <a:solidFill>
                            <a:srgbClr val="000000"/>
                          </a:solidFill>
                          <a:effectLst/>
                          <a:latin typeface="Abar Mid" pitchFamily="50" charset="-78"/>
                          <a:ea typeface="+mn-ea"/>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إصدار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تصاريح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الدخول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للجمرات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لفريق</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العمل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واستكمال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عملية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المسح</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الميداني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وإجراء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تجربة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جديدة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لحساسات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الحرارة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والرطوبة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في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أحد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المخيمات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بمنى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وبدء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أعمال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حصر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متطلبات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الأعمال</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لتطوير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النظام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التقني</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على</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أن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يتم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الانتهاء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حصر</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المتطلبات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بتاريخ</a:t>
                      </a:r>
                      <a:r>
                        <a:rPr lang="en-US" sz="1000" b="0" i="0" u="none" strike="noStrike" dirty="0">
                          <a:solidFill>
                            <a:srgbClr val="000000"/>
                          </a:solidFill>
                          <a:effectLst/>
                          <a:latin typeface="Abar Mid" pitchFamily="50" charset="-78"/>
                          <a:ea typeface="Abar Mid" pitchFamily="50" charset="-78"/>
                          <a:cs typeface="Abar Mid" pitchFamily="50" charset="-78"/>
                        </a:rPr>
                        <a:t> 15 </a:t>
                      </a:r>
                      <a:r>
                        <a:rPr lang="en-US" sz="1000" b="0" i="0" u="none" strike="noStrike" dirty="0" err="1">
                          <a:solidFill>
                            <a:srgbClr val="000000"/>
                          </a:solidFill>
                          <a:effectLst/>
                          <a:latin typeface="Abar Mid" pitchFamily="50" charset="-78"/>
                          <a:ea typeface="Abar Mid" pitchFamily="50" charset="-78"/>
                          <a:cs typeface="Abar Mid" pitchFamily="50" charset="-78"/>
                        </a:rPr>
                        <a:t>أكتوبر</a:t>
                      </a:r>
                      <a:r>
                        <a:rPr lang="en-US" sz="1000" b="0" i="0" u="none" strike="noStrike" dirty="0">
                          <a:solidFill>
                            <a:srgbClr val="000000"/>
                          </a:solidFill>
                          <a:effectLst/>
                          <a:latin typeface="Abar Mid" pitchFamily="50" charset="-78"/>
                          <a:ea typeface="Abar Mid" pitchFamily="50" charset="-78"/>
                          <a:cs typeface="Abar Mid" pitchFamily="50" charset="-78"/>
                        </a:rPr>
                        <a:t>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r h="174394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2</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المنصة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الموحدة</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للعاملين</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01-07-2026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01-07-2027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ea typeface="Abar Mid" pitchFamily="50" charset="-78"/>
                          <a:cs typeface="Abar Mid" pitchFamily="50" charset="-78"/>
                        </a:rPr>
                        <a:t>تاريخ</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التحديث</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24</a:t>
                      </a:r>
                      <a:r>
                        <a:rPr lang="ar-SA"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a:solidFill>
                            <a:srgbClr val="000000"/>
                          </a:solidFill>
                          <a:effectLst/>
                          <a:latin typeface="Abar Mid" pitchFamily="50" charset="-78"/>
                          <a:ea typeface="Abar Mid" pitchFamily="50" charset="-78"/>
                          <a:cs typeface="Abar Mid" pitchFamily="50" charset="-78"/>
                        </a:rPr>
                        <a:t> </a:t>
                      </a:r>
                      <a:r>
                        <a:rPr lang="en-US" sz="1000" b="1" i="0" u="none" strike="noStrike" dirty="0" err="1">
                          <a:solidFill>
                            <a:srgbClr val="000000"/>
                          </a:solidFill>
                          <a:effectLst/>
                          <a:latin typeface="Abar Mid" pitchFamily="50" charset="-78"/>
                          <a:ea typeface="Abar Mid" pitchFamily="50" charset="-78"/>
                          <a:cs typeface="Abar Mid" pitchFamily="50" charset="-78"/>
                        </a:rPr>
                        <a:t>سبتمبر</a:t>
                      </a:r>
                      <a:r>
                        <a:rPr lang="en-US" sz="1000" b="1" i="0" u="none" strike="noStrike" dirty="0">
                          <a:solidFill>
                            <a:srgbClr val="000000"/>
                          </a:solidFill>
                          <a:effectLst/>
                          <a:latin typeface="Abar Mid" pitchFamily="50" charset="-78"/>
                          <a:ea typeface="Abar Mid" pitchFamily="50" charset="-78"/>
                          <a:cs typeface="Abar Mid" pitchFamily="50" charset="-78"/>
                        </a:rPr>
                        <a:t> 2026 </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marR="101600" indent="-76200" algn="r" rtl="1" fontAlgn="ctr">
                        <a:lnSpc>
                          <a:spcPct val="100000"/>
                        </a:lnSpc>
                        <a:spcBef>
                          <a:spcPts val="0"/>
                        </a:spcBef>
                        <a:spcAft>
                          <a:spcPts val="0"/>
                        </a:spcAft>
                        <a:buSzPct val="75000"/>
                        <a:buChar char="•"/>
                      </a:pPr>
                      <a:r>
                        <a:rPr lang="ar-SA" sz="1000" b="0" i="0" u="none" strike="noStrike" dirty="0">
                          <a:solidFill>
                            <a:srgbClr val="000000"/>
                          </a:solidFill>
                          <a:effectLst/>
                          <a:latin typeface="Abar Mid" pitchFamily="50" charset="-78"/>
                          <a:ea typeface="Abar Mid" pitchFamily="50" charset="-78"/>
                          <a:cs typeface="Abar Mid" pitchFamily="50" charset="-78"/>
                        </a:rPr>
                        <a:t>تم الانتهاء من بناء واعتماد وثائق التطوير ومن تطوير الدورة الأولى وجار العمل على استكمال أعمال التطوير والمواءمة مع الموارد البشرية بشأن منصة </a:t>
                      </a:r>
                      <a:r>
                        <a:rPr lang="ar-SA" sz="1000" b="0" i="0" u="none" strike="noStrike" dirty="0" err="1">
                          <a:solidFill>
                            <a:srgbClr val="000000"/>
                          </a:solidFill>
                          <a:effectLst/>
                          <a:latin typeface="Abar Mid" pitchFamily="50" charset="-78"/>
                          <a:ea typeface="Abar Mid" pitchFamily="50" charset="-78"/>
                          <a:cs typeface="Abar Mid" pitchFamily="50" charset="-78"/>
                        </a:rPr>
                        <a:t>جدريون</a:t>
                      </a:r>
                      <a:r>
                        <a:rPr lang="ar-SA" sz="1000" b="0" i="0" u="none" strike="noStrike" dirty="0">
                          <a:solidFill>
                            <a:srgbClr val="000000"/>
                          </a:solidFill>
                          <a:effectLst/>
                          <a:latin typeface="Abar Mid" pitchFamily="50" charset="-78"/>
                          <a:ea typeface="Abar Mid" pitchFamily="50" charset="-78"/>
                          <a:cs typeface="Abar Mid" pitchFamily="50" charset="-78"/>
                        </a:rPr>
                        <a:t> وآلية الاستفادة منها مع منصة العاملين الموحدة</a:t>
                      </a:r>
                    </a:p>
                    <a:p>
                      <a:pPr marR="101600" indent="-76200" algn="r" rtl="1" fontAlgn="ctr">
                        <a:lnSpc>
                          <a:spcPct val="100000"/>
                        </a:lnSpc>
                        <a:spcBef>
                          <a:spcPts val="0"/>
                        </a:spcBef>
                        <a:spcAft>
                          <a:spcPts val="0"/>
                        </a:spcAft>
                        <a:buSzPct val="75000"/>
                        <a:buChar char="•"/>
                      </a:pPr>
                      <a:r>
                        <a:rPr lang="ar-SA" sz="1000" b="0" i="0" u="none" strike="noStrike" dirty="0">
                          <a:solidFill>
                            <a:srgbClr val="000000"/>
                          </a:solidFill>
                          <a:effectLst/>
                          <a:latin typeface="Abar Mid" pitchFamily="50" charset="-78"/>
                          <a:ea typeface="Abar Mid" pitchFamily="50" charset="-78"/>
                          <a:cs typeface="Abar Mid" pitchFamily="50" charset="-78"/>
                        </a:rPr>
                        <a:t>سيتم عرض خارطة الطريق للمشروع في اجتماع القيادات القادم الموافق 28 سبتمبر 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08184649"/>
                  </a:ext>
                </a:extLst>
              </a:tr>
            </a:tbl>
          </a:graphicData>
        </a:graphic>
      </p:graphicFrame>
      <p:graphicFrame>
        <p:nvGraphicFramePr>
          <p:cNvPr id="32" name="Table 14">
            <a:extLst>
              <a:ext uri="{FF2B5EF4-FFF2-40B4-BE49-F238E27FC236}">
                <a16:creationId xmlns:a16="http://schemas.microsoft.com/office/drawing/2014/main" id="{694D8959-2FDE-5CF0-BF1F-1DC1B05721A8}"/>
              </a:ext>
            </a:extLst>
          </p:cNvPr>
          <p:cNvGraphicFramePr>
            <a:graphicFrameLocks noGrp="1"/>
          </p:cNvGraphicFramePr>
          <p:nvPr>
            <p:extLst>
              <p:ext uri="{D42A27DB-BD31-4B8C-83A1-F6EECF244321}">
                <p14:modId xmlns:p14="http://schemas.microsoft.com/office/powerpoint/2010/main" val="1176411183"/>
              </p:ext>
            </p:extLst>
          </p:nvPr>
        </p:nvGraphicFramePr>
        <p:xfrm>
          <a:off x="621268" y="8235979"/>
          <a:ext cx="6566916" cy="17393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مركز منصة نسك الرقمية</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950190">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ea typeface="Abar Mid" pitchFamily="50" charset="-78"/>
                          <a:cs typeface="Abar Mid" pitchFamily="50" charset="-78"/>
                        </a:rPr>
                        <a:t>تسويق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تطبيق</a:t>
                      </a:r>
                      <a:r>
                        <a:rPr lang="en-US" sz="1000" b="0" i="0" u="none" strike="noStrike">
                          <a:solidFill>
                            <a:srgbClr val="000000"/>
                          </a:solidFill>
                          <a:effectLst/>
                          <a:latin typeface="Abar Mid" pitchFamily="50" charset="-78"/>
                          <a:ea typeface="Abar Mid" pitchFamily="50" charset="-78"/>
                          <a:cs typeface="Abar Mid" pitchFamily="50" charset="-78"/>
                        </a:rPr>
                        <a:t> </a:t>
                      </a:r>
                      <a:r>
                        <a:rPr lang="en-US" sz="1000" b="0" i="0" u="none" strike="noStrike" err="1">
                          <a:solidFill>
                            <a:srgbClr val="000000"/>
                          </a:solidFill>
                          <a:effectLst/>
                          <a:latin typeface="Abar Mid" pitchFamily="50" charset="-78"/>
                          <a:ea typeface="Abar Mid" pitchFamily="50" charset="-78"/>
                          <a:cs typeface="Abar Mid" pitchFamily="50" charset="-78"/>
                        </a:rPr>
                        <a:t>نسك</a:t>
                      </a:r>
                      <a:endParaRPr lang="en-US" sz="1000" b="0" i="0" u="none" strike="noStrike">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30-06-2026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ea typeface="Abar Mid" pitchFamily="50" charset="-78"/>
                          <a:cs typeface="Abar Mid" pitchFamily="50" charset="-78"/>
                        </a:rPr>
                        <a:t>01-08-2027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cs typeface="Abar Mid" pitchFamily="50" charset="-78"/>
                        </a:rPr>
                        <a:t>تاريخ</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التحديث</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16</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سبتمبر</a:t>
                      </a:r>
                      <a:r>
                        <a:rPr lang="en-US" sz="1000" b="1" i="0" u="none" strike="noStrike" dirty="0">
                          <a:solidFill>
                            <a:srgbClr val="000000"/>
                          </a:solidFill>
                          <a:effectLst/>
                          <a:latin typeface="Abar Mid" pitchFamily="50" charset="-78"/>
                          <a:cs typeface="Abar Mid" pitchFamily="50" charset="-78"/>
                        </a:rPr>
                        <a:t> 2026</a:t>
                      </a:r>
                      <a:endParaRPr lang="ar-SA" sz="1000" b="1" i="0" u="none" strike="noStrike" dirty="0">
                        <a:solidFill>
                          <a:srgbClr val="000000"/>
                        </a:solidFill>
                        <a:effectLst/>
                        <a:latin typeface="Abar Mid" pitchFamily="50" charset="-78"/>
                        <a:ea typeface="Abar Mid" pitchFamily="50" charset="-78"/>
                        <a:cs typeface="Abar Mid" pitchFamily="50" charset="-78"/>
                      </a:endParaRPr>
                    </a:p>
                    <a:p>
                      <a:pPr algn="r" rtl="1" fontAlgn="ctr">
                        <a:buNone/>
                      </a:pPr>
                      <a:r>
                        <a:rPr lang="en-US" sz="1000" b="0" i="0" u="none" strike="noStrike" dirty="0" err="1">
                          <a:solidFill>
                            <a:srgbClr val="000000"/>
                          </a:solidFill>
                          <a:effectLst/>
                          <a:latin typeface="Abar Mid" pitchFamily="50" charset="-78"/>
                          <a:ea typeface="Abar Mid" pitchFamily="50" charset="-78"/>
                          <a:cs typeface="Abar Mid" pitchFamily="50" charset="-78"/>
                        </a:rPr>
                        <a:t>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a:t>
                      </a:r>
                      <a:r>
                        <a:rPr lang="ar-SA" sz="1000" b="0" i="0" u="none" strike="noStrike" dirty="0">
                          <a:solidFill>
                            <a:srgbClr val="000000"/>
                          </a:solidFill>
                          <a:effectLst/>
                          <a:latin typeface="Abar Mid" pitchFamily="50" charset="-78"/>
                          <a:ea typeface="Abar Mid" pitchFamily="50" charset="-78"/>
                          <a:cs typeface="Abar Mid" pitchFamily="50" charset="-78"/>
                        </a:rPr>
                        <a:t>ا</a:t>
                      </a:r>
                      <a:r>
                        <a:rPr lang="en-US" sz="1000" b="0" i="0" u="none" strike="noStrike" dirty="0" err="1">
                          <a:solidFill>
                            <a:srgbClr val="000000"/>
                          </a:solidFill>
                          <a:effectLst/>
                          <a:latin typeface="Abar Mid" pitchFamily="50" charset="-78"/>
                          <a:ea typeface="Abar Mid" pitchFamily="50" charset="-78"/>
                          <a:cs typeface="Abar Mid" pitchFamily="50" charset="-78"/>
                        </a:rPr>
                        <a:t>نتهاء</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من</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إعداد</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كراسة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الشروط</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والمواصفات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والأحكام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الخاصة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بالمشروع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والميزانية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المتوقعة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للمشروع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وتم</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مشاركتها</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مع</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إدارة</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المشتريات</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لأخذ</a:t>
                      </a:r>
                      <a:r>
                        <a:rPr lang="en-US" sz="1000" b="0" i="0" u="none" strike="noStrike" dirty="0">
                          <a:solidFill>
                            <a:srgbClr val="000000"/>
                          </a:solidFill>
                          <a:effectLst/>
                          <a:latin typeface="Abar Mid" pitchFamily="50" charset="-78"/>
                          <a:ea typeface="Abar Mid" pitchFamily="50" charset="-78"/>
                          <a:cs typeface="Abar Mid" pitchFamily="50" charset="-78"/>
                        </a:rPr>
                        <a:t> </a:t>
                      </a:r>
                      <a:r>
                        <a:rPr lang="en-US" sz="1000" b="0" i="0" u="none" strike="noStrike" dirty="0" err="1">
                          <a:solidFill>
                            <a:srgbClr val="000000"/>
                          </a:solidFill>
                          <a:effectLst/>
                          <a:latin typeface="Abar Mid" pitchFamily="50" charset="-78"/>
                          <a:ea typeface="Abar Mid" pitchFamily="50" charset="-78"/>
                          <a:cs typeface="Abar Mid" pitchFamily="50" charset="-78"/>
                        </a:rPr>
                        <a:t>مرئياتهم</a:t>
                      </a:r>
                      <a:endParaRPr lang="en-US" sz="1000" b="0" i="0" u="none" strike="noStrike" dirty="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graphicFrame>
        <p:nvGraphicFramePr>
          <p:cNvPr id="33" name="Table 5">
            <a:extLst>
              <a:ext uri="{FF2B5EF4-FFF2-40B4-BE49-F238E27FC236}">
                <a16:creationId xmlns:a16="http://schemas.microsoft.com/office/drawing/2014/main" id="{16560A80-6509-8BA6-B3C3-A36FD4D4C70B}"/>
              </a:ext>
            </a:extLst>
          </p:cNvPr>
          <p:cNvGraphicFramePr>
            <a:graphicFrameLocks noGrp="1"/>
          </p:cNvGraphicFramePr>
          <p:nvPr>
            <p:extLst>
              <p:ext uri="{D42A27DB-BD31-4B8C-83A1-F6EECF244321}">
                <p14:modId xmlns:p14="http://schemas.microsoft.com/office/powerpoint/2010/main" val="3786432752"/>
              </p:ext>
            </p:extLst>
          </p:nvPr>
        </p:nvGraphicFramePr>
        <p:xfrm>
          <a:off x="621268" y="10089599"/>
          <a:ext cx="6566916" cy="2056820"/>
        </p:xfrm>
        <a:graphic>
          <a:graphicData uri="http://schemas.openxmlformats.org/drawingml/2006/table">
            <a:tbl>
              <a:tblPr rtl="1"/>
              <a:tblGrid>
                <a:gridCol w="384048">
                  <a:extLst>
                    <a:ext uri="{9D8B030D-6E8A-4147-A177-3AD203B41FA5}">
                      <a16:colId xmlns:a16="http://schemas.microsoft.com/office/drawing/2014/main" val="20000"/>
                    </a:ext>
                  </a:extLst>
                </a:gridCol>
                <a:gridCol w="1071372">
                  <a:extLst>
                    <a:ext uri="{9D8B030D-6E8A-4147-A177-3AD203B41FA5}">
                      <a16:colId xmlns:a16="http://schemas.microsoft.com/office/drawing/2014/main" val="20001"/>
                    </a:ext>
                  </a:extLst>
                </a:gridCol>
                <a:gridCol w="795528">
                  <a:extLst>
                    <a:ext uri="{9D8B030D-6E8A-4147-A177-3AD203B41FA5}">
                      <a16:colId xmlns:a16="http://schemas.microsoft.com/office/drawing/2014/main" val="20002"/>
                    </a:ext>
                  </a:extLst>
                </a:gridCol>
                <a:gridCol w="795528">
                  <a:extLst>
                    <a:ext uri="{9D8B030D-6E8A-4147-A177-3AD203B41FA5}">
                      <a16:colId xmlns:a16="http://schemas.microsoft.com/office/drawing/2014/main" val="20003"/>
                    </a:ext>
                  </a:extLst>
                </a:gridCol>
                <a:gridCol w="685800">
                  <a:extLst>
                    <a:ext uri="{9D8B030D-6E8A-4147-A177-3AD203B41FA5}">
                      <a16:colId xmlns:a16="http://schemas.microsoft.com/office/drawing/2014/main" val="20005"/>
                    </a:ext>
                  </a:extLst>
                </a:gridCol>
                <a:gridCol w="2834640">
                  <a:extLst>
                    <a:ext uri="{9D8B030D-6E8A-4147-A177-3AD203B41FA5}">
                      <a16:colId xmlns:a16="http://schemas.microsoft.com/office/drawing/2014/main" val="20006"/>
                    </a:ext>
                  </a:extLst>
                </a:gridCol>
              </a:tblGrid>
              <a:tr h="315190">
                <a:tc gridSpan="6">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ar-SA" sz="1000">
                          <a:solidFill>
                            <a:srgbClr val="00080B"/>
                          </a:solidFill>
                          <a:latin typeface="Abar Mid" pitchFamily="2" charset="-78"/>
                          <a:ea typeface="Abar Mid" pitchFamily="2" charset="-78"/>
                          <a:cs typeface="Abar Mid" pitchFamily="2" charset="-78"/>
                        </a:rPr>
                        <a:t>مركز امتثال أعمال</a:t>
                      </a:r>
                      <a:endParaRPr lang="ar-JO" sz="1000">
                        <a:solidFill>
                          <a:srgbClr val="00080B"/>
                        </a:solidFill>
                        <a:latin typeface="Abar Mid" pitchFamily="2" charset="-78"/>
                        <a:ea typeface="Abar Mid" pitchFamily="2" charset="-78"/>
                        <a:cs typeface="Abar Mid" pitchFamily="2"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4E7D7"/>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baseline="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noFill/>
                      <a:prstDash val="solid"/>
                      <a:round/>
                      <a:headEnd type="none" w="med" len="med"/>
                      <a:tailEnd type="none" w="med" len="med"/>
                    </a:lnL>
                    <a:lnR w="3175" cap="flat" cmpd="sng" algn="ctr">
                      <a:solidFill>
                        <a:srgbClr val="ACC9B8"/>
                      </a:solid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tc hMerge="1">
                  <a:txBody>
                    <a:bodyPr/>
                    <a:lstStyle/>
                    <a:p>
                      <a:pPr algn="ctr" rtl="1">
                        <a:lnSpc>
                          <a:spcPct val="120000"/>
                        </a:lnSpc>
                      </a:pPr>
                      <a:endParaRPr sz="1000" b="1" kern="1200">
                        <a:solidFill>
                          <a:schemeClr val="bg1"/>
                        </a:solidFill>
                        <a:latin typeface="Abar Mid" pitchFamily="50" charset="-78"/>
                        <a:ea typeface="Abar Mid" pitchFamily="50" charset="-78"/>
                        <a:cs typeface="Abar Mid" pitchFamily="50" charset="-78"/>
                      </a:endParaRPr>
                    </a:p>
                  </a:txBody>
                  <a:tcPr marL="50292" marR="50292" marT="46800" marB="46800" anchor="ctr">
                    <a:lnL w="3175" cap="flat" cmpd="sng" algn="ctr">
                      <a:solidFill>
                        <a:srgbClr val="ACC9B8"/>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ACC9B8"/>
                      </a:solidFill>
                      <a:prstDash val="solid"/>
                      <a:round/>
                      <a:headEnd type="none" w="med" len="med"/>
                      <a:tailEnd type="none" w="med" len="med"/>
                    </a:lnT>
                    <a:lnB w="3175" cap="flat" cmpd="sng" algn="ctr">
                      <a:solidFill>
                        <a:srgbClr val="ACC9B8"/>
                      </a:solidFill>
                      <a:prstDash val="solid"/>
                      <a:round/>
                      <a:headEnd type="none" w="med" len="med"/>
                      <a:tailEnd type="none" w="med" len="med"/>
                    </a:lnB>
                    <a:lnTlToBr w="12700" cmpd="sng">
                      <a:noFill/>
                      <a:prstDash val="solid"/>
                    </a:lnTlToBr>
                    <a:lnBlToTr w="12700" cmpd="sng">
                      <a:noFill/>
                      <a:prstDash val="solid"/>
                    </a:lnBlToTr>
                    <a:solidFill>
                      <a:srgbClr val="D7A562"/>
                    </a:solidFill>
                  </a:tcPr>
                </a:tc>
                <a:extLst>
                  <a:ext uri="{0D108BD9-81ED-4DB2-BD59-A6C34878D82A}">
                    <a16:rowId xmlns:a16="http://schemas.microsoft.com/office/drawing/2014/main" val="1759932189"/>
                  </a:ext>
                </a:extLst>
              </a:tr>
              <a:tr h="4739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sz="1000" b="1" kern="1200">
                          <a:solidFill>
                            <a:schemeClr val="bg1"/>
                          </a:solidFill>
                          <a:latin typeface="Abar Mid" pitchFamily="50" charset="-78"/>
                          <a:ea typeface="Abar Mid" pitchFamily="50" charset="-78"/>
                          <a:cs typeface="Abar Mid" pitchFamily="50" charset="-78"/>
                        </a:rPr>
                        <a:t>#</a:t>
                      </a: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اسم المشروع</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baseline="0">
                          <a:solidFill>
                            <a:schemeClr val="bg1"/>
                          </a:solidFill>
                          <a:latin typeface="Abar Mid" pitchFamily="50" charset="-78"/>
                          <a:ea typeface="Abar Mid" pitchFamily="50" charset="-78"/>
                          <a:cs typeface="Abar Mid" pitchFamily="50" charset="-78"/>
                        </a:rPr>
                        <a:t>تاريخ البداية</a:t>
                      </a:r>
                      <a:endParaRPr sz="1000" b="1" kern="1200" baseline="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a:solidFill>
                            <a:schemeClr val="bg1"/>
                          </a:solidFill>
                          <a:latin typeface="Abar Mid" pitchFamily="50" charset="-78"/>
                          <a:ea typeface="Abar Mid" pitchFamily="50" charset="-78"/>
                          <a:cs typeface="Abar Mid" pitchFamily="50" charset="-78"/>
                        </a:rPr>
                        <a:t>تاريخ النهاية</a:t>
                      </a:r>
                      <a:endParaRPr sz="1000" b="1" kern="120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الحالة</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ctr" rtl="0">
                        <a:lnSpc>
                          <a:spcPct val="120000"/>
                        </a:lnSpc>
                      </a:pPr>
                      <a:r>
                        <a:rPr lang="ar-SA" sz="1000" b="1" kern="1200" dirty="0">
                          <a:solidFill>
                            <a:schemeClr val="bg1"/>
                          </a:solidFill>
                          <a:latin typeface="Abar Mid" pitchFamily="50" charset="-78"/>
                          <a:ea typeface="Abar Mid" pitchFamily="50" charset="-78"/>
                          <a:cs typeface="Abar Mid" pitchFamily="50" charset="-78"/>
                        </a:rPr>
                        <a:t>ما تم حتى تاريخه</a:t>
                      </a:r>
                      <a:endParaRPr sz="1000" b="1" kern="1200" dirty="0">
                        <a:solidFill>
                          <a:schemeClr val="bg1"/>
                        </a:solidFill>
                        <a:latin typeface="Abar Mid" pitchFamily="50" charset="-78"/>
                        <a:ea typeface="Abar Mid" pitchFamily="50" charset="-78"/>
                        <a:cs typeface="Abar Mid" pitchFamily="50" charset="-78"/>
                      </a:endParaRPr>
                    </a:p>
                  </a:txBody>
                  <a:tcPr marL="45720" marR="4572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1267690">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1</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1" fontAlgn="ctr">
                        <a:buNone/>
                      </a:pPr>
                      <a:r>
                        <a:rPr lang="en-US" sz="1000" b="0" i="0" u="none" strike="noStrike" err="1">
                          <a:solidFill>
                            <a:srgbClr val="000000"/>
                          </a:solidFill>
                          <a:effectLst/>
                          <a:latin typeface="Abar Mid" pitchFamily="50" charset="-78"/>
                          <a:cs typeface="Abar Mid" pitchFamily="50" charset="-78"/>
                        </a:rPr>
                        <a:t>ضيف</a:t>
                      </a:r>
                      <a:r>
                        <a:rPr lang="en-US" sz="1000" b="0" i="0" u="none" strike="noStrike">
                          <a:solidFill>
                            <a:srgbClr val="000000"/>
                          </a:solidFill>
                          <a:effectLst/>
                          <a:latin typeface="Abar Mid" pitchFamily="50" charset="-78"/>
                          <a:cs typeface="Abar Mid" pitchFamily="50" charset="-78"/>
                        </a:rPr>
                        <a:t> </a:t>
                      </a:r>
                      <a:r>
                        <a:rPr lang="en-US" sz="1000" b="0" i="0" u="none" strike="noStrike" err="1">
                          <a:solidFill>
                            <a:srgbClr val="000000"/>
                          </a:solidFill>
                          <a:effectLst/>
                          <a:latin typeface="Abar Mid" pitchFamily="50" charset="-78"/>
                          <a:cs typeface="Abar Mid" pitchFamily="50" charset="-78"/>
                        </a:rPr>
                        <a:t>بلا حقيبة</a:t>
                      </a:r>
                      <a:endParaRPr lang="en-US" sz="1000" b="0" i="0" u="none" strike="noStrike">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09-08-2026</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1" fontAlgn="ctr">
                        <a:buNone/>
                      </a:pPr>
                      <a:r>
                        <a:rPr lang="en-US" sz="1000" b="0" i="0" u="none" strike="noStrike">
                          <a:solidFill>
                            <a:srgbClr val="000000"/>
                          </a:solidFill>
                          <a:effectLst/>
                          <a:latin typeface="Abar Mid" pitchFamily="50" charset="-78"/>
                          <a:cs typeface="Abar Mid" pitchFamily="50" charset="-78"/>
                        </a:rPr>
                        <a:t>23-03-2027</a:t>
                      </a: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15" rtl="1" eaLnBrk="1" fontAlgn="ctr" latinLnBrk="0" hangingPunct="1">
                        <a:buNone/>
                      </a:pPr>
                      <a:r>
                        <a:rPr lang="en-US" sz="1000" b="0" i="0" u="none" strike="noStrike" kern="1200" err="1">
                          <a:solidFill>
                            <a:srgbClr val="000000"/>
                          </a:solidFill>
                          <a:effectLst/>
                          <a:latin typeface="Abar Mid" pitchFamily="50" charset="-78"/>
                          <a:ea typeface="Abar Mid" pitchFamily="50" charset="-78"/>
                          <a:cs typeface="Abar Mid" pitchFamily="50" charset="-78"/>
                        </a:rPr>
                        <a:t>على</a:t>
                      </a:r>
                      <a:r>
                        <a:rPr lang="en-US" sz="1000" b="0" i="0" u="none" strike="noStrike" kern="1200">
                          <a:solidFill>
                            <a:srgbClr val="000000"/>
                          </a:solidFill>
                          <a:effectLst/>
                          <a:latin typeface="Abar Mid" pitchFamily="50" charset="-78"/>
                          <a:ea typeface="Abar Mid" pitchFamily="50" charset="-78"/>
                          <a:cs typeface="Abar Mid" pitchFamily="50" charset="-78"/>
                        </a:rPr>
                        <a:t> </a:t>
                      </a:r>
                      <a:r>
                        <a:rPr lang="en-US" sz="1000" b="0" i="0" u="none" strike="noStrike" kern="1200" err="1">
                          <a:solidFill>
                            <a:srgbClr val="000000"/>
                          </a:solidFill>
                          <a:effectLst/>
                          <a:latin typeface="Abar Mid" pitchFamily="50" charset="-78"/>
                          <a:ea typeface="Abar Mid" pitchFamily="50" charset="-78"/>
                          <a:cs typeface="Abar Mid" pitchFamily="50" charset="-78"/>
                        </a:rPr>
                        <a:t>المخطط</a:t>
                      </a:r>
                      <a:endParaRPr lang="en-US" sz="1000" b="0" i="0" u="none" strike="noStrike" kern="1200">
                        <a:solidFill>
                          <a:srgbClr val="000000"/>
                        </a:solidFill>
                        <a:effectLst/>
                        <a:latin typeface="Abar Mid" pitchFamily="50" charset="-78"/>
                        <a:ea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EBF1DE"/>
                    </a:solidFill>
                  </a:tcPr>
                </a:tc>
                <a:tc>
                  <a:txBody>
                    <a:bodyPr/>
                    <a:lstStyle/>
                    <a:p>
                      <a:pPr algn="r" rtl="1" fontAlgn="ctr">
                        <a:buNone/>
                      </a:pPr>
                      <a:r>
                        <a:rPr lang="en-US" sz="1000" b="1" i="0" u="none" strike="noStrike" dirty="0" err="1">
                          <a:solidFill>
                            <a:srgbClr val="000000"/>
                          </a:solidFill>
                          <a:effectLst/>
                          <a:latin typeface="Abar Mid" pitchFamily="50" charset="-78"/>
                          <a:cs typeface="Abar Mid" pitchFamily="50" charset="-78"/>
                        </a:rPr>
                        <a:t>تاريخ</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التحديث</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22</a:t>
                      </a:r>
                      <a:r>
                        <a:rPr lang="ar-SA" sz="1000" b="1" i="0" u="none" strike="noStrike" dirty="0">
                          <a:solidFill>
                            <a:srgbClr val="000000"/>
                          </a:solidFill>
                          <a:effectLst/>
                          <a:latin typeface="Abar Mid" pitchFamily="50" charset="-78"/>
                          <a:cs typeface="Abar Mid" pitchFamily="50" charset="-78"/>
                        </a:rPr>
                        <a:t> </a:t>
                      </a:r>
                      <a:r>
                        <a:rPr lang="en-US" sz="1000" b="1" i="0" u="none" strike="noStrike" dirty="0">
                          <a:solidFill>
                            <a:srgbClr val="000000"/>
                          </a:solidFill>
                          <a:effectLst/>
                          <a:latin typeface="Abar Mid" pitchFamily="50" charset="-78"/>
                          <a:cs typeface="Abar Mid" pitchFamily="50" charset="-78"/>
                        </a:rPr>
                        <a:t> </a:t>
                      </a:r>
                      <a:r>
                        <a:rPr lang="en-US" sz="1000" b="1" i="0" u="none" strike="noStrike" dirty="0" err="1">
                          <a:solidFill>
                            <a:srgbClr val="000000"/>
                          </a:solidFill>
                          <a:effectLst/>
                          <a:latin typeface="Abar Mid" pitchFamily="50" charset="-78"/>
                          <a:cs typeface="Abar Mid" pitchFamily="50" charset="-78"/>
                        </a:rPr>
                        <a:t>سبتمبر</a:t>
                      </a:r>
                      <a:r>
                        <a:rPr lang="en-US" sz="1000" b="1" i="0" u="none" strike="noStrike" dirty="0">
                          <a:solidFill>
                            <a:srgbClr val="000000"/>
                          </a:solidFill>
                          <a:effectLst/>
                          <a:latin typeface="Abar Mid" pitchFamily="50" charset="-78"/>
                          <a:cs typeface="Abar Mid" pitchFamily="50" charset="-78"/>
                        </a:rPr>
                        <a:t> 2026</a:t>
                      </a:r>
                    </a:p>
                    <a:p>
                      <a:pPr algn="r" rtl="1" fontAlgn="ctr">
                        <a:buNone/>
                      </a:pPr>
                      <a:r>
                        <a:rPr lang="ar-SA" sz="1000" b="0" i="0" u="none" strike="noStrike" dirty="0">
                          <a:solidFill>
                            <a:srgbClr val="000000"/>
                          </a:solidFill>
                          <a:effectLst/>
                          <a:latin typeface="Abar Mid" pitchFamily="50" charset="-78"/>
                          <a:cs typeface="Abar Mid" pitchFamily="50" charset="-78"/>
                        </a:rPr>
                        <a:t>سيتم عقد ورشة عمل يوم الاثنين الموافق 28 سبتمبر مع شركات تقديم الخدمة بمشاركة برنامج خدمة ضيوف الرحمن وشركة مطارات القابضة لمناقشة التحديات الواردة من شركات تقديم الخدمة والحلول المناسبة لمعالجتها</a:t>
                      </a:r>
                      <a:endParaRPr lang="en-US" sz="1000" b="0" i="0" u="none" strike="noStrike" dirty="0">
                        <a:solidFill>
                          <a:srgbClr val="000000"/>
                        </a:solidFill>
                        <a:effectLst/>
                        <a:latin typeface="Abar Mid" pitchFamily="50" charset="-78"/>
                        <a:cs typeface="Abar Mid" pitchFamily="50" charset="-78"/>
                      </a:endParaRPr>
                    </a:p>
                  </a:txBody>
                  <a:tcPr marL="9144" marR="9144" marT="9144"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9322579"/>
                  </a:ext>
                </a:extLst>
              </a:tr>
            </a:tbl>
          </a:graphicData>
        </a:graphic>
      </p:graphicFrame>
    </p:spTree>
    <p:extLst>
      <p:ext uri="{BB962C8B-B14F-4D97-AF65-F5344CB8AC3E}">
        <p14:creationId xmlns:p14="http://schemas.microsoft.com/office/powerpoint/2010/main" val="2014544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819622-E910-FEF4-C5AD-0D521245A34B}"/>
              </a:ext>
            </a:extLst>
          </p:cNvPr>
          <p:cNvSpPr txBox="1"/>
          <p:nvPr/>
        </p:nvSpPr>
        <p:spPr>
          <a:xfrm>
            <a:off x="2045241" y="6721475"/>
            <a:ext cx="3469205" cy="923330"/>
          </a:xfrm>
          <a:prstGeom prst="rect">
            <a:avLst/>
          </a:prstGeom>
          <a:noFill/>
        </p:spPr>
        <p:txBody>
          <a:bodyPr wrap="square" lIns="0" tIns="0" rIns="0" bIns="0" anchor="ctr">
            <a:spAutoFit/>
          </a:bodyPr>
          <a:lstStyle/>
          <a:p>
            <a:pPr algn="ctr" defTabSz="977875" rtl="1"/>
            <a:r>
              <a:rPr lang="ar-SA" sz="6000" b="1">
                <a:solidFill>
                  <a:srgbClr val="FFFFFF"/>
                </a:solidFill>
                <a:latin typeface="Abar Mid" pitchFamily="2" charset="-78"/>
                <a:ea typeface="Abar Mid" pitchFamily="2" charset="-78"/>
                <a:cs typeface="Abar Mid" pitchFamily="2" charset="-78"/>
              </a:rPr>
              <a:t>شكرا لكم</a:t>
            </a:r>
            <a:endParaRPr sz="6000" b="1">
              <a:solidFill>
                <a:srgbClr val="FFFFFF"/>
              </a:solidFill>
              <a:latin typeface="Abar Mid" pitchFamily="2" charset="-78"/>
              <a:ea typeface="Abar Mid" pitchFamily="2" charset="-78"/>
              <a:cs typeface="Abar Mid" pitchFamily="2" charset="-78"/>
            </a:endParaRPr>
          </a:p>
        </p:txBody>
      </p:sp>
      <p:cxnSp>
        <p:nvCxnSpPr>
          <p:cNvPr id="2" name="Straight Connector 1">
            <a:extLst>
              <a:ext uri="{FF2B5EF4-FFF2-40B4-BE49-F238E27FC236}">
                <a16:creationId xmlns:a16="http://schemas.microsoft.com/office/drawing/2014/main" id="{C64976DF-2BD2-67AA-4707-8B5214620052}"/>
              </a:ext>
            </a:extLst>
          </p:cNvPr>
          <p:cNvCxnSpPr>
            <a:cxnSpLocks/>
          </p:cNvCxnSpPr>
          <p:nvPr/>
        </p:nvCxnSpPr>
        <p:spPr>
          <a:xfrm>
            <a:off x="3138176" y="7958289"/>
            <a:ext cx="1283322" cy="0"/>
          </a:xfrm>
          <a:prstGeom prst="line">
            <a:avLst/>
          </a:prstGeom>
          <a:noFill/>
          <a:ln w="9525" cap="flat" cmpd="sng" algn="ctr">
            <a:gradFill flip="none" rotWithShape="1">
              <a:gsLst>
                <a:gs pos="0">
                  <a:srgbClr val="D7A562">
                    <a:alpha val="0"/>
                  </a:srgbClr>
                </a:gs>
                <a:gs pos="52000">
                  <a:srgbClr val="D7A562"/>
                </a:gs>
                <a:gs pos="100000">
                  <a:srgbClr val="D7A562">
                    <a:alpha val="0"/>
                  </a:srgbClr>
                </a:gs>
              </a:gsLst>
              <a:lin ang="0" scaled="1"/>
              <a:tileRect/>
            </a:gradFill>
            <a:prstDash val="solid"/>
            <a:miter lim="800000"/>
            <a:tailEnd type="none"/>
          </a:ln>
          <a:effectLst/>
        </p:spPr>
      </p:cxnSp>
    </p:spTree>
    <p:extLst>
      <p:ext uri="{BB962C8B-B14F-4D97-AF65-F5344CB8AC3E}">
        <p14:creationId xmlns:p14="http://schemas.microsoft.com/office/powerpoint/2010/main" val="3001195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CONTEXTUAL_SHAPES_AGENDA_DESIGNER" val="{&quot;Version&quot;:3,&quot;Divider1&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148.8125,&quot;Top&quot;:423.35,&quot;Rotation&quot;:-1.0,&quot;CanManageSize&quot;:true,&quot;Width&quot;:426.4375,&quot;Height&quot;:211.675,&quot;TextFrame2AutoSize&quot;:1,&quot;TextFrame2TextRangeFontName&quot;:&quot;&quot;,&quot;TextFrameMarginTop&quot;:0.0,&quot;TextFrameMarginLeft&quot;:0.0,&quot;TextFrameMarginRight&quot;:0.0,&quot;TextFrameMarginBottom&quot;:0.0,&quot;TextFrameWordWrap&quot;:-1,&quot;TextFrameTextRangeFontSize&quot;:30.0,&quot;TextFrameTextRangeFontColorHexa&quot;:&quot;#000000&quot;,&quot;TextFrameTextRangeFontHighlightColorHexa&quot;:&quot;&quot;,&quot;TextFrameTextRangeFontBold&quot;:0,&quot;TextFrameTextRangeFontItalic&quot;:0,&quot;TextFrameTextRangeFontUnderline&quot;:0,&quot;TextFrameVerticalAnchor&quot;:1,&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Number&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71.43,&quot;Top&quot;:423.35,&quot;Rotation&quot;:-1.0,&quot;CanManageSize&quot;:true,&quot;Width&quot;:89.2875,&quot;Height&quot;:158.756256,&quot;TextFrame2AutoSize&quot;:0,&quot;TextFrame2TextRangeFontName&quot;:&quot;&quot;,&quot;TextFrameMarginTop&quot;:0.0,&quot;TextFrameMarginLeft&quot;:0.0,&quot;TextFrameMarginRight&quot;:0.0,&quot;TextFrameMarginBottom&quot;:0.0,&quot;TextFrameWordWrap&quot;:0,&quot;TextFrameTextRangeFontSize&quot;:30.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2,&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true},&quot;Lin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148.8125,&quot;Top&quot;:642.025,&quot;Rotation&quot;:-1.0,&quot;CanManageSize&quot;:true,&quot;Width&quot;:426.4375,&quot;Height&quot;:0.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0.0,&quot;LineDashStyle&quot;:1,&quot;LineEndArrowheadStyle&quot;:1,&quot;LineBeginArrowheadStyle&quot;:1,&quot;ShouldSendToBack&quot;:false,&quot;NeedsApplyToAll&quot;:false},&quot;FontSizeShapeRatio&quot;:1.4},&quot;TableOfContent1&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Back&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true,&quot;NeedsApplyToAll&quot;:false}],&quot;InactiveDesigns&quot;:[{&quot;AutoShapeType&quot;:1,&quot;CalloutType&quot;:1,&quot;CalloutAngle&quot;:2,&quot;CalloutGap&quot;:-3.40282347E+38,&quot;Visible&quot;:0,&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000000&quot;,&quot;FillTransparency&quot;:0.0,&quot;LineVisible&quot;:-1,&quot;LineForeColorHexa&quot;:null,&quot;LineWeight&quot;:0.0,&quot;LineDashStyle&quot;:1,&quot;LineEndArrowheadStyle&quot;:1,&quot;LineBeginArrowheadStyle&quot;:1,&quot;ShouldSendToBack&quot;:true,&quot;NeedsApplyToAll&quot;:false}],&quot;CoverPageDesigns&quot;:[{&quot;AutoShapeType&quot;:1,&quot;CalloutType&quot;:1,&quot;CalloutAngle&quot;:2,&quot;CalloutGap&quot;:-3.40282347E+38,&quot;Visible&quot;:0,&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000000&quot;,&quot;FillTransparency&quot;:0.0,&quot;LineVisible&quot;:-1,&quot;LineForeColorHexa&quot;:null,&quot;LineWeight&quot;:0.0,&quot;LineDashStyle&quot;:1,&quot;LineEndArrowheadStyle&quot;:1,&quot;LineBeginArrowheadStyle&quot;:1,&quot;ShouldSendToBack&quot;:true,&quot;NeedsApplyToAll&quot;:false}]},&quot;Number&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D9D9D9&quot;,&quot;FillTransparency&quot;:0.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0,&quot;LineForeColorHexa&quot;:null,&quot;LineWeight&quot;:0.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MarginLeft&quot;:48.0,&quot;MarginRight&quot;:47.25,&quot;MarginTop&quot;:169.0,&quot;MarginBottom&quot;:42.375,&quot;AgendaAlignment&quot;:1,&quot;FontSizeShapeRatio&quot;:1.4},&quot;TableOfContent3&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Number&quot;:{&quot;Activ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Inactiv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156082&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FFFFFF&quot;,&quot;FillTransparency&quot;:0.0,&quot;LineVisible&quot;:-1,&quot;LineForeColorHexa&quot;:&quot;#156082&quot;,&quot;LineWeight&quot;:2.0,&quot;LineDashStyle&quot;:1,&quot;LineEndArrowheadStyle&quot;:1,&quot;LineBeginArrowheadStyle&quot;:1,&quot;ShouldSendToBack&quot;:false,&quot;NeedsApplyToAll&quot;:false}],&quot;CoverPageDesigns&quot;:[{&quot;AutoShapeType&quot;:9,&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Lin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2.0,&quot;LineDashStyle&quot;:1,&quot;LineEndArrowheadStyle&quot;:1,&quot;LineBeginArrowheadStyle&quot;:1,&quot;ShouldSendToBack&quot;:true,&quot;NeedsApplyToAll&quot;:false},&quot;MarginLeft&quot;:47.62,&quot;MarginRight&quot;:47.62,&quot;MarginTop&quot;:169.34,&quot;MarginBottom&quot;:42.335,&quot;AgendaAlignment&quot;:1,&quot;FontSizeShapeRatio&quot;:1.4},&quot;TableOfContent4&quot;:{&quot;Title&quot;:{&quot;AutoShapeType&quot;:1,&quot;CalloutType&quot;:1,&quot;CalloutAngle&quot;:2,&quot;CalloutGap&quot;:-3.40282347E+38,&quot;Visible&quot;:-1,&quot;LockAspectRatio&quot;:0,&quot;CanUpdateAdjustments&quot;:true,&quot;Adjustment1&quot;:-1.0,&quot;Adjustment2&quot;:-1.0,&quot;Adjustment3&quot;:-1.0,&quot;Adjustment4&quot;:-1.0,&quot;CanManagePosition&quot;:true,&quot;Left&quot;:47.62,&quot;Top&quot;:105.8375,&quot;Rotation&quot;:0.0,&quot;CanManageSize&quot;:true,&quot;Width&quot;:476.2,&quot;Height&quot;:30.0,&quot;TextFrame2AutoSize&quot;:0,&quot;TextFrame2TextRangeFontName&quot;:&quot;&quot;,&quot;TextFrameMarginTop&quot;:0.0,&quot;TextFrameMarginLeft&quot;:0.0,&quot;TextFrameMarginRight&quot;:0.0,&quot;TextFrameMarginBottom&quot;:0.0,&quot;TextFrameWordWrap&quot;:-1,&quot;TextFrameTextRangeFontSize&quot;:3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true},&quot;SectionTitle&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7.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1,&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Number&quot;:{&quot;Activ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Inactiv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156082&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FFFFFF&quot;,&quot;FillTransparency&quot;:0.0,&quot;LineVisible&quot;:-1,&quot;LineForeColorHexa&quot;:&quot;#156082&quot;,&quot;LineWeight&quot;:2.0,&quot;LineDashStyle&quot;:1,&quot;LineEndArrowheadStyle&quot;:1,&quot;LineBeginArrowheadStyle&quot;:1,&quot;ShouldSendToBack&quot;:false,&quot;NeedsApplyToAll&quot;:false}],&quot;CoverPageDesigns&quot;:[{&quot;AutoShapeType&quot;:9,&quot;CalloutType&quot;:1,&quot;CalloutAngle&quot;:2,&quot;CalloutGap&quot;:-3.40282347E+38,&quot;Visible&quot;:-1,&quot;LockAspectRatio&quot;:-1,&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FFFFFF&quot;,&quot;TextFrameTextRangeFontHighlightColorHexa&quot;:&quot;&quot;,&quot;TextFrameTextRangeFontBold&quot;:-1,&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1,&quot;FillForeColorHexa&quot;:&quot;#156082&quot;,&quot;FillTransparency&quot;:0.0,&quot;LineVisible&quot;:-1,&quot;LineForeColorHexa&quot;:&quot;#156082&quot;,&quot;LineWeight&quot;:2.0,&quot;LineDashStyle&quot;:1,&quot;LineEndArrowheadStyle&quot;:1,&quot;LineBeginArrowheadStyle&quot;:1,&quot;ShouldSendToBack&quot;:false,&quot;NeedsApplyToAll&quot;:false}]},&quot;SlideIndex&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0,&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1.0,&quot;LineVisible&quot;:0,&quot;LineForeColorHexa&quot;:null,&quot;LineWeight&quot;:0.0,&quot;LineDashStyle&quot;:1,&quot;LineEndArrowheadStyle&quot;:1,&quot;LineBeginArrowheadStyle&quot;:1,&quot;ShouldSendToBack&quot;:false,&quot;NeedsApplyToAll&quot;:false}]},&quot;Arc&quot;:{&quot;AutoShapeType&quot;:25,&quot;CalloutType&quot;:1,&quot;CalloutAngle&quot;:2,&quot;CalloutGap&quot;:-3.40282347E+38,&quot;Visible&quot;:-1,&quot;LockAspectRatio&quot;:0,&quot;CanUpdateAdjustments&quot;:false,&quot;Adjustment1&quot;:-1.0,&quot;Adjustment2&quot;:-1.0,&quot;Adjustment3&quot;:-1.0,&quot;Adjustment4&quot;:-1.0,&quot;CanManagePosition&quot;:false,&quot;Left&quot;:-1.0,&quot;Top&quot;:-1.0,&quot;Rotation&quot;:-1.0,&quot;CanManageSize&quot;:false,&quot;Width&quot;:-1.0,&quot;Height&quot;:-1.0,&quot;TextFrame2AutoSize&quot;:0,&quot;TextFrame2TextRangeFontName&quot;:&quot;&quot;,&quot;TextFrameMarginTop&quot;:0.0,&quot;TextFrameMarginLeft&quot;:0.0,&quot;TextFrameMarginRight&quot;:0.0,&quot;TextFrameMarginBottom&quot;:0.0,&quot;TextFrameWordWrap&quot;:-1,&quot;TextFrameTextRangeFontSize&quot;:18.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3.40282347E+38,&quot;TextFrameTextRangeParagraphFormatLineRuleAfter&quot;:0,&quot;TextFrameTextRangeParagraphFormatSpaceAfter&quot;:-3.40282347E+38,&quot;TextFrameTextRangeParagraphFormatLineRuleBefore&quot;:0,&quot;TextFrameTextRangeParagraphFormatSpaceBefore&quot;:-3.40282347E+38,&quot;TextFrameTextRangeParagraphs1ParagraphFormatAlignment&quot;:0,&quot;TextFrameTextRangeFontTransparency&quot;:0.0,&quot;ZOrderPosition&quot;:-2147483648,&quot;CanChangeZOrderPosition&quot;:true,&quot;FillVisible&quot;:0,&quot;FillForeColorHexa&quot;:&quot;#000000&quot;,&quot;FillTransparency&quot;:0.0,&quot;LineVisible&quot;:-1,&quot;LineForeColorHexa&quot;:&quot;#156082&quot;,&quot;LineWeight&quot;:2.0,&quot;LineDashStyle&quot;:1,&quot;LineEndArrowheadStyle&quot;:1,&quot;LineBeginArrowheadStyle&quot;:1,&quot;ShouldSendToBack&quot;:true,&quot;NeedsApplyToAll&quot;:false},&quot;MarginLeft&quot;:47.62,&quot;MarginRight&quot;:47.62,&quot;MarginTop&quot;:169.34,&quot;MarginBottom&quot;:42.335,&quot;AgendaAlignment&quot;:1,&quot;FontSizeShapeRatio&quot;:1.4},&quot;Breadcrumb&quot;:{&quot;ShapeDesign&quot;:{&quot;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Designs&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A6A6A6&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CoverPageDesigns&quot;:[]},&quot;LeftOffsetAfterFirstShape&quot;:0.0,&quot;Left&quot;:0.0,&quot;Top&quot;:0.0,&quot;Activ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000000&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Inactive&quot;:{&quot;AutoShapeType&quot;:1,&quot;CalloutType&quot;:1,&quot;CalloutAngle&quot;:2,&quot;CalloutGap&quot;:-3.40282347E+38,&quot;Visible&quot;:-1,&quot;LockAspectRatio&quot;:0,&quot;CanUpdateAdjustments&quot;:true,&quot;Adjustment1&quot;:-1.0,&quot;Adjustment2&quot;:-1.0,&quot;Adjustment3&quot;:-1.0,&quot;Adjustment4&quot;:-1.0,&quot;CanManagePosition&quot;:false,&quot;Left&quot;:0.0,&quot;Top&quot;:0.0,&quot;Rotation&quot;:-1.0,&quot;CanManageSize&quot;:true,&quot;Width&quot;:0.0,&quot;Height&quot;:20.0,&quot;TextFrame2AutoSize&quot;:1,&quot;TextFrame2TextRangeFontName&quot;:&quot;&quot;,&quot;TextFrameMarginTop&quot;:0.0,&quot;TextFrameMarginLeft&quot;:7.08,&quot;TextFrameMarginRight&quot;:7.08,&quot;TextFrameMarginBottom&quot;:0.0,&quot;TextFrameWordWrap&quot;:0,&quot;TextFrameTextRangeFontSize&quot;:12.0,&quot;TextFrameTextRangeFontColorHexa&quot;:&quot;#A6A6A6&quot;,&quot;TextFrameTextRangeFontHighlightColorHexa&quot;:&quot;&quot;,&quot;TextFrameTextRangeFontBold&quot;:0,&quot;TextFrameTextRangeFontItalic&quot;:0,&quot;TextFrameTextRangeFontUnderline&quot;:0,&quot;TextFrameVerticalAnchor&quot;:3,&quot;TextFrameHorizontalAnchor&quot;:1,&quot;TextFrameTextRangeParagraphFormatBulletType&quot;:0,&quot;TextFrameTextRangeParagraphFormatBulletRelativeSize&quot;:-3.40282347E+38,&quot;TextFrameTextRangeParagraphFormatBulletCharacter&quot;:-2147483648,&quot;TextFrameTextRangeParagraphFormatBulletFontName&quot;:&quot;&quot;,&quot;TextFrameTextRangeParagraphFormatBulletFontColorHexa&quot;:&quot;&quot;,&quot;TextFrameTextRangeParagraphFormatLineRuleWithin&quot;:-1,&quot;TextFrameTextRangeParagraphFormatSpaceWithin&quot;:1.0,&quot;TextFrameTextRangeParagraphFormatLineRuleAfter&quot;:0,&quot;TextFrameTextRangeParagraphFormatSpaceAfter&quot;:-3.40282347E+38,&quot;TextFrameTextRangeParagraphFormatLineRuleBefore&quot;:0,&quot;TextFrameTextRangeParagraphFormatSpaceBefore&quot;:0.0,&quot;TextFrameTextRangeParagraphs1ParagraphFormatAlignment&quot;:1,&quot;TextFrameTextRangeFontTransparency&quot;:0.0,&quot;ZOrderPosition&quot;:-2147483648,&quot;CanChangeZOrderPosition&quot;:false,&quot;FillVisible&quot;:-1,&quot;FillForeColorHexa&quot;:&quot;#000000&quot;,&quot;FillTransparency&quot;:1.0,&quot;LineVisible&quot;:0,&quot;LineForeColorHexa&quot;:null,&quot;LineWeight&quot;:0.0,&quot;LineDashStyle&quot;:1,&quot;LineEndArrowheadStyle&quot;:1,&quot;LineBeginArrowheadStyle&quot;:1,&quot;ShouldSendToBack&quot;:false,&quot;NeedsApplyToAll&quot;:false},&quot;FontSizeShapeRatio&quot;:1.4}}"/>
  <p:tag name="POWER_USER_PPT_AGENDA_PRESENTATION_SHOW_BREADCRUMB_CHECKED_TAG" val="AllSections"/>
  <p:tag name="POWER_USER_LINKS_STATUS_TAG" val="&lt;?xml version=&quot;1.0&quot; encoding=&quot;utf-16&quot;?&gt;&#10;&lt;PuLinks xmlns:xsd=&quot;http://www.w3.org/2001/XMLSchema&quot; xmlns:xsi=&quot;http://www.w3.org/2001/XMLSchema-instance&quot;&gt;&#10;  &lt;PuLink status=&quot;1&quot; id=&quot;POWER_USER_LINK_55558452_5EEB_43E3_B17B_AFCE618899C7&quot; /&gt;&#10;  &lt;PuLink status=&quot;1&quot; id=&quot;POWER_USER_LINK_15298569_15DF_4D7E_B155_87E4D9E08999&quot; /&gt;&#10;&lt;/PuLinks&gt;"/>
</p:tagLst>
</file>

<file path=ppt/tags/tag2.xml><?xml version="1.0" encoding="utf-8"?>
<p:tagLst xmlns:a="http://schemas.openxmlformats.org/drawingml/2006/main" xmlns:r="http://schemas.openxmlformats.org/officeDocument/2006/relationships" xmlns:p="http://schemas.openxmlformats.org/presentationml/2006/main">
  <p:tag name="AS_UNIQUEID" val="114598"/>
</p:tagLst>
</file>

<file path=ppt/tags/tag3.xml><?xml version="1.0" encoding="utf-8"?>
<p:tagLst xmlns:a="http://schemas.openxmlformats.org/drawingml/2006/main" xmlns:r="http://schemas.openxmlformats.org/officeDocument/2006/relationships" xmlns:p="http://schemas.openxmlformats.org/presentationml/2006/main">
  <p:tag name="POWER_USER_TAGS_ICONS" val="button*wireframes*mockup"/>
</p:tagLst>
</file>

<file path=ppt/tags/tag4.xml><?xml version="1.0" encoding="utf-8"?>
<p:tagLst xmlns:a="http://schemas.openxmlformats.org/drawingml/2006/main" xmlns:r="http://schemas.openxmlformats.org/officeDocument/2006/relationships" xmlns:p="http://schemas.openxmlformats.org/presentationml/2006/main">
  <p:tag name="POWER_USER_TAGS_ICONS" val="button*wireframes*mockup"/>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AS_UNIQUEID" val="114598"/>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AS_UNIQUEID" val="114598"/>
</p:tagLst>
</file>

<file path=ppt/tags/tag9.xml><?xml version="1.0" encoding="utf-8"?>
<p:tagLst xmlns:a="http://schemas.openxmlformats.org/drawingml/2006/main" xmlns:r="http://schemas.openxmlformats.org/officeDocument/2006/relationships" xmlns:p="http://schemas.openxmlformats.org/presentationml/2006/main">
  <p:tag name="AS_UNIQUEID" val="114598"/>
</p:tagLst>
</file>

<file path=ppt/tags/tag10.xml><?xml version="1.0" encoding="utf-8"?>
<p:tagLst xmlns:a="http://schemas.openxmlformats.org/drawingml/2006/main" xmlns:r="http://schemas.openxmlformats.org/officeDocument/2006/relationships" xmlns:p="http://schemas.openxmlformats.org/presentationml/2006/main">
  <p:tag name="AS_UNIQUEID" val="114598"/>
</p:tagLst>
</file>

<file path=ppt/tags/tag11.xml><?xml version="1.0" encoding="utf-8"?>
<p:tagLst xmlns:a="http://schemas.openxmlformats.org/drawingml/2006/main" xmlns:r="http://schemas.openxmlformats.org/officeDocument/2006/relationships" xmlns:p="http://schemas.openxmlformats.org/presentationml/2006/main">
  <p:tag name="AS_UNIQUEID" val="114598"/>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MOHU">
    <a:dk1>
      <a:srgbClr val="163E35"/>
    </a:dk1>
    <a:lt1>
      <a:srgbClr val="FFFFFF"/>
    </a:lt1>
    <a:dk2>
      <a:srgbClr val="008263"/>
    </a:dk2>
    <a:lt2>
      <a:srgbClr val="ACC9B8"/>
    </a:lt2>
    <a:accent1>
      <a:srgbClr val="00080B"/>
    </a:accent1>
    <a:accent2>
      <a:srgbClr val="D7A562"/>
    </a:accent2>
    <a:accent3>
      <a:srgbClr val="004545"/>
    </a:accent3>
    <a:accent4>
      <a:srgbClr val="038061"/>
    </a:accent4>
    <a:accent5>
      <a:srgbClr val="174766"/>
    </a:accent5>
    <a:accent6>
      <a:srgbClr val="87452B"/>
    </a:accent6>
    <a:hlink>
      <a:srgbClr val="D6DEE5"/>
    </a:hlink>
    <a:folHlink>
      <a:srgbClr val="F5EDE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dcb049-de32-468e-a2a1-70a63145ae32">
      <Terms xmlns="http://schemas.microsoft.com/office/infopath/2007/PartnerControls"/>
    </lcf76f155ced4ddcb4097134ff3c332f>
    <_Flow_SignoffStatus xmlns="eddcb049-de32-468e-a2a1-70a63145ae32" xsi:nil="true"/>
    <TaxCatchAll xmlns="2f6d02a0-59ef-494b-8458-690fa2dbc21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5CE64B34CF6EC44A199F338B72EDEB5" ma:contentTypeVersion="13" ma:contentTypeDescription="Create a new document." ma:contentTypeScope="" ma:versionID="3f4b9e014ff65a4ea3c0e512a7f292a9">
  <xsd:schema xmlns:xsd="http://www.w3.org/2001/XMLSchema" xmlns:xs="http://www.w3.org/2001/XMLSchema" xmlns:p="http://schemas.microsoft.com/office/2006/metadata/properties" xmlns:ns2="eddcb049-de32-468e-a2a1-70a63145ae32" xmlns:ns3="2f6d02a0-59ef-494b-8458-690fa2dbc213" targetNamespace="http://schemas.microsoft.com/office/2006/metadata/properties" ma:root="true" ma:fieldsID="4438d69b347d6f7105c41aa14e58a461" ns2:_="" ns3:_="">
    <xsd:import namespace="eddcb049-de32-468e-a2a1-70a63145ae32"/>
    <xsd:import namespace="2f6d02a0-59ef-494b-8458-690fa2dbc2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OCR" minOccurs="0"/>
                <xsd:element ref="ns2:_Flow_SignoffStatu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dcb049-de32-468e-a2a1-70a63145ae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15cc7d9-54bd-481d-a51c-d3ab4800245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_Flow_SignoffStatus" ma:index="19" nillable="true" ma:displayName="Sign-off status" ma:internalName="_x0024_Resources_x003a_core_x002c_Signoff_Status">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f6d02a0-59ef-494b-8458-690fa2dbc21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f63078d-e739-44c7-952a-bfa7a1ce5c02}" ma:internalName="TaxCatchAll" ma:showField="CatchAllData" ma:web="2f6d02a0-59ef-494b-8458-690fa2dbc2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6AC9A5-35D0-4F75-B6C5-37E5961DA866}">
  <ds:schemaRefs>
    <ds:schemaRef ds:uri="http://schemas.microsoft.com/sharepoint/v3/contenttype/forms"/>
  </ds:schemaRefs>
</ds:datastoreItem>
</file>

<file path=customXml/itemProps2.xml><?xml version="1.0" encoding="utf-8"?>
<ds:datastoreItem xmlns:ds="http://schemas.openxmlformats.org/officeDocument/2006/customXml" ds:itemID="{D605B090-E725-431D-8F7D-A82706FB17C1}">
  <ds:schemaRefs>
    <ds:schemaRef ds:uri="24029d3c-7a44-447d-9afd-66984a7e0b9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eddcb049-de32-468e-a2a1-70a63145ae32"/>
    <ds:schemaRef ds:uri="2f6d02a0-59ef-494b-8458-690fa2dbc213"/>
  </ds:schemaRefs>
</ds:datastoreItem>
</file>

<file path=customXml/itemProps3.xml><?xml version="1.0" encoding="utf-8"?>
<ds:datastoreItem xmlns:ds="http://schemas.openxmlformats.org/officeDocument/2006/customXml" ds:itemID="{5231825B-29AE-464A-87C5-77B1ED10B8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dcb049-de32-468e-a2a1-70a63145ae32"/>
    <ds:schemaRef ds:uri="2f6d02a0-59ef-494b-8458-690fa2dbc2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5653b52-df9b-47d2-8549-8de78ac04e21}"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
  <TotalTime>151</TotalTime>
  <Words>2109</Words>
  <Application>Microsoft Office PowerPoint</Application>
  <PresentationFormat>Custom</PresentationFormat>
  <Paragraphs>424</Paragraphs>
  <Slides>11</Slides>
  <Notes>11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9" baseType="lpstr">
      <vt:lpstr>Abar Mid</vt:lpstr>
      <vt:lpstr>Aptos</vt:lpstr>
      <vt:lpstr>Arial</vt:lpstr>
      <vt:lpstr>Calibri</vt:lpstr>
      <vt:lpstr>Century Gothic</vt:lpstr>
      <vt:lpstr>Sakkal Majalla</vt:lpstr>
      <vt:lpstr>Custom Design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Jamjoom, Mamdouh</dc:creator>
  <cp:keywords/>
  <dc:description>generated using python-pptx</dc:description>
  <cp:lastModifiedBy>Jamjoom, Mamdouh</cp:lastModifiedBy>
  <cp:revision>2</cp:revision>
  <dcterms:created xsi:type="dcterms:W3CDTF">2013-01-27T09:14:16Z</dcterms:created>
  <dcterms:modified xsi:type="dcterms:W3CDTF">2026-09-28T12:20:25Z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0x010100F5CE64B34CF6EC44A199F338B72EDEB5</vt:lpwstr>
  </property>
  <property fmtid="{D5CDD505-2E9C-101B-9397-08002B2CF9AE}" pid="3" name="MediaServiceImageTags">
    <vt:lpwstr/>
  </property>
</Properties>
</file>