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ags/tag1.xml" ContentType="application/vnd.openxmlformats-officedocument.presentationml.tags+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ppt/tags/tag3.xml" ContentType="application/vnd.openxmlformats-officedocument.presentationml.tags+xml"/>
  <Override PartName="/ppt/notesSlides/notesSlide2.xml" ContentType="application/vnd.openxmlformats-officedocument.presentationml.notesSlide+xml"/>
  <Override PartName="/ppt/tags/tag4.xml" ContentType="application/vnd.openxmlformats-officedocument.presentationml.tags+xml"/>
  <Override PartName="/ppt/notesSlides/notesSlide3.xml" ContentType="application/vnd.openxmlformats-officedocument.presentationml.notesSlide+xml"/>
  <Override PartName="/ppt/tags/tag5.xml" ContentType="application/vnd.openxmlformats-officedocument.presentationml.tags+xml"/>
  <Override PartName="/ppt/notesSlides/notesSlide4.xml" ContentType="application/vnd.openxmlformats-officedocument.presentationml.notesSlide+xml"/>
  <Override PartName="/ppt/tags/tag6.xml" ContentType="application/vnd.openxmlformats-officedocument.presentationml.tags+xml"/>
  <Override PartName="/ppt/notesSlides/notesSlide5.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theme/themeOverride1.xml" ContentType="application/vnd.openxmlformats-officedocument.themeOverride+xml"/>
  <Override PartName="/ppt/tags/tag7.xml" ContentType="application/vnd.openxmlformats-officedocument.presentationml.tags+xml"/>
  <Override PartName="/ppt/notesSlides/notesSlide6.xml" ContentType="application/vnd.openxmlformats-officedocument.presentationml.notesSlide+xml"/>
  <Override PartName="/ppt/tags/tag8.xml" ContentType="application/vnd.openxmlformats-officedocument.presentationml.tags+xml"/>
  <Override PartName="/ppt/notesSlides/notesSlide7.xml" ContentType="application/vnd.openxmlformats-officedocument.presentationml.notesSlide+xml"/>
  <Override PartName="/ppt/notesSlides/notesSlide8.xml" ContentType="application/vnd.openxmlformats-officedocument.presentationml.notesSlide+xml"/>
  <Override PartName="/ppt/tags/tag9.xml" ContentType="application/vnd.openxmlformats-officedocument.presentationml.tags+xml"/>
  <Override PartName="/ppt/notesSlides/notesSlide9.xml" ContentType="application/vnd.openxmlformats-officedocument.presentationml.notesSlide+xml"/>
  <Override PartName="/ppt/tags/tag10.xml" ContentType="application/vnd.openxmlformats-officedocument.presentationml.tags+xml"/>
  <Override PartName="/ppt/notesSlides/notesSlide10.xml" ContentType="application/vnd.openxmlformats-officedocument.presentationml.notesSlide+xml"/>
  <Override PartName="/ppt/tags/tag11.xml" ContentType="application/vnd.openxmlformats-officedocument.presentationml.tags+xml"/>
  <Override PartName="/ppt/notesSlides/notesSlide11.xml" ContentType="application/vnd.openxmlformats-officedocument.presentationml.notesSlide+xml"/>
  <Override PartName="/ppt/tags/tag12.xml" ContentType="application/vnd.openxmlformats-officedocument.presentationml.tags+xml"/>
  <Override PartName="/ppt/notesSlides/notesSlide12.xml" ContentType="application/vnd.openxmlformats-officedocument.presentationml.notesSlide+xml"/>
  <Override PartName="/ppt/tags/tag13.xml" ContentType="application/vnd.openxmlformats-officedocument.presentationml.tags+xml"/>
  <Override PartName="/ppt/notesSlides/notesSlide13.xml" ContentType="application/vnd.openxmlformats-officedocument.presentationml.notesSlide+xml"/>
  <Override PartName="/ppt/tags/tag14.xml" ContentType="application/vnd.openxmlformats-officedocument.presentationml.tags+xml"/>
  <Override PartName="/ppt/notesSlides/notesSlide14.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theme/themeOverride2.xml" ContentType="application/vnd.openxmlformats-officedocument.themeOverride+xml"/>
  <Override PartName="/ppt/tags/tag15.xml" ContentType="application/vnd.openxmlformats-officedocument.presentationml.tags+xml"/>
  <Override PartName="/ppt/notesSlides/notesSlide15.xml" ContentType="application/vnd.openxmlformats-officedocument.presentationml.notesSlide+xml"/>
  <Override PartName="/ppt/tags/tag16.xml" ContentType="application/vnd.openxmlformats-officedocument.presentationml.tags+xml"/>
  <Override PartName="/ppt/notesSlides/notesSlide16.xml" ContentType="application/vnd.openxmlformats-officedocument.presentationml.notesSlide+xml"/>
  <Override PartName="/ppt/tags/tag17.xml" ContentType="application/vnd.openxmlformats-officedocument.presentationml.tags+xml"/>
  <Override PartName="/ppt/notesSlides/notesSlide17.xml" ContentType="application/vnd.openxmlformats-officedocument.presentationml.notesSlide+xml"/>
  <Override PartName="/ppt/tags/tag18.xml" ContentType="application/vnd.openxmlformats-officedocument.presentationml.tags+xml"/>
  <Override PartName="/ppt/notesSlides/notesSlide1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3"/>
  </p:notesMasterIdLst>
  <p:sldIdLst>
    <p:sldId id="263" r:id="rId5"/>
    <p:sldId id="271" r:id="rId6"/>
    <p:sldId id="272" r:id="rId7"/>
    <p:sldId id="276" r:id="rId8"/>
    <p:sldId id="257" r:id="rId9"/>
    <p:sldId id="273" r:id="rId10"/>
    <p:sldId id="274" r:id="rId11"/>
    <p:sldId id="260" r:id="rId12"/>
    <p:sldId id="292" r:id="rId13"/>
    <p:sldId id="279" r:id="rId14"/>
    <p:sldId id="294" r:id="rId15"/>
    <p:sldId id="295" r:id="rId16"/>
    <p:sldId id="287" r:id="rId17"/>
    <p:sldId id="258" r:id="rId18"/>
    <p:sldId id="296" r:id="rId19"/>
    <p:sldId id="293" r:id="rId20"/>
    <p:sldId id="290" r:id="rId21"/>
    <p:sldId id="291" r:id="rId22"/>
  </p:sldIdLst>
  <p:sldSz cx="13439775" cy="7559675"/>
  <p:notesSz cx="9144000" cy="6858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D6037A69-F5D6-4533-91A0-55DB387C14A4}">
          <p14:sldIdLst>
            <p14:sldId id="263"/>
            <p14:sldId id="271"/>
            <p14:sldId id="272"/>
          </p14:sldIdLst>
        </p14:section>
        <p14:section name="استعراض المهام والمشاريع والدعم المطلوب" id="{790C0009-BA6E-482E-8B27-6DC45653DF9F}">
          <p14:sldIdLst>
            <p14:sldId id="276"/>
            <p14:sldId id="257"/>
          </p14:sldIdLst>
        </p14:section>
        <p14:section name="إحاطات" id="{CB294DBE-3799-4E29-B90C-A40D26ECD6BF}">
          <p14:sldIdLst>
            <p14:sldId id="273"/>
          </p14:sldIdLst>
        </p14:section>
        <p14:section name="ملخص الاجتماع" id="{F57DE959-2D85-4083-8299-680C7FF7A395}">
          <p14:sldIdLst>
            <p14:sldId id="274"/>
          </p14:sldIdLst>
        </p14:section>
        <p14:section name="الخاتمة" id="{8BC89A38-DFE2-498B-AB16-506928F414CD}">
          <p14:sldIdLst>
            <p14:sldId id="260"/>
            <p14:sldId id="292"/>
          </p14:sldIdLst>
        </p14:section>
        <p14:section name="تفاصيل المهام" id="{41E1E6EC-CC7C-475F-9DFF-0C58B1775ADB}">
          <p14:sldIdLst>
            <p14:sldId id="279"/>
            <p14:sldId id="294"/>
            <p14:sldId id="295"/>
          </p14:sldIdLst>
        </p14:section>
        <p14:section name="تفاصيل مشاريع سهيل" id="{96142558-D63F-4685-BE3B-4EC9ABBC5B18}">
          <p14:sldIdLst>
            <p14:sldId id="287"/>
            <p14:sldId id="258"/>
            <p14:sldId id="296"/>
            <p14:sldId id="293"/>
            <p14:sldId id="290"/>
            <p14:sldId id="291"/>
          </p14:sldIdLst>
        </p14:section>
      </p14:sectionLst>
    </p:ext>
    <p:ext uri="{EFAFB233-063F-42B5-8137-9DF3F51BA10A}">
      <p15:sldGuideLst xmlns:p15="http://schemas.microsoft.com/office/powerpoint/2012/main">
        <p15:guide id="1" orient="horz" pos="2160" userDrawn="1">
          <p15:clr>
            <a:srgbClr val="A4A3A4"/>
          </p15:clr>
        </p15:guide>
        <p15:guide id="2" pos="362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CE6F2"/>
    <a:srgbClr val="EBF1DE"/>
    <a:srgbClr val="F2F2F2"/>
    <a:srgbClr val="000000"/>
    <a:srgbClr val="DCB077"/>
    <a:srgbClr val="2C5774"/>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914CBA-F84C-43AB-AF3C-C922D1C32B8E}" v="93" dt="2026-09-28T10:38:32.389"/>
    <p1510:client id="{E5104B97-1974-415B-9BCB-341C0AB14CB9}" v="93" dt="2026-09-28T12:15:26.63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5" d="100"/>
          <a:sy n="95" d="100"/>
        </p:scale>
        <p:origin x="780" y="66"/>
      </p:cViewPr>
      <p:guideLst>
        <p:guide orient="horz" pos="2160"/>
        <p:guide pos="362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notesMaster" Target="notesMasters/notesMaster1.xml"/><Relationship Id="rId28" Type="http://schemas.microsoft.com/office/2016/11/relationships/changesInfo" Target="changesInfos/changesInfo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mdouh Jamjoom" userId="4f83adfd-8daa-4f62-9189-dd97c2009acc" providerId="ADAL" clId="{C50D1312-49B6-4843-BF8F-FF2439C740DC}"/>
    <pc:docChg chg="undo custSel addSld delSld modSld sldOrd modSection">
      <pc:chgData name="Mamdouh Jamjoom" userId="4f83adfd-8daa-4f62-9189-dd97c2009acc" providerId="ADAL" clId="{C50D1312-49B6-4843-BF8F-FF2439C740DC}" dt="2026-09-28T12:15:26.630" v="619" actId="572"/>
      <pc:docMkLst>
        <pc:docMk/>
      </pc:docMkLst>
      <pc:sldChg chg="addSp delSp modSp mod">
        <pc:chgData name="Mamdouh Jamjoom" userId="4f83adfd-8daa-4f62-9189-dd97c2009acc" providerId="ADAL" clId="{C50D1312-49B6-4843-BF8F-FF2439C740DC}" dt="2026-09-28T12:15:00.311" v="610" actId="572"/>
        <pc:sldMkLst>
          <pc:docMk/>
          <pc:sldMk cId="0" sldId="257"/>
        </pc:sldMkLst>
        <pc:spChg chg="mod">
          <ac:chgData name="Mamdouh Jamjoom" userId="4f83adfd-8daa-4f62-9189-dd97c2009acc" providerId="ADAL" clId="{C50D1312-49B6-4843-BF8F-FF2439C740DC}" dt="2026-09-20T12:05:59.609" v="146" actId="255"/>
          <ac:spMkLst>
            <pc:docMk/>
            <pc:sldMk cId="0" sldId="257"/>
            <ac:spMk id="16" creationId="{7E9B4622-A36B-F7BE-1C0C-02DB7F3DB3E9}"/>
          </ac:spMkLst>
        </pc:spChg>
        <pc:spChg chg="mod">
          <ac:chgData name="Mamdouh Jamjoom" userId="4f83adfd-8daa-4f62-9189-dd97c2009acc" providerId="ADAL" clId="{C50D1312-49B6-4843-BF8F-FF2439C740DC}" dt="2026-09-20T12:05:59.609" v="146" actId="255"/>
          <ac:spMkLst>
            <pc:docMk/>
            <pc:sldMk cId="0" sldId="257"/>
            <ac:spMk id="17" creationId="{183ABFA4-9FD9-4674-4F06-18013E630531}"/>
          </ac:spMkLst>
        </pc:spChg>
        <pc:spChg chg="mod">
          <ac:chgData name="Mamdouh Jamjoom" userId="4f83adfd-8daa-4f62-9189-dd97c2009acc" providerId="ADAL" clId="{C50D1312-49B6-4843-BF8F-FF2439C740DC}" dt="2026-09-20T12:06:05.569" v="149" actId="255"/>
          <ac:spMkLst>
            <pc:docMk/>
            <pc:sldMk cId="0" sldId="257"/>
            <ac:spMk id="18" creationId="{4F3CCE75-1975-5AD9-B4C2-968F0999F69F}"/>
          </ac:spMkLst>
        </pc:spChg>
        <pc:spChg chg="mod">
          <ac:chgData name="Mamdouh Jamjoom" userId="4f83adfd-8daa-4f62-9189-dd97c2009acc" providerId="ADAL" clId="{C50D1312-49B6-4843-BF8F-FF2439C740DC}" dt="2026-09-20T12:06:05.569" v="149" actId="255"/>
          <ac:spMkLst>
            <pc:docMk/>
            <pc:sldMk cId="0" sldId="257"/>
            <ac:spMk id="19" creationId="{D6D164FD-BBE6-C25A-E446-CCE1C3126B61}"/>
          </ac:spMkLst>
        </pc:spChg>
        <pc:spChg chg="mod">
          <ac:chgData name="Mamdouh Jamjoom" userId="4f83adfd-8daa-4f62-9189-dd97c2009acc" providerId="ADAL" clId="{C50D1312-49B6-4843-BF8F-FF2439C740DC}" dt="2026-09-20T12:05:59.609" v="146" actId="255"/>
          <ac:spMkLst>
            <pc:docMk/>
            <pc:sldMk cId="0" sldId="257"/>
            <ac:spMk id="20" creationId="{DBE8DE5E-2B01-B9ED-4358-98F661013026}"/>
          </ac:spMkLst>
        </pc:spChg>
        <pc:spChg chg="mod">
          <ac:chgData name="Mamdouh Jamjoom" userId="4f83adfd-8daa-4f62-9189-dd97c2009acc" providerId="ADAL" clId="{C50D1312-49B6-4843-BF8F-FF2439C740DC}" dt="2026-09-20T12:06:05.569" v="149" actId="255"/>
          <ac:spMkLst>
            <pc:docMk/>
            <pc:sldMk cId="0" sldId="257"/>
            <ac:spMk id="21" creationId="{6C213196-8A04-2FAD-FBDD-8A229F8D1EE9}"/>
          </ac:spMkLst>
        </pc:spChg>
        <pc:spChg chg="mod">
          <ac:chgData name="Mamdouh Jamjoom" userId="4f83adfd-8daa-4f62-9189-dd97c2009acc" providerId="ADAL" clId="{C50D1312-49B6-4843-BF8F-FF2439C740DC}" dt="2026-09-20T12:06:05.569" v="149" actId="255"/>
          <ac:spMkLst>
            <pc:docMk/>
            <pc:sldMk cId="0" sldId="257"/>
            <ac:spMk id="22" creationId="{8D681E39-ADD8-C594-716B-73D2C9C8F370}"/>
          </ac:spMkLst>
        </pc:spChg>
        <pc:spChg chg="mod">
          <ac:chgData name="Mamdouh Jamjoom" userId="4f83adfd-8daa-4f62-9189-dd97c2009acc" providerId="ADAL" clId="{C50D1312-49B6-4843-BF8F-FF2439C740DC}" dt="2026-09-20T12:06:05.569" v="149" actId="255"/>
          <ac:spMkLst>
            <pc:docMk/>
            <pc:sldMk cId="0" sldId="257"/>
            <ac:spMk id="23" creationId="{A2C514DC-97F6-3889-8180-0BE9B2B9C750}"/>
          </ac:spMkLst>
        </pc:spChg>
        <pc:spChg chg="mod">
          <ac:chgData name="Mamdouh Jamjoom" userId="4f83adfd-8daa-4f62-9189-dd97c2009acc" providerId="ADAL" clId="{C50D1312-49B6-4843-BF8F-FF2439C740DC}" dt="2026-09-20T12:06:05.569" v="149" actId="255"/>
          <ac:spMkLst>
            <pc:docMk/>
            <pc:sldMk cId="0" sldId="257"/>
            <ac:spMk id="24" creationId="{F7A44687-1040-2384-2F7D-A4CEAA69D440}"/>
          </ac:spMkLst>
        </pc:spChg>
        <pc:spChg chg="mod">
          <ac:chgData name="Mamdouh Jamjoom" userId="4f83adfd-8daa-4f62-9189-dd97c2009acc" providerId="ADAL" clId="{C50D1312-49B6-4843-BF8F-FF2439C740DC}" dt="2026-09-20T12:06:05.569" v="149" actId="255"/>
          <ac:spMkLst>
            <pc:docMk/>
            <pc:sldMk cId="0" sldId="257"/>
            <ac:spMk id="25" creationId="{655EFD64-72CE-5B02-038F-E3EF346E6808}"/>
          </ac:spMkLst>
        </pc:spChg>
        <pc:spChg chg="mod">
          <ac:chgData name="Mamdouh Jamjoom" userId="4f83adfd-8daa-4f62-9189-dd97c2009acc" providerId="ADAL" clId="{C50D1312-49B6-4843-BF8F-FF2439C740DC}" dt="2026-09-20T12:06:05.569" v="149" actId="255"/>
          <ac:spMkLst>
            <pc:docMk/>
            <pc:sldMk cId="0" sldId="257"/>
            <ac:spMk id="26" creationId="{16030ABC-E859-EE4D-3833-1FAD0FD6C489}"/>
          </ac:spMkLst>
        </pc:spChg>
        <pc:spChg chg="mod">
          <ac:chgData name="Mamdouh Jamjoom" userId="4f83adfd-8daa-4f62-9189-dd97c2009acc" providerId="ADAL" clId="{C50D1312-49B6-4843-BF8F-FF2439C740DC}" dt="2026-09-20T12:05:59.609" v="146" actId="255"/>
          <ac:spMkLst>
            <pc:docMk/>
            <pc:sldMk cId="0" sldId="257"/>
            <ac:spMk id="27" creationId="{50813D75-5E58-FFC7-F847-86C86BFF7ED5}"/>
          </ac:spMkLst>
        </pc:spChg>
        <pc:spChg chg="mod">
          <ac:chgData name="Mamdouh Jamjoom" userId="4f83adfd-8daa-4f62-9189-dd97c2009acc" providerId="ADAL" clId="{C50D1312-49B6-4843-BF8F-FF2439C740DC}" dt="2026-09-20T12:06:05.569" v="149" actId="255"/>
          <ac:spMkLst>
            <pc:docMk/>
            <pc:sldMk cId="0" sldId="257"/>
            <ac:spMk id="28" creationId="{F4E04539-090F-D1A9-DD9C-824C2F987424}"/>
          </ac:spMkLst>
        </pc:spChg>
        <pc:spChg chg="mod">
          <ac:chgData name="Mamdouh Jamjoom" userId="4f83adfd-8daa-4f62-9189-dd97c2009acc" providerId="ADAL" clId="{C50D1312-49B6-4843-BF8F-FF2439C740DC}" dt="2026-09-20T12:05:59.609" v="146" actId="255"/>
          <ac:spMkLst>
            <pc:docMk/>
            <pc:sldMk cId="0" sldId="257"/>
            <ac:spMk id="39" creationId="{F3D2FD89-22B2-877B-7941-EFBE9C0AA63D}"/>
          </ac:spMkLst>
        </pc:spChg>
        <pc:grpChg chg="mod">
          <ac:chgData name="Mamdouh Jamjoom" userId="4f83adfd-8daa-4f62-9189-dd97c2009acc" providerId="ADAL" clId="{C50D1312-49B6-4843-BF8F-FF2439C740DC}" dt="2026-09-20T12:06:05.569" v="149" actId="255"/>
          <ac:grpSpMkLst>
            <pc:docMk/>
            <pc:sldMk cId="0" sldId="257"/>
            <ac:grpSpMk id="40" creationId="{B2DD188B-DEB6-929C-652C-5BBE7E4695ED}"/>
          </ac:grpSpMkLst>
        </pc:grpChg>
        <pc:graphicFrameChg chg="add del mod">
          <ac:chgData name="Mamdouh Jamjoom" userId="4f83adfd-8daa-4f62-9189-dd97c2009acc" providerId="ADAL" clId="{C50D1312-49B6-4843-BF8F-FF2439C740DC}" dt="2026-09-28T11:48:47.317" v="492" actId="478"/>
          <ac:graphicFrameMkLst>
            <pc:docMk/>
            <pc:sldMk cId="0" sldId="257"/>
            <ac:graphicFrameMk id="4" creationId="{7EC14126-76CB-4997-8919-72E071164D45}"/>
          </ac:graphicFrameMkLst>
        </pc:graphicFrameChg>
        <pc:graphicFrameChg chg="add del mod">
          <ac:chgData name="Mamdouh Jamjoom" userId="4f83adfd-8daa-4f62-9189-dd97c2009acc" providerId="ADAL" clId="{C50D1312-49B6-4843-BF8F-FF2439C740DC}" dt="2026-09-28T11:48:47.317" v="492" actId="478"/>
          <ac:graphicFrameMkLst>
            <pc:docMk/>
            <pc:sldMk cId="0" sldId="257"/>
            <ac:graphicFrameMk id="6" creationId="{00C0C158-8295-A30F-3B47-BA067EDFF424}"/>
          </ac:graphicFrameMkLst>
        </pc:graphicFrameChg>
        <pc:graphicFrameChg chg="add del mod">
          <ac:chgData name="Mamdouh Jamjoom" userId="4f83adfd-8daa-4f62-9189-dd97c2009acc" providerId="ADAL" clId="{C50D1312-49B6-4843-BF8F-FF2439C740DC}" dt="2026-09-28T11:48:47.317" v="492" actId="478"/>
          <ac:graphicFrameMkLst>
            <pc:docMk/>
            <pc:sldMk cId="0" sldId="257"/>
            <ac:graphicFrameMk id="8" creationId="{4B895478-D38D-37FB-65F5-2084FDC9FFFB}"/>
          </ac:graphicFrameMkLst>
        </pc:graphicFrameChg>
        <pc:graphicFrameChg chg="add mod modGraphic">
          <ac:chgData name="Mamdouh Jamjoom" userId="4f83adfd-8daa-4f62-9189-dd97c2009acc" providerId="ADAL" clId="{C50D1312-49B6-4843-BF8F-FF2439C740DC}" dt="2026-09-28T12:14:43.888" v="601" actId="572"/>
          <ac:graphicFrameMkLst>
            <pc:docMk/>
            <pc:sldMk cId="0" sldId="257"/>
            <ac:graphicFrameMk id="9" creationId="{D96A1065-2CDC-FD7E-B595-7AD90E566C9F}"/>
          </ac:graphicFrameMkLst>
        </pc:graphicFrameChg>
        <pc:graphicFrameChg chg="add mod modGraphic">
          <ac:chgData name="Mamdouh Jamjoom" userId="4f83adfd-8daa-4f62-9189-dd97c2009acc" providerId="ADAL" clId="{C50D1312-49B6-4843-BF8F-FF2439C740DC}" dt="2026-09-28T12:14:55.246" v="607" actId="572"/>
          <ac:graphicFrameMkLst>
            <pc:docMk/>
            <pc:sldMk cId="0" sldId="257"/>
            <ac:graphicFrameMk id="10" creationId="{92064D1D-742E-1670-6F61-3AC442787108}"/>
          </ac:graphicFrameMkLst>
        </pc:graphicFrameChg>
        <pc:graphicFrameChg chg="add mod">
          <ac:chgData name="Mamdouh Jamjoom" userId="4f83adfd-8daa-4f62-9189-dd97c2009acc" providerId="ADAL" clId="{C50D1312-49B6-4843-BF8F-FF2439C740DC}" dt="2026-09-28T12:15:00.311" v="610" actId="572"/>
          <ac:graphicFrameMkLst>
            <pc:docMk/>
            <pc:sldMk cId="0" sldId="257"/>
            <ac:graphicFrameMk id="11" creationId="{0C22B720-45C1-4E89-BEEC-C9D3F200C0A8}"/>
          </ac:graphicFrameMkLst>
        </pc:graphicFrameChg>
        <pc:graphicFrameChg chg="mod modGraphic">
          <ac:chgData name="Mamdouh Jamjoom" userId="4f83adfd-8daa-4f62-9189-dd97c2009acc" providerId="ADAL" clId="{C50D1312-49B6-4843-BF8F-FF2439C740DC}" dt="2026-09-28T12:14:50.615" v="604" actId="572"/>
          <ac:graphicFrameMkLst>
            <pc:docMk/>
            <pc:sldMk cId="0" sldId="257"/>
            <ac:graphicFrameMk id="48" creationId="{EAD8973F-3875-A3F6-A96E-C90EBA4158F6}"/>
          </ac:graphicFrameMkLst>
        </pc:graphicFrameChg>
      </pc:sldChg>
      <pc:sldChg chg="addSp delSp modSp mod modShow">
        <pc:chgData name="Mamdouh Jamjoom" userId="4f83adfd-8daa-4f62-9189-dd97c2009acc" providerId="ADAL" clId="{C50D1312-49B6-4843-BF8F-FF2439C740DC}" dt="2026-09-28T12:15:26.630" v="619" actId="572"/>
        <pc:sldMkLst>
          <pc:docMk/>
          <pc:sldMk cId="0" sldId="258"/>
        </pc:sldMkLst>
        <pc:spChg chg="add del">
          <ac:chgData name="Mamdouh Jamjoom" userId="4f83adfd-8daa-4f62-9189-dd97c2009acc" providerId="ADAL" clId="{C50D1312-49B6-4843-BF8F-FF2439C740DC}" dt="2026-09-28T12:13:23.716" v="575" actId="478"/>
          <ac:spMkLst>
            <pc:docMk/>
            <pc:sldMk cId="0" sldId="258"/>
            <ac:spMk id="28" creationId="{D7290342-3275-6F66-D933-879D297EA008}"/>
          </ac:spMkLst>
        </pc:spChg>
        <pc:graphicFrameChg chg="add mod modGraphic">
          <ac:chgData name="Mamdouh Jamjoom" userId="4f83adfd-8daa-4f62-9189-dd97c2009acc" providerId="ADAL" clId="{C50D1312-49B6-4843-BF8F-FF2439C740DC}" dt="2026-09-28T12:15:26.630" v="619" actId="572"/>
          <ac:graphicFrameMkLst>
            <pc:docMk/>
            <pc:sldMk cId="0" sldId="258"/>
            <ac:graphicFrameMk id="23" creationId="{142E4F55-4C37-00E5-E996-BB74374C5317}"/>
          </ac:graphicFrameMkLst>
        </pc:graphicFrameChg>
        <pc:graphicFrameChg chg="add mod modGraphic">
          <ac:chgData name="Mamdouh Jamjoom" userId="4f83adfd-8daa-4f62-9189-dd97c2009acc" providerId="ADAL" clId="{C50D1312-49B6-4843-BF8F-FF2439C740DC}" dt="2026-09-28T12:15:19.243" v="616" actId="572"/>
          <ac:graphicFrameMkLst>
            <pc:docMk/>
            <pc:sldMk cId="0" sldId="258"/>
            <ac:graphicFrameMk id="25" creationId="{5B818A72-84E1-60F5-7930-258061412BF5}"/>
          </ac:graphicFrameMkLst>
        </pc:graphicFrameChg>
        <pc:graphicFrameChg chg="mod modGraphic">
          <ac:chgData name="Mamdouh Jamjoom" userId="4f83adfd-8daa-4f62-9189-dd97c2009acc" providerId="ADAL" clId="{C50D1312-49B6-4843-BF8F-FF2439C740DC}" dt="2026-09-28T12:15:16.142" v="613" actId="572"/>
          <ac:graphicFrameMkLst>
            <pc:docMk/>
            <pc:sldMk cId="0" sldId="258"/>
            <ac:graphicFrameMk id="44" creationId="{588A520A-F53B-B1B0-9BB7-03F70263EBFD}"/>
          </ac:graphicFrameMkLst>
        </pc:graphicFrameChg>
      </pc:sldChg>
      <pc:sldChg chg="modSp del mod">
        <pc:chgData name="Mamdouh Jamjoom" userId="4f83adfd-8daa-4f62-9189-dd97c2009acc" providerId="ADAL" clId="{C50D1312-49B6-4843-BF8F-FF2439C740DC}" dt="2026-09-28T10:30:27.928" v="303" actId="47"/>
        <pc:sldMkLst>
          <pc:docMk/>
          <pc:sldMk cId="2696406087" sldId="283"/>
        </pc:sldMkLst>
        <pc:graphicFrameChg chg="mod modGraphic">
          <ac:chgData name="Mamdouh Jamjoom" userId="4f83adfd-8daa-4f62-9189-dd97c2009acc" providerId="ADAL" clId="{C50D1312-49B6-4843-BF8F-FF2439C740DC}" dt="2026-09-28T10:24:38.287" v="245" actId="572"/>
          <ac:graphicFrameMkLst>
            <pc:docMk/>
            <pc:sldMk cId="2696406087" sldId="283"/>
            <ac:graphicFrameMk id="3" creationId="{97F1BD4B-43FC-153B-FF2A-F2856C634826}"/>
          </ac:graphicFrameMkLst>
        </pc:graphicFrameChg>
        <pc:graphicFrameChg chg="mod modGraphic">
          <ac:chgData name="Mamdouh Jamjoom" userId="4f83adfd-8daa-4f62-9189-dd97c2009acc" providerId="ADAL" clId="{C50D1312-49B6-4843-BF8F-FF2439C740DC}" dt="2026-09-28T10:24:45.740" v="249"/>
          <ac:graphicFrameMkLst>
            <pc:docMk/>
            <pc:sldMk cId="2696406087" sldId="283"/>
            <ac:graphicFrameMk id="4" creationId="{6CA5A6A6-43CD-4178-3308-87DBF5D6BF2E}"/>
          </ac:graphicFrameMkLst>
        </pc:graphicFrameChg>
        <pc:graphicFrameChg chg="mod modGraphic">
          <ac:chgData name="Mamdouh Jamjoom" userId="4f83adfd-8daa-4f62-9189-dd97c2009acc" providerId="ADAL" clId="{C50D1312-49B6-4843-BF8F-FF2439C740DC}" dt="2026-09-28T10:24:42.606" v="248" actId="572"/>
          <ac:graphicFrameMkLst>
            <pc:docMk/>
            <pc:sldMk cId="2696406087" sldId="283"/>
            <ac:graphicFrameMk id="18" creationId="{DDB61EEA-162A-5F01-6481-0639FF0B1166}"/>
          </ac:graphicFrameMkLst>
        </pc:graphicFrameChg>
      </pc:sldChg>
      <pc:sldChg chg="mod modShow">
        <pc:chgData name="Mamdouh Jamjoom" userId="4f83adfd-8daa-4f62-9189-dd97c2009acc" providerId="ADAL" clId="{C50D1312-49B6-4843-BF8F-FF2439C740DC}" dt="2026-09-28T10:21:30.118" v="207" actId="34476"/>
        <pc:sldMkLst>
          <pc:docMk/>
          <pc:sldMk cId="857615756" sldId="287"/>
        </pc:sldMkLst>
      </pc:sldChg>
      <pc:sldChg chg="addSp delSp modSp del mod modShow">
        <pc:chgData name="Mamdouh Jamjoom" userId="4f83adfd-8daa-4f62-9189-dd97c2009acc" providerId="ADAL" clId="{C50D1312-49B6-4843-BF8F-FF2439C740DC}" dt="2026-09-28T10:38:55.804" v="414" actId="47"/>
        <pc:sldMkLst>
          <pc:docMk/>
          <pc:sldMk cId="4027802772" sldId="288"/>
        </pc:sldMkLst>
        <pc:graphicFrameChg chg="add del">
          <ac:chgData name="Mamdouh Jamjoom" userId="4f83adfd-8daa-4f62-9189-dd97c2009acc" providerId="ADAL" clId="{C50D1312-49B6-4843-BF8F-FF2439C740DC}" dt="2026-09-28T10:18:50.674" v="186" actId="478"/>
          <ac:graphicFrameMkLst>
            <pc:docMk/>
            <pc:sldMk cId="4027802772" sldId="288"/>
            <ac:graphicFrameMk id="3" creationId="{BD08D713-5934-DD6C-B1EC-F2984D3DF7DE}"/>
          </ac:graphicFrameMkLst>
        </pc:graphicFrameChg>
        <pc:graphicFrameChg chg="add del mod modGraphic">
          <ac:chgData name="Mamdouh Jamjoom" userId="4f83adfd-8daa-4f62-9189-dd97c2009acc" providerId="ADAL" clId="{C50D1312-49B6-4843-BF8F-FF2439C740DC}" dt="2026-09-28T10:36:17.313" v="374" actId="478"/>
          <ac:graphicFrameMkLst>
            <pc:docMk/>
            <pc:sldMk cId="4027802772" sldId="288"/>
            <ac:graphicFrameMk id="4" creationId="{8A5EE00A-0BDC-475E-9528-62DC78887B7A}"/>
          </ac:graphicFrameMkLst>
        </pc:graphicFrameChg>
        <pc:graphicFrameChg chg="add del">
          <ac:chgData name="Mamdouh Jamjoom" userId="4f83adfd-8daa-4f62-9189-dd97c2009acc" providerId="ADAL" clId="{C50D1312-49B6-4843-BF8F-FF2439C740DC}" dt="2026-09-28T10:31:14.853" v="307" actId="478"/>
          <ac:graphicFrameMkLst>
            <pc:docMk/>
            <pc:sldMk cId="4027802772" sldId="288"/>
            <ac:graphicFrameMk id="6" creationId="{3DA77D03-9F72-F8D2-355B-BA270C439BD8}"/>
          </ac:graphicFrameMkLst>
        </pc:graphicFrameChg>
        <pc:graphicFrameChg chg="add del">
          <ac:chgData name="Mamdouh Jamjoom" userId="4f83adfd-8daa-4f62-9189-dd97c2009acc" providerId="ADAL" clId="{C50D1312-49B6-4843-BF8F-FF2439C740DC}" dt="2026-09-28T10:33:26.450" v="338" actId="478"/>
          <ac:graphicFrameMkLst>
            <pc:docMk/>
            <pc:sldMk cId="4027802772" sldId="288"/>
            <ac:graphicFrameMk id="10" creationId="{CECBB97B-6653-ABEE-E51F-2B34B2D98761}"/>
          </ac:graphicFrameMkLst>
        </pc:graphicFrameChg>
        <pc:graphicFrameChg chg="add del">
          <ac:chgData name="Mamdouh Jamjoom" userId="4f83adfd-8daa-4f62-9189-dd97c2009acc" providerId="ADAL" clId="{C50D1312-49B6-4843-BF8F-FF2439C740DC}" dt="2026-09-28T10:35:56.942" v="371" actId="478"/>
          <ac:graphicFrameMkLst>
            <pc:docMk/>
            <pc:sldMk cId="4027802772" sldId="288"/>
            <ac:graphicFrameMk id="13" creationId="{B4060DFC-4966-C61A-066A-073F62824467}"/>
          </ac:graphicFrameMkLst>
        </pc:graphicFrameChg>
        <pc:graphicFrameChg chg="add">
          <ac:chgData name="Mamdouh Jamjoom" userId="4f83adfd-8daa-4f62-9189-dd97c2009acc" providerId="ADAL" clId="{C50D1312-49B6-4843-BF8F-FF2439C740DC}" dt="2026-09-28T10:36:17.870" v="375" actId="22"/>
          <ac:graphicFrameMkLst>
            <pc:docMk/>
            <pc:sldMk cId="4027802772" sldId="288"/>
            <ac:graphicFrameMk id="15" creationId="{A6585C1B-A128-5692-D396-1649D9BB2886}"/>
          </ac:graphicFrameMkLst>
        </pc:graphicFrameChg>
      </pc:sldChg>
      <pc:sldChg chg="addSp delSp modSp mod modShow">
        <pc:chgData name="Mamdouh Jamjoom" userId="4f83adfd-8daa-4f62-9189-dd97c2009acc" providerId="ADAL" clId="{C50D1312-49B6-4843-BF8F-FF2439C740DC}" dt="2026-09-28T10:37:21.606" v="391" actId="22"/>
        <pc:sldMkLst>
          <pc:docMk/>
          <pc:sldMk cId="2344831510" sldId="290"/>
        </pc:sldMkLst>
        <pc:graphicFrameChg chg="mod modGraphic">
          <ac:chgData name="Mamdouh Jamjoom" userId="4f83adfd-8daa-4f62-9189-dd97c2009acc" providerId="ADAL" clId="{C50D1312-49B6-4843-BF8F-FF2439C740DC}" dt="2026-09-28T10:36:34.720" v="380" actId="14100"/>
          <ac:graphicFrameMkLst>
            <pc:docMk/>
            <pc:sldMk cId="2344831510" sldId="290"/>
            <ac:graphicFrameMk id="3" creationId="{DC8EC721-451E-4D5B-7A6E-7825D472F3DE}"/>
          </ac:graphicFrameMkLst>
        </pc:graphicFrameChg>
        <pc:graphicFrameChg chg="add del">
          <ac:chgData name="Mamdouh Jamjoom" userId="4f83adfd-8daa-4f62-9189-dd97c2009acc" providerId="ADAL" clId="{C50D1312-49B6-4843-BF8F-FF2439C740DC}" dt="2026-09-28T10:22:21.777" v="220" actId="478"/>
          <ac:graphicFrameMkLst>
            <pc:docMk/>
            <pc:sldMk cId="2344831510" sldId="290"/>
            <ac:graphicFrameMk id="4" creationId="{CDDF517E-FDA3-A167-B302-70A69E8E521F}"/>
          </ac:graphicFrameMkLst>
        </pc:graphicFrameChg>
        <pc:graphicFrameChg chg="del mod modGraphic">
          <ac:chgData name="Mamdouh Jamjoom" userId="4f83adfd-8daa-4f62-9189-dd97c2009acc" providerId="ADAL" clId="{C50D1312-49B6-4843-BF8F-FF2439C740DC}" dt="2026-09-28T10:37:21.043" v="390" actId="478"/>
          <ac:graphicFrameMkLst>
            <pc:docMk/>
            <pc:sldMk cId="2344831510" sldId="290"/>
            <ac:graphicFrameMk id="6" creationId="{44BFA0C4-86E5-6033-F7A7-99818A8FF86F}"/>
          </ac:graphicFrameMkLst>
        </pc:graphicFrameChg>
        <pc:graphicFrameChg chg="add del">
          <ac:chgData name="Mamdouh Jamjoom" userId="4f83adfd-8daa-4f62-9189-dd97c2009acc" providerId="ADAL" clId="{C50D1312-49B6-4843-BF8F-FF2439C740DC}" dt="2026-09-28T10:32:23.626" v="325" actId="478"/>
          <ac:graphicFrameMkLst>
            <pc:docMk/>
            <pc:sldMk cId="2344831510" sldId="290"/>
            <ac:graphicFrameMk id="8" creationId="{ED4FFC21-5F1D-3A8C-45A6-3CC45C235DF8}"/>
          </ac:graphicFrameMkLst>
        </pc:graphicFrameChg>
        <pc:graphicFrameChg chg="add del modGraphic">
          <ac:chgData name="Mamdouh Jamjoom" userId="4f83adfd-8daa-4f62-9189-dd97c2009acc" providerId="ADAL" clId="{C50D1312-49B6-4843-BF8F-FF2439C740DC}" dt="2026-09-28T10:36:36.351" v="381" actId="478"/>
          <ac:graphicFrameMkLst>
            <pc:docMk/>
            <pc:sldMk cId="2344831510" sldId="290"/>
            <ac:graphicFrameMk id="12" creationId="{8CCB680C-2EED-FD54-E20D-4CF4AA50D505}"/>
          </ac:graphicFrameMkLst>
        </pc:graphicFrameChg>
        <pc:graphicFrameChg chg="add">
          <ac:chgData name="Mamdouh Jamjoom" userId="4f83adfd-8daa-4f62-9189-dd97c2009acc" providerId="ADAL" clId="{C50D1312-49B6-4843-BF8F-FF2439C740DC}" dt="2026-09-28T10:37:21.606" v="391" actId="22"/>
          <ac:graphicFrameMkLst>
            <pc:docMk/>
            <pc:sldMk cId="2344831510" sldId="290"/>
            <ac:graphicFrameMk id="14" creationId="{AB28733B-7EA0-D370-A56A-D6FF23BA9719}"/>
          </ac:graphicFrameMkLst>
        </pc:graphicFrameChg>
      </pc:sldChg>
      <pc:sldChg chg="addSp delSp modSp mod modShow">
        <pc:chgData name="Mamdouh Jamjoom" userId="4f83adfd-8daa-4f62-9189-dd97c2009acc" providerId="ADAL" clId="{C50D1312-49B6-4843-BF8F-FF2439C740DC}" dt="2026-09-28T10:37:39.652" v="396" actId="1076"/>
        <pc:sldMkLst>
          <pc:docMk/>
          <pc:sldMk cId="4041377758" sldId="291"/>
        </pc:sldMkLst>
        <pc:graphicFrameChg chg="add del">
          <ac:chgData name="Mamdouh Jamjoom" userId="4f83adfd-8daa-4f62-9189-dd97c2009acc" providerId="ADAL" clId="{C50D1312-49B6-4843-BF8F-FF2439C740DC}" dt="2026-09-28T10:22:31.013" v="224" actId="478"/>
          <ac:graphicFrameMkLst>
            <pc:docMk/>
            <pc:sldMk cId="4041377758" sldId="291"/>
            <ac:graphicFrameMk id="3" creationId="{1D7526DA-8E5B-A744-E05A-97BE7AA3FF10}"/>
          </ac:graphicFrameMkLst>
        </pc:graphicFrameChg>
        <pc:graphicFrameChg chg="mod modGraphic">
          <ac:chgData name="Mamdouh Jamjoom" userId="4f83adfd-8daa-4f62-9189-dd97c2009acc" providerId="ADAL" clId="{C50D1312-49B6-4843-BF8F-FF2439C740DC}" dt="2026-09-28T10:37:39.652" v="396" actId="1076"/>
          <ac:graphicFrameMkLst>
            <pc:docMk/>
            <pc:sldMk cId="4041377758" sldId="291"/>
            <ac:graphicFrameMk id="4" creationId="{72FA7B05-776D-49FC-E24C-8AB16F77CF8B}"/>
          </ac:graphicFrameMkLst>
        </pc:graphicFrameChg>
        <pc:graphicFrameChg chg="add del">
          <ac:chgData name="Mamdouh Jamjoom" userId="4f83adfd-8daa-4f62-9189-dd97c2009acc" providerId="ADAL" clId="{C50D1312-49B6-4843-BF8F-FF2439C740DC}" dt="2026-09-28T10:32:35.343" v="330" actId="478"/>
          <ac:graphicFrameMkLst>
            <pc:docMk/>
            <pc:sldMk cId="4041377758" sldId="291"/>
            <ac:graphicFrameMk id="6" creationId="{2BEC02B4-D17E-BE1D-B79E-5EC3721F56B0}"/>
          </ac:graphicFrameMkLst>
        </pc:graphicFrameChg>
        <pc:graphicFrameChg chg="mod modGraphic">
          <ac:chgData name="Mamdouh Jamjoom" userId="4f83adfd-8daa-4f62-9189-dd97c2009acc" providerId="ADAL" clId="{C50D1312-49B6-4843-BF8F-FF2439C740DC}" dt="2026-09-28T10:37:33.411" v="394" actId="1076"/>
          <ac:graphicFrameMkLst>
            <pc:docMk/>
            <pc:sldMk cId="4041377758" sldId="291"/>
            <ac:graphicFrameMk id="8" creationId="{0F663E0E-2AEF-A2B7-9490-1B73E2A8BBE9}"/>
          </ac:graphicFrameMkLst>
        </pc:graphicFrameChg>
        <pc:graphicFrameChg chg="add del modGraphic">
          <ac:chgData name="Mamdouh Jamjoom" userId="4f83adfd-8daa-4f62-9189-dd97c2009acc" providerId="ADAL" clId="{C50D1312-49B6-4843-BF8F-FF2439C740DC}" dt="2026-09-28T10:36:50.168" v="386" actId="478"/>
          <ac:graphicFrameMkLst>
            <pc:docMk/>
            <pc:sldMk cId="4041377758" sldId="291"/>
            <ac:graphicFrameMk id="12" creationId="{01357AAB-15EC-5474-83C7-0668103AE676}"/>
          </ac:graphicFrameMkLst>
        </pc:graphicFrameChg>
        <pc:graphicFrameChg chg="add del ord">
          <ac:chgData name="Mamdouh Jamjoom" userId="4f83adfd-8daa-4f62-9189-dd97c2009acc" providerId="ADAL" clId="{C50D1312-49B6-4843-BF8F-FF2439C740DC}" dt="2026-09-28T10:37:36.774" v="395" actId="478"/>
          <ac:graphicFrameMkLst>
            <pc:docMk/>
            <pc:sldMk cId="4041377758" sldId="291"/>
            <ac:graphicFrameMk id="14" creationId="{53914EA4-8BCE-1066-9F4D-B345A4C049BD}"/>
          </ac:graphicFrameMkLst>
        </pc:graphicFrameChg>
      </pc:sldChg>
      <pc:sldChg chg="addSp delSp modSp add mod modShow">
        <pc:chgData name="Mamdouh Jamjoom" userId="4f83adfd-8daa-4f62-9189-dd97c2009acc" providerId="ADAL" clId="{C50D1312-49B6-4843-BF8F-FF2439C740DC}" dt="2026-09-28T10:37:18.304" v="389" actId="478"/>
        <pc:sldMkLst>
          <pc:docMk/>
          <pc:sldMk cId="3218896207" sldId="293"/>
        </pc:sldMkLst>
        <pc:graphicFrameChg chg="add del ord modGraphic">
          <ac:chgData name="Mamdouh Jamjoom" userId="4f83adfd-8daa-4f62-9189-dd97c2009acc" providerId="ADAL" clId="{C50D1312-49B6-4843-BF8F-FF2439C740DC}" dt="2026-09-28T10:22:08.791" v="216" actId="478"/>
          <ac:graphicFrameMkLst>
            <pc:docMk/>
            <pc:sldMk cId="3218896207" sldId="293"/>
            <ac:graphicFrameMk id="3" creationId="{F8ADDC2D-5ADF-EF17-DDC9-26AB5FE265D5}"/>
          </ac:graphicFrameMkLst>
        </pc:graphicFrameChg>
        <pc:graphicFrameChg chg="add del mod ord modGraphic">
          <ac:chgData name="Mamdouh Jamjoom" userId="4f83adfd-8daa-4f62-9189-dd97c2009acc" providerId="ADAL" clId="{C50D1312-49B6-4843-BF8F-FF2439C740DC}" dt="2026-09-28T10:35:47.344" v="366" actId="478"/>
          <ac:graphicFrameMkLst>
            <pc:docMk/>
            <pc:sldMk cId="3218896207" sldId="293"/>
            <ac:graphicFrameMk id="4" creationId="{75B4E091-5B9B-91EF-A7EF-DE97F223A609}"/>
          </ac:graphicFrameMkLst>
        </pc:graphicFrameChg>
        <pc:graphicFrameChg chg="add mod modGraphic">
          <ac:chgData name="Mamdouh Jamjoom" userId="4f83adfd-8daa-4f62-9189-dd97c2009acc" providerId="ADAL" clId="{C50D1312-49B6-4843-BF8F-FF2439C740DC}" dt="2026-09-28T10:35:50.746" v="368" actId="14100"/>
          <ac:graphicFrameMkLst>
            <pc:docMk/>
            <pc:sldMk cId="3218896207" sldId="293"/>
            <ac:graphicFrameMk id="6" creationId="{BB642828-958B-9DCB-92F0-C20EC69E8D02}"/>
          </ac:graphicFrameMkLst>
        </pc:graphicFrameChg>
        <pc:graphicFrameChg chg="add del mod modGraphic">
          <ac:chgData name="Mamdouh Jamjoom" userId="4f83adfd-8daa-4f62-9189-dd97c2009acc" providerId="ADAL" clId="{C50D1312-49B6-4843-BF8F-FF2439C740DC}" dt="2026-09-28T10:32:11.080" v="321" actId="478"/>
          <ac:graphicFrameMkLst>
            <pc:docMk/>
            <pc:sldMk cId="3218896207" sldId="293"/>
            <ac:graphicFrameMk id="8" creationId="{15FDD208-8AE0-6F55-E2A2-92BFF58B4A1A}"/>
          </ac:graphicFrameMkLst>
        </pc:graphicFrameChg>
        <pc:graphicFrameChg chg="add mod modGraphic">
          <ac:chgData name="Mamdouh Jamjoom" userId="4f83adfd-8daa-4f62-9189-dd97c2009acc" providerId="ADAL" clId="{C50D1312-49B6-4843-BF8F-FF2439C740DC}" dt="2026-09-28T10:35:52.611" v="369" actId="14100"/>
          <ac:graphicFrameMkLst>
            <pc:docMk/>
            <pc:sldMk cId="3218896207" sldId="293"/>
            <ac:graphicFrameMk id="10" creationId="{A8407863-CB40-C593-FC42-245E840B5E3B}"/>
          </ac:graphicFrameMkLst>
        </pc:graphicFrameChg>
        <pc:graphicFrameChg chg="add del">
          <ac:chgData name="Mamdouh Jamjoom" userId="4f83adfd-8daa-4f62-9189-dd97c2009acc" providerId="ADAL" clId="{C50D1312-49B6-4843-BF8F-FF2439C740DC}" dt="2026-09-28T10:35:09.720" v="357" actId="22"/>
          <ac:graphicFrameMkLst>
            <pc:docMk/>
            <pc:sldMk cId="3218896207" sldId="293"/>
            <ac:graphicFrameMk id="13" creationId="{821210DD-6134-72D8-8D50-9A86ABE7DE05}"/>
          </ac:graphicFrameMkLst>
        </pc:graphicFrameChg>
        <pc:graphicFrameChg chg="add">
          <ac:chgData name="Mamdouh Jamjoom" userId="4f83adfd-8daa-4f62-9189-dd97c2009acc" providerId="ADAL" clId="{C50D1312-49B6-4843-BF8F-FF2439C740DC}" dt="2026-09-28T10:35:47.733" v="367" actId="22"/>
          <ac:graphicFrameMkLst>
            <pc:docMk/>
            <pc:sldMk cId="3218896207" sldId="293"/>
            <ac:graphicFrameMk id="15" creationId="{2E895623-494A-A68F-D8FA-B0DEB08E139C}"/>
          </ac:graphicFrameMkLst>
        </pc:graphicFrameChg>
        <pc:graphicFrameChg chg="add del mod">
          <ac:chgData name="Mamdouh Jamjoom" userId="4f83adfd-8daa-4f62-9189-dd97c2009acc" providerId="ADAL" clId="{C50D1312-49B6-4843-BF8F-FF2439C740DC}" dt="2026-09-28T10:36:20.415" v="376" actId="478"/>
          <ac:graphicFrameMkLst>
            <pc:docMk/>
            <pc:sldMk cId="3218896207" sldId="293"/>
            <ac:graphicFrameMk id="17" creationId="{8F8EE2BF-8BF4-8CC6-73CD-CE536977DBBB}"/>
          </ac:graphicFrameMkLst>
        </pc:graphicFrameChg>
        <pc:graphicFrameChg chg="add del mod">
          <ac:chgData name="Mamdouh Jamjoom" userId="4f83adfd-8daa-4f62-9189-dd97c2009acc" providerId="ADAL" clId="{C50D1312-49B6-4843-BF8F-FF2439C740DC}" dt="2026-09-28T10:37:18.304" v="389" actId="478"/>
          <ac:graphicFrameMkLst>
            <pc:docMk/>
            <pc:sldMk cId="3218896207" sldId="293"/>
            <ac:graphicFrameMk id="19" creationId="{889F0A82-4558-2DDB-3478-9C6693D90685}"/>
          </ac:graphicFrameMkLst>
        </pc:graphicFrameChg>
      </pc:sldChg>
      <pc:sldChg chg="addSp delSp modSp add mod ord">
        <pc:chgData name="Mamdouh Jamjoom" userId="4f83adfd-8daa-4f62-9189-dd97c2009acc" providerId="ADAL" clId="{C50D1312-49B6-4843-BF8F-FF2439C740DC}" dt="2026-09-28T10:59:16.517" v="481" actId="207"/>
        <pc:sldMkLst>
          <pc:docMk/>
          <pc:sldMk cId="1228709156" sldId="294"/>
        </pc:sldMkLst>
        <pc:graphicFrameChg chg="add del mod">
          <ac:chgData name="Mamdouh Jamjoom" userId="4f83adfd-8daa-4f62-9189-dd97c2009acc" providerId="ADAL" clId="{C50D1312-49B6-4843-BF8F-FF2439C740DC}" dt="2026-09-28T10:55:14.344" v="444" actId="478"/>
          <ac:graphicFrameMkLst>
            <pc:docMk/>
            <pc:sldMk cId="1228709156" sldId="294"/>
            <ac:graphicFrameMk id="3" creationId="{69F85CD7-5F84-67AB-B8AB-0C19B4865560}"/>
          </ac:graphicFrameMkLst>
        </pc:graphicFrameChg>
        <pc:graphicFrameChg chg="add del">
          <ac:chgData name="Mamdouh Jamjoom" userId="4f83adfd-8daa-4f62-9189-dd97c2009acc" providerId="ADAL" clId="{C50D1312-49B6-4843-BF8F-FF2439C740DC}" dt="2026-09-28T10:28:46.879" v="286" actId="478"/>
          <ac:graphicFrameMkLst>
            <pc:docMk/>
            <pc:sldMk cId="1228709156" sldId="294"/>
            <ac:graphicFrameMk id="3" creationId="{B35805B7-3F70-DD4A-ADA5-D28B41E7149F}"/>
          </ac:graphicFrameMkLst>
        </pc:graphicFrameChg>
        <pc:graphicFrameChg chg="del mod modGraphic">
          <ac:chgData name="Mamdouh Jamjoom" userId="4f83adfd-8daa-4f62-9189-dd97c2009acc" providerId="ADAL" clId="{C50D1312-49B6-4843-BF8F-FF2439C740DC}" dt="2026-09-28T10:59:09.615" v="480" actId="478"/>
          <ac:graphicFrameMkLst>
            <pc:docMk/>
            <pc:sldMk cId="1228709156" sldId="294"/>
            <ac:graphicFrameMk id="5" creationId="{E18BC729-5651-FB0B-6942-26E872602F2C}"/>
          </ac:graphicFrameMkLst>
        </pc:graphicFrameChg>
        <pc:graphicFrameChg chg="add del">
          <ac:chgData name="Mamdouh Jamjoom" userId="4f83adfd-8daa-4f62-9189-dd97c2009acc" providerId="ADAL" clId="{C50D1312-49B6-4843-BF8F-FF2439C740DC}" dt="2026-09-28T10:57:20.104" v="469" actId="478"/>
          <ac:graphicFrameMkLst>
            <pc:docMk/>
            <pc:sldMk cId="1228709156" sldId="294"/>
            <ac:graphicFrameMk id="6" creationId="{941B9469-5F49-9E91-4C73-90755F31E07B}"/>
          </ac:graphicFrameMkLst>
        </pc:graphicFrameChg>
        <pc:graphicFrameChg chg="add del">
          <ac:chgData name="Mamdouh Jamjoom" userId="4f83adfd-8daa-4f62-9189-dd97c2009acc" providerId="ADAL" clId="{C50D1312-49B6-4843-BF8F-FF2439C740DC}" dt="2026-09-28T10:58:24.589" v="474" actId="478"/>
          <ac:graphicFrameMkLst>
            <pc:docMk/>
            <pc:sldMk cId="1228709156" sldId="294"/>
            <ac:graphicFrameMk id="11" creationId="{4BA00D04-2F4D-F94E-FF85-44EEE3C8955E}"/>
          </ac:graphicFrameMkLst>
        </pc:graphicFrameChg>
        <pc:graphicFrameChg chg="add mod modGraphic">
          <ac:chgData name="Mamdouh Jamjoom" userId="4f83adfd-8daa-4f62-9189-dd97c2009acc" providerId="ADAL" clId="{C50D1312-49B6-4843-BF8F-FF2439C740DC}" dt="2026-09-28T10:59:16.517" v="481" actId="207"/>
          <ac:graphicFrameMkLst>
            <pc:docMk/>
            <pc:sldMk cId="1228709156" sldId="294"/>
            <ac:graphicFrameMk id="13" creationId="{9D9FE706-3C2E-2B60-BCEC-718A7D04BDF3}"/>
          </ac:graphicFrameMkLst>
        </pc:graphicFrameChg>
      </pc:sldChg>
      <pc:sldChg chg="addSp delSp modSp add mod">
        <pc:chgData name="Mamdouh Jamjoom" userId="4f83adfd-8daa-4f62-9189-dd97c2009acc" providerId="ADAL" clId="{C50D1312-49B6-4843-BF8F-FF2439C740DC}" dt="2026-09-28T10:57:14.122" v="466" actId="478"/>
        <pc:sldMkLst>
          <pc:docMk/>
          <pc:sldMk cId="3000095571" sldId="295"/>
        </pc:sldMkLst>
        <pc:graphicFrameChg chg="add del mod modGraphic">
          <ac:chgData name="Mamdouh Jamjoom" userId="4f83adfd-8daa-4f62-9189-dd97c2009acc" providerId="ADAL" clId="{C50D1312-49B6-4843-BF8F-FF2439C740DC}" dt="2026-09-28T10:56:34.283" v="462" actId="478"/>
          <ac:graphicFrameMkLst>
            <pc:docMk/>
            <pc:sldMk cId="3000095571" sldId="295"/>
            <ac:graphicFrameMk id="3" creationId="{86E40E29-FEE6-3459-435F-CCAD20EE5846}"/>
          </ac:graphicFrameMkLst>
        </pc:graphicFrameChg>
        <pc:graphicFrameChg chg="add del">
          <ac:chgData name="Mamdouh Jamjoom" userId="4f83adfd-8daa-4f62-9189-dd97c2009acc" providerId="ADAL" clId="{C50D1312-49B6-4843-BF8F-FF2439C740DC}" dt="2026-09-28T10:29:29.981" v="291" actId="22"/>
          <ac:graphicFrameMkLst>
            <pc:docMk/>
            <pc:sldMk cId="3000095571" sldId="295"/>
            <ac:graphicFrameMk id="3" creationId="{EDBEE671-B0A0-5557-B4BB-5E2EAE882551}"/>
          </ac:graphicFrameMkLst>
        </pc:graphicFrameChg>
        <pc:graphicFrameChg chg="add del mod modGraphic">
          <ac:chgData name="Mamdouh Jamjoom" userId="4f83adfd-8daa-4f62-9189-dd97c2009acc" providerId="ADAL" clId="{C50D1312-49B6-4843-BF8F-FF2439C740DC}" dt="2026-09-28T10:56:30.112" v="461" actId="1076"/>
          <ac:graphicFrameMkLst>
            <pc:docMk/>
            <pc:sldMk cId="3000095571" sldId="295"/>
            <ac:graphicFrameMk id="5" creationId="{EDE84349-60CC-6BB4-DC78-8839D4675037}"/>
          </ac:graphicFrameMkLst>
        </pc:graphicFrameChg>
        <pc:graphicFrameChg chg="add del">
          <ac:chgData name="Mamdouh Jamjoom" userId="4f83adfd-8daa-4f62-9189-dd97c2009acc" providerId="ADAL" clId="{C50D1312-49B6-4843-BF8F-FF2439C740DC}" dt="2026-09-28T10:29:29.981" v="291" actId="22"/>
          <ac:graphicFrameMkLst>
            <pc:docMk/>
            <pc:sldMk cId="3000095571" sldId="295"/>
            <ac:graphicFrameMk id="6" creationId="{2094C0DE-205A-407F-07B1-68AA532DA163}"/>
          </ac:graphicFrameMkLst>
        </pc:graphicFrameChg>
        <pc:graphicFrameChg chg="add del mod modGraphic">
          <ac:chgData name="Mamdouh Jamjoom" userId="4f83adfd-8daa-4f62-9189-dd97c2009acc" providerId="ADAL" clId="{C50D1312-49B6-4843-BF8F-FF2439C740DC}" dt="2026-09-28T10:57:14.122" v="466" actId="478"/>
          <ac:graphicFrameMkLst>
            <pc:docMk/>
            <pc:sldMk cId="3000095571" sldId="295"/>
            <ac:graphicFrameMk id="6" creationId="{A6E73494-6102-6230-36E0-FE170B3D43A9}"/>
          </ac:graphicFrameMkLst>
        </pc:graphicFrameChg>
        <pc:graphicFrameChg chg="add del mod modGraphic">
          <ac:chgData name="Mamdouh Jamjoom" userId="4f83adfd-8daa-4f62-9189-dd97c2009acc" providerId="ADAL" clId="{C50D1312-49B6-4843-BF8F-FF2439C740DC}" dt="2026-09-28T10:56:25.371" v="457" actId="478"/>
          <ac:graphicFrameMkLst>
            <pc:docMk/>
            <pc:sldMk cId="3000095571" sldId="295"/>
            <ac:graphicFrameMk id="8" creationId="{B07FC504-1E90-283F-FA53-F5F64DD4E739}"/>
          </ac:graphicFrameMkLst>
        </pc:graphicFrameChg>
        <pc:graphicFrameChg chg="add mod modGraphic">
          <ac:chgData name="Mamdouh Jamjoom" userId="4f83adfd-8daa-4f62-9189-dd97c2009acc" providerId="ADAL" clId="{C50D1312-49B6-4843-BF8F-FF2439C740DC}" dt="2026-09-28T10:55:42.597" v="450"/>
          <ac:graphicFrameMkLst>
            <pc:docMk/>
            <pc:sldMk cId="3000095571" sldId="295"/>
            <ac:graphicFrameMk id="11" creationId="{494A5A4B-7F9B-4333-84F4-A7497E786746}"/>
          </ac:graphicFrameMkLst>
        </pc:graphicFrameChg>
        <pc:graphicFrameChg chg="add del mod modGraphic">
          <ac:chgData name="Mamdouh Jamjoom" userId="4f83adfd-8daa-4f62-9189-dd97c2009acc" providerId="ADAL" clId="{C50D1312-49B6-4843-BF8F-FF2439C740DC}" dt="2026-09-28T10:35:42.771" v="365" actId="478"/>
          <ac:graphicFrameMkLst>
            <pc:docMk/>
            <pc:sldMk cId="3000095571" sldId="295"/>
            <ac:graphicFrameMk id="13" creationId="{5031F7DE-191E-3A58-C23E-2701D2DD63DB}"/>
          </ac:graphicFrameMkLst>
        </pc:graphicFrameChg>
      </pc:sldChg>
      <pc:sldChg chg="new del ord">
        <pc:chgData name="Mamdouh Jamjoom" userId="4f83adfd-8daa-4f62-9189-dd97c2009acc" providerId="ADAL" clId="{C50D1312-49B6-4843-BF8F-FF2439C740DC}" dt="2026-09-28T10:37:56.936" v="401" actId="680"/>
        <pc:sldMkLst>
          <pc:docMk/>
          <pc:sldMk cId="1222546987" sldId="296"/>
        </pc:sldMkLst>
      </pc:sldChg>
      <pc:sldChg chg="addSp delSp modSp add del mod">
        <pc:chgData name="Mamdouh Jamjoom" userId="4f83adfd-8daa-4f62-9189-dd97c2009acc" providerId="ADAL" clId="{C50D1312-49B6-4843-BF8F-FF2439C740DC}" dt="2026-09-28T10:38:51.950" v="413" actId="47"/>
        <pc:sldMkLst>
          <pc:docMk/>
          <pc:sldMk cId="3515384450" sldId="296"/>
        </pc:sldMkLst>
        <pc:graphicFrameChg chg="add mod modGraphic">
          <ac:chgData name="Mamdouh Jamjoom" userId="4f83adfd-8daa-4f62-9189-dd97c2009acc" providerId="ADAL" clId="{C50D1312-49B6-4843-BF8F-FF2439C740DC}" dt="2026-09-28T10:38:42.160" v="411" actId="207"/>
          <ac:graphicFrameMkLst>
            <pc:docMk/>
            <pc:sldMk cId="3515384450" sldId="296"/>
            <ac:graphicFrameMk id="3" creationId="{CC92F5C2-76D1-F275-7860-16DEEF8182D0}"/>
          </ac:graphicFrameMkLst>
        </pc:graphicFrameChg>
        <pc:graphicFrameChg chg="del">
          <ac:chgData name="Mamdouh Jamjoom" userId="4f83adfd-8daa-4f62-9189-dd97c2009acc" providerId="ADAL" clId="{C50D1312-49B6-4843-BF8F-FF2439C740DC}" dt="2026-09-28T10:38:00.913" v="403" actId="478"/>
          <ac:graphicFrameMkLst>
            <pc:docMk/>
            <pc:sldMk cId="3515384450" sldId="296"/>
            <ac:graphicFrameMk id="15" creationId="{70C41098-9727-FED3-EBB8-F3A2CB1B29D1}"/>
          </ac:graphicFrameMkLst>
        </pc:graphicFrameChg>
      </pc:sldChg>
    </pc:docChg>
  </pc:docChgLst>
  <pc:docChgLst>
    <pc:chgData name="Basem Osama Gazzaz" userId="16fecdcb-1937-454f-aaff-75f029355375" providerId="ADAL" clId="{01AF0615-9A4D-40D1-9E55-EDC49078952C}"/>
    <pc:docChg chg="custSel modSld">
      <pc:chgData name="Basem Osama Gazzaz" userId="16fecdcb-1937-454f-aaff-75f029355375" providerId="ADAL" clId="{01AF0615-9A4D-40D1-9E55-EDC49078952C}" dt="2026-09-13T14:14:25.593" v="144" actId="20577"/>
      <pc:docMkLst>
        <pc:docMk/>
      </pc:docMkLst>
      <pc:sldChg chg="modSp mod">
        <pc:chgData name="Basem Osama Gazzaz" userId="16fecdcb-1937-454f-aaff-75f029355375" providerId="ADAL" clId="{01AF0615-9A4D-40D1-9E55-EDC49078952C}" dt="2026-09-13T11:42:06.245" v="27" actId="313"/>
        <pc:sldMkLst>
          <pc:docMk/>
          <pc:sldMk cId="846082208" sldId="263"/>
        </pc:sldMkLst>
        <pc:spChg chg="mod">
          <ac:chgData name="Basem Osama Gazzaz" userId="16fecdcb-1937-454f-aaff-75f029355375" providerId="ADAL" clId="{01AF0615-9A4D-40D1-9E55-EDC49078952C}" dt="2026-09-13T11:41:43.607" v="17" actId="20577"/>
          <ac:spMkLst>
            <pc:docMk/>
            <pc:sldMk cId="846082208" sldId="263"/>
            <ac:spMk id="3" creationId="{2966FC70-2697-64BD-0D6D-17D74CFB965F}"/>
          </ac:spMkLst>
        </pc:spChg>
        <pc:spChg chg="mod">
          <ac:chgData name="Basem Osama Gazzaz" userId="16fecdcb-1937-454f-aaff-75f029355375" providerId="ADAL" clId="{01AF0615-9A4D-40D1-9E55-EDC49078952C}" dt="2026-09-13T11:42:06.245" v="27" actId="313"/>
          <ac:spMkLst>
            <pc:docMk/>
            <pc:sldMk cId="846082208" sldId="263"/>
            <ac:spMk id="4" creationId="{EE87937D-2EC9-3E45-FB97-E5087D1BA186}"/>
          </ac:spMkLst>
        </pc:spChg>
      </pc:sldChg>
      <pc:sldChg chg="modSp mod">
        <pc:chgData name="Basem Osama Gazzaz" userId="16fecdcb-1937-454f-aaff-75f029355375" providerId="ADAL" clId="{01AF0615-9A4D-40D1-9E55-EDC49078952C}" dt="2026-09-13T14:14:25.593" v="144" actId="20577"/>
        <pc:sldMkLst>
          <pc:docMk/>
          <pc:sldMk cId="1748086610" sldId="271"/>
        </pc:sldMkLst>
        <pc:graphicFrameChg chg="modGraphic">
          <ac:chgData name="Basem Osama Gazzaz" userId="16fecdcb-1937-454f-aaff-75f029355375" providerId="ADAL" clId="{01AF0615-9A4D-40D1-9E55-EDC49078952C}" dt="2026-09-13T14:14:25.593" v="144" actId="20577"/>
          <ac:graphicFrameMkLst>
            <pc:docMk/>
            <pc:sldMk cId="1748086610" sldId="271"/>
            <ac:graphicFrameMk id="7" creationId="{03BCF0DC-5D7E-D09C-8B63-AD356527C1C9}"/>
          </ac:graphicFrameMkLst>
        </pc:graphicFrameChg>
      </pc:sldChg>
    </pc:docChg>
  </pc:docChgLst>
  <pc:docChgLst>
    <pc:chgData name="Baraa Fayez Bakhsh" userId="b9aaab7b-6818-4bdd-903a-1ab14bd1342d" providerId="ADAL" clId="{5189D8EB-F4BB-4ED1-BE3E-2FE4F8A8F623}"/>
    <pc:docChg chg="modSld">
      <pc:chgData name="Baraa Fayez Bakhsh" userId="b9aaab7b-6818-4bdd-903a-1ab14bd1342d" providerId="ADAL" clId="{5189D8EB-F4BB-4ED1-BE3E-2FE4F8A8F623}" dt="2026-09-28T13:03:56.570" v="87" actId="6549"/>
      <pc:docMkLst>
        <pc:docMk/>
      </pc:docMkLst>
      <pc:sldChg chg="modSp mod">
        <pc:chgData name="Baraa Fayez Bakhsh" userId="b9aaab7b-6818-4bdd-903a-1ab14bd1342d" providerId="ADAL" clId="{5189D8EB-F4BB-4ED1-BE3E-2FE4F8A8F623}" dt="2026-09-28T13:03:56.570" v="87" actId="6549"/>
        <pc:sldMkLst>
          <pc:docMk/>
          <pc:sldMk cId="0" sldId="257"/>
        </pc:sldMkLst>
        <pc:graphicFrameChg chg="modGraphic">
          <ac:chgData name="Baraa Fayez Bakhsh" userId="b9aaab7b-6818-4bdd-903a-1ab14bd1342d" providerId="ADAL" clId="{5189D8EB-F4BB-4ED1-BE3E-2FE4F8A8F623}" dt="2026-09-28T13:03:55.529" v="85" actId="6549"/>
          <ac:graphicFrameMkLst>
            <pc:docMk/>
            <pc:sldMk cId="0" sldId="257"/>
            <ac:graphicFrameMk id="9" creationId="{D96A1065-2CDC-FD7E-B595-7AD90E566C9F}"/>
          </ac:graphicFrameMkLst>
        </pc:graphicFrameChg>
        <pc:graphicFrameChg chg="modGraphic">
          <ac:chgData name="Baraa Fayez Bakhsh" userId="b9aaab7b-6818-4bdd-903a-1ab14bd1342d" providerId="ADAL" clId="{5189D8EB-F4BB-4ED1-BE3E-2FE4F8A8F623}" dt="2026-09-28T13:03:56.570" v="87" actId="6549"/>
          <ac:graphicFrameMkLst>
            <pc:docMk/>
            <pc:sldMk cId="0" sldId="257"/>
            <ac:graphicFrameMk id="10" creationId="{92064D1D-742E-1670-6F61-3AC442787108}"/>
          </ac:graphicFrameMkLst>
        </pc:graphicFrameChg>
        <pc:graphicFrameChg chg="modGraphic">
          <ac:chgData name="Baraa Fayez Bakhsh" userId="b9aaab7b-6818-4bdd-903a-1ab14bd1342d" providerId="ADAL" clId="{5189D8EB-F4BB-4ED1-BE3E-2FE4F8A8F623}" dt="2026-09-28T13:03:54.393" v="83" actId="6549"/>
          <ac:graphicFrameMkLst>
            <pc:docMk/>
            <pc:sldMk cId="0" sldId="257"/>
            <ac:graphicFrameMk id="48" creationId="{EAD8973F-3875-A3F6-A96E-C90EBA4158F6}"/>
          </ac:graphicFrameMkLst>
        </pc:graphicFrameChg>
      </pc:sldChg>
      <pc:sldChg chg="mod modShow">
        <pc:chgData name="Baraa Fayez Bakhsh" userId="b9aaab7b-6818-4bdd-903a-1ab14bd1342d" providerId="ADAL" clId="{5189D8EB-F4BB-4ED1-BE3E-2FE4F8A8F623}" dt="2026-09-20T18:54:12.460" v="76" actId="729"/>
        <pc:sldMkLst>
          <pc:docMk/>
          <pc:sldMk cId="0" sldId="258"/>
        </pc:sldMkLst>
      </pc:sldChg>
      <pc:sldChg chg="modSp mod">
        <pc:chgData name="Baraa Fayez Bakhsh" userId="b9aaab7b-6818-4bdd-903a-1ab14bd1342d" providerId="ADAL" clId="{5189D8EB-F4BB-4ED1-BE3E-2FE4F8A8F623}" dt="2026-09-20T18:55:37.045" v="81" actId="20577"/>
        <pc:sldMkLst>
          <pc:docMk/>
          <pc:sldMk cId="1748086610" sldId="271"/>
        </pc:sldMkLst>
        <pc:graphicFrameChg chg="mod modGraphic">
          <ac:chgData name="Baraa Fayez Bakhsh" userId="b9aaab7b-6818-4bdd-903a-1ab14bd1342d" providerId="ADAL" clId="{5189D8EB-F4BB-4ED1-BE3E-2FE4F8A8F623}" dt="2026-09-20T18:55:37.045" v="81" actId="20577"/>
          <ac:graphicFrameMkLst>
            <pc:docMk/>
            <pc:sldMk cId="1748086610" sldId="271"/>
            <ac:graphicFrameMk id="7" creationId="{03BCF0DC-5D7E-D09C-8B63-AD356527C1C9}"/>
          </ac:graphicFrameMkLst>
        </pc:graphicFrameChg>
      </pc:sldChg>
      <pc:sldChg chg="mod modShow">
        <pc:chgData name="Baraa Fayez Bakhsh" userId="b9aaab7b-6818-4bdd-903a-1ab14bd1342d" providerId="ADAL" clId="{5189D8EB-F4BB-4ED1-BE3E-2FE4F8A8F623}" dt="2026-09-20T18:54:12.460" v="76" actId="729"/>
        <pc:sldMkLst>
          <pc:docMk/>
          <pc:sldMk cId="857615756" sldId="287"/>
        </pc:sldMkLst>
      </pc:sldChg>
      <pc:sldChg chg="mod modShow">
        <pc:chgData name="Baraa Fayez Bakhsh" userId="b9aaab7b-6818-4bdd-903a-1ab14bd1342d" providerId="ADAL" clId="{5189D8EB-F4BB-4ED1-BE3E-2FE4F8A8F623}" dt="2026-09-20T18:54:12.460" v="76" actId="729"/>
        <pc:sldMkLst>
          <pc:docMk/>
          <pc:sldMk cId="2344831510" sldId="290"/>
        </pc:sldMkLst>
      </pc:sldChg>
      <pc:sldChg chg="mod modShow">
        <pc:chgData name="Baraa Fayez Bakhsh" userId="b9aaab7b-6818-4bdd-903a-1ab14bd1342d" providerId="ADAL" clId="{5189D8EB-F4BB-4ED1-BE3E-2FE4F8A8F623}" dt="2026-09-20T18:54:12.460" v="76" actId="729"/>
        <pc:sldMkLst>
          <pc:docMk/>
          <pc:sldMk cId="4041377758" sldId="291"/>
        </pc:sldMkLst>
      </pc:sldChg>
      <pc:sldChg chg="mod modShow">
        <pc:chgData name="Baraa Fayez Bakhsh" userId="b9aaab7b-6818-4bdd-903a-1ab14bd1342d" providerId="ADAL" clId="{5189D8EB-F4BB-4ED1-BE3E-2FE4F8A8F623}" dt="2026-09-20T18:54:12.460" v="76" actId="729"/>
        <pc:sldMkLst>
          <pc:docMk/>
          <pc:sldMk cId="3218896207" sldId="293"/>
        </pc:sldMkLst>
      </pc:sldChg>
    </pc:docChg>
  </pc:docChgLst>
  <pc:docChgLst>
    <pc:chgData name="Amjad Abdulrahman Alluhaibi" userId="991dd13c-d66c-4e29-a764-81fc4b3aa379" providerId="ADAL" clId="{75DB031D-D834-4C29-BF15-25C88C7302BD}"/>
    <pc:docChg chg="custSel addSld modSld sldOrd modMainMaster modSection">
      <pc:chgData name="Amjad Abdulrahman Alluhaibi" userId="991dd13c-d66c-4e29-a764-81fc4b3aa379" providerId="ADAL" clId="{75DB031D-D834-4C29-BF15-25C88C7302BD}" dt="2026-09-13T12:09:04.629" v="232" actId="20577"/>
      <pc:docMkLst>
        <pc:docMk/>
      </pc:docMkLst>
      <pc:sldChg chg="modSp mod">
        <pc:chgData name="Amjad Abdulrahman Alluhaibi" userId="991dd13c-d66c-4e29-a764-81fc4b3aa379" providerId="ADAL" clId="{75DB031D-D834-4C29-BF15-25C88C7302BD}" dt="2026-09-13T12:03:47.150" v="217" actId="27918"/>
        <pc:sldMkLst>
          <pc:docMk/>
          <pc:sldMk cId="0" sldId="257"/>
        </pc:sldMkLst>
        <pc:spChg chg="mod">
          <ac:chgData name="Amjad Abdulrahman Alluhaibi" userId="991dd13c-d66c-4e29-a764-81fc4b3aa379" providerId="ADAL" clId="{75DB031D-D834-4C29-BF15-25C88C7302BD}" dt="2026-09-13T12:03:26.630" v="211" actId="20577"/>
          <ac:spMkLst>
            <pc:docMk/>
            <pc:sldMk cId="0" sldId="257"/>
            <ac:spMk id="18" creationId="{4F3CCE75-1975-5AD9-B4C2-968F0999F69F}"/>
          </ac:spMkLst>
        </pc:spChg>
        <pc:spChg chg="mod">
          <ac:chgData name="Amjad Abdulrahman Alluhaibi" userId="991dd13c-d66c-4e29-a764-81fc4b3aa379" providerId="ADAL" clId="{75DB031D-D834-4C29-BF15-25C88C7302BD}" dt="2026-09-13T12:03:30.706" v="213" actId="20577"/>
          <ac:spMkLst>
            <pc:docMk/>
            <pc:sldMk cId="0" sldId="257"/>
            <ac:spMk id="25" creationId="{655EFD64-72CE-5B02-038F-E3EF346E6808}"/>
          </ac:spMkLst>
        </pc:spChg>
        <pc:spChg chg="mod">
          <ac:chgData name="Amjad Abdulrahman Alluhaibi" userId="991dd13c-d66c-4e29-a764-81fc4b3aa379" providerId="ADAL" clId="{75DB031D-D834-4C29-BF15-25C88C7302BD}" dt="2026-09-13T12:03:22.389" v="210" actId="20577"/>
          <ac:spMkLst>
            <pc:docMk/>
            <pc:sldMk cId="0" sldId="257"/>
            <ac:spMk id="26" creationId="{16030ABC-E859-EE4D-3833-1FAD0FD6C489}"/>
          </ac:spMkLst>
        </pc:spChg>
        <pc:spChg chg="mod">
          <ac:chgData name="Amjad Abdulrahman Alluhaibi" userId="991dd13c-d66c-4e29-a764-81fc4b3aa379" providerId="ADAL" clId="{75DB031D-D834-4C29-BF15-25C88C7302BD}" dt="2026-09-13T11:58:32.536" v="156"/>
          <ac:spMkLst>
            <pc:docMk/>
            <pc:sldMk cId="0" sldId="257"/>
            <ac:spMk id="39" creationId="{F3D2FD89-22B2-877B-7941-EFBE9C0AA63D}"/>
          </ac:spMkLst>
        </pc:spChg>
        <pc:graphicFrameChg chg="modGraphic">
          <ac:chgData name="Amjad Abdulrahman Alluhaibi" userId="991dd13c-d66c-4e29-a764-81fc4b3aa379" providerId="ADAL" clId="{75DB031D-D834-4C29-BF15-25C88C7302BD}" dt="2026-09-13T12:03:11.574" v="205" actId="20577"/>
          <ac:graphicFrameMkLst>
            <pc:docMk/>
            <pc:sldMk cId="0" sldId="257"/>
            <ac:graphicFrameMk id="48" creationId="{EAD8973F-3875-A3F6-A96E-C90EBA4158F6}"/>
          </ac:graphicFrameMkLst>
        </pc:graphicFrameChg>
      </pc:sldChg>
      <pc:sldChg chg="modSp mod ord">
        <pc:chgData name="Amjad Abdulrahman Alluhaibi" userId="991dd13c-d66c-4e29-a764-81fc4b3aa379" providerId="ADAL" clId="{75DB031D-D834-4C29-BF15-25C88C7302BD}" dt="2026-09-13T12:09:04.629" v="232" actId="20577"/>
        <pc:sldMkLst>
          <pc:docMk/>
          <pc:sldMk cId="0" sldId="258"/>
        </pc:sldMkLst>
        <pc:spChg chg="mod">
          <ac:chgData name="Amjad Abdulrahman Alluhaibi" userId="991dd13c-d66c-4e29-a764-81fc4b3aa379" providerId="ADAL" clId="{75DB031D-D834-4C29-BF15-25C88C7302BD}" dt="2026-09-13T12:09:04.629" v="232" actId="20577"/>
          <ac:spMkLst>
            <pc:docMk/>
            <pc:sldMk cId="0" sldId="258"/>
            <ac:spMk id="4" creationId="{CB26C45B-2781-05AE-60E9-BFE4E8B4101F}"/>
          </ac:spMkLst>
        </pc:spChg>
        <pc:graphicFrameChg chg="mod modGraphic">
          <ac:chgData name="Amjad Abdulrahman Alluhaibi" userId="991dd13c-d66c-4e29-a764-81fc4b3aa379" providerId="ADAL" clId="{75DB031D-D834-4C29-BF15-25C88C7302BD}" dt="2026-09-13T11:46:50.844" v="77" actId="113"/>
          <ac:graphicFrameMkLst>
            <pc:docMk/>
            <pc:sldMk cId="0" sldId="258"/>
            <ac:graphicFrameMk id="44" creationId="{588A520A-F53B-B1B0-9BB7-03F70263EBFD}"/>
          </ac:graphicFrameMkLst>
        </pc:graphicFrameChg>
      </pc:sldChg>
      <pc:sldChg chg="ord">
        <pc:chgData name="Amjad Abdulrahman Alluhaibi" userId="991dd13c-d66c-4e29-a764-81fc4b3aa379" providerId="ADAL" clId="{75DB031D-D834-4C29-BF15-25C88C7302BD}" dt="2026-09-13T11:48:10.955" v="92"/>
        <pc:sldMkLst>
          <pc:docMk/>
          <pc:sldMk cId="0" sldId="260"/>
        </pc:sldMkLst>
      </pc:sldChg>
      <pc:sldChg chg="modSp mod">
        <pc:chgData name="Amjad Abdulrahman Alluhaibi" userId="991dd13c-d66c-4e29-a764-81fc4b3aa379" providerId="ADAL" clId="{75DB031D-D834-4C29-BF15-25C88C7302BD}" dt="2026-09-13T11:51:40.518" v="143" actId="20577"/>
        <pc:sldMkLst>
          <pc:docMk/>
          <pc:sldMk cId="846082208" sldId="263"/>
        </pc:sldMkLst>
        <pc:spChg chg="mod">
          <ac:chgData name="Amjad Abdulrahman Alluhaibi" userId="991dd13c-d66c-4e29-a764-81fc4b3aa379" providerId="ADAL" clId="{75DB031D-D834-4C29-BF15-25C88C7302BD}" dt="2026-09-13T11:51:40.518" v="143" actId="20577"/>
          <ac:spMkLst>
            <pc:docMk/>
            <pc:sldMk cId="846082208" sldId="263"/>
            <ac:spMk id="3" creationId="{2966FC70-2697-64BD-0D6D-17D74CFB965F}"/>
          </ac:spMkLst>
        </pc:spChg>
      </pc:sldChg>
      <pc:sldChg chg="modSp mod">
        <pc:chgData name="Amjad Abdulrahman Alluhaibi" userId="991dd13c-d66c-4e29-a764-81fc4b3aa379" providerId="ADAL" clId="{75DB031D-D834-4C29-BF15-25C88C7302BD}" dt="2026-09-13T12:02:37.015" v="198"/>
        <pc:sldMkLst>
          <pc:docMk/>
          <pc:sldMk cId="1748086610" sldId="271"/>
        </pc:sldMkLst>
        <pc:graphicFrameChg chg="mod modGraphic">
          <ac:chgData name="Amjad Abdulrahman Alluhaibi" userId="991dd13c-d66c-4e29-a764-81fc4b3aa379" providerId="ADAL" clId="{75DB031D-D834-4C29-BF15-25C88C7302BD}" dt="2026-09-13T12:02:37.015" v="198"/>
          <ac:graphicFrameMkLst>
            <pc:docMk/>
            <pc:sldMk cId="1748086610" sldId="271"/>
            <ac:graphicFrameMk id="7" creationId="{03BCF0DC-5D7E-D09C-8B63-AD356527C1C9}"/>
          </ac:graphicFrameMkLst>
        </pc:graphicFrameChg>
      </pc:sldChg>
      <pc:sldChg chg="ord">
        <pc:chgData name="Amjad Abdulrahman Alluhaibi" userId="991dd13c-d66c-4e29-a764-81fc4b3aa379" providerId="ADAL" clId="{75DB031D-D834-4C29-BF15-25C88C7302BD}" dt="2026-09-13T11:48:33.363" v="96"/>
        <pc:sldMkLst>
          <pc:docMk/>
          <pc:sldMk cId="732413781" sldId="274"/>
        </pc:sldMkLst>
      </pc:sldChg>
      <pc:sldChg chg="modSp mod">
        <pc:chgData name="Amjad Abdulrahman Alluhaibi" userId="991dd13c-d66c-4e29-a764-81fc4b3aa379" providerId="ADAL" clId="{75DB031D-D834-4C29-BF15-25C88C7302BD}" dt="2026-09-13T11:51:02.857" v="141" actId="20577"/>
        <pc:sldMkLst>
          <pc:docMk/>
          <pc:sldMk cId="2483166998" sldId="276"/>
        </pc:sldMkLst>
        <pc:spChg chg="mod">
          <ac:chgData name="Amjad Abdulrahman Alluhaibi" userId="991dd13c-d66c-4e29-a764-81fc4b3aa379" providerId="ADAL" clId="{75DB031D-D834-4C29-BF15-25C88C7302BD}" dt="2026-09-13T11:51:02.857" v="141" actId="20577"/>
          <ac:spMkLst>
            <pc:docMk/>
            <pc:sldMk cId="2483166998" sldId="276"/>
            <ac:spMk id="3" creationId="{8383E11E-EE67-0327-9276-6BBBFAB146BD}"/>
          </ac:spMkLst>
        </pc:spChg>
      </pc:sldChg>
      <pc:sldChg chg="modSp mod">
        <pc:chgData name="Amjad Abdulrahman Alluhaibi" userId="991dd13c-d66c-4e29-a764-81fc4b3aa379" providerId="ADAL" clId="{75DB031D-D834-4C29-BF15-25C88C7302BD}" dt="2026-09-13T11:41:22.160" v="40"/>
        <pc:sldMkLst>
          <pc:docMk/>
          <pc:sldMk cId="2344831510" sldId="290"/>
        </pc:sldMkLst>
        <pc:graphicFrameChg chg="mod modGraphic">
          <ac:chgData name="Amjad Abdulrahman Alluhaibi" userId="991dd13c-d66c-4e29-a764-81fc4b3aa379" providerId="ADAL" clId="{75DB031D-D834-4C29-BF15-25C88C7302BD}" dt="2026-09-13T11:39:05.518" v="36" actId="113"/>
          <ac:graphicFrameMkLst>
            <pc:docMk/>
            <pc:sldMk cId="2344831510" sldId="290"/>
            <ac:graphicFrameMk id="3" creationId="{DC8EC721-451E-4D5B-7A6E-7825D472F3DE}"/>
          </ac:graphicFrameMkLst>
        </pc:graphicFrameChg>
      </pc:sldChg>
      <pc:sldChg chg="modSp">
        <pc:chgData name="Amjad Abdulrahman Alluhaibi" userId="991dd13c-d66c-4e29-a764-81fc4b3aa379" providerId="ADAL" clId="{75DB031D-D834-4C29-BF15-25C88C7302BD}" dt="2026-09-13T11:39:34.107" v="37"/>
        <pc:sldMkLst>
          <pc:docMk/>
          <pc:sldMk cId="4041377758" sldId="291"/>
        </pc:sldMkLst>
        <pc:graphicFrameChg chg="mod">
          <ac:chgData name="Amjad Abdulrahman Alluhaibi" userId="991dd13c-d66c-4e29-a764-81fc4b3aa379" providerId="ADAL" clId="{75DB031D-D834-4C29-BF15-25C88C7302BD}" dt="2026-09-13T11:39:34.107" v="37"/>
          <ac:graphicFrameMkLst>
            <pc:docMk/>
            <pc:sldMk cId="4041377758" sldId="291"/>
            <ac:graphicFrameMk id="4" creationId="{72FA7B05-776D-49FC-E24C-8AB16F77CF8B}"/>
          </ac:graphicFrameMkLst>
        </pc:graphicFrameChg>
      </pc:sldChg>
      <pc:sldChg chg="modSp add mod ord modClrScheme chgLayout">
        <pc:chgData name="Amjad Abdulrahman Alluhaibi" userId="991dd13c-d66c-4e29-a764-81fc4b3aa379" providerId="ADAL" clId="{75DB031D-D834-4C29-BF15-25C88C7302BD}" dt="2026-09-13T11:49:50.347" v="100" actId="1076"/>
        <pc:sldMkLst>
          <pc:docMk/>
          <pc:sldMk cId="1467959429" sldId="292"/>
        </pc:sldMkLst>
        <pc:spChg chg="mod">
          <ac:chgData name="Amjad Abdulrahman Alluhaibi" userId="991dd13c-d66c-4e29-a764-81fc4b3aa379" providerId="ADAL" clId="{75DB031D-D834-4C29-BF15-25C88C7302BD}" dt="2026-09-13T11:49:41.189" v="99" actId="1076"/>
          <ac:spMkLst>
            <pc:docMk/>
            <pc:sldMk cId="1467959429" sldId="292"/>
            <ac:spMk id="3" creationId="{3001FF24-0088-54F5-409C-7440466F8671}"/>
          </ac:spMkLst>
        </pc:spChg>
        <pc:cxnChg chg="mod">
          <ac:chgData name="Amjad Abdulrahman Alluhaibi" userId="991dd13c-d66c-4e29-a764-81fc4b3aa379" providerId="ADAL" clId="{75DB031D-D834-4C29-BF15-25C88C7302BD}" dt="2026-09-13T11:49:50.347" v="100" actId="1076"/>
          <ac:cxnSpMkLst>
            <pc:docMk/>
            <pc:sldMk cId="1467959429" sldId="292"/>
            <ac:cxnSpMk id="5" creationId="{14FC2E42-3AF6-B2B8-D639-1E79DB01B430}"/>
          </ac:cxnSpMkLst>
        </pc:cxnChg>
      </pc:sldChg>
      <pc:sldMasterChg chg="modSldLayout">
        <pc:chgData name="Amjad Abdulrahman Alluhaibi" userId="991dd13c-d66c-4e29-a764-81fc4b3aa379" providerId="ADAL" clId="{75DB031D-D834-4C29-BF15-25C88C7302BD}" dt="2026-09-13T12:01:16.278" v="197" actId="14100"/>
        <pc:sldMasterMkLst>
          <pc:docMk/>
          <pc:sldMasterMk cId="2209977519" sldId="2147483648"/>
        </pc:sldMasterMkLst>
        <pc:sldLayoutChg chg="modSp mod">
          <pc:chgData name="Amjad Abdulrahman Alluhaibi" userId="991dd13c-d66c-4e29-a764-81fc4b3aa379" providerId="ADAL" clId="{75DB031D-D834-4C29-BF15-25C88C7302BD}" dt="2026-09-13T12:01:16.278" v="197" actId="14100"/>
          <pc:sldLayoutMkLst>
            <pc:docMk/>
            <pc:sldMasterMk cId="2209977519" sldId="2147483648"/>
            <pc:sldLayoutMk cId="3966831843" sldId="2147483669"/>
          </pc:sldLayoutMkLst>
          <pc:spChg chg="mod">
            <ac:chgData name="Amjad Abdulrahman Alluhaibi" userId="991dd13c-d66c-4e29-a764-81fc4b3aa379" providerId="ADAL" clId="{75DB031D-D834-4C29-BF15-25C88C7302BD}" dt="2026-09-13T12:01:13.801" v="196" actId="14100"/>
            <ac:spMkLst>
              <pc:docMk/>
              <pc:sldMasterMk cId="2209977519" sldId="2147483648"/>
              <pc:sldLayoutMk cId="3966831843" sldId="2147483669"/>
              <ac:spMk id="7" creationId="{3D7E9DDE-7987-9AC9-5252-A94D317A18B0}"/>
            </ac:spMkLst>
          </pc:spChg>
          <pc:cxnChg chg="mod">
            <ac:chgData name="Amjad Abdulrahman Alluhaibi" userId="991dd13c-d66c-4e29-a764-81fc4b3aa379" providerId="ADAL" clId="{75DB031D-D834-4C29-BF15-25C88C7302BD}" dt="2026-09-13T12:01:16.278" v="197" actId="14100"/>
            <ac:cxnSpMkLst>
              <pc:docMk/>
              <pc:sldMasterMk cId="2209977519" sldId="2147483648"/>
              <pc:sldLayoutMk cId="3966831843" sldId="2147483669"/>
              <ac:cxnSpMk id="3" creationId="{34C9488C-3CB6-A1BF-F105-0FFBB6F88156}"/>
            </ac:cxnSpMkLst>
          </pc:cxnChg>
        </pc:sldLayoutChg>
      </pc:sldMasterChg>
    </pc:docChg>
  </pc:docChgLst>
  <pc:docChgLst>
    <pc:chgData name="Samar Muhammad Almsarri" userId="44257f33-7198-4de5-a73d-e309910297e5" providerId="ADAL" clId="{36D95498-DD52-4D49-98D4-DE0035E678BB}"/>
    <pc:docChg chg="undo custSel delSld modSld modSection">
      <pc:chgData name="Samar Muhammad Almsarri" userId="44257f33-7198-4de5-a73d-e309910297e5" providerId="ADAL" clId="{36D95498-DD52-4D49-98D4-DE0035E678BB}" dt="2026-09-20T11:50:04.158" v="22" actId="255"/>
      <pc:docMkLst>
        <pc:docMk/>
      </pc:docMkLst>
      <pc:sldChg chg="mod">
        <pc:chgData name="Samar Muhammad Almsarri" userId="44257f33-7198-4de5-a73d-e309910297e5" providerId="ADAL" clId="{36D95498-DD52-4D49-98D4-DE0035E678BB}" dt="2026-09-20T11:47:41.324" v="18" actId="27918"/>
        <pc:sldMkLst>
          <pc:docMk/>
          <pc:sldMk cId="0" sldId="258"/>
        </pc:sldMkLst>
      </pc:sldChg>
    </pc:docChg>
  </pc:docChgLst>
</pc:chgInfo>
</file>

<file path=ppt/charts/_rels/chart1.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3" Type="http://schemas.openxmlformats.org/officeDocument/2006/relationships/themeOverride" Target="../theme/themeOverride2.xml"/><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clrMapOvr bg1="lt1" tx1="dk1" bg2="lt2" tx2="dk2" accent1="accent1" accent2="accent2" accent3="accent3" accent4="accent4" accent5="accent5" accent6="accent6" hlink="hlink" folHlink="folHlink"/>
  <c:chart>
    <c:autoTitleDeleted val="1"/>
    <c:plotArea>
      <c:layout/>
      <c:barChart>
        <c:barDir val="bar"/>
        <c:grouping val="stacked"/>
        <c:varyColors val="0"/>
        <c:ser>
          <c:idx val="0"/>
          <c:order val="0"/>
          <c:tx>
            <c:strRef>
              <c:f>Sheet1!$B$1</c:f>
              <c:strCache>
                <c:ptCount val="1"/>
                <c:pt idx="0">
                  <c:v>مكتملة</c:v>
                </c:pt>
              </c:strCache>
            </c:strRef>
          </c:tx>
          <c:spPr>
            <a:solidFill>
              <a:srgbClr val="164767"/>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ar-SA"/>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Sheet1!$A$2:$A$9</c:f>
              <c:strCache>
                <c:ptCount val="8"/>
                <c:pt idx="0">
                  <c:v>مركز التخطيط الاستراتيجي</c:v>
                </c:pt>
                <c:pt idx="1">
                  <c:v>وكالة التحول الرقمي وتقنية المعلومات</c:v>
                </c:pt>
                <c:pt idx="2">
                  <c:v>وكالة التعاون الدولي والشراكات</c:v>
                </c:pt>
                <c:pt idx="3">
                  <c:v>وكالة تطوير الاعمال وخدمة المستفيدين</c:v>
                </c:pt>
                <c:pt idx="4">
                  <c:v>وكالة شؤون الحج</c:v>
                </c:pt>
                <c:pt idx="5">
                  <c:v>مركز منصة نسك الرقمية</c:v>
                </c:pt>
                <c:pt idx="6">
                  <c:v>مركز امتثال الأعمال</c:v>
                </c:pt>
                <c:pt idx="7">
                  <c:v>برنامج خدمة ضيوف الرحمن</c:v>
                </c:pt>
              </c:strCache>
            </c:strRef>
          </c:cat>
          <c:val>
            <c:numRef>
              <c:f>Sheet1!$B$2:$B$9</c:f>
              <c:numCache>
                <c:formatCode>General</c:formatCode>
                <c:ptCount val="8"/>
                <c:pt idx="1">
                  <c:v>1</c:v>
                </c:pt>
                <c:pt idx="4">
                  <c:v>1</c:v>
                </c:pt>
              </c:numCache>
            </c:numRef>
          </c:val>
          <c:extLst>
            <c:ext xmlns:c16="http://schemas.microsoft.com/office/drawing/2014/chart" uri="{C3380CC4-5D6E-409C-BE32-E72D297353CC}">
              <c16:uniqueId val="{00000000-661E-4494-8B9D-05CCD6877DE6}"/>
            </c:ext>
          </c:extLst>
        </c:ser>
        <c:ser>
          <c:idx val="1"/>
          <c:order val="1"/>
          <c:tx>
            <c:strRef>
              <c:f>Sheet1!$C$1</c:f>
              <c:strCache>
                <c:ptCount val="1"/>
                <c:pt idx="0">
                  <c:v>على المخطط</c:v>
                </c:pt>
              </c:strCache>
            </c:strRef>
          </c:tx>
          <c:spPr>
            <a:solidFill>
              <a:srgbClr val="038060"/>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ar-SA"/>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Sheet1!$A$2:$A$9</c:f>
              <c:strCache>
                <c:ptCount val="8"/>
                <c:pt idx="0">
                  <c:v>مركز التخطيط الاستراتيجي</c:v>
                </c:pt>
                <c:pt idx="1">
                  <c:v>وكالة التحول الرقمي وتقنية المعلومات</c:v>
                </c:pt>
                <c:pt idx="2">
                  <c:v>وكالة التعاون الدولي والشراكات</c:v>
                </c:pt>
                <c:pt idx="3">
                  <c:v>وكالة تطوير الاعمال وخدمة المستفيدين</c:v>
                </c:pt>
                <c:pt idx="4">
                  <c:v>وكالة شؤون الحج</c:v>
                </c:pt>
                <c:pt idx="5">
                  <c:v>مركز منصة نسك الرقمية</c:v>
                </c:pt>
                <c:pt idx="6">
                  <c:v>مركز امتثال الأعمال</c:v>
                </c:pt>
                <c:pt idx="7">
                  <c:v>برنامج خدمة ضيوف الرحمن</c:v>
                </c:pt>
              </c:strCache>
            </c:strRef>
          </c:cat>
          <c:val>
            <c:numRef>
              <c:f>Sheet1!$C$2:$C$9</c:f>
              <c:numCache>
                <c:formatCode>General</c:formatCode>
                <c:ptCount val="8"/>
                <c:pt idx="0">
                  <c:v>1</c:v>
                </c:pt>
                <c:pt idx="1">
                  <c:v>3</c:v>
                </c:pt>
                <c:pt idx="2">
                  <c:v>1</c:v>
                </c:pt>
                <c:pt idx="3">
                  <c:v>2</c:v>
                </c:pt>
                <c:pt idx="5">
                  <c:v>1</c:v>
                </c:pt>
                <c:pt idx="6">
                  <c:v>1</c:v>
                </c:pt>
                <c:pt idx="7">
                  <c:v>1</c:v>
                </c:pt>
              </c:numCache>
            </c:numRef>
          </c:val>
          <c:extLst>
            <c:ext xmlns:c16="http://schemas.microsoft.com/office/drawing/2014/chart" uri="{C3380CC4-5D6E-409C-BE32-E72D297353CC}">
              <c16:uniqueId val="{00000001-661E-4494-8B9D-05CCD6877DE6}"/>
            </c:ext>
          </c:extLst>
        </c:ser>
        <c:ser>
          <c:idx val="2"/>
          <c:order val="2"/>
          <c:tx>
            <c:strRef>
              <c:f>Sheet1!$D$1</c:f>
              <c:strCache>
                <c:ptCount val="1"/>
                <c:pt idx="0">
                  <c:v>متأخر</c:v>
                </c:pt>
              </c:strCache>
            </c:strRef>
          </c:tx>
          <c:spPr>
            <a:solidFill>
              <a:srgbClr val="87452B"/>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ar-SA"/>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Sheet1!$A$2:$A$9</c:f>
              <c:strCache>
                <c:ptCount val="8"/>
                <c:pt idx="0">
                  <c:v>مركز التخطيط الاستراتيجي</c:v>
                </c:pt>
                <c:pt idx="1">
                  <c:v>وكالة التحول الرقمي وتقنية المعلومات</c:v>
                </c:pt>
                <c:pt idx="2">
                  <c:v>وكالة التعاون الدولي والشراكات</c:v>
                </c:pt>
                <c:pt idx="3">
                  <c:v>وكالة تطوير الاعمال وخدمة المستفيدين</c:v>
                </c:pt>
                <c:pt idx="4">
                  <c:v>وكالة شؤون الحج</c:v>
                </c:pt>
                <c:pt idx="5">
                  <c:v>مركز منصة نسك الرقمية</c:v>
                </c:pt>
                <c:pt idx="6">
                  <c:v>مركز امتثال الأعمال</c:v>
                </c:pt>
                <c:pt idx="7">
                  <c:v>برنامج خدمة ضيوف الرحمن</c:v>
                </c:pt>
              </c:strCache>
            </c:strRef>
          </c:cat>
          <c:val>
            <c:numRef>
              <c:f>Sheet1!$D$2:$D$9</c:f>
              <c:numCache>
                <c:formatCode>General</c:formatCode>
                <c:ptCount val="8"/>
              </c:numCache>
            </c:numRef>
          </c:val>
          <c:extLst>
            <c:ext xmlns:c16="http://schemas.microsoft.com/office/drawing/2014/chart" uri="{C3380CC4-5D6E-409C-BE32-E72D297353CC}">
              <c16:uniqueId val="{00000002-661E-4494-8B9D-05CCD6877DE6}"/>
            </c:ext>
          </c:extLst>
        </c:ser>
        <c:ser>
          <c:idx val="3"/>
          <c:order val="3"/>
          <c:tx>
            <c:strRef>
              <c:f>Sheet1!$E$1</c:f>
              <c:strCache>
                <c:ptCount val="1"/>
                <c:pt idx="0">
                  <c:v>معلق</c:v>
                </c:pt>
              </c:strCache>
            </c:strRef>
          </c:tx>
          <c:spPr>
            <a:solidFill>
              <a:schemeClr val="accent3">
                <a:tint val="58000"/>
              </a:schemeClr>
            </a:solidFill>
            <a:ln>
              <a:noFill/>
            </a:ln>
            <a:effectLst/>
          </c:spPr>
          <c:invertIfNegative val="0"/>
          <c:dLbls>
            <c:spPr>
              <a:noFill/>
              <a:ln>
                <a:noFill/>
              </a:ln>
              <a:effectLst/>
            </c:spPr>
            <c:txPr>
              <a:bodyPr rot="0" spcFirstLastPara="1" vertOverflow="ellipsis" vert="horz" wrap="square" anchor="ctr" anchorCtr="1"/>
              <a:lstStyle/>
              <a:p>
                <a:pPr>
                  <a:defRPr sz="600" b="0" i="0" u="none" strike="noStrike" kern="1200" baseline="0">
                    <a:solidFill>
                      <a:schemeClr val="bg1"/>
                    </a:solidFill>
                    <a:latin typeface="Abar Mid" pitchFamily="50" charset="-78"/>
                    <a:ea typeface="Abar Mid" pitchFamily="50" charset="-78"/>
                    <a:cs typeface="Abar Mid" pitchFamily="50" charset="-78"/>
                  </a:defRPr>
                </a:pPr>
                <a:endParaRPr lang="ar-SA"/>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Sheet1!$A$2:$A$9</c:f>
              <c:strCache>
                <c:ptCount val="8"/>
                <c:pt idx="0">
                  <c:v>مركز التخطيط الاستراتيجي</c:v>
                </c:pt>
                <c:pt idx="1">
                  <c:v>وكالة التحول الرقمي وتقنية المعلومات</c:v>
                </c:pt>
                <c:pt idx="2">
                  <c:v>وكالة التعاون الدولي والشراكات</c:v>
                </c:pt>
                <c:pt idx="3">
                  <c:v>وكالة تطوير الاعمال وخدمة المستفيدين</c:v>
                </c:pt>
                <c:pt idx="4">
                  <c:v>وكالة شؤون الحج</c:v>
                </c:pt>
                <c:pt idx="5">
                  <c:v>مركز منصة نسك الرقمية</c:v>
                </c:pt>
                <c:pt idx="6">
                  <c:v>مركز امتثال الأعمال</c:v>
                </c:pt>
                <c:pt idx="7">
                  <c:v>برنامج خدمة ضيوف الرحمن</c:v>
                </c:pt>
              </c:strCache>
            </c:strRef>
          </c:cat>
          <c:val>
            <c:numRef>
              <c:f>Sheet1!$E$2:$E$9</c:f>
              <c:numCache>
                <c:formatCode>General</c:formatCode>
                <c:ptCount val="8"/>
              </c:numCache>
            </c:numRef>
          </c:val>
          <c:extLst>
            <c:ext xmlns:c16="http://schemas.microsoft.com/office/drawing/2014/chart" uri="{C3380CC4-5D6E-409C-BE32-E72D297353CC}">
              <c16:uniqueId val="{00000003-661E-4494-8B9D-05CCD6877DE6}"/>
            </c:ext>
          </c:extLst>
        </c:ser>
        <c:dLbls>
          <c:dLblPos val="ctr"/>
          <c:showLegendKey val="0"/>
          <c:showVal val="1"/>
          <c:showCatName val="0"/>
          <c:showSerName val="0"/>
          <c:showPercent val="0"/>
          <c:showBubbleSize val="0"/>
        </c:dLbls>
        <c:gapWidth val="30"/>
        <c:overlap val="100"/>
        <c:axId val="1717971007"/>
        <c:axId val="1717972351"/>
      </c:barChart>
      <c:catAx>
        <c:axId val="1717971007"/>
        <c:scaling>
          <c:orientation val="minMax"/>
        </c:scaling>
        <c:delete val="0"/>
        <c:axPos val="r"/>
        <c:numFmt formatCode="General" sourceLinked="1"/>
        <c:majorTickMark val="none"/>
        <c:minorTickMark val="none"/>
        <c:tickLblPos val="nextTo"/>
        <c:spPr>
          <a:noFill/>
          <a:ln w="9525" cap="flat" cmpd="sng" algn="ctr">
            <a:solidFill>
              <a:schemeClr val="tx1"/>
            </a:solidFill>
            <a:round/>
          </a:ln>
          <a:effectLst/>
        </c:spPr>
        <c:txPr>
          <a:bodyPr rot="0" spcFirstLastPara="1" vertOverflow="ellipsis" wrap="square" anchor="ctr" anchorCtr="1"/>
          <a:lstStyle/>
          <a:p>
            <a:pPr>
              <a:defRPr sz="1000" b="0" i="0" u="none" strike="noStrike" kern="1200" cap="all" spc="0" normalizeH="0" baseline="0">
                <a:solidFill>
                  <a:srgbClr val="00080B"/>
                </a:solidFill>
                <a:latin typeface="Abar Mid" pitchFamily="50" charset="-78"/>
                <a:ea typeface="Abar Mid" pitchFamily="50" charset="-78"/>
                <a:cs typeface="Abar Mid" pitchFamily="50" charset="-78"/>
              </a:defRPr>
            </a:pPr>
            <a:endParaRPr lang="ar-SA"/>
          </a:p>
        </c:txPr>
        <c:crossAx val="1717972351"/>
        <c:crosses val="autoZero"/>
        <c:auto val="1"/>
        <c:lblAlgn val="ctr"/>
        <c:lblOffset val="130"/>
        <c:noMultiLvlLbl val="0"/>
      </c:catAx>
      <c:valAx>
        <c:axId val="1717972351"/>
        <c:scaling>
          <c:orientation val="maxMin"/>
        </c:scaling>
        <c:delete val="1"/>
        <c:axPos val="b"/>
        <c:numFmt formatCode="General" sourceLinked="1"/>
        <c:majorTickMark val="out"/>
        <c:minorTickMark val="none"/>
        <c:tickLblPos val="nextTo"/>
        <c:crossAx val="1717971007"/>
        <c:crosses val="autoZero"/>
        <c:crossBetween val="between"/>
      </c:valAx>
      <c:spPr>
        <a:solidFill>
          <a:srgbClr val="FFFFFF"/>
        </a:solid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a:softEdge rad="0"/>
    </a:effectLst>
  </c:spPr>
  <c:txPr>
    <a:bodyPr/>
    <a:lstStyle/>
    <a:p>
      <a:pPr>
        <a:defRPr sz="600">
          <a:solidFill>
            <a:schemeClr val="accent4"/>
          </a:solidFill>
          <a:latin typeface="Abar Mid" pitchFamily="50" charset="-78"/>
          <a:ea typeface="Abar Mid" pitchFamily="50" charset="-78"/>
          <a:cs typeface="Abar Mid" pitchFamily="50" charset="-78"/>
        </a:defRPr>
      </a:pPr>
      <a:endParaRPr lang="ar-SA"/>
    </a:p>
  </c:txPr>
  <c:externalData r:id="rId4">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clrMapOvr bg1="lt1" tx1="dk1" bg2="lt2" tx2="dk2" accent1="accent1" accent2="accent2" accent3="accent3" accent4="accent4" accent5="accent5" accent6="accent6" hlink="hlink" folHlink="folHlink"/>
  <c:chart>
    <c:autoTitleDeleted val="1"/>
    <c:plotArea>
      <c:layout/>
      <c:barChart>
        <c:barDir val="bar"/>
        <c:grouping val="stacked"/>
        <c:varyColors val="0"/>
        <c:ser>
          <c:idx val="0"/>
          <c:order val="0"/>
          <c:tx>
            <c:strRef>
              <c:f>Sheet1!$B$1</c:f>
              <c:strCache>
                <c:ptCount val="1"/>
                <c:pt idx="0">
                  <c:v>مكتملة</c:v>
                </c:pt>
              </c:strCache>
            </c:strRef>
          </c:tx>
          <c:spPr>
            <a:solidFill>
              <a:srgbClr val="164767"/>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ar-SA"/>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Sheet1!$A$2:$A$8</c:f>
              <c:strCache>
                <c:ptCount val="7"/>
                <c:pt idx="0">
                  <c:v>مركز امتثال أعمال</c:v>
                </c:pt>
                <c:pt idx="1">
                  <c:v>وكالة التوعية وتنمية المهارات</c:v>
                </c:pt>
                <c:pt idx="2">
                  <c:v>مركز منصة نسك الرقمية</c:v>
                </c:pt>
                <c:pt idx="3">
                  <c:v>وكالة التعاون الدولي والشراكات</c:v>
                </c:pt>
                <c:pt idx="4">
                  <c:v>وكالة تطوير الأعمال وخدمة المستفيدين</c:v>
                </c:pt>
                <c:pt idx="5">
                  <c:v>وكالة التحول الرقمي وتقنية المعلومات</c:v>
                </c:pt>
                <c:pt idx="6">
                  <c:v>وكالة شؤون الحج</c:v>
                </c:pt>
              </c:strCache>
            </c:strRef>
          </c:cat>
          <c:val>
            <c:numRef>
              <c:f>Sheet1!$B$2:$B$8</c:f>
              <c:numCache>
                <c:formatCode>General</c:formatCode>
                <c:ptCount val="7"/>
                <c:pt idx="6">
                  <c:v>4</c:v>
                </c:pt>
              </c:numCache>
            </c:numRef>
          </c:val>
          <c:extLst>
            <c:ext xmlns:c16="http://schemas.microsoft.com/office/drawing/2014/chart" uri="{C3380CC4-5D6E-409C-BE32-E72D297353CC}">
              <c16:uniqueId val="{00000000-6507-46EA-A523-7D67C2C61D65}"/>
            </c:ext>
          </c:extLst>
        </c:ser>
        <c:ser>
          <c:idx val="1"/>
          <c:order val="1"/>
          <c:tx>
            <c:strRef>
              <c:f>Sheet1!$C$1</c:f>
              <c:strCache>
                <c:ptCount val="1"/>
                <c:pt idx="0">
                  <c:v>على المخطط</c:v>
                </c:pt>
              </c:strCache>
            </c:strRef>
          </c:tx>
          <c:spPr>
            <a:solidFill>
              <a:srgbClr val="038060"/>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ar-SA"/>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Sheet1!$A$2:$A$8</c:f>
              <c:strCache>
                <c:ptCount val="7"/>
                <c:pt idx="0">
                  <c:v>مركز امتثال أعمال</c:v>
                </c:pt>
                <c:pt idx="1">
                  <c:v>وكالة التوعية وتنمية المهارات</c:v>
                </c:pt>
                <c:pt idx="2">
                  <c:v>مركز منصة نسك الرقمية</c:v>
                </c:pt>
                <c:pt idx="3">
                  <c:v>وكالة التعاون الدولي والشراكات</c:v>
                </c:pt>
                <c:pt idx="4">
                  <c:v>وكالة تطوير الأعمال وخدمة المستفيدين</c:v>
                </c:pt>
                <c:pt idx="5">
                  <c:v>وكالة التحول الرقمي وتقنية المعلومات</c:v>
                </c:pt>
                <c:pt idx="6">
                  <c:v>وكالة شؤون الحج</c:v>
                </c:pt>
              </c:strCache>
            </c:strRef>
          </c:cat>
          <c:val>
            <c:numRef>
              <c:f>Sheet1!$C$2:$C$8</c:f>
              <c:numCache>
                <c:formatCode>General</c:formatCode>
                <c:ptCount val="7"/>
                <c:pt idx="0">
                  <c:v>1</c:v>
                </c:pt>
                <c:pt idx="1">
                  <c:v>4</c:v>
                </c:pt>
                <c:pt idx="2">
                  <c:v>1</c:v>
                </c:pt>
                <c:pt idx="3">
                  <c:v>3</c:v>
                </c:pt>
                <c:pt idx="4">
                  <c:v>1</c:v>
                </c:pt>
                <c:pt idx="5">
                  <c:v>2</c:v>
                </c:pt>
                <c:pt idx="6">
                  <c:v>4</c:v>
                </c:pt>
              </c:numCache>
            </c:numRef>
          </c:val>
          <c:extLst>
            <c:ext xmlns:c16="http://schemas.microsoft.com/office/drawing/2014/chart" uri="{C3380CC4-5D6E-409C-BE32-E72D297353CC}">
              <c16:uniqueId val="{00000001-6507-46EA-A523-7D67C2C61D65}"/>
            </c:ext>
          </c:extLst>
        </c:ser>
        <c:ser>
          <c:idx val="2"/>
          <c:order val="2"/>
          <c:tx>
            <c:strRef>
              <c:f>Sheet1!$D$1</c:f>
              <c:strCache>
                <c:ptCount val="1"/>
                <c:pt idx="0">
                  <c:v>متأخر</c:v>
                </c:pt>
              </c:strCache>
            </c:strRef>
          </c:tx>
          <c:spPr>
            <a:solidFill>
              <a:srgbClr val="87452B"/>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ar-SA"/>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Sheet1!$A$2:$A$8</c:f>
              <c:strCache>
                <c:ptCount val="7"/>
                <c:pt idx="0">
                  <c:v>مركز امتثال أعمال</c:v>
                </c:pt>
                <c:pt idx="1">
                  <c:v>وكالة التوعية وتنمية المهارات</c:v>
                </c:pt>
                <c:pt idx="2">
                  <c:v>مركز منصة نسك الرقمية</c:v>
                </c:pt>
                <c:pt idx="3">
                  <c:v>وكالة التعاون الدولي والشراكات</c:v>
                </c:pt>
                <c:pt idx="4">
                  <c:v>وكالة تطوير الأعمال وخدمة المستفيدين</c:v>
                </c:pt>
                <c:pt idx="5">
                  <c:v>وكالة التحول الرقمي وتقنية المعلومات</c:v>
                </c:pt>
                <c:pt idx="6">
                  <c:v>وكالة شؤون الحج</c:v>
                </c:pt>
              </c:strCache>
            </c:strRef>
          </c:cat>
          <c:val>
            <c:numRef>
              <c:f>Sheet1!$D$2:$D$8</c:f>
              <c:numCache>
                <c:formatCode>General</c:formatCode>
                <c:ptCount val="7"/>
              </c:numCache>
            </c:numRef>
          </c:val>
          <c:extLst>
            <c:ext xmlns:c16="http://schemas.microsoft.com/office/drawing/2014/chart" uri="{C3380CC4-5D6E-409C-BE32-E72D297353CC}">
              <c16:uniqueId val="{00000002-6507-46EA-A523-7D67C2C61D65}"/>
            </c:ext>
          </c:extLst>
        </c:ser>
        <c:ser>
          <c:idx val="3"/>
          <c:order val="3"/>
          <c:tx>
            <c:strRef>
              <c:f>Sheet1!$E$1</c:f>
              <c:strCache>
                <c:ptCount val="1"/>
                <c:pt idx="0">
                  <c:v>لم تبدأ</c:v>
                </c:pt>
              </c:strCache>
            </c:strRef>
          </c:tx>
          <c:spPr>
            <a:solidFill>
              <a:schemeClr val="accent3">
                <a:tint val="58000"/>
              </a:schemeClr>
            </a:solidFill>
            <a:ln>
              <a:noFill/>
            </a:ln>
            <a:effectLst/>
          </c:spPr>
          <c:invertIfNegative val="0"/>
          <c:dLbls>
            <c:spPr>
              <a:noFill/>
              <a:ln>
                <a:noFill/>
              </a:ln>
              <a:effectLst/>
            </c:spPr>
            <c:txPr>
              <a:bodyPr rot="0" spcFirstLastPara="1" vertOverflow="ellipsis" vert="horz" wrap="square" anchor="ctr" anchorCtr="1"/>
              <a:lstStyle/>
              <a:p>
                <a:pPr>
                  <a:defRPr sz="600" b="0" i="0" u="none" strike="noStrike" kern="1200" baseline="0">
                    <a:solidFill>
                      <a:schemeClr val="bg1"/>
                    </a:solidFill>
                    <a:latin typeface="Abar Mid" pitchFamily="50" charset="-78"/>
                    <a:ea typeface="Abar Mid" pitchFamily="50" charset="-78"/>
                    <a:cs typeface="Abar Mid" pitchFamily="50" charset="-78"/>
                  </a:defRPr>
                </a:pPr>
                <a:endParaRPr lang="ar-SA"/>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Sheet1!$A$2:$A$8</c:f>
              <c:strCache>
                <c:ptCount val="7"/>
                <c:pt idx="0">
                  <c:v>مركز امتثال أعمال</c:v>
                </c:pt>
                <c:pt idx="1">
                  <c:v>وكالة التوعية وتنمية المهارات</c:v>
                </c:pt>
                <c:pt idx="2">
                  <c:v>مركز منصة نسك الرقمية</c:v>
                </c:pt>
                <c:pt idx="3">
                  <c:v>وكالة التعاون الدولي والشراكات</c:v>
                </c:pt>
                <c:pt idx="4">
                  <c:v>وكالة تطوير الأعمال وخدمة المستفيدين</c:v>
                </c:pt>
                <c:pt idx="5">
                  <c:v>وكالة التحول الرقمي وتقنية المعلومات</c:v>
                </c:pt>
                <c:pt idx="6">
                  <c:v>وكالة شؤون الحج</c:v>
                </c:pt>
              </c:strCache>
            </c:strRef>
          </c:cat>
          <c:val>
            <c:numRef>
              <c:f>Sheet1!$E$2:$E$8</c:f>
              <c:numCache>
                <c:formatCode>General</c:formatCode>
                <c:ptCount val="7"/>
              </c:numCache>
            </c:numRef>
          </c:val>
          <c:extLst>
            <c:ext xmlns:c16="http://schemas.microsoft.com/office/drawing/2014/chart" uri="{C3380CC4-5D6E-409C-BE32-E72D297353CC}">
              <c16:uniqueId val="{00000003-6507-46EA-A523-7D67C2C61D65}"/>
            </c:ext>
          </c:extLst>
        </c:ser>
        <c:dLbls>
          <c:dLblPos val="ctr"/>
          <c:showLegendKey val="0"/>
          <c:showVal val="1"/>
          <c:showCatName val="0"/>
          <c:showSerName val="0"/>
          <c:showPercent val="0"/>
          <c:showBubbleSize val="0"/>
        </c:dLbls>
        <c:gapWidth val="30"/>
        <c:overlap val="100"/>
        <c:axId val="1717971007"/>
        <c:axId val="1717972351"/>
      </c:barChart>
      <c:catAx>
        <c:axId val="1717971007"/>
        <c:scaling>
          <c:orientation val="minMax"/>
        </c:scaling>
        <c:delete val="0"/>
        <c:axPos val="r"/>
        <c:numFmt formatCode="General" sourceLinked="1"/>
        <c:majorTickMark val="none"/>
        <c:minorTickMark val="none"/>
        <c:tickLblPos val="nextTo"/>
        <c:spPr>
          <a:noFill/>
          <a:ln w="9525" cap="flat" cmpd="sng" algn="ctr">
            <a:solidFill>
              <a:schemeClr val="tx1"/>
            </a:solidFill>
            <a:round/>
          </a:ln>
          <a:effectLst/>
        </c:spPr>
        <c:txPr>
          <a:bodyPr rot="0" spcFirstLastPara="1" vertOverflow="ellipsis" wrap="square" anchor="ctr" anchorCtr="1"/>
          <a:lstStyle/>
          <a:p>
            <a:pPr>
              <a:defRPr sz="900" b="0" i="0" u="none" strike="noStrike" kern="1200" cap="all" spc="0" normalizeH="0" baseline="0">
                <a:solidFill>
                  <a:srgbClr val="00080B"/>
                </a:solidFill>
                <a:latin typeface="Abar Mid" pitchFamily="50" charset="-78"/>
                <a:ea typeface="Abar Mid" pitchFamily="50" charset="-78"/>
                <a:cs typeface="Abar Mid" pitchFamily="50" charset="-78"/>
              </a:defRPr>
            </a:pPr>
            <a:endParaRPr lang="ar-SA"/>
          </a:p>
        </c:txPr>
        <c:crossAx val="1717972351"/>
        <c:crosses val="autoZero"/>
        <c:auto val="1"/>
        <c:lblAlgn val="ctr"/>
        <c:lblOffset val="130"/>
        <c:noMultiLvlLbl val="0"/>
      </c:catAx>
      <c:valAx>
        <c:axId val="1717972351"/>
        <c:scaling>
          <c:orientation val="maxMin"/>
        </c:scaling>
        <c:delete val="1"/>
        <c:axPos val="b"/>
        <c:numFmt formatCode="General" sourceLinked="1"/>
        <c:majorTickMark val="out"/>
        <c:minorTickMark val="none"/>
        <c:tickLblPos val="nextTo"/>
        <c:crossAx val="1717971007"/>
        <c:crosses val="autoZero"/>
        <c:crossBetween val="between"/>
      </c:valAx>
      <c:spPr>
        <a:solidFill>
          <a:srgbClr val="FFFFFF"/>
        </a:solid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a:softEdge rad="0"/>
    </a:effectLst>
  </c:spPr>
  <c:txPr>
    <a:bodyPr/>
    <a:lstStyle/>
    <a:p>
      <a:pPr>
        <a:defRPr sz="600">
          <a:solidFill>
            <a:schemeClr val="accent4"/>
          </a:solidFill>
          <a:latin typeface="Abar Mid" pitchFamily="50" charset="-78"/>
          <a:ea typeface="Abar Mid" pitchFamily="50" charset="-78"/>
          <a:cs typeface="Abar Mid" pitchFamily="50" charset="-78"/>
        </a:defRPr>
      </a:pPr>
      <a:endParaRPr lang="ar-SA"/>
    </a:p>
  </c:txPr>
  <c:externalData r:id="rId4">
    <c:autoUpdate val="0"/>
  </c:externalData>
</c:chartSpace>
</file>

<file path=ppt/charts/colors1.xml><?xml version="1.0" encoding="utf-8"?>
<cs:colorStyle xmlns:cs="http://schemas.microsoft.com/office/drawing/2012/chartStyle" xmlns:a="http://schemas.openxmlformats.org/drawingml/2006/main" meth="withinLinear" id="16">
  <a:schemeClr val="accent3"/>
</cs:colorStyle>
</file>

<file path=ppt/charts/colors2.xml><?xml version="1.0" encoding="utf-8"?>
<cs:colorStyle xmlns:cs="http://schemas.microsoft.com/office/drawing/2012/chartStyle" xmlns:a="http://schemas.openxmlformats.org/drawingml/2006/main" meth="withinLinear" id="16">
  <a:schemeClr val="accent3"/>
</cs:colorStyle>
</file>

<file path=ppt/charts/style1.xml><?xml version="1.0" encoding="utf-8"?>
<cs:chartStyle xmlns:cs="http://schemas.microsoft.com/office/drawing/2012/chartStyle" xmlns:a="http://schemas.openxmlformats.org/drawingml/2006/main" id="298">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064" kern="1200" cap="all" spc="1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1197" kern="1200"/>
  </cs:chartArea>
  <cs:dataLabel>
    <cs:lnRef idx="0"/>
    <cs:fillRef idx="0"/>
    <cs:effectRef idx="0"/>
    <cs:fontRef idx="minor">
      <a:schemeClr val="lt1"/>
    </cs:fontRef>
    <cs:defRPr sz="1197" b="0" i="0" u="none" strike="noStrike" kern="1200" baseline="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22225" cap="rnd">
        <a:solidFill>
          <a:schemeClr val="phClr"/>
        </a:solidFill>
        <a:round/>
      </a:ln>
    </cs:spPr>
  </cs:dataPointLine>
  <cs:dataPointMarker>
    <cs:lnRef idx="0">
      <cs:styleClr val="auto"/>
    </cs:lnRef>
    <cs:fillRef idx="0">
      <cs:styleClr val="auto"/>
    </cs:fillRef>
    <cs:effectRef idx="0"/>
    <cs:fontRef idx="minor">
      <a:schemeClr val="dk1"/>
    </cs:fontRef>
    <cs:spPr>
      <a:solidFill>
        <a:schemeClr val="phClr"/>
      </a:solidFill>
      <a:ln w="9525">
        <a:solidFill>
          <a:schemeClr val="phClr"/>
        </a:solidFill>
        <a:round/>
      </a:ln>
    </cs:spPr>
  </cs:dataPointMarker>
  <cs:dataPointMarkerLayout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dk1"/>
    </cs:fontRef>
    <cs:spPr>
      <a:solidFill>
        <a:schemeClr val="dk1">
          <a:lumMod val="75000"/>
          <a:lumOff val="25000"/>
        </a:schemeClr>
      </a:solidFill>
      <a:ln w="9525">
        <a:solidFill>
          <a:schemeClr val="tx1">
            <a:lumMod val="15000"/>
            <a:lumOff val="85000"/>
          </a:schemeClr>
        </a:solidFill>
      </a:ln>
    </cs:spPr>
  </cs:downBar>
  <cs:dropLine>
    <cs:lnRef idx="0"/>
    <cs:fillRef idx="0"/>
    <cs:effectRef idx="0"/>
    <cs:fontRef idx="minor">
      <a:schemeClr val="dk1"/>
    </cs:fontRef>
    <cs:spPr>
      <a:ln w="9525">
        <a:solidFill>
          <a:schemeClr val="tx1">
            <a:lumMod val="35000"/>
            <a:lumOff val="65000"/>
          </a:schemeClr>
        </a:solidFill>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50000"/>
            <a:lumOff val="50000"/>
          </a:schemeClr>
        </a:solidFill>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cap="all" spc="120" normalizeH="0" baseline="0"/>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064"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9525" cap="flat" cmpd="sng" algn="ctr">
        <a:solidFill>
          <a:schemeClr val="dk1">
            <a:lumMod val="15000"/>
            <a:lumOff val="85000"/>
          </a:schemeClr>
        </a:solidFill>
        <a:round/>
      </a:ln>
    </cs:spPr>
    <cs:defRPr sz="1197" kern="1200"/>
  </cs:valueAxis>
  <cs:wall>
    <cs:lnRef idx="0"/>
    <cs:fillRef idx="0"/>
    <cs:effectRef idx="0"/>
    <cs:fontRef idx="minor">
      <a:schemeClr val="dk1"/>
    </cs:fontRef>
  </cs:wall>
</cs:chartStyle>
</file>

<file path=ppt/charts/style2.xml><?xml version="1.0" encoding="utf-8"?>
<cs:chartStyle xmlns:cs="http://schemas.microsoft.com/office/drawing/2012/chartStyle" xmlns:a="http://schemas.openxmlformats.org/drawingml/2006/main" id="298">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064" kern="1200" cap="all" spc="1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1197" kern="1200"/>
  </cs:chartArea>
  <cs:dataLabel>
    <cs:lnRef idx="0"/>
    <cs:fillRef idx="0"/>
    <cs:effectRef idx="0"/>
    <cs:fontRef idx="minor">
      <a:schemeClr val="lt1"/>
    </cs:fontRef>
    <cs:defRPr sz="1197" b="0" i="0" u="none" strike="noStrike" kern="1200" baseline="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22225" cap="rnd">
        <a:solidFill>
          <a:schemeClr val="phClr"/>
        </a:solidFill>
        <a:round/>
      </a:ln>
    </cs:spPr>
  </cs:dataPointLine>
  <cs:dataPointMarker>
    <cs:lnRef idx="0">
      <cs:styleClr val="auto"/>
    </cs:lnRef>
    <cs:fillRef idx="0">
      <cs:styleClr val="auto"/>
    </cs:fillRef>
    <cs:effectRef idx="0"/>
    <cs:fontRef idx="minor">
      <a:schemeClr val="dk1"/>
    </cs:fontRef>
    <cs:spPr>
      <a:solidFill>
        <a:schemeClr val="phClr"/>
      </a:solidFill>
      <a:ln w="9525">
        <a:solidFill>
          <a:schemeClr val="phClr"/>
        </a:solidFill>
        <a:round/>
      </a:ln>
    </cs:spPr>
  </cs:dataPointMarker>
  <cs:dataPointMarkerLayout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dk1"/>
    </cs:fontRef>
    <cs:spPr>
      <a:solidFill>
        <a:schemeClr val="dk1">
          <a:lumMod val="75000"/>
          <a:lumOff val="25000"/>
        </a:schemeClr>
      </a:solidFill>
      <a:ln w="9525">
        <a:solidFill>
          <a:schemeClr val="tx1">
            <a:lumMod val="15000"/>
            <a:lumOff val="85000"/>
          </a:schemeClr>
        </a:solidFill>
      </a:ln>
    </cs:spPr>
  </cs:downBar>
  <cs:dropLine>
    <cs:lnRef idx="0"/>
    <cs:fillRef idx="0"/>
    <cs:effectRef idx="0"/>
    <cs:fontRef idx="minor">
      <a:schemeClr val="dk1"/>
    </cs:fontRef>
    <cs:spPr>
      <a:ln w="9525">
        <a:solidFill>
          <a:schemeClr val="tx1">
            <a:lumMod val="35000"/>
            <a:lumOff val="65000"/>
          </a:schemeClr>
        </a:solidFill>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50000"/>
            <a:lumOff val="50000"/>
          </a:schemeClr>
        </a:solidFill>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cap="all" spc="120" normalizeH="0" baseline="0"/>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064"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9525" cap="flat" cmpd="sng" algn="ctr">
        <a:solidFill>
          <a:schemeClr val="dk1">
            <a:lumMod val="15000"/>
            <a:lumOff val="85000"/>
          </a:schemeClr>
        </a:solidFill>
        <a:round/>
      </a:ln>
    </cs:spPr>
    <cs:defRPr sz="1197" kern="1200"/>
  </cs:valueAxis>
  <cs:wall>
    <cs:lnRef idx="0"/>
    <cs:fillRef idx="0"/>
    <cs:effectRef idx="0"/>
    <cs:fontRef idx="minor">
      <a:schemeClr val="dk1"/>
    </cs:fontRef>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ar-SA" dirty="0"/>
          </a:p>
        </p:txBody>
      </p:sp>
      <p:sp>
        <p:nvSpPr>
          <p:cNvPr id="3" name="Date Placeholder 2"/>
          <p:cNvSpPr>
            <a:spLocks noGrp="1"/>
          </p:cNvSpPr>
          <p:nvPr>
            <p:ph type="dt" idx="1"/>
          </p:nvPr>
        </p:nvSpPr>
        <p:spPr>
          <a:xfrm>
            <a:off x="5180013" y="0"/>
            <a:ext cx="3962400" cy="344488"/>
          </a:xfrm>
          <a:prstGeom prst="rect">
            <a:avLst/>
          </a:prstGeom>
        </p:spPr>
        <p:txBody>
          <a:bodyPr vert="horz" lIns="91440" tIns="45720" rIns="91440" bIns="45720" rtlCol="0"/>
          <a:lstStyle>
            <a:lvl1pPr algn="r">
              <a:defRPr sz="1200"/>
            </a:lvl1pPr>
          </a:lstStyle>
          <a:p>
            <a:fld id="{A519F979-473D-45AE-A1ED-750BAD1B2742}" type="datetimeFigureOut">
              <a:rPr lang="ar-SA" smtClean="0"/>
              <a:t>1448-04-16</a:t>
            </a:fld>
            <a:endParaRPr lang="ar-SA" dirty="0"/>
          </a:p>
        </p:txBody>
      </p:sp>
      <p:sp>
        <p:nvSpPr>
          <p:cNvPr id="4" name="Slide Image Placeholder 3"/>
          <p:cNvSpPr>
            <a:spLocks noGrp="1" noRot="1" noChangeAspect="1"/>
          </p:cNvSpPr>
          <p:nvPr>
            <p:ph type="sldImg" idx="2"/>
          </p:nvPr>
        </p:nvSpPr>
        <p:spPr>
          <a:xfrm>
            <a:off x="2514600" y="857250"/>
            <a:ext cx="4114800" cy="2314575"/>
          </a:xfrm>
          <a:prstGeom prst="rect">
            <a:avLst/>
          </a:prstGeom>
          <a:noFill/>
          <a:ln w="12700">
            <a:solidFill>
              <a:prstClr val="black"/>
            </a:solidFill>
          </a:ln>
        </p:spPr>
        <p:txBody>
          <a:bodyPr vert="horz" lIns="91440" tIns="45720" rIns="91440" bIns="45720" rtlCol="0" anchor="ctr"/>
          <a:lstStyle/>
          <a:p>
            <a:endParaRPr lang="ar-SA" dirty="0"/>
          </a:p>
        </p:txBody>
      </p:sp>
      <p:sp>
        <p:nvSpPr>
          <p:cNvPr id="5" name="Notes Placeholder 4"/>
          <p:cNvSpPr>
            <a:spLocks noGrp="1"/>
          </p:cNvSpPr>
          <p:nvPr>
            <p:ph type="body" sz="quarter" idx="3"/>
          </p:nvPr>
        </p:nvSpPr>
        <p:spPr>
          <a:xfrm>
            <a:off x="914400" y="3300413"/>
            <a:ext cx="7315200" cy="270033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r-SA"/>
          </a:p>
        </p:txBody>
      </p:sp>
      <p:sp>
        <p:nvSpPr>
          <p:cNvPr id="6" name="Footer Placeholder 5"/>
          <p:cNvSpPr>
            <a:spLocks noGrp="1"/>
          </p:cNvSpPr>
          <p:nvPr>
            <p:ph type="ftr" sz="quarter" idx="4"/>
          </p:nvPr>
        </p:nvSpPr>
        <p:spPr>
          <a:xfrm>
            <a:off x="0" y="6513513"/>
            <a:ext cx="3962400" cy="344487"/>
          </a:xfrm>
          <a:prstGeom prst="rect">
            <a:avLst/>
          </a:prstGeom>
        </p:spPr>
        <p:txBody>
          <a:bodyPr vert="horz" lIns="91440" tIns="45720" rIns="91440" bIns="45720" rtlCol="0" anchor="b"/>
          <a:lstStyle>
            <a:lvl1pPr algn="l">
              <a:defRPr sz="1200"/>
            </a:lvl1pPr>
          </a:lstStyle>
          <a:p>
            <a:endParaRPr lang="ar-SA" dirty="0"/>
          </a:p>
        </p:txBody>
      </p:sp>
      <p:sp>
        <p:nvSpPr>
          <p:cNvPr id="7" name="Slide Number Placeholder 6"/>
          <p:cNvSpPr>
            <a:spLocks noGrp="1"/>
          </p:cNvSpPr>
          <p:nvPr>
            <p:ph type="sldNum" sz="quarter" idx="5"/>
          </p:nvPr>
        </p:nvSpPr>
        <p:spPr>
          <a:xfrm>
            <a:off x="5180013" y="6513513"/>
            <a:ext cx="3962400" cy="344487"/>
          </a:xfrm>
          <a:prstGeom prst="rect">
            <a:avLst/>
          </a:prstGeom>
        </p:spPr>
        <p:txBody>
          <a:bodyPr vert="horz" lIns="91440" tIns="45720" rIns="91440" bIns="45720" rtlCol="0" anchor="b"/>
          <a:lstStyle>
            <a:lvl1pPr algn="r">
              <a:defRPr sz="1200"/>
            </a:lvl1pPr>
          </a:lstStyle>
          <a:p>
            <a:fld id="{DA44D7C8-2158-4051-A1DE-CFE5E980D843}" type="slidenum">
              <a:rPr lang="ar-SA" smtClean="0"/>
              <a:t>‹#›</a:t>
            </a:fld>
            <a:endParaRPr lang="ar-SA" dirty="0"/>
          </a:p>
        </p:txBody>
      </p:sp>
    </p:spTree>
    <p:extLst>
      <p:ext uri="{BB962C8B-B14F-4D97-AF65-F5344CB8AC3E}">
        <p14:creationId xmlns:p14="http://schemas.microsoft.com/office/powerpoint/2010/main" val="40392166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ar-SA" dirty="0"/>
          </a:p>
        </p:txBody>
      </p:sp>
      <p:sp>
        <p:nvSpPr>
          <p:cNvPr id="3" name="Notes Placeholder 2"/>
          <p:cNvSpPr>
            <a:spLocks noGrp="1"/>
          </p:cNvSpPr>
          <p:nvPr>
            <p:ph type="body" idx="1"/>
          </p:nvPr>
        </p:nvSpPr>
        <p:spPr/>
        <p:txBody>
          <a:bodyPr/>
          <a:lstStyle/>
          <a:p>
            <a:endParaRPr lang="ar-SA" dirty="0"/>
          </a:p>
        </p:txBody>
      </p:sp>
      <p:sp>
        <p:nvSpPr>
          <p:cNvPr id="4" name="Slide Number Placeholder 3"/>
          <p:cNvSpPr>
            <a:spLocks noGrp="1"/>
          </p:cNvSpPr>
          <p:nvPr>
            <p:ph type="sldNum" sz="quarter" idx="5"/>
          </p:nvPr>
        </p:nvSpPr>
        <p:spPr/>
        <p:txBody>
          <a:bodyPr/>
          <a:lstStyle/>
          <a:p>
            <a:fld id="{DA44D7C8-2158-4051-A1DE-CFE5E980D843}" type="slidenum">
              <a:rPr lang="ar-SA" smtClean="0"/>
              <a:t>1</a:t>
            </a:fld>
            <a:endParaRPr lang="ar-SA" dirty="0"/>
          </a:p>
        </p:txBody>
      </p:sp>
    </p:spTree>
    <p:extLst>
      <p:ext uri="{BB962C8B-B14F-4D97-AF65-F5344CB8AC3E}">
        <p14:creationId xmlns:p14="http://schemas.microsoft.com/office/powerpoint/2010/main" val="12704166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ar-SA" dirty="0"/>
          </a:p>
        </p:txBody>
      </p:sp>
      <p:sp>
        <p:nvSpPr>
          <p:cNvPr id="3" name="Notes Placeholder 2"/>
          <p:cNvSpPr>
            <a:spLocks noGrp="1"/>
          </p:cNvSpPr>
          <p:nvPr>
            <p:ph type="body" idx="1"/>
          </p:nvPr>
        </p:nvSpPr>
        <p:spPr/>
        <p:txBody>
          <a:bodyPr/>
          <a:lstStyle/>
          <a:p>
            <a:endParaRPr lang="ar-SA" dirty="0"/>
          </a:p>
        </p:txBody>
      </p:sp>
      <p:sp>
        <p:nvSpPr>
          <p:cNvPr id="4" name="Slide Number Placeholder 3"/>
          <p:cNvSpPr>
            <a:spLocks noGrp="1"/>
          </p:cNvSpPr>
          <p:nvPr>
            <p:ph type="sldNum" sz="quarter" idx="5"/>
          </p:nvPr>
        </p:nvSpPr>
        <p:spPr/>
        <p:txBody>
          <a:bodyPr/>
          <a:lstStyle/>
          <a:p>
            <a:fld id="{DA44D7C8-2158-4051-A1DE-CFE5E980D843}" type="slidenum">
              <a:rPr lang="ar-SA" smtClean="0"/>
              <a:t>2</a:t>
            </a:fld>
            <a:endParaRPr lang="ar-SA" dirty="0"/>
          </a:p>
        </p:txBody>
      </p:sp>
    </p:spTree>
    <p:extLst>
      <p:ext uri="{BB962C8B-B14F-4D97-AF65-F5344CB8AC3E}">
        <p14:creationId xmlns:p14="http://schemas.microsoft.com/office/powerpoint/2010/main" val="6479452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ar-SA" dirty="0"/>
          </a:p>
        </p:txBody>
      </p:sp>
      <p:sp>
        <p:nvSpPr>
          <p:cNvPr id="3" name="Notes Placeholder 2"/>
          <p:cNvSpPr>
            <a:spLocks noGrp="1"/>
          </p:cNvSpPr>
          <p:nvPr>
            <p:ph type="body" idx="1"/>
          </p:nvPr>
        </p:nvSpPr>
        <p:spPr/>
        <p:txBody>
          <a:bodyPr/>
          <a:lstStyle/>
          <a:p>
            <a:endParaRPr lang="ar-SA" dirty="0"/>
          </a:p>
        </p:txBody>
      </p:sp>
      <p:sp>
        <p:nvSpPr>
          <p:cNvPr id="4" name="Slide Number Placeholder 3"/>
          <p:cNvSpPr>
            <a:spLocks noGrp="1"/>
          </p:cNvSpPr>
          <p:nvPr>
            <p:ph type="sldNum" sz="quarter" idx="5"/>
          </p:nvPr>
        </p:nvSpPr>
        <p:spPr/>
        <p:txBody>
          <a:bodyPr/>
          <a:lstStyle/>
          <a:p>
            <a:fld id="{DA44D7C8-2158-4051-A1DE-CFE5E980D843}" type="slidenum">
              <a:rPr lang="ar-SA" smtClean="0"/>
              <a:t>3</a:t>
            </a:fld>
            <a:endParaRPr lang="ar-SA" dirty="0"/>
          </a:p>
        </p:txBody>
      </p:sp>
    </p:spTree>
    <p:extLst>
      <p:ext uri="{BB962C8B-B14F-4D97-AF65-F5344CB8AC3E}">
        <p14:creationId xmlns:p14="http://schemas.microsoft.com/office/powerpoint/2010/main" val="9286166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ar-SA" dirty="0"/>
          </a:p>
        </p:txBody>
      </p:sp>
      <p:sp>
        <p:nvSpPr>
          <p:cNvPr id="3" name="Notes Placeholder 2"/>
          <p:cNvSpPr>
            <a:spLocks noGrp="1"/>
          </p:cNvSpPr>
          <p:nvPr>
            <p:ph type="body" idx="1"/>
          </p:nvPr>
        </p:nvSpPr>
        <p:spPr/>
        <p:txBody>
          <a:bodyPr/>
          <a:lstStyle/>
          <a:p>
            <a:endParaRPr lang="ar-SA" dirty="0"/>
          </a:p>
        </p:txBody>
      </p:sp>
      <p:sp>
        <p:nvSpPr>
          <p:cNvPr id="4" name="Slide Number Placeholder 3"/>
          <p:cNvSpPr>
            <a:spLocks noGrp="1"/>
          </p:cNvSpPr>
          <p:nvPr>
            <p:ph type="sldNum" sz="quarter" idx="5"/>
          </p:nvPr>
        </p:nvSpPr>
        <p:spPr/>
        <p:txBody>
          <a:bodyPr/>
          <a:lstStyle/>
          <a:p>
            <a:fld id="{DA44D7C8-2158-4051-A1DE-CFE5E980D843}" type="slidenum">
              <a:rPr lang="ar-SA" smtClean="0"/>
              <a:t>4</a:t>
            </a:fld>
            <a:endParaRPr lang="ar-SA" dirty="0"/>
          </a:p>
        </p:txBody>
      </p:sp>
    </p:spTree>
    <p:extLst>
      <p:ext uri="{BB962C8B-B14F-4D97-AF65-F5344CB8AC3E}">
        <p14:creationId xmlns:p14="http://schemas.microsoft.com/office/powerpoint/2010/main" val="24028572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ar-SA" dirty="0"/>
          </a:p>
        </p:txBody>
      </p:sp>
      <p:sp>
        <p:nvSpPr>
          <p:cNvPr id="3" name="Notes Placeholder 2"/>
          <p:cNvSpPr>
            <a:spLocks noGrp="1"/>
          </p:cNvSpPr>
          <p:nvPr>
            <p:ph type="body" idx="1"/>
          </p:nvPr>
        </p:nvSpPr>
        <p:spPr/>
        <p:txBody>
          <a:bodyPr/>
          <a:lstStyle/>
          <a:p>
            <a:endParaRPr lang="ar-SA" dirty="0"/>
          </a:p>
        </p:txBody>
      </p:sp>
      <p:sp>
        <p:nvSpPr>
          <p:cNvPr id="4" name="Slide Number Placeholder 3"/>
          <p:cNvSpPr>
            <a:spLocks noGrp="1"/>
          </p:cNvSpPr>
          <p:nvPr>
            <p:ph type="sldNum" sz="quarter" idx="5"/>
          </p:nvPr>
        </p:nvSpPr>
        <p:spPr/>
        <p:txBody>
          <a:bodyPr/>
          <a:lstStyle/>
          <a:p>
            <a:fld id="{DA44D7C8-2158-4051-A1DE-CFE5E980D843}" type="slidenum">
              <a:rPr lang="ar-SA" smtClean="0"/>
              <a:t>5</a:t>
            </a:fld>
            <a:endParaRPr lang="ar-SA" dirty="0"/>
          </a:p>
        </p:txBody>
      </p:sp>
    </p:spTree>
    <p:extLst>
      <p:ext uri="{BB962C8B-B14F-4D97-AF65-F5344CB8AC3E}">
        <p14:creationId xmlns:p14="http://schemas.microsoft.com/office/powerpoint/2010/main" val="24496680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ar-SA" dirty="0"/>
          </a:p>
        </p:txBody>
      </p:sp>
      <p:sp>
        <p:nvSpPr>
          <p:cNvPr id="3" name="Notes Placeholder 2"/>
          <p:cNvSpPr>
            <a:spLocks noGrp="1"/>
          </p:cNvSpPr>
          <p:nvPr>
            <p:ph type="body" idx="1"/>
          </p:nvPr>
        </p:nvSpPr>
        <p:spPr/>
        <p:txBody>
          <a:bodyPr/>
          <a:lstStyle/>
          <a:p>
            <a:endParaRPr lang="ar-SA" dirty="0"/>
          </a:p>
        </p:txBody>
      </p:sp>
      <p:sp>
        <p:nvSpPr>
          <p:cNvPr id="4" name="Slide Number Placeholder 3"/>
          <p:cNvSpPr>
            <a:spLocks noGrp="1"/>
          </p:cNvSpPr>
          <p:nvPr>
            <p:ph type="sldNum" sz="quarter" idx="5"/>
          </p:nvPr>
        </p:nvSpPr>
        <p:spPr/>
        <p:txBody>
          <a:bodyPr/>
          <a:lstStyle/>
          <a:p>
            <a:fld id="{DA44D7C8-2158-4051-A1DE-CFE5E980D843}" type="slidenum">
              <a:rPr lang="ar-SA" smtClean="0"/>
              <a:t>6</a:t>
            </a:fld>
            <a:endParaRPr lang="ar-SA" dirty="0"/>
          </a:p>
        </p:txBody>
      </p:sp>
    </p:spTree>
    <p:extLst>
      <p:ext uri="{BB962C8B-B14F-4D97-AF65-F5344CB8AC3E}">
        <p14:creationId xmlns:p14="http://schemas.microsoft.com/office/powerpoint/2010/main" val="307417153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ar-SA" dirty="0"/>
          </a:p>
        </p:txBody>
      </p:sp>
      <p:sp>
        <p:nvSpPr>
          <p:cNvPr id="3" name="Notes Placeholder 2"/>
          <p:cNvSpPr>
            <a:spLocks noGrp="1"/>
          </p:cNvSpPr>
          <p:nvPr>
            <p:ph type="body" idx="1"/>
          </p:nvPr>
        </p:nvSpPr>
        <p:spPr/>
        <p:txBody>
          <a:bodyPr/>
          <a:lstStyle/>
          <a:p>
            <a:endParaRPr lang="ar-SA" dirty="0"/>
          </a:p>
        </p:txBody>
      </p:sp>
      <p:sp>
        <p:nvSpPr>
          <p:cNvPr id="4" name="Slide Number Placeholder 3"/>
          <p:cNvSpPr>
            <a:spLocks noGrp="1"/>
          </p:cNvSpPr>
          <p:nvPr>
            <p:ph type="sldNum" sz="quarter" idx="5"/>
          </p:nvPr>
        </p:nvSpPr>
        <p:spPr/>
        <p:txBody>
          <a:bodyPr/>
          <a:lstStyle/>
          <a:p>
            <a:fld id="{DA44D7C8-2158-4051-A1DE-CFE5E980D843}" type="slidenum">
              <a:rPr lang="ar-SA" smtClean="0"/>
              <a:t>7</a:t>
            </a:fld>
            <a:endParaRPr lang="ar-SA" dirty="0"/>
          </a:p>
        </p:txBody>
      </p:sp>
    </p:spTree>
    <p:extLst>
      <p:ext uri="{BB962C8B-B14F-4D97-AF65-F5344CB8AC3E}">
        <p14:creationId xmlns:p14="http://schemas.microsoft.com/office/powerpoint/2010/main" val="27613368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ar-SA" dirty="0"/>
          </a:p>
        </p:txBody>
      </p:sp>
      <p:sp>
        <p:nvSpPr>
          <p:cNvPr id="3" name="Notes Placeholder 2"/>
          <p:cNvSpPr>
            <a:spLocks noGrp="1"/>
          </p:cNvSpPr>
          <p:nvPr>
            <p:ph type="body" idx="1"/>
          </p:nvPr>
        </p:nvSpPr>
        <p:spPr/>
        <p:txBody>
          <a:bodyPr/>
          <a:lstStyle/>
          <a:p>
            <a:endParaRPr lang="ar-SA" dirty="0"/>
          </a:p>
        </p:txBody>
      </p:sp>
      <p:sp>
        <p:nvSpPr>
          <p:cNvPr id="4" name="Slide Number Placeholder 3"/>
          <p:cNvSpPr>
            <a:spLocks noGrp="1"/>
          </p:cNvSpPr>
          <p:nvPr>
            <p:ph type="sldNum" sz="quarter" idx="5"/>
          </p:nvPr>
        </p:nvSpPr>
        <p:spPr/>
        <p:txBody>
          <a:bodyPr/>
          <a:lstStyle/>
          <a:p>
            <a:fld id="{DA44D7C8-2158-4051-A1DE-CFE5E980D843}" type="slidenum">
              <a:rPr lang="ar-SA" smtClean="0"/>
              <a:t>8</a:t>
            </a:fld>
            <a:endParaRPr lang="ar-SA" dirty="0"/>
          </a:p>
        </p:txBody>
      </p:sp>
    </p:spTree>
    <p:extLst>
      <p:ext uri="{BB962C8B-B14F-4D97-AF65-F5344CB8AC3E}">
        <p14:creationId xmlns:p14="http://schemas.microsoft.com/office/powerpoint/2010/main" val="4416441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AE45E-BB57-D882-65A5-987C4E06F5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C992D5-9A20-8C7B-D086-AD0F32FA828B}"/>
              </a:ext>
            </a:extLst>
          </p:cNvPr>
          <p:cNvSpPr>
            <a:spLocks noGrp="1" noRot="1" noChangeAspect="1"/>
          </p:cNvSpPr>
          <p:nvPr>
            <p:ph type="sldImg"/>
          </p:nvPr>
        </p:nvSpPr>
        <p:spPr/>
        <p:txBody>
          <a:bodyPr/>
          <a:lstStyle/>
          <a:p>
            <a:endParaRPr lang="ar-SA" dirty="0"/>
          </a:p>
        </p:txBody>
      </p:sp>
      <p:sp>
        <p:nvSpPr>
          <p:cNvPr id="3" name="Notes Placeholder 2">
            <a:extLst>
              <a:ext uri="{FF2B5EF4-FFF2-40B4-BE49-F238E27FC236}">
                <a16:creationId xmlns:a16="http://schemas.microsoft.com/office/drawing/2014/main" id="{6F4128FD-99E8-87E0-5268-AC8CF5BCAC7D}"/>
              </a:ext>
            </a:extLst>
          </p:cNvPr>
          <p:cNvSpPr>
            <a:spLocks noGrp="1"/>
          </p:cNvSpPr>
          <p:nvPr>
            <p:ph type="body" idx="1"/>
          </p:nvPr>
        </p:nvSpPr>
        <p:spPr/>
        <p:txBody>
          <a:bodyPr/>
          <a:lstStyle/>
          <a:p>
            <a:endParaRPr lang="ar-SA" dirty="0"/>
          </a:p>
        </p:txBody>
      </p:sp>
      <p:sp>
        <p:nvSpPr>
          <p:cNvPr id="4" name="Slide Number Placeholder 3">
            <a:extLst>
              <a:ext uri="{FF2B5EF4-FFF2-40B4-BE49-F238E27FC236}">
                <a16:creationId xmlns:a16="http://schemas.microsoft.com/office/drawing/2014/main" id="{B16BA3E7-7038-66B2-339D-49DED45F7FD6}"/>
              </a:ext>
            </a:extLst>
          </p:cNvPr>
          <p:cNvSpPr>
            <a:spLocks noGrp="1"/>
          </p:cNvSpPr>
          <p:nvPr>
            <p:ph type="sldNum" sz="quarter" idx="5"/>
          </p:nvPr>
        </p:nvSpPr>
        <p:spPr/>
        <p:txBody>
          <a:bodyPr/>
          <a:lstStyle/>
          <a:p>
            <a:fld id="{DA44D7C8-2158-4051-A1DE-CFE5E980D843}" type="slidenum">
              <a:rPr lang="ar-SA" smtClean="0"/>
              <a:t>9</a:t>
            </a:fld>
            <a:endParaRPr lang="ar-SA" dirty="0"/>
          </a:p>
        </p:txBody>
      </p:sp>
    </p:spTree>
    <p:extLst>
      <p:ext uri="{BB962C8B-B14F-4D97-AF65-F5344CB8AC3E}">
        <p14:creationId xmlns:p14="http://schemas.microsoft.com/office/powerpoint/2010/main" val="28766243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ar-SA" dirty="0"/>
          </a:p>
        </p:txBody>
      </p:sp>
      <p:sp>
        <p:nvSpPr>
          <p:cNvPr id="3" name="Notes Placeholder 2"/>
          <p:cNvSpPr>
            <a:spLocks noGrp="1"/>
          </p:cNvSpPr>
          <p:nvPr>
            <p:ph type="body" idx="1"/>
          </p:nvPr>
        </p:nvSpPr>
        <p:spPr/>
        <p:txBody>
          <a:bodyPr/>
          <a:lstStyle/>
          <a:p>
            <a:endParaRPr lang="ar-SA" dirty="0"/>
          </a:p>
        </p:txBody>
      </p:sp>
      <p:sp>
        <p:nvSpPr>
          <p:cNvPr id="4" name="Slide Number Placeholder 3"/>
          <p:cNvSpPr>
            <a:spLocks noGrp="1"/>
          </p:cNvSpPr>
          <p:nvPr>
            <p:ph type="sldNum" sz="quarter" idx="5"/>
          </p:nvPr>
        </p:nvSpPr>
        <p:spPr/>
        <p:txBody>
          <a:bodyPr/>
          <a:lstStyle/>
          <a:p>
            <a:fld id="{DA44D7C8-2158-4051-A1DE-CFE5E980D843}" type="slidenum">
              <a:rPr lang="ar-SA" smtClean="0"/>
              <a:t>10</a:t>
            </a:fld>
            <a:endParaRPr lang="ar-SA" dirty="0"/>
          </a:p>
        </p:txBody>
      </p:sp>
    </p:spTree>
    <p:extLst>
      <p:ext uri="{BB962C8B-B14F-4D97-AF65-F5344CB8AC3E}">
        <p14:creationId xmlns:p14="http://schemas.microsoft.com/office/powerpoint/2010/main" val="12148749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6AB8AC-45F4-C69A-C022-AC6D4DAE26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0BD590-7BA1-B8F6-A70F-BC92A02DAF16}"/>
              </a:ext>
            </a:extLst>
          </p:cNvPr>
          <p:cNvSpPr>
            <a:spLocks noGrp="1" noRot="1" noChangeAspect="1"/>
          </p:cNvSpPr>
          <p:nvPr>
            <p:ph type="sldImg"/>
          </p:nvPr>
        </p:nvSpPr>
        <p:spPr/>
        <p:txBody>
          <a:bodyPr/>
          <a:lstStyle/>
          <a:p>
            <a:endParaRPr lang="ar-SA"/>
          </a:p>
        </p:txBody>
      </p:sp>
      <p:sp>
        <p:nvSpPr>
          <p:cNvPr id="3" name="Notes Placeholder 2">
            <a:extLst>
              <a:ext uri="{FF2B5EF4-FFF2-40B4-BE49-F238E27FC236}">
                <a16:creationId xmlns:a16="http://schemas.microsoft.com/office/drawing/2014/main" id="{88951667-E1B2-34D6-6922-FDD6C259CE48}"/>
              </a:ext>
            </a:extLst>
          </p:cNvPr>
          <p:cNvSpPr>
            <a:spLocks noGrp="1"/>
          </p:cNvSpPr>
          <p:nvPr>
            <p:ph type="body" idx="1"/>
          </p:nvPr>
        </p:nvSpPr>
        <p:spPr/>
        <p:txBody>
          <a:bodyPr/>
          <a:lstStyle/>
          <a:p>
            <a:endParaRPr lang="ar-SA"/>
          </a:p>
        </p:txBody>
      </p:sp>
      <p:sp>
        <p:nvSpPr>
          <p:cNvPr id="4" name="Slide Number Placeholder 3">
            <a:extLst>
              <a:ext uri="{FF2B5EF4-FFF2-40B4-BE49-F238E27FC236}">
                <a16:creationId xmlns:a16="http://schemas.microsoft.com/office/drawing/2014/main" id="{99D6E068-1583-E00B-3092-AB590A7674F1}"/>
              </a:ext>
            </a:extLst>
          </p:cNvPr>
          <p:cNvSpPr>
            <a:spLocks noGrp="1"/>
          </p:cNvSpPr>
          <p:nvPr>
            <p:ph type="sldNum" sz="quarter" idx="5"/>
          </p:nvPr>
        </p:nvSpPr>
        <p:spPr/>
        <p:txBody>
          <a:bodyPr/>
          <a:lstStyle/>
          <a:p>
            <a:fld id="{DA44D7C8-2158-4051-A1DE-CFE5E980D843}" type="slidenum">
              <a:rPr lang="ar-SA" smtClean="0"/>
              <a:t>11</a:t>
            </a:fld>
            <a:endParaRPr lang="ar-SA"/>
          </a:p>
        </p:txBody>
      </p:sp>
    </p:spTree>
    <p:extLst>
      <p:ext uri="{BB962C8B-B14F-4D97-AF65-F5344CB8AC3E}">
        <p14:creationId xmlns:p14="http://schemas.microsoft.com/office/powerpoint/2010/main" val="340610951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E8784D-7ECF-DDE0-2582-E07D4BE52B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A07A98-8957-6544-93F8-E1B87C659AC7}"/>
              </a:ext>
            </a:extLst>
          </p:cNvPr>
          <p:cNvSpPr>
            <a:spLocks noGrp="1" noRot="1" noChangeAspect="1"/>
          </p:cNvSpPr>
          <p:nvPr>
            <p:ph type="sldImg"/>
          </p:nvPr>
        </p:nvSpPr>
        <p:spPr/>
        <p:txBody>
          <a:bodyPr/>
          <a:lstStyle/>
          <a:p>
            <a:endParaRPr lang="ar-SA"/>
          </a:p>
        </p:txBody>
      </p:sp>
      <p:sp>
        <p:nvSpPr>
          <p:cNvPr id="3" name="Notes Placeholder 2">
            <a:extLst>
              <a:ext uri="{FF2B5EF4-FFF2-40B4-BE49-F238E27FC236}">
                <a16:creationId xmlns:a16="http://schemas.microsoft.com/office/drawing/2014/main" id="{85AED952-6771-5C2D-647E-758953DAEB6E}"/>
              </a:ext>
            </a:extLst>
          </p:cNvPr>
          <p:cNvSpPr>
            <a:spLocks noGrp="1"/>
          </p:cNvSpPr>
          <p:nvPr>
            <p:ph type="body" idx="1"/>
          </p:nvPr>
        </p:nvSpPr>
        <p:spPr/>
        <p:txBody>
          <a:bodyPr/>
          <a:lstStyle/>
          <a:p>
            <a:endParaRPr lang="ar-SA"/>
          </a:p>
        </p:txBody>
      </p:sp>
      <p:sp>
        <p:nvSpPr>
          <p:cNvPr id="4" name="Slide Number Placeholder 3">
            <a:extLst>
              <a:ext uri="{FF2B5EF4-FFF2-40B4-BE49-F238E27FC236}">
                <a16:creationId xmlns:a16="http://schemas.microsoft.com/office/drawing/2014/main" id="{DD8ED021-803C-7031-B457-4F6DB624EED1}"/>
              </a:ext>
            </a:extLst>
          </p:cNvPr>
          <p:cNvSpPr>
            <a:spLocks noGrp="1"/>
          </p:cNvSpPr>
          <p:nvPr>
            <p:ph type="sldNum" sz="quarter" idx="5"/>
          </p:nvPr>
        </p:nvSpPr>
        <p:spPr/>
        <p:txBody>
          <a:bodyPr/>
          <a:lstStyle/>
          <a:p>
            <a:fld id="{DA44D7C8-2158-4051-A1DE-CFE5E980D843}" type="slidenum">
              <a:rPr lang="ar-SA" smtClean="0"/>
              <a:t>12</a:t>
            </a:fld>
            <a:endParaRPr lang="ar-SA"/>
          </a:p>
        </p:txBody>
      </p:sp>
    </p:spTree>
    <p:extLst>
      <p:ext uri="{BB962C8B-B14F-4D97-AF65-F5344CB8AC3E}">
        <p14:creationId xmlns:p14="http://schemas.microsoft.com/office/powerpoint/2010/main" val="29761982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CAE32-D165-539D-6486-03C37BAAB9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7A3D8E-3724-F01D-D167-A18A9D58C7D0}"/>
              </a:ext>
            </a:extLst>
          </p:cNvPr>
          <p:cNvSpPr>
            <a:spLocks noGrp="1" noRot="1" noChangeAspect="1"/>
          </p:cNvSpPr>
          <p:nvPr>
            <p:ph type="sldImg"/>
          </p:nvPr>
        </p:nvSpPr>
        <p:spPr/>
        <p:txBody>
          <a:bodyPr/>
          <a:lstStyle/>
          <a:p>
            <a:endParaRPr lang="ar-SA"/>
          </a:p>
        </p:txBody>
      </p:sp>
      <p:sp>
        <p:nvSpPr>
          <p:cNvPr id="3" name="Notes Placeholder 2">
            <a:extLst>
              <a:ext uri="{FF2B5EF4-FFF2-40B4-BE49-F238E27FC236}">
                <a16:creationId xmlns:a16="http://schemas.microsoft.com/office/drawing/2014/main" id="{E2A457A5-7A5A-A7FA-E5BE-37F532E56C6D}"/>
              </a:ext>
            </a:extLst>
          </p:cNvPr>
          <p:cNvSpPr>
            <a:spLocks noGrp="1"/>
          </p:cNvSpPr>
          <p:nvPr>
            <p:ph type="body" idx="1"/>
          </p:nvPr>
        </p:nvSpPr>
        <p:spPr/>
        <p:txBody>
          <a:bodyPr/>
          <a:lstStyle/>
          <a:p>
            <a:endParaRPr lang="ar-SA"/>
          </a:p>
        </p:txBody>
      </p:sp>
      <p:sp>
        <p:nvSpPr>
          <p:cNvPr id="4" name="Slide Number Placeholder 3">
            <a:extLst>
              <a:ext uri="{FF2B5EF4-FFF2-40B4-BE49-F238E27FC236}">
                <a16:creationId xmlns:a16="http://schemas.microsoft.com/office/drawing/2014/main" id="{07515100-E8C9-2D5A-A5C8-611B52652ACD}"/>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DA44D7C8-2158-4051-A1DE-CFE5E980D843}" type="slidenum">
              <a:rPr kumimoji="0" lang="ar-SA" sz="1200" b="0" i="0" u="none" strike="noStrike" kern="1200" cap="none" spc="0" normalizeH="0" baseline="0" noProof="0" smtClean="0">
                <a:ln>
                  <a:noFill/>
                </a:ln>
                <a:solidFill>
                  <a:prstClr val="black"/>
                </a:solidFill>
                <a:effectLst/>
                <a:uLnTx/>
                <a:uFillTx/>
                <a:latin typeface="Aptos" panose="02110004020202020204"/>
                <a:ea typeface="+mn-ea"/>
                <a:cs typeface="Arial" panose="020B0604020202020204" pitchFamily="34" charset="0"/>
              </a:rPr>
              <a:pPr marL="0" marR="0" lvl="0" indent="0" algn="r" defTabSz="457200" rtl="0" eaLnBrk="1" fontAlgn="auto" latinLnBrk="0" hangingPunct="1">
                <a:lnSpc>
                  <a:spcPct val="100000"/>
                </a:lnSpc>
                <a:spcBef>
                  <a:spcPts val="0"/>
                </a:spcBef>
                <a:spcAft>
                  <a:spcPts val="0"/>
                </a:spcAft>
                <a:buClrTx/>
                <a:buSzTx/>
                <a:buFontTx/>
                <a:buNone/>
                <a:tabLst/>
                <a:defRPr/>
              </a:pPr>
              <a:t>13</a:t>
            </a:fld>
            <a:endParaRPr kumimoji="0" lang="ar-SA" sz="1200" b="0" i="0" u="none" strike="noStrike" kern="1200" cap="none" spc="0" normalizeH="0" baseline="0" noProof="0">
              <a:ln>
                <a:noFill/>
              </a:ln>
              <a:solidFill>
                <a:prstClr val="black"/>
              </a:solidFill>
              <a:effectLst/>
              <a:uLnTx/>
              <a:uFillTx/>
              <a:latin typeface="Aptos" panose="02110004020202020204"/>
              <a:ea typeface="+mn-ea"/>
              <a:cs typeface="Arial" panose="020B0604020202020204" pitchFamily="34" charset="0"/>
            </a:endParaRPr>
          </a:p>
        </p:txBody>
      </p:sp>
    </p:spTree>
    <p:extLst>
      <p:ext uri="{BB962C8B-B14F-4D97-AF65-F5344CB8AC3E}">
        <p14:creationId xmlns:p14="http://schemas.microsoft.com/office/powerpoint/2010/main" val="128970161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ar-SA"/>
          </a:p>
        </p:txBody>
      </p:sp>
      <p:sp>
        <p:nvSpPr>
          <p:cNvPr id="3" name="Notes Placeholder 2"/>
          <p:cNvSpPr>
            <a:spLocks noGrp="1"/>
          </p:cNvSpPr>
          <p:nvPr>
            <p:ph type="body" idx="1"/>
          </p:nvPr>
        </p:nvSpPr>
        <p:spPr/>
        <p:txBody>
          <a:bodyPr/>
          <a:lstStyle/>
          <a:p>
            <a:endParaRPr lang="ar-SA"/>
          </a:p>
        </p:txBody>
      </p:sp>
      <p:sp>
        <p:nvSpPr>
          <p:cNvPr id="4" name="Slide Number Placeholder 3"/>
          <p:cNvSpPr>
            <a:spLocks noGrp="1"/>
          </p:cNvSpPr>
          <p:nvPr>
            <p:ph type="sldNum" sz="quarter" idx="5"/>
          </p:nvPr>
        </p:nvSpPr>
        <p:spPr/>
        <p:txBody>
          <a:bodyPr/>
          <a:lstStyle/>
          <a:p>
            <a:fld id="{DA44D7C8-2158-4051-A1DE-CFE5E980D843}" type="slidenum">
              <a:rPr lang="ar-SA" smtClean="0"/>
              <a:t>14</a:t>
            </a:fld>
            <a:endParaRPr lang="ar-SA"/>
          </a:p>
        </p:txBody>
      </p:sp>
    </p:spTree>
    <p:extLst>
      <p:ext uri="{BB962C8B-B14F-4D97-AF65-F5344CB8AC3E}">
        <p14:creationId xmlns:p14="http://schemas.microsoft.com/office/powerpoint/2010/main" val="31960683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E0AB7-76B1-5D76-8A42-8206F2E292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A66CF3-8D57-BB3B-E4EF-EFC20C511B20}"/>
              </a:ext>
            </a:extLst>
          </p:cNvPr>
          <p:cNvSpPr>
            <a:spLocks noGrp="1" noRot="1" noChangeAspect="1"/>
          </p:cNvSpPr>
          <p:nvPr>
            <p:ph type="sldImg"/>
          </p:nvPr>
        </p:nvSpPr>
        <p:spPr/>
        <p:txBody>
          <a:bodyPr/>
          <a:lstStyle/>
          <a:p>
            <a:endParaRPr lang="ar-SA"/>
          </a:p>
        </p:txBody>
      </p:sp>
      <p:sp>
        <p:nvSpPr>
          <p:cNvPr id="3" name="Notes Placeholder 2">
            <a:extLst>
              <a:ext uri="{FF2B5EF4-FFF2-40B4-BE49-F238E27FC236}">
                <a16:creationId xmlns:a16="http://schemas.microsoft.com/office/drawing/2014/main" id="{5F05AD69-5297-DB6E-7AD3-E0F32139A2A9}"/>
              </a:ext>
            </a:extLst>
          </p:cNvPr>
          <p:cNvSpPr>
            <a:spLocks noGrp="1"/>
          </p:cNvSpPr>
          <p:nvPr>
            <p:ph type="body" idx="1"/>
          </p:nvPr>
        </p:nvSpPr>
        <p:spPr/>
        <p:txBody>
          <a:bodyPr/>
          <a:lstStyle/>
          <a:p>
            <a:endParaRPr lang="ar-SA"/>
          </a:p>
        </p:txBody>
      </p:sp>
      <p:sp>
        <p:nvSpPr>
          <p:cNvPr id="4" name="Slide Number Placeholder 3">
            <a:extLst>
              <a:ext uri="{FF2B5EF4-FFF2-40B4-BE49-F238E27FC236}">
                <a16:creationId xmlns:a16="http://schemas.microsoft.com/office/drawing/2014/main" id="{CA16D0E7-BFBB-DCD7-FDB3-1B46A4CD5ED7}"/>
              </a:ext>
            </a:extLst>
          </p:cNvPr>
          <p:cNvSpPr>
            <a:spLocks noGrp="1"/>
          </p:cNvSpPr>
          <p:nvPr>
            <p:ph type="sldNum" sz="quarter" idx="5"/>
          </p:nvPr>
        </p:nvSpPr>
        <p:spPr/>
        <p:txBody>
          <a:bodyPr/>
          <a:lstStyle/>
          <a:p>
            <a:fld id="{DA44D7C8-2158-4051-A1DE-CFE5E980D843}" type="slidenum">
              <a:rPr lang="ar-SA" smtClean="0"/>
              <a:t>15</a:t>
            </a:fld>
            <a:endParaRPr lang="ar-SA"/>
          </a:p>
        </p:txBody>
      </p:sp>
    </p:spTree>
    <p:extLst>
      <p:ext uri="{BB962C8B-B14F-4D97-AF65-F5344CB8AC3E}">
        <p14:creationId xmlns:p14="http://schemas.microsoft.com/office/powerpoint/2010/main" val="160665608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05E3CC-120B-BA5F-F075-E5476A49E1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F82955-4366-1768-9C4A-E3BF8CF6B762}"/>
              </a:ext>
            </a:extLst>
          </p:cNvPr>
          <p:cNvSpPr>
            <a:spLocks noGrp="1" noRot="1" noChangeAspect="1"/>
          </p:cNvSpPr>
          <p:nvPr>
            <p:ph type="sldImg"/>
          </p:nvPr>
        </p:nvSpPr>
        <p:spPr/>
        <p:txBody>
          <a:bodyPr/>
          <a:lstStyle/>
          <a:p>
            <a:endParaRPr lang="ar-SA" dirty="0"/>
          </a:p>
        </p:txBody>
      </p:sp>
      <p:sp>
        <p:nvSpPr>
          <p:cNvPr id="3" name="Notes Placeholder 2">
            <a:extLst>
              <a:ext uri="{FF2B5EF4-FFF2-40B4-BE49-F238E27FC236}">
                <a16:creationId xmlns:a16="http://schemas.microsoft.com/office/drawing/2014/main" id="{88B49BAD-F72D-1884-6C27-0B62A44C2DC1}"/>
              </a:ext>
            </a:extLst>
          </p:cNvPr>
          <p:cNvSpPr>
            <a:spLocks noGrp="1"/>
          </p:cNvSpPr>
          <p:nvPr>
            <p:ph type="body" idx="1"/>
          </p:nvPr>
        </p:nvSpPr>
        <p:spPr/>
        <p:txBody>
          <a:bodyPr/>
          <a:lstStyle/>
          <a:p>
            <a:endParaRPr lang="ar-SA" dirty="0"/>
          </a:p>
        </p:txBody>
      </p:sp>
      <p:sp>
        <p:nvSpPr>
          <p:cNvPr id="4" name="Slide Number Placeholder 3">
            <a:extLst>
              <a:ext uri="{FF2B5EF4-FFF2-40B4-BE49-F238E27FC236}">
                <a16:creationId xmlns:a16="http://schemas.microsoft.com/office/drawing/2014/main" id="{9A14D231-E286-2E4B-E182-F891D2807662}"/>
              </a:ext>
            </a:extLst>
          </p:cNvPr>
          <p:cNvSpPr>
            <a:spLocks noGrp="1"/>
          </p:cNvSpPr>
          <p:nvPr>
            <p:ph type="sldNum" sz="quarter" idx="5"/>
          </p:nvPr>
        </p:nvSpPr>
        <p:spPr/>
        <p:txBody>
          <a:bodyPr/>
          <a:lstStyle/>
          <a:p>
            <a:fld id="{DA44D7C8-2158-4051-A1DE-CFE5E980D843}" type="slidenum">
              <a:rPr lang="ar-SA" smtClean="0"/>
              <a:t>16</a:t>
            </a:fld>
            <a:endParaRPr lang="ar-SA" dirty="0"/>
          </a:p>
        </p:txBody>
      </p:sp>
    </p:spTree>
    <p:extLst>
      <p:ext uri="{BB962C8B-B14F-4D97-AF65-F5344CB8AC3E}">
        <p14:creationId xmlns:p14="http://schemas.microsoft.com/office/powerpoint/2010/main" val="383176054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548E6C-6D37-2E72-B6A0-34DCA4D8FB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924CD7-D764-43B1-0CC4-F5B9D9D1F283}"/>
              </a:ext>
            </a:extLst>
          </p:cNvPr>
          <p:cNvSpPr>
            <a:spLocks noGrp="1" noRot="1" noChangeAspect="1"/>
          </p:cNvSpPr>
          <p:nvPr>
            <p:ph type="sldImg"/>
          </p:nvPr>
        </p:nvSpPr>
        <p:spPr/>
        <p:txBody>
          <a:bodyPr/>
          <a:lstStyle/>
          <a:p>
            <a:endParaRPr lang="ar-SA" dirty="0"/>
          </a:p>
        </p:txBody>
      </p:sp>
      <p:sp>
        <p:nvSpPr>
          <p:cNvPr id="3" name="Notes Placeholder 2">
            <a:extLst>
              <a:ext uri="{FF2B5EF4-FFF2-40B4-BE49-F238E27FC236}">
                <a16:creationId xmlns:a16="http://schemas.microsoft.com/office/drawing/2014/main" id="{85F93ED4-CC88-48DB-6CE1-1062583F6639}"/>
              </a:ext>
            </a:extLst>
          </p:cNvPr>
          <p:cNvSpPr>
            <a:spLocks noGrp="1"/>
          </p:cNvSpPr>
          <p:nvPr>
            <p:ph type="body" idx="1"/>
          </p:nvPr>
        </p:nvSpPr>
        <p:spPr/>
        <p:txBody>
          <a:bodyPr/>
          <a:lstStyle/>
          <a:p>
            <a:endParaRPr lang="ar-SA" dirty="0"/>
          </a:p>
        </p:txBody>
      </p:sp>
      <p:sp>
        <p:nvSpPr>
          <p:cNvPr id="4" name="Slide Number Placeholder 3">
            <a:extLst>
              <a:ext uri="{FF2B5EF4-FFF2-40B4-BE49-F238E27FC236}">
                <a16:creationId xmlns:a16="http://schemas.microsoft.com/office/drawing/2014/main" id="{90BAC85F-D83D-7D3E-FFD8-125F6A8D056A}"/>
              </a:ext>
            </a:extLst>
          </p:cNvPr>
          <p:cNvSpPr>
            <a:spLocks noGrp="1"/>
          </p:cNvSpPr>
          <p:nvPr>
            <p:ph type="sldNum" sz="quarter" idx="5"/>
          </p:nvPr>
        </p:nvSpPr>
        <p:spPr/>
        <p:txBody>
          <a:bodyPr/>
          <a:lstStyle/>
          <a:p>
            <a:fld id="{DA44D7C8-2158-4051-A1DE-CFE5E980D843}" type="slidenum">
              <a:rPr lang="ar-SA" smtClean="0"/>
              <a:t>17</a:t>
            </a:fld>
            <a:endParaRPr lang="ar-SA" dirty="0"/>
          </a:p>
        </p:txBody>
      </p:sp>
    </p:spTree>
    <p:extLst>
      <p:ext uri="{BB962C8B-B14F-4D97-AF65-F5344CB8AC3E}">
        <p14:creationId xmlns:p14="http://schemas.microsoft.com/office/powerpoint/2010/main" val="157233593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1DF48-E24C-FB02-B9A9-65CA838C52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58D944-B859-A599-B6FB-00BE743E1D4C}"/>
              </a:ext>
            </a:extLst>
          </p:cNvPr>
          <p:cNvSpPr>
            <a:spLocks noGrp="1" noRot="1" noChangeAspect="1"/>
          </p:cNvSpPr>
          <p:nvPr>
            <p:ph type="sldImg"/>
          </p:nvPr>
        </p:nvSpPr>
        <p:spPr/>
        <p:txBody>
          <a:bodyPr/>
          <a:lstStyle/>
          <a:p>
            <a:endParaRPr lang="ar-SA" dirty="0"/>
          </a:p>
        </p:txBody>
      </p:sp>
      <p:sp>
        <p:nvSpPr>
          <p:cNvPr id="3" name="Notes Placeholder 2">
            <a:extLst>
              <a:ext uri="{FF2B5EF4-FFF2-40B4-BE49-F238E27FC236}">
                <a16:creationId xmlns:a16="http://schemas.microsoft.com/office/drawing/2014/main" id="{18539142-223A-D9D2-778B-F2061CF8D45C}"/>
              </a:ext>
            </a:extLst>
          </p:cNvPr>
          <p:cNvSpPr>
            <a:spLocks noGrp="1"/>
          </p:cNvSpPr>
          <p:nvPr>
            <p:ph type="body" idx="1"/>
          </p:nvPr>
        </p:nvSpPr>
        <p:spPr/>
        <p:txBody>
          <a:bodyPr/>
          <a:lstStyle/>
          <a:p>
            <a:endParaRPr lang="ar-SA" dirty="0"/>
          </a:p>
        </p:txBody>
      </p:sp>
      <p:sp>
        <p:nvSpPr>
          <p:cNvPr id="4" name="Slide Number Placeholder 3">
            <a:extLst>
              <a:ext uri="{FF2B5EF4-FFF2-40B4-BE49-F238E27FC236}">
                <a16:creationId xmlns:a16="http://schemas.microsoft.com/office/drawing/2014/main" id="{7D1F1FCA-08B9-6257-7057-C14449417D94}"/>
              </a:ext>
            </a:extLst>
          </p:cNvPr>
          <p:cNvSpPr>
            <a:spLocks noGrp="1"/>
          </p:cNvSpPr>
          <p:nvPr>
            <p:ph type="sldNum" sz="quarter" idx="5"/>
          </p:nvPr>
        </p:nvSpPr>
        <p:spPr/>
        <p:txBody>
          <a:bodyPr/>
          <a:lstStyle/>
          <a:p>
            <a:fld id="{DA44D7C8-2158-4051-A1DE-CFE5E980D843}" type="slidenum">
              <a:rPr lang="ar-SA" smtClean="0"/>
              <a:t>18</a:t>
            </a:fld>
            <a:endParaRPr lang="ar-SA" dirty="0"/>
          </a:p>
        </p:txBody>
      </p:sp>
    </p:spTree>
    <p:extLst>
      <p:ext uri="{BB962C8B-B14F-4D97-AF65-F5344CB8AC3E}">
        <p14:creationId xmlns:p14="http://schemas.microsoft.com/office/powerpoint/2010/main" val="1845672039"/>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slideMaster" Target="../slideMasters/slideMaster1.xml"/><Relationship Id="rId1" Type="http://schemas.openxmlformats.org/officeDocument/2006/relationships/tags" Target="../tags/tag1.xml"/><Relationship Id="rId4"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32" name="Picture 31">
            <a:extLst>
              <a:ext uri="{FF2B5EF4-FFF2-40B4-BE49-F238E27FC236}">
                <a16:creationId xmlns:a16="http://schemas.microsoft.com/office/drawing/2014/main" id="{EF37E50A-3E7B-B36B-06F4-84707EFFF4A2}"/>
              </a:ext>
            </a:extLst>
          </p:cNvPr>
          <p:cNvPicPr>
            <a:picLocks noChangeAspect="1"/>
          </p:cNvPicPr>
          <p:nvPr userDrawn="1"/>
        </p:nvPicPr>
        <p:blipFill>
          <a:blip r:embed="rId2">
            <a:extLst>
              <a:ext uri="{BEBA8EAE-BF5A-486C-A8C5-ECC9F3942E4B}">
                <a14:imgProps xmlns:a14="http://schemas.microsoft.com/office/drawing/2010/main">
                  <a14:imgLayer r:embed="rId3">
                    <a14:imgEffect>
                      <a14:colorTemperature colorTemp="11200"/>
                    </a14:imgEffect>
                  </a14:imgLayer>
                </a14:imgProps>
              </a:ext>
            </a:extLst>
          </a:blip>
          <a:stretch>
            <a:fillRect/>
          </a:stretch>
        </p:blipFill>
        <p:spPr>
          <a:xfrm>
            <a:off x="0" y="0"/>
            <a:ext cx="13439775" cy="7559675"/>
          </a:xfrm>
          <a:prstGeom prst="rect">
            <a:avLst/>
          </a:prstGeom>
        </p:spPr>
      </p:pic>
      <p:sp>
        <p:nvSpPr>
          <p:cNvPr id="22" name="Rectangle 21">
            <a:extLst>
              <a:ext uri="{FF2B5EF4-FFF2-40B4-BE49-F238E27FC236}">
                <a16:creationId xmlns:a16="http://schemas.microsoft.com/office/drawing/2014/main" id="{ACA326A9-442C-2E77-DC2A-1E9305A73BB7}"/>
              </a:ext>
            </a:extLst>
          </p:cNvPr>
          <p:cNvSpPr/>
          <p:nvPr userDrawn="1"/>
        </p:nvSpPr>
        <p:spPr>
          <a:xfrm>
            <a:off x="1" y="-1"/>
            <a:ext cx="13439774" cy="7559676"/>
          </a:xfrm>
          <a:prstGeom prst="rect">
            <a:avLst/>
          </a:prstGeom>
          <a:solidFill>
            <a:srgbClr val="000000">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a:endParaRPr lang="en-SA" sz="1800">
              <a:solidFill>
                <a:srgbClr val="FDFDF2"/>
              </a:solidFill>
            </a:endParaRPr>
          </a:p>
        </p:txBody>
      </p:sp>
      <p:pic>
        <p:nvPicPr>
          <p:cNvPr id="17" name="Picture 16" descr="A black and gold sign with white text&#10;&#10;AI-generated content may be incorrect.">
            <a:extLst>
              <a:ext uri="{FF2B5EF4-FFF2-40B4-BE49-F238E27FC236}">
                <a16:creationId xmlns:a16="http://schemas.microsoft.com/office/drawing/2014/main" id="{C09F9294-A6C0-AC13-8301-1F6AA7884FB3}"/>
              </a:ext>
            </a:extLst>
          </p:cNvPr>
          <p:cNvPicPr>
            <a:picLocks noChangeAspect="1"/>
          </p:cNvPicPr>
          <p:nvPr userDrawn="1"/>
        </p:nvPicPr>
        <p:blipFill>
          <a:blip r:embed="rId4"/>
          <a:stretch>
            <a:fillRect/>
          </a:stretch>
        </p:blipFill>
        <p:spPr>
          <a:xfrm>
            <a:off x="10645895" y="342867"/>
            <a:ext cx="2613480" cy="772721"/>
          </a:xfrm>
          <a:prstGeom prst="rect">
            <a:avLst/>
          </a:prstGeom>
        </p:spPr>
      </p:pic>
      <p:sp>
        <p:nvSpPr>
          <p:cNvPr id="19" name="Freeform: Shape 18">
            <a:extLst>
              <a:ext uri="{FF2B5EF4-FFF2-40B4-BE49-F238E27FC236}">
                <a16:creationId xmlns:a16="http://schemas.microsoft.com/office/drawing/2014/main" id="{0AB111AC-384A-802A-A633-484B3EBC85C8}"/>
              </a:ext>
            </a:extLst>
          </p:cNvPr>
          <p:cNvSpPr/>
          <p:nvPr userDrawn="1"/>
        </p:nvSpPr>
        <p:spPr>
          <a:xfrm>
            <a:off x="1" y="5303931"/>
            <a:ext cx="5174679" cy="1757120"/>
          </a:xfrm>
          <a:custGeom>
            <a:avLst/>
            <a:gdLst>
              <a:gd name="csX0" fmla="*/ 2506348 w 6096000"/>
              <a:gd name="csY0" fmla="*/ 2016 h 1720228"/>
              <a:gd name="csX1" fmla="*/ 2714354 w 6096000"/>
              <a:gd name="csY1" fmla="*/ 159664 h 1720228"/>
              <a:gd name="csX2" fmla="*/ 3179266 w 6096000"/>
              <a:gd name="csY2" fmla="*/ 152731 h 1720228"/>
              <a:gd name="csX3" fmla="*/ 3184741 w 6096000"/>
              <a:gd name="csY3" fmla="*/ 166598 h 1720228"/>
              <a:gd name="csX4" fmla="*/ 2872730 w 6096000"/>
              <a:gd name="csY4" fmla="*/ 490654 h 1720228"/>
              <a:gd name="csX5" fmla="*/ 2892437 w 6096000"/>
              <a:gd name="csY5" fmla="*/ 769459 h 1720228"/>
              <a:gd name="csX6" fmla="*/ 2850835 w 6096000"/>
              <a:gd name="csY6" fmla="*/ 789530 h 1720228"/>
              <a:gd name="csX7" fmla="*/ 2077563 w 6096000"/>
              <a:gd name="csY7" fmla="*/ 589914 h 1720228"/>
              <a:gd name="csX8" fmla="*/ 1796937 w 6096000"/>
              <a:gd name="csY8" fmla="*/ 574588 h 1720228"/>
              <a:gd name="csX9" fmla="*/ 1872475 w 6096000"/>
              <a:gd name="csY9" fmla="*/ 634436 h 1720228"/>
              <a:gd name="csX10" fmla="*/ 2650492 w 6096000"/>
              <a:gd name="csY10" fmla="*/ 1177813 h 1720228"/>
              <a:gd name="csX11" fmla="*/ 3474490 w 6096000"/>
              <a:gd name="csY11" fmla="*/ 1197884 h 1720228"/>
              <a:gd name="csX12" fmla="*/ 3694173 w 6096000"/>
              <a:gd name="csY12" fmla="*/ 853027 h 1720228"/>
              <a:gd name="csX13" fmla="*/ 3733585 w 6096000"/>
              <a:gd name="csY13" fmla="*/ 847554 h 1720228"/>
              <a:gd name="csX14" fmla="*/ 3619729 w 6096000"/>
              <a:gd name="csY14" fmla="*/ 1448955 h 1720228"/>
              <a:gd name="csX15" fmla="*/ 4075883 w 6096000"/>
              <a:gd name="csY15" fmla="*/ 1356263 h 1720228"/>
              <a:gd name="csX16" fmla="*/ 4475475 w 6096000"/>
              <a:gd name="csY16" fmla="*/ 897549 h 1720228"/>
              <a:gd name="csX17" fmla="*/ 4171493 w 6096000"/>
              <a:gd name="csY17" fmla="*/ 397962 h 1720228"/>
              <a:gd name="csX18" fmla="*/ 3962757 w 6096000"/>
              <a:gd name="csY18" fmla="*/ 657061 h 1720228"/>
              <a:gd name="csX19" fmla="*/ 3731761 w 6096000"/>
              <a:gd name="csY19" fmla="*/ 473138 h 1720228"/>
              <a:gd name="csX20" fmla="*/ 3971516 w 6096000"/>
              <a:gd name="csY20" fmla="*/ 206740 h 1720228"/>
              <a:gd name="csX21" fmla="*/ 4532038 w 6096000"/>
              <a:gd name="csY21" fmla="*/ 325707 h 1720228"/>
              <a:gd name="csX22" fmla="*/ 4754641 w 6096000"/>
              <a:gd name="csY22" fmla="*/ 925648 h 1720228"/>
              <a:gd name="csX23" fmla="*/ 4655382 w 6096000"/>
              <a:gd name="csY23" fmla="*/ 1204088 h 1720228"/>
              <a:gd name="csX24" fmla="*/ 4980894 w 6096000"/>
              <a:gd name="csY24" fmla="*/ 1164311 h 1720228"/>
              <a:gd name="csX25" fmla="*/ 5874591 w 6096000"/>
              <a:gd name="csY25" fmla="*/ 909591 h 1720228"/>
              <a:gd name="csX26" fmla="*/ 5913273 w 6096000"/>
              <a:gd name="csY26" fmla="*/ 931487 h 1720228"/>
              <a:gd name="csX27" fmla="*/ 5814014 w 6096000"/>
              <a:gd name="csY27" fmla="*/ 1229268 h 1720228"/>
              <a:gd name="csX28" fmla="*/ 6095370 w 6096000"/>
              <a:gd name="csY28" fmla="*/ 1552959 h 1720228"/>
              <a:gd name="csX29" fmla="*/ 6095005 w 6096000"/>
              <a:gd name="csY29" fmla="*/ 1554054 h 1720228"/>
              <a:gd name="csX30" fmla="*/ 6089531 w 6096000"/>
              <a:gd name="csY30" fmla="*/ 1567921 h 1720228"/>
              <a:gd name="csX31" fmla="*/ 5596884 w 6096000"/>
              <a:gd name="csY31" fmla="*/ 1590912 h 1720228"/>
              <a:gd name="csX32" fmla="*/ 5447266 w 6096000"/>
              <a:gd name="csY32" fmla="*/ 1718272 h 1720228"/>
              <a:gd name="csX33" fmla="*/ 5407490 w 6096000"/>
              <a:gd name="csY33" fmla="*/ 1701120 h 1720228"/>
              <a:gd name="csX34" fmla="*/ 4167845 w 6096000"/>
              <a:gd name="csY34" fmla="*/ 1595291 h 1720228"/>
              <a:gd name="csX35" fmla="*/ 4166750 w 6096000"/>
              <a:gd name="csY35" fmla="*/ 1595656 h 1720228"/>
              <a:gd name="csX36" fmla="*/ 4165290 w 6096000"/>
              <a:gd name="csY36" fmla="*/ 1596386 h 1720228"/>
              <a:gd name="csX37" fmla="*/ 2803030 w 6096000"/>
              <a:gd name="csY37" fmla="*/ 1534348 h 1720228"/>
              <a:gd name="csX38" fmla="*/ 1713369 w 6096000"/>
              <a:gd name="csY38" fmla="*/ 835876 h 1720228"/>
              <a:gd name="csX39" fmla="*/ 1637100 w 6096000"/>
              <a:gd name="csY39" fmla="*/ 775663 h 1720228"/>
              <a:gd name="csX40" fmla="*/ 1551708 w 6096000"/>
              <a:gd name="csY40" fmla="*/ 1236932 h 1720228"/>
              <a:gd name="csX41" fmla="*/ 959437 w 6096000"/>
              <a:gd name="csY41" fmla="*/ 1570841 h 1720228"/>
              <a:gd name="csX42" fmla="*/ 522623 w 6096000"/>
              <a:gd name="csY42" fmla="*/ 1312837 h 1720228"/>
              <a:gd name="csX43" fmla="*/ 764933 w 6096000"/>
              <a:gd name="csY43" fmla="*/ 1068700 h 1720228"/>
              <a:gd name="csX44" fmla="*/ 1009796 w 6096000"/>
              <a:gd name="csY44" fmla="*/ 1299334 h 1720228"/>
              <a:gd name="csX45" fmla="*/ 1327279 w 6096000"/>
              <a:gd name="csY45" fmla="*/ 1086216 h 1720228"/>
              <a:gd name="csX46" fmla="*/ 1083876 w 6096000"/>
              <a:gd name="csY46" fmla="*/ 393948 h 1720228"/>
              <a:gd name="csX47" fmla="*/ 652901 w 6096000"/>
              <a:gd name="csY47" fmla="*/ 267318 h 1720228"/>
              <a:gd name="csX48" fmla="*/ 620423 w 6096000"/>
              <a:gd name="csY48" fmla="*/ 266223 h 1720228"/>
              <a:gd name="csX49" fmla="*/ 626627 w 6096000"/>
              <a:gd name="csY49" fmla="*/ 867260 h 1720228"/>
              <a:gd name="csX50" fmla="*/ 581741 w 6096000"/>
              <a:gd name="csY50" fmla="*/ 862151 h 1720228"/>
              <a:gd name="csX51" fmla="*/ 324105 w 6096000"/>
              <a:gd name="csY51" fmla="*/ 486640 h 1720228"/>
              <a:gd name="csX52" fmla="*/ 57893 w 6096000"/>
              <a:gd name="csY52" fmla="*/ 435003 h 1720228"/>
              <a:gd name="csX53" fmla="*/ 0 w 6096000"/>
              <a:gd name="csY53" fmla="*/ 441063 h 1720228"/>
              <a:gd name="csX54" fmla="*/ 0 w 6096000"/>
              <a:gd name="csY54" fmla="*/ 74198 h 1720228"/>
              <a:gd name="csX55" fmla="*/ 42233 w 6096000"/>
              <a:gd name="csY55" fmla="*/ 63554 h 1720228"/>
              <a:gd name="csX56" fmla="*/ 582471 w 6096000"/>
              <a:gd name="csY56" fmla="*/ 7854 h 1720228"/>
              <a:gd name="csX57" fmla="*/ 668957 w 6096000"/>
              <a:gd name="csY57" fmla="*/ 10409 h 1720228"/>
              <a:gd name="csX58" fmla="*/ 1064170 w 6096000"/>
              <a:gd name="csY58" fmla="*/ 102006 h 1720228"/>
              <a:gd name="csX59" fmla="*/ 1065630 w 6096000"/>
              <a:gd name="csY59" fmla="*/ 102736 h 1720228"/>
              <a:gd name="csX60" fmla="*/ 1129126 w 6096000"/>
              <a:gd name="csY60" fmla="*/ 130105 h 1720228"/>
              <a:gd name="csX61" fmla="*/ 2467301 w 6096000"/>
              <a:gd name="csY61" fmla="*/ 18072 h 1720228"/>
              <a:gd name="csX62" fmla="*/ 2506348 w 6096000"/>
              <a:gd name="csY62" fmla="*/ 2016 h 17202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Lst>
            <a:rect l="l" t="t" r="r" b="b"/>
            <a:pathLst>
              <a:path w="6096000" h="1720228">
                <a:moveTo>
                  <a:pt x="2506348" y="2016"/>
                </a:moveTo>
                <a:cubicBezTo>
                  <a:pt x="2570574" y="26831"/>
                  <a:pt x="2673117" y="90328"/>
                  <a:pt x="2714354" y="159664"/>
                </a:cubicBezTo>
                <a:cubicBezTo>
                  <a:pt x="2929294" y="81570"/>
                  <a:pt x="3130002" y="133025"/>
                  <a:pt x="3179266" y="152731"/>
                </a:cubicBezTo>
                <a:cubicBezTo>
                  <a:pt x="3184741" y="154920"/>
                  <a:pt x="3186930" y="161124"/>
                  <a:pt x="3184741" y="166598"/>
                </a:cubicBezTo>
                <a:cubicBezTo>
                  <a:pt x="3165764" y="210754"/>
                  <a:pt x="3048258" y="393583"/>
                  <a:pt x="2872730" y="490654"/>
                </a:cubicBezTo>
                <a:cubicBezTo>
                  <a:pt x="2927834" y="555976"/>
                  <a:pt x="2910317" y="659981"/>
                  <a:pt x="2892437" y="769459"/>
                </a:cubicBezTo>
                <a:cubicBezTo>
                  <a:pt x="2889518" y="788800"/>
                  <a:pt x="2867622" y="799383"/>
                  <a:pt x="2850835" y="789530"/>
                </a:cubicBezTo>
                <a:cubicBezTo>
                  <a:pt x="2562911" y="621663"/>
                  <a:pt x="2205286" y="589914"/>
                  <a:pt x="2077563" y="589914"/>
                </a:cubicBezTo>
                <a:cubicBezTo>
                  <a:pt x="1979398" y="589914"/>
                  <a:pt x="1891816" y="590644"/>
                  <a:pt x="1796937" y="574588"/>
                </a:cubicBezTo>
                <a:cubicBezTo>
                  <a:pt x="1822116" y="594294"/>
                  <a:pt x="1847295" y="614365"/>
                  <a:pt x="1872475" y="634436"/>
                </a:cubicBezTo>
                <a:cubicBezTo>
                  <a:pt x="2114055" y="826023"/>
                  <a:pt x="2361837" y="1022719"/>
                  <a:pt x="2650492" y="1177813"/>
                </a:cubicBezTo>
                <a:cubicBezTo>
                  <a:pt x="2994615" y="1316121"/>
                  <a:pt x="3267943" y="1301889"/>
                  <a:pt x="3474490" y="1197884"/>
                </a:cubicBezTo>
                <a:cubicBezTo>
                  <a:pt x="3630677" y="1119425"/>
                  <a:pt x="3679211" y="947544"/>
                  <a:pt x="3694173" y="853027"/>
                </a:cubicBezTo>
                <a:cubicBezTo>
                  <a:pt x="3697458" y="832956"/>
                  <a:pt x="3724827" y="828942"/>
                  <a:pt x="3733585" y="847554"/>
                </a:cubicBezTo>
                <a:cubicBezTo>
                  <a:pt x="3793067" y="970534"/>
                  <a:pt x="3889408" y="1256638"/>
                  <a:pt x="3619729" y="1448955"/>
                </a:cubicBezTo>
                <a:cubicBezTo>
                  <a:pt x="3763509" y="1444940"/>
                  <a:pt x="3916046" y="1417936"/>
                  <a:pt x="4075883" y="1356263"/>
                </a:cubicBezTo>
                <a:cubicBezTo>
                  <a:pt x="4317098" y="1262842"/>
                  <a:pt x="4445916" y="1101178"/>
                  <a:pt x="4475475" y="897549"/>
                </a:cubicBezTo>
                <a:cubicBezTo>
                  <a:pt x="4496640" y="753402"/>
                  <a:pt x="4507588" y="448322"/>
                  <a:pt x="4171493" y="397962"/>
                </a:cubicBezTo>
                <a:cubicBezTo>
                  <a:pt x="4169669" y="563275"/>
                  <a:pt x="4062381" y="639910"/>
                  <a:pt x="3962757" y="657061"/>
                </a:cubicBezTo>
                <a:cubicBezTo>
                  <a:pt x="3819707" y="681876"/>
                  <a:pt x="3735410" y="594294"/>
                  <a:pt x="3731761" y="473138"/>
                </a:cubicBezTo>
                <a:cubicBezTo>
                  <a:pt x="3727382" y="335195"/>
                  <a:pt x="3839413" y="243233"/>
                  <a:pt x="3971516" y="206740"/>
                </a:cubicBezTo>
                <a:cubicBezTo>
                  <a:pt x="4103618" y="170247"/>
                  <a:pt x="4293743" y="150906"/>
                  <a:pt x="4532038" y="325707"/>
                </a:cubicBezTo>
                <a:cubicBezTo>
                  <a:pt x="4706836" y="454161"/>
                  <a:pt x="4788944" y="688080"/>
                  <a:pt x="4754641" y="925648"/>
                </a:cubicBezTo>
                <a:cubicBezTo>
                  <a:pt x="4740044" y="1025638"/>
                  <a:pt x="4706107" y="1118695"/>
                  <a:pt x="4655382" y="1204088"/>
                </a:cubicBezTo>
                <a:cubicBezTo>
                  <a:pt x="4766319" y="1174529"/>
                  <a:pt x="4868132" y="1164311"/>
                  <a:pt x="4980894" y="1164311"/>
                </a:cubicBezTo>
                <a:cubicBezTo>
                  <a:pt x="5108981" y="1164311"/>
                  <a:pt x="5457848" y="1141321"/>
                  <a:pt x="5874591" y="909591"/>
                </a:cubicBezTo>
                <a:cubicBezTo>
                  <a:pt x="5891743" y="900103"/>
                  <a:pt x="5913273" y="911781"/>
                  <a:pt x="5913273" y="931487"/>
                </a:cubicBezTo>
                <a:cubicBezTo>
                  <a:pt x="5914733" y="1036951"/>
                  <a:pt x="5884444" y="1156647"/>
                  <a:pt x="5814014" y="1229268"/>
                </a:cubicBezTo>
                <a:cubicBezTo>
                  <a:pt x="5989542" y="1325974"/>
                  <a:pt x="6076394" y="1508803"/>
                  <a:pt x="6095370" y="1552959"/>
                </a:cubicBezTo>
                <a:lnTo>
                  <a:pt x="6095005" y="1554054"/>
                </a:lnTo>
                <a:cubicBezTo>
                  <a:pt x="6097559" y="1559528"/>
                  <a:pt x="6095005" y="1565732"/>
                  <a:pt x="6089531" y="1567921"/>
                </a:cubicBezTo>
                <a:cubicBezTo>
                  <a:pt x="6040267" y="1587262"/>
                  <a:pt x="5812190" y="1669371"/>
                  <a:pt x="5596884" y="1590912"/>
                </a:cubicBezTo>
                <a:cubicBezTo>
                  <a:pt x="5555649" y="1660248"/>
                  <a:pt x="5511492" y="1693456"/>
                  <a:pt x="5447266" y="1718272"/>
                </a:cubicBezTo>
                <a:cubicBezTo>
                  <a:pt x="5431574" y="1724110"/>
                  <a:pt x="5414058" y="1716447"/>
                  <a:pt x="5407490" y="1701120"/>
                </a:cubicBezTo>
                <a:cubicBezTo>
                  <a:pt x="5172114" y="1160662"/>
                  <a:pt x="4758291" y="1366846"/>
                  <a:pt x="4167845" y="1595291"/>
                </a:cubicBezTo>
                <a:cubicBezTo>
                  <a:pt x="4167479" y="1595656"/>
                  <a:pt x="4167114" y="1595656"/>
                  <a:pt x="4166750" y="1595656"/>
                </a:cubicBezTo>
                <a:cubicBezTo>
                  <a:pt x="4166385" y="1596386"/>
                  <a:pt x="4165654" y="1596386"/>
                  <a:pt x="4165290" y="1596386"/>
                </a:cubicBezTo>
                <a:cubicBezTo>
                  <a:pt x="3606592" y="1811693"/>
                  <a:pt x="3120148" y="1664262"/>
                  <a:pt x="2803030" y="1534348"/>
                </a:cubicBezTo>
                <a:cubicBezTo>
                  <a:pt x="2368771" y="1356628"/>
                  <a:pt x="2020634" y="1080013"/>
                  <a:pt x="1713369" y="835876"/>
                </a:cubicBezTo>
                <a:cubicBezTo>
                  <a:pt x="1687460" y="815805"/>
                  <a:pt x="1662280" y="795734"/>
                  <a:pt x="1637100" y="775663"/>
                </a:cubicBezTo>
                <a:cubicBezTo>
                  <a:pt x="1658996" y="919079"/>
                  <a:pt x="1638559" y="1078188"/>
                  <a:pt x="1551708" y="1236932"/>
                </a:cubicBezTo>
                <a:cubicBezTo>
                  <a:pt x="1436756" y="1447495"/>
                  <a:pt x="1184230" y="1570841"/>
                  <a:pt x="959437" y="1570841"/>
                </a:cubicBezTo>
                <a:cubicBezTo>
                  <a:pt x="734644" y="1570841"/>
                  <a:pt x="538680" y="1482528"/>
                  <a:pt x="522623" y="1312837"/>
                </a:cubicBezTo>
                <a:cubicBezTo>
                  <a:pt x="507661" y="1150809"/>
                  <a:pt x="587945" y="1077458"/>
                  <a:pt x="764933" y="1068700"/>
                </a:cubicBezTo>
                <a:cubicBezTo>
                  <a:pt x="941556" y="1059942"/>
                  <a:pt x="1035340" y="1181828"/>
                  <a:pt x="1009796" y="1299334"/>
                </a:cubicBezTo>
                <a:cubicBezTo>
                  <a:pt x="1132775" y="1297875"/>
                  <a:pt x="1257214" y="1213941"/>
                  <a:pt x="1327279" y="1086216"/>
                </a:cubicBezTo>
                <a:cubicBezTo>
                  <a:pt x="1426174" y="905577"/>
                  <a:pt x="1358298" y="665090"/>
                  <a:pt x="1083876" y="393948"/>
                </a:cubicBezTo>
                <a:cubicBezTo>
                  <a:pt x="944109" y="322422"/>
                  <a:pt x="802884" y="275712"/>
                  <a:pt x="652901" y="267318"/>
                </a:cubicBezTo>
                <a:cubicBezTo>
                  <a:pt x="642318" y="266223"/>
                  <a:pt x="631370" y="266223"/>
                  <a:pt x="620423" y="266223"/>
                </a:cubicBezTo>
                <a:cubicBezTo>
                  <a:pt x="811643" y="476787"/>
                  <a:pt x="689394" y="755592"/>
                  <a:pt x="626627" y="867260"/>
                </a:cubicBezTo>
                <a:cubicBezTo>
                  <a:pt x="616044" y="885871"/>
                  <a:pt x="587945" y="882952"/>
                  <a:pt x="581741" y="862151"/>
                </a:cubicBezTo>
                <a:cubicBezTo>
                  <a:pt x="551453" y="763255"/>
                  <a:pt x="472629" y="556706"/>
                  <a:pt x="324105" y="486640"/>
                </a:cubicBezTo>
                <a:cubicBezTo>
                  <a:pt x="244004" y="448688"/>
                  <a:pt x="155419" y="432905"/>
                  <a:pt x="57893" y="435003"/>
                </a:cubicBezTo>
                <a:lnTo>
                  <a:pt x="0" y="441063"/>
                </a:lnTo>
                <a:lnTo>
                  <a:pt x="0" y="74198"/>
                </a:lnTo>
                <a:lnTo>
                  <a:pt x="42233" y="63554"/>
                </a:lnTo>
                <a:cubicBezTo>
                  <a:pt x="206896" y="28086"/>
                  <a:pt x="385549" y="7854"/>
                  <a:pt x="582471" y="7854"/>
                </a:cubicBezTo>
                <a:cubicBezTo>
                  <a:pt x="611665" y="7854"/>
                  <a:pt x="640493" y="8949"/>
                  <a:pt x="668957" y="10409"/>
                </a:cubicBezTo>
                <a:cubicBezTo>
                  <a:pt x="807628" y="18437"/>
                  <a:pt x="938636" y="51281"/>
                  <a:pt x="1064170" y="102006"/>
                </a:cubicBezTo>
                <a:cubicBezTo>
                  <a:pt x="1064535" y="102371"/>
                  <a:pt x="1065264" y="102736"/>
                  <a:pt x="1065630" y="102736"/>
                </a:cubicBezTo>
                <a:cubicBezTo>
                  <a:pt x="1086795" y="111129"/>
                  <a:pt x="1107961" y="120617"/>
                  <a:pt x="1129126" y="130105"/>
                </a:cubicBezTo>
                <a:cubicBezTo>
                  <a:pt x="1745117" y="394678"/>
                  <a:pt x="2214773" y="534080"/>
                  <a:pt x="2467301" y="18072"/>
                </a:cubicBezTo>
                <a:cubicBezTo>
                  <a:pt x="2474599" y="3475"/>
                  <a:pt x="2491386" y="-3823"/>
                  <a:pt x="2506348" y="2016"/>
                </a:cubicBezTo>
                <a:close/>
              </a:path>
            </a:pathLst>
          </a:custGeom>
          <a:solidFill>
            <a:srgbClr val="D7A562">
              <a:alpha val="80000"/>
            </a:srgbClr>
          </a:solidFill>
          <a:ln w="16072" cap="flat">
            <a:noFill/>
            <a:prstDash val="solid"/>
            <a:miter/>
          </a:ln>
        </p:spPr>
        <p:txBody>
          <a:bodyPr wrap="square">
            <a:noAutofit/>
          </a:bodyPr>
          <a:lstStyle/>
          <a:p>
            <a:pPr rtl="0"/>
            <a:endParaRPr lang="en-GB" sz="1800" dirty="0"/>
          </a:p>
        </p:txBody>
      </p:sp>
    </p:spTree>
    <p:extLst>
      <p:ext uri="{BB962C8B-B14F-4D97-AF65-F5344CB8AC3E}">
        <p14:creationId xmlns:p14="http://schemas.microsoft.com/office/powerpoint/2010/main" val="12129998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9_Blank">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0BFF666-CE65-5D94-B73A-6C42C6CD173D}"/>
              </a:ext>
            </a:extLst>
          </p:cNvPr>
          <p:cNvPicPr>
            <a:picLocks noChangeAspect="1"/>
          </p:cNvPicPr>
          <p:nvPr userDrawn="1"/>
        </p:nvPicPr>
        <p:blipFill>
          <a:blip r:embed="rId2"/>
          <a:stretch>
            <a:fillRect/>
          </a:stretch>
        </p:blipFill>
        <p:spPr>
          <a:xfrm>
            <a:off x="1" y="-1"/>
            <a:ext cx="13439774" cy="7559675"/>
          </a:xfrm>
          <a:prstGeom prst="rect">
            <a:avLst/>
          </a:prstGeom>
        </p:spPr>
      </p:pic>
      <p:sp>
        <p:nvSpPr>
          <p:cNvPr id="22" name="Rectangle 21">
            <a:extLst>
              <a:ext uri="{FF2B5EF4-FFF2-40B4-BE49-F238E27FC236}">
                <a16:creationId xmlns:a16="http://schemas.microsoft.com/office/drawing/2014/main" id="{ACA326A9-442C-2E77-DC2A-1E9305A73BB7}"/>
              </a:ext>
            </a:extLst>
          </p:cNvPr>
          <p:cNvSpPr/>
          <p:nvPr userDrawn="1"/>
        </p:nvSpPr>
        <p:spPr>
          <a:xfrm>
            <a:off x="1" y="-1"/>
            <a:ext cx="13439774" cy="7559676"/>
          </a:xfrm>
          <a:prstGeom prst="rect">
            <a:avLst/>
          </a:prstGeom>
          <a:solidFill>
            <a:srgbClr val="000000">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a:endParaRPr lang="en-SA" sz="1800">
              <a:solidFill>
                <a:srgbClr val="FDFDF2"/>
              </a:solidFill>
            </a:endParaRPr>
          </a:p>
        </p:txBody>
      </p:sp>
      <p:pic>
        <p:nvPicPr>
          <p:cNvPr id="17" name="Picture 16" descr="A black and gold sign with white text&#10;&#10;AI-generated content may be incorrect.">
            <a:extLst>
              <a:ext uri="{FF2B5EF4-FFF2-40B4-BE49-F238E27FC236}">
                <a16:creationId xmlns:a16="http://schemas.microsoft.com/office/drawing/2014/main" id="{C09F9294-A6C0-AC13-8301-1F6AA7884FB3}"/>
              </a:ext>
            </a:extLst>
          </p:cNvPr>
          <p:cNvPicPr>
            <a:picLocks noChangeAspect="1"/>
          </p:cNvPicPr>
          <p:nvPr userDrawn="1"/>
        </p:nvPicPr>
        <p:blipFill>
          <a:blip r:embed="rId3"/>
          <a:stretch>
            <a:fillRect/>
          </a:stretch>
        </p:blipFill>
        <p:spPr>
          <a:xfrm>
            <a:off x="10645895" y="342867"/>
            <a:ext cx="2613480" cy="772721"/>
          </a:xfrm>
          <a:prstGeom prst="rect">
            <a:avLst/>
          </a:prstGeom>
        </p:spPr>
      </p:pic>
      <p:sp>
        <p:nvSpPr>
          <p:cNvPr id="19" name="Freeform: Shape 18">
            <a:extLst>
              <a:ext uri="{FF2B5EF4-FFF2-40B4-BE49-F238E27FC236}">
                <a16:creationId xmlns:a16="http://schemas.microsoft.com/office/drawing/2014/main" id="{0AB111AC-384A-802A-A633-484B3EBC85C8}"/>
              </a:ext>
            </a:extLst>
          </p:cNvPr>
          <p:cNvSpPr/>
          <p:nvPr userDrawn="1"/>
        </p:nvSpPr>
        <p:spPr>
          <a:xfrm>
            <a:off x="1" y="5303931"/>
            <a:ext cx="5174679" cy="1757120"/>
          </a:xfrm>
          <a:custGeom>
            <a:avLst/>
            <a:gdLst>
              <a:gd name="csX0" fmla="*/ 2506348 w 6096000"/>
              <a:gd name="csY0" fmla="*/ 2016 h 1720228"/>
              <a:gd name="csX1" fmla="*/ 2714354 w 6096000"/>
              <a:gd name="csY1" fmla="*/ 159664 h 1720228"/>
              <a:gd name="csX2" fmla="*/ 3179266 w 6096000"/>
              <a:gd name="csY2" fmla="*/ 152731 h 1720228"/>
              <a:gd name="csX3" fmla="*/ 3184741 w 6096000"/>
              <a:gd name="csY3" fmla="*/ 166598 h 1720228"/>
              <a:gd name="csX4" fmla="*/ 2872730 w 6096000"/>
              <a:gd name="csY4" fmla="*/ 490654 h 1720228"/>
              <a:gd name="csX5" fmla="*/ 2892437 w 6096000"/>
              <a:gd name="csY5" fmla="*/ 769459 h 1720228"/>
              <a:gd name="csX6" fmla="*/ 2850835 w 6096000"/>
              <a:gd name="csY6" fmla="*/ 789530 h 1720228"/>
              <a:gd name="csX7" fmla="*/ 2077563 w 6096000"/>
              <a:gd name="csY7" fmla="*/ 589914 h 1720228"/>
              <a:gd name="csX8" fmla="*/ 1796937 w 6096000"/>
              <a:gd name="csY8" fmla="*/ 574588 h 1720228"/>
              <a:gd name="csX9" fmla="*/ 1872475 w 6096000"/>
              <a:gd name="csY9" fmla="*/ 634436 h 1720228"/>
              <a:gd name="csX10" fmla="*/ 2650492 w 6096000"/>
              <a:gd name="csY10" fmla="*/ 1177813 h 1720228"/>
              <a:gd name="csX11" fmla="*/ 3474490 w 6096000"/>
              <a:gd name="csY11" fmla="*/ 1197884 h 1720228"/>
              <a:gd name="csX12" fmla="*/ 3694173 w 6096000"/>
              <a:gd name="csY12" fmla="*/ 853027 h 1720228"/>
              <a:gd name="csX13" fmla="*/ 3733585 w 6096000"/>
              <a:gd name="csY13" fmla="*/ 847554 h 1720228"/>
              <a:gd name="csX14" fmla="*/ 3619729 w 6096000"/>
              <a:gd name="csY14" fmla="*/ 1448955 h 1720228"/>
              <a:gd name="csX15" fmla="*/ 4075883 w 6096000"/>
              <a:gd name="csY15" fmla="*/ 1356263 h 1720228"/>
              <a:gd name="csX16" fmla="*/ 4475475 w 6096000"/>
              <a:gd name="csY16" fmla="*/ 897549 h 1720228"/>
              <a:gd name="csX17" fmla="*/ 4171493 w 6096000"/>
              <a:gd name="csY17" fmla="*/ 397962 h 1720228"/>
              <a:gd name="csX18" fmla="*/ 3962757 w 6096000"/>
              <a:gd name="csY18" fmla="*/ 657061 h 1720228"/>
              <a:gd name="csX19" fmla="*/ 3731761 w 6096000"/>
              <a:gd name="csY19" fmla="*/ 473138 h 1720228"/>
              <a:gd name="csX20" fmla="*/ 3971516 w 6096000"/>
              <a:gd name="csY20" fmla="*/ 206740 h 1720228"/>
              <a:gd name="csX21" fmla="*/ 4532038 w 6096000"/>
              <a:gd name="csY21" fmla="*/ 325707 h 1720228"/>
              <a:gd name="csX22" fmla="*/ 4754641 w 6096000"/>
              <a:gd name="csY22" fmla="*/ 925648 h 1720228"/>
              <a:gd name="csX23" fmla="*/ 4655382 w 6096000"/>
              <a:gd name="csY23" fmla="*/ 1204088 h 1720228"/>
              <a:gd name="csX24" fmla="*/ 4980894 w 6096000"/>
              <a:gd name="csY24" fmla="*/ 1164311 h 1720228"/>
              <a:gd name="csX25" fmla="*/ 5874591 w 6096000"/>
              <a:gd name="csY25" fmla="*/ 909591 h 1720228"/>
              <a:gd name="csX26" fmla="*/ 5913273 w 6096000"/>
              <a:gd name="csY26" fmla="*/ 931487 h 1720228"/>
              <a:gd name="csX27" fmla="*/ 5814014 w 6096000"/>
              <a:gd name="csY27" fmla="*/ 1229268 h 1720228"/>
              <a:gd name="csX28" fmla="*/ 6095370 w 6096000"/>
              <a:gd name="csY28" fmla="*/ 1552959 h 1720228"/>
              <a:gd name="csX29" fmla="*/ 6095005 w 6096000"/>
              <a:gd name="csY29" fmla="*/ 1554054 h 1720228"/>
              <a:gd name="csX30" fmla="*/ 6089531 w 6096000"/>
              <a:gd name="csY30" fmla="*/ 1567921 h 1720228"/>
              <a:gd name="csX31" fmla="*/ 5596884 w 6096000"/>
              <a:gd name="csY31" fmla="*/ 1590912 h 1720228"/>
              <a:gd name="csX32" fmla="*/ 5447266 w 6096000"/>
              <a:gd name="csY32" fmla="*/ 1718272 h 1720228"/>
              <a:gd name="csX33" fmla="*/ 5407490 w 6096000"/>
              <a:gd name="csY33" fmla="*/ 1701120 h 1720228"/>
              <a:gd name="csX34" fmla="*/ 4167845 w 6096000"/>
              <a:gd name="csY34" fmla="*/ 1595291 h 1720228"/>
              <a:gd name="csX35" fmla="*/ 4166750 w 6096000"/>
              <a:gd name="csY35" fmla="*/ 1595656 h 1720228"/>
              <a:gd name="csX36" fmla="*/ 4165290 w 6096000"/>
              <a:gd name="csY36" fmla="*/ 1596386 h 1720228"/>
              <a:gd name="csX37" fmla="*/ 2803030 w 6096000"/>
              <a:gd name="csY37" fmla="*/ 1534348 h 1720228"/>
              <a:gd name="csX38" fmla="*/ 1713369 w 6096000"/>
              <a:gd name="csY38" fmla="*/ 835876 h 1720228"/>
              <a:gd name="csX39" fmla="*/ 1637100 w 6096000"/>
              <a:gd name="csY39" fmla="*/ 775663 h 1720228"/>
              <a:gd name="csX40" fmla="*/ 1551708 w 6096000"/>
              <a:gd name="csY40" fmla="*/ 1236932 h 1720228"/>
              <a:gd name="csX41" fmla="*/ 959437 w 6096000"/>
              <a:gd name="csY41" fmla="*/ 1570841 h 1720228"/>
              <a:gd name="csX42" fmla="*/ 522623 w 6096000"/>
              <a:gd name="csY42" fmla="*/ 1312837 h 1720228"/>
              <a:gd name="csX43" fmla="*/ 764933 w 6096000"/>
              <a:gd name="csY43" fmla="*/ 1068700 h 1720228"/>
              <a:gd name="csX44" fmla="*/ 1009796 w 6096000"/>
              <a:gd name="csY44" fmla="*/ 1299334 h 1720228"/>
              <a:gd name="csX45" fmla="*/ 1327279 w 6096000"/>
              <a:gd name="csY45" fmla="*/ 1086216 h 1720228"/>
              <a:gd name="csX46" fmla="*/ 1083876 w 6096000"/>
              <a:gd name="csY46" fmla="*/ 393948 h 1720228"/>
              <a:gd name="csX47" fmla="*/ 652901 w 6096000"/>
              <a:gd name="csY47" fmla="*/ 267318 h 1720228"/>
              <a:gd name="csX48" fmla="*/ 620423 w 6096000"/>
              <a:gd name="csY48" fmla="*/ 266223 h 1720228"/>
              <a:gd name="csX49" fmla="*/ 626627 w 6096000"/>
              <a:gd name="csY49" fmla="*/ 867260 h 1720228"/>
              <a:gd name="csX50" fmla="*/ 581741 w 6096000"/>
              <a:gd name="csY50" fmla="*/ 862151 h 1720228"/>
              <a:gd name="csX51" fmla="*/ 324105 w 6096000"/>
              <a:gd name="csY51" fmla="*/ 486640 h 1720228"/>
              <a:gd name="csX52" fmla="*/ 57893 w 6096000"/>
              <a:gd name="csY52" fmla="*/ 435003 h 1720228"/>
              <a:gd name="csX53" fmla="*/ 0 w 6096000"/>
              <a:gd name="csY53" fmla="*/ 441063 h 1720228"/>
              <a:gd name="csX54" fmla="*/ 0 w 6096000"/>
              <a:gd name="csY54" fmla="*/ 74198 h 1720228"/>
              <a:gd name="csX55" fmla="*/ 42233 w 6096000"/>
              <a:gd name="csY55" fmla="*/ 63554 h 1720228"/>
              <a:gd name="csX56" fmla="*/ 582471 w 6096000"/>
              <a:gd name="csY56" fmla="*/ 7854 h 1720228"/>
              <a:gd name="csX57" fmla="*/ 668957 w 6096000"/>
              <a:gd name="csY57" fmla="*/ 10409 h 1720228"/>
              <a:gd name="csX58" fmla="*/ 1064170 w 6096000"/>
              <a:gd name="csY58" fmla="*/ 102006 h 1720228"/>
              <a:gd name="csX59" fmla="*/ 1065630 w 6096000"/>
              <a:gd name="csY59" fmla="*/ 102736 h 1720228"/>
              <a:gd name="csX60" fmla="*/ 1129126 w 6096000"/>
              <a:gd name="csY60" fmla="*/ 130105 h 1720228"/>
              <a:gd name="csX61" fmla="*/ 2467301 w 6096000"/>
              <a:gd name="csY61" fmla="*/ 18072 h 1720228"/>
              <a:gd name="csX62" fmla="*/ 2506348 w 6096000"/>
              <a:gd name="csY62" fmla="*/ 2016 h 17202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Lst>
            <a:rect l="l" t="t" r="r" b="b"/>
            <a:pathLst>
              <a:path w="6096000" h="1720228">
                <a:moveTo>
                  <a:pt x="2506348" y="2016"/>
                </a:moveTo>
                <a:cubicBezTo>
                  <a:pt x="2570574" y="26831"/>
                  <a:pt x="2673117" y="90328"/>
                  <a:pt x="2714354" y="159664"/>
                </a:cubicBezTo>
                <a:cubicBezTo>
                  <a:pt x="2929294" y="81570"/>
                  <a:pt x="3130002" y="133025"/>
                  <a:pt x="3179266" y="152731"/>
                </a:cubicBezTo>
                <a:cubicBezTo>
                  <a:pt x="3184741" y="154920"/>
                  <a:pt x="3186930" y="161124"/>
                  <a:pt x="3184741" y="166598"/>
                </a:cubicBezTo>
                <a:cubicBezTo>
                  <a:pt x="3165764" y="210754"/>
                  <a:pt x="3048258" y="393583"/>
                  <a:pt x="2872730" y="490654"/>
                </a:cubicBezTo>
                <a:cubicBezTo>
                  <a:pt x="2927834" y="555976"/>
                  <a:pt x="2910317" y="659981"/>
                  <a:pt x="2892437" y="769459"/>
                </a:cubicBezTo>
                <a:cubicBezTo>
                  <a:pt x="2889518" y="788800"/>
                  <a:pt x="2867622" y="799383"/>
                  <a:pt x="2850835" y="789530"/>
                </a:cubicBezTo>
                <a:cubicBezTo>
                  <a:pt x="2562911" y="621663"/>
                  <a:pt x="2205286" y="589914"/>
                  <a:pt x="2077563" y="589914"/>
                </a:cubicBezTo>
                <a:cubicBezTo>
                  <a:pt x="1979398" y="589914"/>
                  <a:pt x="1891816" y="590644"/>
                  <a:pt x="1796937" y="574588"/>
                </a:cubicBezTo>
                <a:cubicBezTo>
                  <a:pt x="1822116" y="594294"/>
                  <a:pt x="1847295" y="614365"/>
                  <a:pt x="1872475" y="634436"/>
                </a:cubicBezTo>
                <a:cubicBezTo>
                  <a:pt x="2114055" y="826023"/>
                  <a:pt x="2361837" y="1022719"/>
                  <a:pt x="2650492" y="1177813"/>
                </a:cubicBezTo>
                <a:cubicBezTo>
                  <a:pt x="2994615" y="1316121"/>
                  <a:pt x="3267943" y="1301889"/>
                  <a:pt x="3474490" y="1197884"/>
                </a:cubicBezTo>
                <a:cubicBezTo>
                  <a:pt x="3630677" y="1119425"/>
                  <a:pt x="3679211" y="947544"/>
                  <a:pt x="3694173" y="853027"/>
                </a:cubicBezTo>
                <a:cubicBezTo>
                  <a:pt x="3697458" y="832956"/>
                  <a:pt x="3724827" y="828942"/>
                  <a:pt x="3733585" y="847554"/>
                </a:cubicBezTo>
                <a:cubicBezTo>
                  <a:pt x="3793067" y="970534"/>
                  <a:pt x="3889408" y="1256638"/>
                  <a:pt x="3619729" y="1448955"/>
                </a:cubicBezTo>
                <a:cubicBezTo>
                  <a:pt x="3763509" y="1444940"/>
                  <a:pt x="3916046" y="1417936"/>
                  <a:pt x="4075883" y="1356263"/>
                </a:cubicBezTo>
                <a:cubicBezTo>
                  <a:pt x="4317098" y="1262842"/>
                  <a:pt x="4445916" y="1101178"/>
                  <a:pt x="4475475" y="897549"/>
                </a:cubicBezTo>
                <a:cubicBezTo>
                  <a:pt x="4496640" y="753402"/>
                  <a:pt x="4507588" y="448322"/>
                  <a:pt x="4171493" y="397962"/>
                </a:cubicBezTo>
                <a:cubicBezTo>
                  <a:pt x="4169669" y="563275"/>
                  <a:pt x="4062381" y="639910"/>
                  <a:pt x="3962757" y="657061"/>
                </a:cubicBezTo>
                <a:cubicBezTo>
                  <a:pt x="3819707" y="681876"/>
                  <a:pt x="3735410" y="594294"/>
                  <a:pt x="3731761" y="473138"/>
                </a:cubicBezTo>
                <a:cubicBezTo>
                  <a:pt x="3727382" y="335195"/>
                  <a:pt x="3839413" y="243233"/>
                  <a:pt x="3971516" y="206740"/>
                </a:cubicBezTo>
                <a:cubicBezTo>
                  <a:pt x="4103618" y="170247"/>
                  <a:pt x="4293743" y="150906"/>
                  <a:pt x="4532038" y="325707"/>
                </a:cubicBezTo>
                <a:cubicBezTo>
                  <a:pt x="4706836" y="454161"/>
                  <a:pt x="4788944" y="688080"/>
                  <a:pt x="4754641" y="925648"/>
                </a:cubicBezTo>
                <a:cubicBezTo>
                  <a:pt x="4740044" y="1025638"/>
                  <a:pt x="4706107" y="1118695"/>
                  <a:pt x="4655382" y="1204088"/>
                </a:cubicBezTo>
                <a:cubicBezTo>
                  <a:pt x="4766319" y="1174529"/>
                  <a:pt x="4868132" y="1164311"/>
                  <a:pt x="4980894" y="1164311"/>
                </a:cubicBezTo>
                <a:cubicBezTo>
                  <a:pt x="5108981" y="1164311"/>
                  <a:pt x="5457848" y="1141321"/>
                  <a:pt x="5874591" y="909591"/>
                </a:cubicBezTo>
                <a:cubicBezTo>
                  <a:pt x="5891743" y="900103"/>
                  <a:pt x="5913273" y="911781"/>
                  <a:pt x="5913273" y="931487"/>
                </a:cubicBezTo>
                <a:cubicBezTo>
                  <a:pt x="5914733" y="1036951"/>
                  <a:pt x="5884444" y="1156647"/>
                  <a:pt x="5814014" y="1229268"/>
                </a:cubicBezTo>
                <a:cubicBezTo>
                  <a:pt x="5989542" y="1325974"/>
                  <a:pt x="6076394" y="1508803"/>
                  <a:pt x="6095370" y="1552959"/>
                </a:cubicBezTo>
                <a:lnTo>
                  <a:pt x="6095005" y="1554054"/>
                </a:lnTo>
                <a:cubicBezTo>
                  <a:pt x="6097559" y="1559528"/>
                  <a:pt x="6095005" y="1565732"/>
                  <a:pt x="6089531" y="1567921"/>
                </a:cubicBezTo>
                <a:cubicBezTo>
                  <a:pt x="6040267" y="1587262"/>
                  <a:pt x="5812190" y="1669371"/>
                  <a:pt x="5596884" y="1590912"/>
                </a:cubicBezTo>
                <a:cubicBezTo>
                  <a:pt x="5555649" y="1660248"/>
                  <a:pt x="5511492" y="1693456"/>
                  <a:pt x="5447266" y="1718272"/>
                </a:cubicBezTo>
                <a:cubicBezTo>
                  <a:pt x="5431574" y="1724110"/>
                  <a:pt x="5414058" y="1716447"/>
                  <a:pt x="5407490" y="1701120"/>
                </a:cubicBezTo>
                <a:cubicBezTo>
                  <a:pt x="5172114" y="1160662"/>
                  <a:pt x="4758291" y="1366846"/>
                  <a:pt x="4167845" y="1595291"/>
                </a:cubicBezTo>
                <a:cubicBezTo>
                  <a:pt x="4167479" y="1595656"/>
                  <a:pt x="4167114" y="1595656"/>
                  <a:pt x="4166750" y="1595656"/>
                </a:cubicBezTo>
                <a:cubicBezTo>
                  <a:pt x="4166385" y="1596386"/>
                  <a:pt x="4165654" y="1596386"/>
                  <a:pt x="4165290" y="1596386"/>
                </a:cubicBezTo>
                <a:cubicBezTo>
                  <a:pt x="3606592" y="1811693"/>
                  <a:pt x="3120148" y="1664262"/>
                  <a:pt x="2803030" y="1534348"/>
                </a:cubicBezTo>
                <a:cubicBezTo>
                  <a:pt x="2368771" y="1356628"/>
                  <a:pt x="2020634" y="1080013"/>
                  <a:pt x="1713369" y="835876"/>
                </a:cubicBezTo>
                <a:cubicBezTo>
                  <a:pt x="1687460" y="815805"/>
                  <a:pt x="1662280" y="795734"/>
                  <a:pt x="1637100" y="775663"/>
                </a:cubicBezTo>
                <a:cubicBezTo>
                  <a:pt x="1658996" y="919079"/>
                  <a:pt x="1638559" y="1078188"/>
                  <a:pt x="1551708" y="1236932"/>
                </a:cubicBezTo>
                <a:cubicBezTo>
                  <a:pt x="1436756" y="1447495"/>
                  <a:pt x="1184230" y="1570841"/>
                  <a:pt x="959437" y="1570841"/>
                </a:cubicBezTo>
                <a:cubicBezTo>
                  <a:pt x="734644" y="1570841"/>
                  <a:pt x="538680" y="1482528"/>
                  <a:pt x="522623" y="1312837"/>
                </a:cubicBezTo>
                <a:cubicBezTo>
                  <a:pt x="507661" y="1150809"/>
                  <a:pt x="587945" y="1077458"/>
                  <a:pt x="764933" y="1068700"/>
                </a:cubicBezTo>
                <a:cubicBezTo>
                  <a:pt x="941556" y="1059942"/>
                  <a:pt x="1035340" y="1181828"/>
                  <a:pt x="1009796" y="1299334"/>
                </a:cubicBezTo>
                <a:cubicBezTo>
                  <a:pt x="1132775" y="1297875"/>
                  <a:pt x="1257214" y="1213941"/>
                  <a:pt x="1327279" y="1086216"/>
                </a:cubicBezTo>
                <a:cubicBezTo>
                  <a:pt x="1426174" y="905577"/>
                  <a:pt x="1358298" y="665090"/>
                  <a:pt x="1083876" y="393948"/>
                </a:cubicBezTo>
                <a:cubicBezTo>
                  <a:pt x="944109" y="322422"/>
                  <a:pt x="802884" y="275712"/>
                  <a:pt x="652901" y="267318"/>
                </a:cubicBezTo>
                <a:cubicBezTo>
                  <a:pt x="642318" y="266223"/>
                  <a:pt x="631370" y="266223"/>
                  <a:pt x="620423" y="266223"/>
                </a:cubicBezTo>
                <a:cubicBezTo>
                  <a:pt x="811643" y="476787"/>
                  <a:pt x="689394" y="755592"/>
                  <a:pt x="626627" y="867260"/>
                </a:cubicBezTo>
                <a:cubicBezTo>
                  <a:pt x="616044" y="885871"/>
                  <a:pt x="587945" y="882952"/>
                  <a:pt x="581741" y="862151"/>
                </a:cubicBezTo>
                <a:cubicBezTo>
                  <a:pt x="551453" y="763255"/>
                  <a:pt x="472629" y="556706"/>
                  <a:pt x="324105" y="486640"/>
                </a:cubicBezTo>
                <a:cubicBezTo>
                  <a:pt x="244004" y="448688"/>
                  <a:pt x="155419" y="432905"/>
                  <a:pt x="57893" y="435003"/>
                </a:cubicBezTo>
                <a:lnTo>
                  <a:pt x="0" y="441063"/>
                </a:lnTo>
                <a:lnTo>
                  <a:pt x="0" y="74198"/>
                </a:lnTo>
                <a:lnTo>
                  <a:pt x="42233" y="63554"/>
                </a:lnTo>
                <a:cubicBezTo>
                  <a:pt x="206896" y="28086"/>
                  <a:pt x="385549" y="7854"/>
                  <a:pt x="582471" y="7854"/>
                </a:cubicBezTo>
                <a:cubicBezTo>
                  <a:pt x="611665" y="7854"/>
                  <a:pt x="640493" y="8949"/>
                  <a:pt x="668957" y="10409"/>
                </a:cubicBezTo>
                <a:cubicBezTo>
                  <a:pt x="807628" y="18437"/>
                  <a:pt x="938636" y="51281"/>
                  <a:pt x="1064170" y="102006"/>
                </a:cubicBezTo>
                <a:cubicBezTo>
                  <a:pt x="1064535" y="102371"/>
                  <a:pt x="1065264" y="102736"/>
                  <a:pt x="1065630" y="102736"/>
                </a:cubicBezTo>
                <a:cubicBezTo>
                  <a:pt x="1086795" y="111129"/>
                  <a:pt x="1107961" y="120617"/>
                  <a:pt x="1129126" y="130105"/>
                </a:cubicBezTo>
                <a:cubicBezTo>
                  <a:pt x="1745117" y="394678"/>
                  <a:pt x="2214773" y="534080"/>
                  <a:pt x="2467301" y="18072"/>
                </a:cubicBezTo>
                <a:cubicBezTo>
                  <a:pt x="2474599" y="3475"/>
                  <a:pt x="2491386" y="-3823"/>
                  <a:pt x="2506348" y="2016"/>
                </a:cubicBezTo>
                <a:close/>
              </a:path>
            </a:pathLst>
          </a:custGeom>
          <a:solidFill>
            <a:srgbClr val="D7A562">
              <a:alpha val="80000"/>
            </a:srgbClr>
          </a:solidFill>
          <a:ln w="16072" cap="flat">
            <a:noFill/>
            <a:prstDash val="solid"/>
            <a:miter/>
          </a:ln>
        </p:spPr>
        <p:txBody>
          <a:bodyPr wrap="square">
            <a:noAutofit/>
          </a:bodyPr>
          <a:lstStyle/>
          <a:p>
            <a:pPr rtl="0"/>
            <a:endParaRPr lang="en-GB" sz="1800" dirty="0"/>
          </a:p>
        </p:txBody>
      </p:sp>
    </p:spTree>
    <p:extLst>
      <p:ext uri="{BB962C8B-B14F-4D97-AF65-F5344CB8AC3E}">
        <p14:creationId xmlns:p14="http://schemas.microsoft.com/office/powerpoint/2010/main" val="19027576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8_Blank">
    <p:spTree>
      <p:nvGrpSpPr>
        <p:cNvPr id="1" name=""/>
        <p:cNvGrpSpPr/>
        <p:nvPr/>
      </p:nvGrpSpPr>
      <p:grpSpPr>
        <a:xfrm>
          <a:off x="0" y="0"/>
          <a:ext cx="0" cy="0"/>
          <a:chOff x="0" y="0"/>
          <a:chExt cx="0" cy="0"/>
        </a:xfrm>
      </p:grpSpPr>
      <p:pic>
        <p:nvPicPr>
          <p:cNvPr id="28" name="Picture 27">
            <a:extLst>
              <a:ext uri="{FF2B5EF4-FFF2-40B4-BE49-F238E27FC236}">
                <a16:creationId xmlns:a16="http://schemas.microsoft.com/office/drawing/2014/main" id="{08E75BA0-1E48-FDB9-5F0D-FEA44933DDE7}"/>
              </a:ext>
            </a:extLst>
          </p:cNvPr>
          <p:cNvPicPr>
            <a:picLocks noChangeAspect="1"/>
          </p:cNvPicPr>
          <p:nvPr userDrawn="1"/>
        </p:nvPicPr>
        <p:blipFill>
          <a:blip r:embed="rId2"/>
          <a:stretch>
            <a:fillRect/>
          </a:stretch>
        </p:blipFill>
        <p:spPr>
          <a:xfrm>
            <a:off x="0" y="0"/>
            <a:ext cx="13439775" cy="7559675"/>
          </a:xfrm>
          <a:prstGeom prst="rect">
            <a:avLst/>
          </a:prstGeom>
        </p:spPr>
      </p:pic>
      <p:sp>
        <p:nvSpPr>
          <p:cNvPr id="22" name="Rectangle 21">
            <a:extLst>
              <a:ext uri="{FF2B5EF4-FFF2-40B4-BE49-F238E27FC236}">
                <a16:creationId xmlns:a16="http://schemas.microsoft.com/office/drawing/2014/main" id="{ACA326A9-442C-2E77-DC2A-1E9305A73BB7}"/>
              </a:ext>
            </a:extLst>
          </p:cNvPr>
          <p:cNvSpPr/>
          <p:nvPr userDrawn="1"/>
        </p:nvSpPr>
        <p:spPr>
          <a:xfrm>
            <a:off x="1" y="-1"/>
            <a:ext cx="13439774" cy="7559676"/>
          </a:xfrm>
          <a:prstGeom prst="rect">
            <a:avLst/>
          </a:prstGeom>
          <a:solidFill>
            <a:srgbClr val="000000">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a:endParaRPr lang="en-SA" sz="1800">
              <a:solidFill>
                <a:srgbClr val="FDFDF2"/>
              </a:solidFill>
            </a:endParaRPr>
          </a:p>
        </p:txBody>
      </p:sp>
      <p:pic>
        <p:nvPicPr>
          <p:cNvPr id="17" name="Picture 16" descr="A black and gold sign with white text&#10;&#10;AI-generated content may be incorrect.">
            <a:extLst>
              <a:ext uri="{FF2B5EF4-FFF2-40B4-BE49-F238E27FC236}">
                <a16:creationId xmlns:a16="http://schemas.microsoft.com/office/drawing/2014/main" id="{C09F9294-A6C0-AC13-8301-1F6AA7884FB3}"/>
              </a:ext>
            </a:extLst>
          </p:cNvPr>
          <p:cNvPicPr>
            <a:picLocks noChangeAspect="1"/>
          </p:cNvPicPr>
          <p:nvPr userDrawn="1"/>
        </p:nvPicPr>
        <p:blipFill>
          <a:blip r:embed="rId3"/>
          <a:stretch>
            <a:fillRect/>
          </a:stretch>
        </p:blipFill>
        <p:spPr>
          <a:xfrm>
            <a:off x="10645895" y="342867"/>
            <a:ext cx="2613480" cy="772721"/>
          </a:xfrm>
          <a:prstGeom prst="rect">
            <a:avLst/>
          </a:prstGeom>
        </p:spPr>
      </p:pic>
      <p:sp>
        <p:nvSpPr>
          <p:cNvPr id="19" name="Freeform: Shape 18">
            <a:extLst>
              <a:ext uri="{FF2B5EF4-FFF2-40B4-BE49-F238E27FC236}">
                <a16:creationId xmlns:a16="http://schemas.microsoft.com/office/drawing/2014/main" id="{0AB111AC-384A-802A-A633-484B3EBC85C8}"/>
              </a:ext>
            </a:extLst>
          </p:cNvPr>
          <p:cNvSpPr/>
          <p:nvPr userDrawn="1"/>
        </p:nvSpPr>
        <p:spPr>
          <a:xfrm>
            <a:off x="1" y="5303931"/>
            <a:ext cx="5174679" cy="1757120"/>
          </a:xfrm>
          <a:custGeom>
            <a:avLst/>
            <a:gdLst>
              <a:gd name="csX0" fmla="*/ 2506348 w 6096000"/>
              <a:gd name="csY0" fmla="*/ 2016 h 1720228"/>
              <a:gd name="csX1" fmla="*/ 2714354 w 6096000"/>
              <a:gd name="csY1" fmla="*/ 159664 h 1720228"/>
              <a:gd name="csX2" fmla="*/ 3179266 w 6096000"/>
              <a:gd name="csY2" fmla="*/ 152731 h 1720228"/>
              <a:gd name="csX3" fmla="*/ 3184741 w 6096000"/>
              <a:gd name="csY3" fmla="*/ 166598 h 1720228"/>
              <a:gd name="csX4" fmla="*/ 2872730 w 6096000"/>
              <a:gd name="csY4" fmla="*/ 490654 h 1720228"/>
              <a:gd name="csX5" fmla="*/ 2892437 w 6096000"/>
              <a:gd name="csY5" fmla="*/ 769459 h 1720228"/>
              <a:gd name="csX6" fmla="*/ 2850835 w 6096000"/>
              <a:gd name="csY6" fmla="*/ 789530 h 1720228"/>
              <a:gd name="csX7" fmla="*/ 2077563 w 6096000"/>
              <a:gd name="csY7" fmla="*/ 589914 h 1720228"/>
              <a:gd name="csX8" fmla="*/ 1796937 w 6096000"/>
              <a:gd name="csY8" fmla="*/ 574588 h 1720228"/>
              <a:gd name="csX9" fmla="*/ 1872475 w 6096000"/>
              <a:gd name="csY9" fmla="*/ 634436 h 1720228"/>
              <a:gd name="csX10" fmla="*/ 2650492 w 6096000"/>
              <a:gd name="csY10" fmla="*/ 1177813 h 1720228"/>
              <a:gd name="csX11" fmla="*/ 3474490 w 6096000"/>
              <a:gd name="csY11" fmla="*/ 1197884 h 1720228"/>
              <a:gd name="csX12" fmla="*/ 3694173 w 6096000"/>
              <a:gd name="csY12" fmla="*/ 853027 h 1720228"/>
              <a:gd name="csX13" fmla="*/ 3733585 w 6096000"/>
              <a:gd name="csY13" fmla="*/ 847554 h 1720228"/>
              <a:gd name="csX14" fmla="*/ 3619729 w 6096000"/>
              <a:gd name="csY14" fmla="*/ 1448955 h 1720228"/>
              <a:gd name="csX15" fmla="*/ 4075883 w 6096000"/>
              <a:gd name="csY15" fmla="*/ 1356263 h 1720228"/>
              <a:gd name="csX16" fmla="*/ 4475475 w 6096000"/>
              <a:gd name="csY16" fmla="*/ 897549 h 1720228"/>
              <a:gd name="csX17" fmla="*/ 4171493 w 6096000"/>
              <a:gd name="csY17" fmla="*/ 397962 h 1720228"/>
              <a:gd name="csX18" fmla="*/ 3962757 w 6096000"/>
              <a:gd name="csY18" fmla="*/ 657061 h 1720228"/>
              <a:gd name="csX19" fmla="*/ 3731761 w 6096000"/>
              <a:gd name="csY19" fmla="*/ 473138 h 1720228"/>
              <a:gd name="csX20" fmla="*/ 3971516 w 6096000"/>
              <a:gd name="csY20" fmla="*/ 206740 h 1720228"/>
              <a:gd name="csX21" fmla="*/ 4532038 w 6096000"/>
              <a:gd name="csY21" fmla="*/ 325707 h 1720228"/>
              <a:gd name="csX22" fmla="*/ 4754641 w 6096000"/>
              <a:gd name="csY22" fmla="*/ 925648 h 1720228"/>
              <a:gd name="csX23" fmla="*/ 4655382 w 6096000"/>
              <a:gd name="csY23" fmla="*/ 1204088 h 1720228"/>
              <a:gd name="csX24" fmla="*/ 4980894 w 6096000"/>
              <a:gd name="csY24" fmla="*/ 1164311 h 1720228"/>
              <a:gd name="csX25" fmla="*/ 5874591 w 6096000"/>
              <a:gd name="csY25" fmla="*/ 909591 h 1720228"/>
              <a:gd name="csX26" fmla="*/ 5913273 w 6096000"/>
              <a:gd name="csY26" fmla="*/ 931487 h 1720228"/>
              <a:gd name="csX27" fmla="*/ 5814014 w 6096000"/>
              <a:gd name="csY27" fmla="*/ 1229268 h 1720228"/>
              <a:gd name="csX28" fmla="*/ 6095370 w 6096000"/>
              <a:gd name="csY28" fmla="*/ 1552959 h 1720228"/>
              <a:gd name="csX29" fmla="*/ 6095005 w 6096000"/>
              <a:gd name="csY29" fmla="*/ 1554054 h 1720228"/>
              <a:gd name="csX30" fmla="*/ 6089531 w 6096000"/>
              <a:gd name="csY30" fmla="*/ 1567921 h 1720228"/>
              <a:gd name="csX31" fmla="*/ 5596884 w 6096000"/>
              <a:gd name="csY31" fmla="*/ 1590912 h 1720228"/>
              <a:gd name="csX32" fmla="*/ 5447266 w 6096000"/>
              <a:gd name="csY32" fmla="*/ 1718272 h 1720228"/>
              <a:gd name="csX33" fmla="*/ 5407490 w 6096000"/>
              <a:gd name="csY33" fmla="*/ 1701120 h 1720228"/>
              <a:gd name="csX34" fmla="*/ 4167845 w 6096000"/>
              <a:gd name="csY34" fmla="*/ 1595291 h 1720228"/>
              <a:gd name="csX35" fmla="*/ 4166750 w 6096000"/>
              <a:gd name="csY35" fmla="*/ 1595656 h 1720228"/>
              <a:gd name="csX36" fmla="*/ 4165290 w 6096000"/>
              <a:gd name="csY36" fmla="*/ 1596386 h 1720228"/>
              <a:gd name="csX37" fmla="*/ 2803030 w 6096000"/>
              <a:gd name="csY37" fmla="*/ 1534348 h 1720228"/>
              <a:gd name="csX38" fmla="*/ 1713369 w 6096000"/>
              <a:gd name="csY38" fmla="*/ 835876 h 1720228"/>
              <a:gd name="csX39" fmla="*/ 1637100 w 6096000"/>
              <a:gd name="csY39" fmla="*/ 775663 h 1720228"/>
              <a:gd name="csX40" fmla="*/ 1551708 w 6096000"/>
              <a:gd name="csY40" fmla="*/ 1236932 h 1720228"/>
              <a:gd name="csX41" fmla="*/ 959437 w 6096000"/>
              <a:gd name="csY41" fmla="*/ 1570841 h 1720228"/>
              <a:gd name="csX42" fmla="*/ 522623 w 6096000"/>
              <a:gd name="csY42" fmla="*/ 1312837 h 1720228"/>
              <a:gd name="csX43" fmla="*/ 764933 w 6096000"/>
              <a:gd name="csY43" fmla="*/ 1068700 h 1720228"/>
              <a:gd name="csX44" fmla="*/ 1009796 w 6096000"/>
              <a:gd name="csY44" fmla="*/ 1299334 h 1720228"/>
              <a:gd name="csX45" fmla="*/ 1327279 w 6096000"/>
              <a:gd name="csY45" fmla="*/ 1086216 h 1720228"/>
              <a:gd name="csX46" fmla="*/ 1083876 w 6096000"/>
              <a:gd name="csY46" fmla="*/ 393948 h 1720228"/>
              <a:gd name="csX47" fmla="*/ 652901 w 6096000"/>
              <a:gd name="csY47" fmla="*/ 267318 h 1720228"/>
              <a:gd name="csX48" fmla="*/ 620423 w 6096000"/>
              <a:gd name="csY48" fmla="*/ 266223 h 1720228"/>
              <a:gd name="csX49" fmla="*/ 626627 w 6096000"/>
              <a:gd name="csY49" fmla="*/ 867260 h 1720228"/>
              <a:gd name="csX50" fmla="*/ 581741 w 6096000"/>
              <a:gd name="csY50" fmla="*/ 862151 h 1720228"/>
              <a:gd name="csX51" fmla="*/ 324105 w 6096000"/>
              <a:gd name="csY51" fmla="*/ 486640 h 1720228"/>
              <a:gd name="csX52" fmla="*/ 57893 w 6096000"/>
              <a:gd name="csY52" fmla="*/ 435003 h 1720228"/>
              <a:gd name="csX53" fmla="*/ 0 w 6096000"/>
              <a:gd name="csY53" fmla="*/ 441063 h 1720228"/>
              <a:gd name="csX54" fmla="*/ 0 w 6096000"/>
              <a:gd name="csY54" fmla="*/ 74198 h 1720228"/>
              <a:gd name="csX55" fmla="*/ 42233 w 6096000"/>
              <a:gd name="csY55" fmla="*/ 63554 h 1720228"/>
              <a:gd name="csX56" fmla="*/ 582471 w 6096000"/>
              <a:gd name="csY56" fmla="*/ 7854 h 1720228"/>
              <a:gd name="csX57" fmla="*/ 668957 w 6096000"/>
              <a:gd name="csY57" fmla="*/ 10409 h 1720228"/>
              <a:gd name="csX58" fmla="*/ 1064170 w 6096000"/>
              <a:gd name="csY58" fmla="*/ 102006 h 1720228"/>
              <a:gd name="csX59" fmla="*/ 1065630 w 6096000"/>
              <a:gd name="csY59" fmla="*/ 102736 h 1720228"/>
              <a:gd name="csX60" fmla="*/ 1129126 w 6096000"/>
              <a:gd name="csY60" fmla="*/ 130105 h 1720228"/>
              <a:gd name="csX61" fmla="*/ 2467301 w 6096000"/>
              <a:gd name="csY61" fmla="*/ 18072 h 1720228"/>
              <a:gd name="csX62" fmla="*/ 2506348 w 6096000"/>
              <a:gd name="csY62" fmla="*/ 2016 h 17202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Lst>
            <a:rect l="l" t="t" r="r" b="b"/>
            <a:pathLst>
              <a:path w="6096000" h="1720228">
                <a:moveTo>
                  <a:pt x="2506348" y="2016"/>
                </a:moveTo>
                <a:cubicBezTo>
                  <a:pt x="2570574" y="26831"/>
                  <a:pt x="2673117" y="90328"/>
                  <a:pt x="2714354" y="159664"/>
                </a:cubicBezTo>
                <a:cubicBezTo>
                  <a:pt x="2929294" y="81570"/>
                  <a:pt x="3130002" y="133025"/>
                  <a:pt x="3179266" y="152731"/>
                </a:cubicBezTo>
                <a:cubicBezTo>
                  <a:pt x="3184741" y="154920"/>
                  <a:pt x="3186930" y="161124"/>
                  <a:pt x="3184741" y="166598"/>
                </a:cubicBezTo>
                <a:cubicBezTo>
                  <a:pt x="3165764" y="210754"/>
                  <a:pt x="3048258" y="393583"/>
                  <a:pt x="2872730" y="490654"/>
                </a:cubicBezTo>
                <a:cubicBezTo>
                  <a:pt x="2927834" y="555976"/>
                  <a:pt x="2910317" y="659981"/>
                  <a:pt x="2892437" y="769459"/>
                </a:cubicBezTo>
                <a:cubicBezTo>
                  <a:pt x="2889518" y="788800"/>
                  <a:pt x="2867622" y="799383"/>
                  <a:pt x="2850835" y="789530"/>
                </a:cubicBezTo>
                <a:cubicBezTo>
                  <a:pt x="2562911" y="621663"/>
                  <a:pt x="2205286" y="589914"/>
                  <a:pt x="2077563" y="589914"/>
                </a:cubicBezTo>
                <a:cubicBezTo>
                  <a:pt x="1979398" y="589914"/>
                  <a:pt x="1891816" y="590644"/>
                  <a:pt x="1796937" y="574588"/>
                </a:cubicBezTo>
                <a:cubicBezTo>
                  <a:pt x="1822116" y="594294"/>
                  <a:pt x="1847295" y="614365"/>
                  <a:pt x="1872475" y="634436"/>
                </a:cubicBezTo>
                <a:cubicBezTo>
                  <a:pt x="2114055" y="826023"/>
                  <a:pt x="2361837" y="1022719"/>
                  <a:pt x="2650492" y="1177813"/>
                </a:cubicBezTo>
                <a:cubicBezTo>
                  <a:pt x="2994615" y="1316121"/>
                  <a:pt x="3267943" y="1301889"/>
                  <a:pt x="3474490" y="1197884"/>
                </a:cubicBezTo>
                <a:cubicBezTo>
                  <a:pt x="3630677" y="1119425"/>
                  <a:pt x="3679211" y="947544"/>
                  <a:pt x="3694173" y="853027"/>
                </a:cubicBezTo>
                <a:cubicBezTo>
                  <a:pt x="3697458" y="832956"/>
                  <a:pt x="3724827" y="828942"/>
                  <a:pt x="3733585" y="847554"/>
                </a:cubicBezTo>
                <a:cubicBezTo>
                  <a:pt x="3793067" y="970534"/>
                  <a:pt x="3889408" y="1256638"/>
                  <a:pt x="3619729" y="1448955"/>
                </a:cubicBezTo>
                <a:cubicBezTo>
                  <a:pt x="3763509" y="1444940"/>
                  <a:pt x="3916046" y="1417936"/>
                  <a:pt x="4075883" y="1356263"/>
                </a:cubicBezTo>
                <a:cubicBezTo>
                  <a:pt x="4317098" y="1262842"/>
                  <a:pt x="4445916" y="1101178"/>
                  <a:pt x="4475475" y="897549"/>
                </a:cubicBezTo>
                <a:cubicBezTo>
                  <a:pt x="4496640" y="753402"/>
                  <a:pt x="4507588" y="448322"/>
                  <a:pt x="4171493" y="397962"/>
                </a:cubicBezTo>
                <a:cubicBezTo>
                  <a:pt x="4169669" y="563275"/>
                  <a:pt x="4062381" y="639910"/>
                  <a:pt x="3962757" y="657061"/>
                </a:cubicBezTo>
                <a:cubicBezTo>
                  <a:pt x="3819707" y="681876"/>
                  <a:pt x="3735410" y="594294"/>
                  <a:pt x="3731761" y="473138"/>
                </a:cubicBezTo>
                <a:cubicBezTo>
                  <a:pt x="3727382" y="335195"/>
                  <a:pt x="3839413" y="243233"/>
                  <a:pt x="3971516" y="206740"/>
                </a:cubicBezTo>
                <a:cubicBezTo>
                  <a:pt x="4103618" y="170247"/>
                  <a:pt x="4293743" y="150906"/>
                  <a:pt x="4532038" y="325707"/>
                </a:cubicBezTo>
                <a:cubicBezTo>
                  <a:pt x="4706836" y="454161"/>
                  <a:pt x="4788944" y="688080"/>
                  <a:pt x="4754641" y="925648"/>
                </a:cubicBezTo>
                <a:cubicBezTo>
                  <a:pt x="4740044" y="1025638"/>
                  <a:pt x="4706107" y="1118695"/>
                  <a:pt x="4655382" y="1204088"/>
                </a:cubicBezTo>
                <a:cubicBezTo>
                  <a:pt x="4766319" y="1174529"/>
                  <a:pt x="4868132" y="1164311"/>
                  <a:pt x="4980894" y="1164311"/>
                </a:cubicBezTo>
                <a:cubicBezTo>
                  <a:pt x="5108981" y="1164311"/>
                  <a:pt x="5457848" y="1141321"/>
                  <a:pt x="5874591" y="909591"/>
                </a:cubicBezTo>
                <a:cubicBezTo>
                  <a:pt x="5891743" y="900103"/>
                  <a:pt x="5913273" y="911781"/>
                  <a:pt x="5913273" y="931487"/>
                </a:cubicBezTo>
                <a:cubicBezTo>
                  <a:pt x="5914733" y="1036951"/>
                  <a:pt x="5884444" y="1156647"/>
                  <a:pt x="5814014" y="1229268"/>
                </a:cubicBezTo>
                <a:cubicBezTo>
                  <a:pt x="5989542" y="1325974"/>
                  <a:pt x="6076394" y="1508803"/>
                  <a:pt x="6095370" y="1552959"/>
                </a:cubicBezTo>
                <a:lnTo>
                  <a:pt x="6095005" y="1554054"/>
                </a:lnTo>
                <a:cubicBezTo>
                  <a:pt x="6097559" y="1559528"/>
                  <a:pt x="6095005" y="1565732"/>
                  <a:pt x="6089531" y="1567921"/>
                </a:cubicBezTo>
                <a:cubicBezTo>
                  <a:pt x="6040267" y="1587262"/>
                  <a:pt x="5812190" y="1669371"/>
                  <a:pt x="5596884" y="1590912"/>
                </a:cubicBezTo>
                <a:cubicBezTo>
                  <a:pt x="5555649" y="1660248"/>
                  <a:pt x="5511492" y="1693456"/>
                  <a:pt x="5447266" y="1718272"/>
                </a:cubicBezTo>
                <a:cubicBezTo>
                  <a:pt x="5431574" y="1724110"/>
                  <a:pt x="5414058" y="1716447"/>
                  <a:pt x="5407490" y="1701120"/>
                </a:cubicBezTo>
                <a:cubicBezTo>
                  <a:pt x="5172114" y="1160662"/>
                  <a:pt x="4758291" y="1366846"/>
                  <a:pt x="4167845" y="1595291"/>
                </a:cubicBezTo>
                <a:cubicBezTo>
                  <a:pt x="4167479" y="1595656"/>
                  <a:pt x="4167114" y="1595656"/>
                  <a:pt x="4166750" y="1595656"/>
                </a:cubicBezTo>
                <a:cubicBezTo>
                  <a:pt x="4166385" y="1596386"/>
                  <a:pt x="4165654" y="1596386"/>
                  <a:pt x="4165290" y="1596386"/>
                </a:cubicBezTo>
                <a:cubicBezTo>
                  <a:pt x="3606592" y="1811693"/>
                  <a:pt x="3120148" y="1664262"/>
                  <a:pt x="2803030" y="1534348"/>
                </a:cubicBezTo>
                <a:cubicBezTo>
                  <a:pt x="2368771" y="1356628"/>
                  <a:pt x="2020634" y="1080013"/>
                  <a:pt x="1713369" y="835876"/>
                </a:cubicBezTo>
                <a:cubicBezTo>
                  <a:pt x="1687460" y="815805"/>
                  <a:pt x="1662280" y="795734"/>
                  <a:pt x="1637100" y="775663"/>
                </a:cubicBezTo>
                <a:cubicBezTo>
                  <a:pt x="1658996" y="919079"/>
                  <a:pt x="1638559" y="1078188"/>
                  <a:pt x="1551708" y="1236932"/>
                </a:cubicBezTo>
                <a:cubicBezTo>
                  <a:pt x="1436756" y="1447495"/>
                  <a:pt x="1184230" y="1570841"/>
                  <a:pt x="959437" y="1570841"/>
                </a:cubicBezTo>
                <a:cubicBezTo>
                  <a:pt x="734644" y="1570841"/>
                  <a:pt x="538680" y="1482528"/>
                  <a:pt x="522623" y="1312837"/>
                </a:cubicBezTo>
                <a:cubicBezTo>
                  <a:pt x="507661" y="1150809"/>
                  <a:pt x="587945" y="1077458"/>
                  <a:pt x="764933" y="1068700"/>
                </a:cubicBezTo>
                <a:cubicBezTo>
                  <a:pt x="941556" y="1059942"/>
                  <a:pt x="1035340" y="1181828"/>
                  <a:pt x="1009796" y="1299334"/>
                </a:cubicBezTo>
                <a:cubicBezTo>
                  <a:pt x="1132775" y="1297875"/>
                  <a:pt x="1257214" y="1213941"/>
                  <a:pt x="1327279" y="1086216"/>
                </a:cubicBezTo>
                <a:cubicBezTo>
                  <a:pt x="1426174" y="905577"/>
                  <a:pt x="1358298" y="665090"/>
                  <a:pt x="1083876" y="393948"/>
                </a:cubicBezTo>
                <a:cubicBezTo>
                  <a:pt x="944109" y="322422"/>
                  <a:pt x="802884" y="275712"/>
                  <a:pt x="652901" y="267318"/>
                </a:cubicBezTo>
                <a:cubicBezTo>
                  <a:pt x="642318" y="266223"/>
                  <a:pt x="631370" y="266223"/>
                  <a:pt x="620423" y="266223"/>
                </a:cubicBezTo>
                <a:cubicBezTo>
                  <a:pt x="811643" y="476787"/>
                  <a:pt x="689394" y="755592"/>
                  <a:pt x="626627" y="867260"/>
                </a:cubicBezTo>
                <a:cubicBezTo>
                  <a:pt x="616044" y="885871"/>
                  <a:pt x="587945" y="882952"/>
                  <a:pt x="581741" y="862151"/>
                </a:cubicBezTo>
                <a:cubicBezTo>
                  <a:pt x="551453" y="763255"/>
                  <a:pt x="472629" y="556706"/>
                  <a:pt x="324105" y="486640"/>
                </a:cubicBezTo>
                <a:cubicBezTo>
                  <a:pt x="244004" y="448688"/>
                  <a:pt x="155419" y="432905"/>
                  <a:pt x="57893" y="435003"/>
                </a:cubicBezTo>
                <a:lnTo>
                  <a:pt x="0" y="441063"/>
                </a:lnTo>
                <a:lnTo>
                  <a:pt x="0" y="74198"/>
                </a:lnTo>
                <a:lnTo>
                  <a:pt x="42233" y="63554"/>
                </a:lnTo>
                <a:cubicBezTo>
                  <a:pt x="206896" y="28086"/>
                  <a:pt x="385549" y="7854"/>
                  <a:pt x="582471" y="7854"/>
                </a:cubicBezTo>
                <a:cubicBezTo>
                  <a:pt x="611665" y="7854"/>
                  <a:pt x="640493" y="8949"/>
                  <a:pt x="668957" y="10409"/>
                </a:cubicBezTo>
                <a:cubicBezTo>
                  <a:pt x="807628" y="18437"/>
                  <a:pt x="938636" y="51281"/>
                  <a:pt x="1064170" y="102006"/>
                </a:cubicBezTo>
                <a:cubicBezTo>
                  <a:pt x="1064535" y="102371"/>
                  <a:pt x="1065264" y="102736"/>
                  <a:pt x="1065630" y="102736"/>
                </a:cubicBezTo>
                <a:cubicBezTo>
                  <a:pt x="1086795" y="111129"/>
                  <a:pt x="1107961" y="120617"/>
                  <a:pt x="1129126" y="130105"/>
                </a:cubicBezTo>
                <a:cubicBezTo>
                  <a:pt x="1745117" y="394678"/>
                  <a:pt x="2214773" y="534080"/>
                  <a:pt x="2467301" y="18072"/>
                </a:cubicBezTo>
                <a:cubicBezTo>
                  <a:pt x="2474599" y="3475"/>
                  <a:pt x="2491386" y="-3823"/>
                  <a:pt x="2506348" y="2016"/>
                </a:cubicBezTo>
                <a:close/>
              </a:path>
            </a:pathLst>
          </a:custGeom>
          <a:solidFill>
            <a:srgbClr val="D7A562">
              <a:alpha val="80000"/>
            </a:srgbClr>
          </a:solidFill>
          <a:ln w="16072" cap="flat">
            <a:noFill/>
            <a:prstDash val="solid"/>
            <a:miter/>
          </a:ln>
        </p:spPr>
        <p:txBody>
          <a:bodyPr wrap="square">
            <a:noAutofit/>
          </a:bodyPr>
          <a:lstStyle/>
          <a:p>
            <a:pPr rtl="0"/>
            <a:endParaRPr lang="en-GB" sz="1800" dirty="0"/>
          </a:p>
        </p:txBody>
      </p:sp>
    </p:spTree>
    <p:extLst>
      <p:ext uri="{BB962C8B-B14F-4D97-AF65-F5344CB8AC3E}">
        <p14:creationId xmlns:p14="http://schemas.microsoft.com/office/powerpoint/2010/main" val="32222862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10_Blank">
    <p:spTree>
      <p:nvGrpSpPr>
        <p:cNvPr id="1" name=""/>
        <p:cNvGrpSpPr/>
        <p:nvPr/>
      </p:nvGrpSpPr>
      <p:grpSpPr>
        <a:xfrm>
          <a:off x="0" y="0"/>
          <a:ext cx="0" cy="0"/>
          <a:chOff x="0" y="0"/>
          <a:chExt cx="0" cy="0"/>
        </a:xfrm>
      </p:grpSpPr>
      <p:pic>
        <p:nvPicPr>
          <p:cNvPr id="28" name="Picture 27">
            <a:extLst>
              <a:ext uri="{FF2B5EF4-FFF2-40B4-BE49-F238E27FC236}">
                <a16:creationId xmlns:a16="http://schemas.microsoft.com/office/drawing/2014/main" id="{08E75BA0-1E48-FDB9-5F0D-FEA44933DDE7}"/>
              </a:ext>
            </a:extLst>
          </p:cNvPr>
          <p:cNvPicPr>
            <a:picLocks noChangeAspect="1"/>
          </p:cNvPicPr>
          <p:nvPr userDrawn="1"/>
        </p:nvPicPr>
        <p:blipFill>
          <a:blip r:embed="rId3"/>
          <a:stretch>
            <a:fillRect/>
          </a:stretch>
        </p:blipFill>
        <p:spPr>
          <a:xfrm>
            <a:off x="0" y="0"/>
            <a:ext cx="13439775" cy="7559675"/>
          </a:xfrm>
          <a:prstGeom prst="rect">
            <a:avLst/>
          </a:prstGeom>
        </p:spPr>
      </p:pic>
      <p:sp>
        <p:nvSpPr>
          <p:cNvPr id="22" name="Rectangle 21">
            <a:extLst>
              <a:ext uri="{FF2B5EF4-FFF2-40B4-BE49-F238E27FC236}">
                <a16:creationId xmlns:a16="http://schemas.microsoft.com/office/drawing/2014/main" id="{ACA326A9-442C-2E77-DC2A-1E9305A73BB7}"/>
              </a:ext>
            </a:extLst>
          </p:cNvPr>
          <p:cNvSpPr/>
          <p:nvPr userDrawn="1"/>
        </p:nvSpPr>
        <p:spPr>
          <a:xfrm>
            <a:off x="1" y="-1"/>
            <a:ext cx="13439774" cy="7559676"/>
          </a:xfrm>
          <a:prstGeom prst="rect">
            <a:avLst/>
          </a:prstGeom>
          <a:solidFill>
            <a:srgbClr val="000000">
              <a:alpha val="8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a:endParaRPr lang="en-SA" sz="1800">
              <a:solidFill>
                <a:srgbClr val="FDFDF2"/>
              </a:solidFill>
            </a:endParaRPr>
          </a:p>
        </p:txBody>
      </p:sp>
      <p:pic>
        <p:nvPicPr>
          <p:cNvPr id="17" name="Picture 16" descr="A black and gold sign with white text&#10;&#10;AI-generated content may be incorrect.">
            <a:extLst>
              <a:ext uri="{FF2B5EF4-FFF2-40B4-BE49-F238E27FC236}">
                <a16:creationId xmlns:a16="http://schemas.microsoft.com/office/drawing/2014/main" id="{C09F9294-A6C0-AC13-8301-1F6AA7884FB3}"/>
              </a:ext>
            </a:extLst>
          </p:cNvPr>
          <p:cNvPicPr>
            <a:picLocks noChangeAspect="1"/>
          </p:cNvPicPr>
          <p:nvPr userDrawn="1"/>
        </p:nvPicPr>
        <p:blipFill>
          <a:blip r:embed="rId4"/>
          <a:stretch>
            <a:fillRect/>
          </a:stretch>
        </p:blipFill>
        <p:spPr>
          <a:xfrm>
            <a:off x="173170" y="6911195"/>
            <a:ext cx="1303475" cy="385395"/>
          </a:xfrm>
          <a:prstGeom prst="rect">
            <a:avLst/>
          </a:prstGeom>
        </p:spPr>
      </p:pic>
      <p:cxnSp>
        <p:nvCxnSpPr>
          <p:cNvPr id="3" name="Straight Connector 2">
            <a:extLst>
              <a:ext uri="{FF2B5EF4-FFF2-40B4-BE49-F238E27FC236}">
                <a16:creationId xmlns:a16="http://schemas.microsoft.com/office/drawing/2014/main" id="{34C9488C-3CB6-A1BF-F105-0FFBB6F88156}"/>
              </a:ext>
            </a:extLst>
          </p:cNvPr>
          <p:cNvCxnSpPr>
            <a:cxnSpLocks/>
            <a:endCxn id="7" idx="1"/>
          </p:cNvCxnSpPr>
          <p:nvPr userDrawn="1"/>
        </p:nvCxnSpPr>
        <p:spPr>
          <a:xfrm flipV="1">
            <a:off x="1228535" y="7085106"/>
            <a:ext cx="7791640" cy="18761"/>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sp>
        <p:nvSpPr>
          <p:cNvPr id="7" name="TextBox 6">
            <a:extLst>
              <a:ext uri="{FF2B5EF4-FFF2-40B4-BE49-F238E27FC236}">
                <a16:creationId xmlns:a16="http://schemas.microsoft.com/office/drawing/2014/main" id="{3D7E9DDE-7987-9AC9-5252-A94D317A18B0}"/>
              </a:ext>
            </a:extLst>
          </p:cNvPr>
          <p:cNvSpPr txBox="1"/>
          <p:nvPr userDrawn="1"/>
        </p:nvSpPr>
        <p:spPr>
          <a:xfrm>
            <a:off x="9020175" y="6946606"/>
            <a:ext cx="3854544" cy="276999"/>
          </a:xfrm>
          <a:prstGeom prst="rect">
            <a:avLst/>
          </a:prstGeom>
          <a:noFill/>
        </p:spPr>
        <p:txBody>
          <a:bodyPr wrap="square" rtlCol="0">
            <a:spAutoFit/>
          </a:bodyPr>
          <a:lstStyle/>
          <a:p>
            <a:pPr algn="r"/>
            <a:r>
              <a:rPr lang="ar-SA" sz="1200" b="0" dirty="0">
                <a:solidFill>
                  <a:schemeClr val="bg1"/>
                </a:solidFill>
                <a:latin typeface="Abar Mid" pitchFamily="50" charset="-78"/>
                <a:ea typeface="Abar Mid" pitchFamily="50" charset="-78"/>
                <a:cs typeface="Abar Mid" pitchFamily="50" charset="-78"/>
              </a:rPr>
              <a:t>سيتم ضبط الوقت لكل فقرة في الاجتماع بواسطة أمانة الاجتماع</a:t>
            </a:r>
          </a:p>
        </p:txBody>
      </p:sp>
      <p:grpSp>
        <p:nvGrpSpPr>
          <p:cNvPr id="9" name="Stopwatch7" descr="{&quot;Key&quot;:&quot;POWER_USER_SHAPE_ICON&quot;,&quot;Value&quot;:&quot;POWER_USER_SHAPE_ICON_STYLE_1&quot;}">
            <a:extLst>
              <a:ext uri="{FF2B5EF4-FFF2-40B4-BE49-F238E27FC236}">
                <a16:creationId xmlns:a16="http://schemas.microsoft.com/office/drawing/2014/main" id="{191E1788-B9FE-DA63-3806-A9B107003475}"/>
              </a:ext>
            </a:extLst>
          </p:cNvPr>
          <p:cNvGrpSpPr>
            <a:grpSpLocks noChangeAspect="1"/>
          </p:cNvGrpSpPr>
          <p:nvPr userDrawn="1">
            <p:custDataLst>
              <p:tags r:id="rId1"/>
            </p:custDataLst>
          </p:nvPr>
        </p:nvGrpSpPr>
        <p:grpSpPr>
          <a:xfrm>
            <a:off x="12870803" y="6995320"/>
            <a:ext cx="160301" cy="185408"/>
            <a:chOff x="1365250" y="2062163"/>
            <a:chExt cx="263525" cy="304800"/>
          </a:xfrm>
          <a:solidFill>
            <a:schemeClr val="bg1"/>
          </a:solidFill>
        </p:grpSpPr>
        <p:sp>
          <p:nvSpPr>
            <p:cNvPr id="10" name="Freeform 928">
              <a:extLst>
                <a:ext uri="{FF2B5EF4-FFF2-40B4-BE49-F238E27FC236}">
                  <a16:creationId xmlns:a16="http://schemas.microsoft.com/office/drawing/2014/main" id="{57133BE7-7221-A9A6-782C-10D35D49FA63}"/>
                </a:ext>
              </a:extLst>
            </p:cNvPr>
            <p:cNvSpPr>
              <a:spLocks/>
            </p:cNvSpPr>
            <p:nvPr/>
          </p:nvSpPr>
          <p:spPr bwMode="auto">
            <a:xfrm>
              <a:off x="1573213" y="2116138"/>
              <a:ext cx="39688" cy="39688"/>
            </a:xfrm>
            <a:custGeom>
              <a:avLst/>
              <a:gdLst>
                <a:gd name="T0" fmla="*/ 14 w 25"/>
                <a:gd name="T1" fmla="*/ 25 h 25"/>
                <a:gd name="T2" fmla="*/ 9 w 25"/>
                <a:gd name="T3" fmla="*/ 20 h 25"/>
                <a:gd name="T4" fmla="*/ 16 w 25"/>
                <a:gd name="T5" fmla="*/ 14 h 25"/>
                <a:gd name="T6" fmla="*/ 12 w 25"/>
                <a:gd name="T7" fmla="*/ 9 h 25"/>
                <a:gd name="T8" fmla="*/ 5 w 25"/>
                <a:gd name="T9" fmla="*/ 16 h 25"/>
                <a:gd name="T10" fmla="*/ 0 w 25"/>
                <a:gd name="T11" fmla="*/ 12 h 25"/>
                <a:gd name="T12" fmla="*/ 12 w 25"/>
                <a:gd name="T13" fmla="*/ 0 h 25"/>
                <a:gd name="T14" fmla="*/ 25 w 25"/>
                <a:gd name="T15" fmla="*/ 14 h 25"/>
                <a:gd name="T16" fmla="*/ 14 w 25"/>
                <a:gd name="T17" fmla="*/ 25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 h="25">
                  <a:moveTo>
                    <a:pt x="14" y="25"/>
                  </a:moveTo>
                  <a:lnTo>
                    <a:pt x="9" y="20"/>
                  </a:lnTo>
                  <a:lnTo>
                    <a:pt x="16" y="14"/>
                  </a:lnTo>
                  <a:lnTo>
                    <a:pt x="12" y="9"/>
                  </a:lnTo>
                  <a:lnTo>
                    <a:pt x="5" y="16"/>
                  </a:lnTo>
                  <a:lnTo>
                    <a:pt x="0" y="12"/>
                  </a:lnTo>
                  <a:lnTo>
                    <a:pt x="12" y="0"/>
                  </a:lnTo>
                  <a:lnTo>
                    <a:pt x="25" y="14"/>
                  </a:lnTo>
                  <a:lnTo>
                    <a:pt x="14" y="25"/>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fr-FR" dirty="0"/>
            </a:p>
          </p:txBody>
        </p:sp>
        <p:sp>
          <p:nvSpPr>
            <p:cNvPr id="11" name="Freeform 929">
              <a:extLst>
                <a:ext uri="{FF2B5EF4-FFF2-40B4-BE49-F238E27FC236}">
                  <a16:creationId xmlns:a16="http://schemas.microsoft.com/office/drawing/2014/main" id="{204B4B44-29D1-01F2-1043-BAF83A654779}"/>
                </a:ext>
              </a:extLst>
            </p:cNvPr>
            <p:cNvSpPr>
              <a:spLocks noEditPoints="1"/>
            </p:cNvSpPr>
            <p:nvPr/>
          </p:nvSpPr>
          <p:spPr bwMode="auto">
            <a:xfrm>
              <a:off x="1479550" y="2217738"/>
              <a:ext cx="34925" cy="33338"/>
            </a:xfrm>
            <a:custGeom>
              <a:avLst/>
              <a:gdLst>
                <a:gd name="T0" fmla="*/ 28 w 56"/>
                <a:gd name="T1" fmla="*/ 17 h 55"/>
                <a:gd name="T2" fmla="*/ 17 w 56"/>
                <a:gd name="T3" fmla="*/ 28 h 55"/>
                <a:gd name="T4" fmla="*/ 28 w 56"/>
                <a:gd name="T5" fmla="*/ 39 h 55"/>
                <a:gd name="T6" fmla="*/ 39 w 56"/>
                <a:gd name="T7" fmla="*/ 28 h 55"/>
                <a:gd name="T8" fmla="*/ 28 w 56"/>
                <a:gd name="T9" fmla="*/ 17 h 55"/>
                <a:gd name="T10" fmla="*/ 28 w 56"/>
                <a:gd name="T11" fmla="*/ 55 h 55"/>
                <a:gd name="T12" fmla="*/ 0 w 56"/>
                <a:gd name="T13" fmla="*/ 28 h 55"/>
                <a:gd name="T14" fmla="*/ 28 w 56"/>
                <a:gd name="T15" fmla="*/ 0 h 55"/>
                <a:gd name="T16" fmla="*/ 56 w 56"/>
                <a:gd name="T17" fmla="*/ 28 h 55"/>
                <a:gd name="T18" fmla="*/ 28 w 56"/>
                <a:gd name="T19" fmla="*/ 55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6" h="55">
                  <a:moveTo>
                    <a:pt x="28" y="17"/>
                  </a:moveTo>
                  <a:cubicBezTo>
                    <a:pt x="22" y="17"/>
                    <a:pt x="17" y="22"/>
                    <a:pt x="17" y="28"/>
                  </a:cubicBezTo>
                  <a:cubicBezTo>
                    <a:pt x="17" y="34"/>
                    <a:pt x="22" y="39"/>
                    <a:pt x="28" y="39"/>
                  </a:cubicBezTo>
                  <a:cubicBezTo>
                    <a:pt x="34" y="39"/>
                    <a:pt x="39" y="34"/>
                    <a:pt x="39" y="28"/>
                  </a:cubicBezTo>
                  <a:cubicBezTo>
                    <a:pt x="39" y="22"/>
                    <a:pt x="34" y="17"/>
                    <a:pt x="28" y="17"/>
                  </a:cubicBezTo>
                  <a:close/>
                  <a:moveTo>
                    <a:pt x="28" y="55"/>
                  </a:moveTo>
                  <a:cubicBezTo>
                    <a:pt x="13" y="55"/>
                    <a:pt x="0" y="43"/>
                    <a:pt x="0" y="28"/>
                  </a:cubicBezTo>
                  <a:cubicBezTo>
                    <a:pt x="0" y="13"/>
                    <a:pt x="13" y="0"/>
                    <a:pt x="28" y="0"/>
                  </a:cubicBezTo>
                  <a:cubicBezTo>
                    <a:pt x="43" y="0"/>
                    <a:pt x="56" y="13"/>
                    <a:pt x="56" y="28"/>
                  </a:cubicBezTo>
                  <a:cubicBezTo>
                    <a:pt x="56" y="43"/>
                    <a:pt x="43" y="55"/>
                    <a:pt x="28"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fr-FR" dirty="0"/>
            </a:p>
          </p:txBody>
        </p:sp>
        <p:sp>
          <p:nvSpPr>
            <p:cNvPr id="12" name="Freeform 930">
              <a:extLst>
                <a:ext uri="{FF2B5EF4-FFF2-40B4-BE49-F238E27FC236}">
                  <a16:creationId xmlns:a16="http://schemas.microsoft.com/office/drawing/2014/main" id="{879A7866-3516-E465-FD80-BBBC4D1ACFD5}"/>
                </a:ext>
              </a:extLst>
            </p:cNvPr>
            <p:cNvSpPr>
              <a:spLocks/>
            </p:cNvSpPr>
            <p:nvPr/>
          </p:nvSpPr>
          <p:spPr bwMode="auto">
            <a:xfrm>
              <a:off x="1481138" y="2082801"/>
              <a:ext cx="30163" cy="25400"/>
            </a:xfrm>
            <a:custGeom>
              <a:avLst/>
              <a:gdLst>
                <a:gd name="T0" fmla="*/ 19 w 19"/>
                <a:gd name="T1" fmla="*/ 16 h 16"/>
                <a:gd name="T2" fmla="*/ 13 w 19"/>
                <a:gd name="T3" fmla="*/ 16 h 16"/>
                <a:gd name="T4" fmla="*/ 13 w 19"/>
                <a:gd name="T5" fmla="*/ 6 h 16"/>
                <a:gd name="T6" fmla="*/ 7 w 19"/>
                <a:gd name="T7" fmla="*/ 6 h 16"/>
                <a:gd name="T8" fmla="*/ 7 w 19"/>
                <a:gd name="T9" fmla="*/ 16 h 16"/>
                <a:gd name="T10" fmla="*/ 0 w 19"/>
                <a:gd name="T11" fmla="*/ 16 h 16"/>
                <a:gd name="T12" fmla="*/ 0 w 19"/>
                <a:gd name="T13" fmla="*/ 0 h 16"/>
                <a:gd name="T14" fmla="*/ 19 w 19"/>
                <a:gd name="T15" fmla="*/ 0 h 16"/>
                <a:gd name="T16" fmla="*/ 19 w 19"/>
                <a:gd name="T17" fmla="*/ 16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9" h="16">
                  <a:moveTo>
                    <a:pt x="19" y="16"/>
                  </a:moveTo>
                  <a:lnTo>
                    <a:pt x="13" y="16"/>
                  </a:lnTo>
                  <a:lnTo>
                    <a:pt x="13" y="6"/>
                  </a:lnTo>
                  <a:lnTo>
                    <a:pt x="7" y="6"/>
                  </a:lnTo>
                  <a:lnTo>
                    <a:pt x="7" y="16"/>
                  </a:lnTo>
                  <a:lnTo>
                    <a:pt x="0" y="16"/>
                  </a:lnTo>
                  <a:lnTo>
                    <a:pt x="0" y="0"/>
                  </a:lnTo>
                  <a:lnTo>
                    <a:pt x="19" y="0"/>
                  </a:lnTo>
                  <a:lnTo>
                    <a:pt x="19" y="16"/>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fr-FR" dirty="0"/>
            </a:p>
          </p:txBody>
        </p:sp>
        <p:sp>
          <p:nvSpPr>
            <p:cNvPr id="13" name="Freeform 931">
              <a:extLst>
                <a:ext uri="{FF2B5EF4-FFF2-40B4-BE49-F238E27FC236}">
                  <a16:creationId xmlns:a16="http://schemas.microsoft.com/office/drawing/2014/main" id="{F4A8DD8F-0002-C4DD-F930-E5442EE13E12}"/>
                </a:ext>
              </a:extLst>
            </p:cNvPr>
            <p:cNvSpPr>
              <a:spLocks noEditPoints="1"/>
            </p:cNvSpPr>
            <p:nvPr/>
          </p:nvSpPr>
          <p:spPr bwMode="auto">
            <a:xfrm>
              <a:off x="1470025" y="2062163"/>
              <a:ext cx="53975" cy="30163"/>
            </a:xfrm>
            <a:custGeom>
              <a:avLst/>
              <a:gdLst>
                <a:gd name="T0" fmla="*/ 17 w 90"/>
                <a:gd name="T1" fmla="*/ 34 h 50"/>
                <a:gd name="T2" fmla="*/ 73 w 90"/>
                <a:gd name="T3" fmla="*/ 34 h 50"/>
                <a:gd name="T4" fmla="*/ 73 w 90"/>
                <a:gd name="T5" fmla="*/ 17 h 50"/>
                <a:gd name="T6" fmla="*/ 17 w 90"/>
                <a:gd name="T7" fmla="*/ 17 h 50"/>
                <a:gd name="T8" fmla="*/ 17 w 90"/>
                <a:gd name="T9" fmla="*/ 34 h 50"/>
                <a:gd name="T10" fmla="*/ 90 w 90"/>
                <a:gd name="T11" fmla="*/ 50 h 50"/>
                <a:gd name="T12" fmla="*/ 0 w 90"/>
                <a:gd name="T13" fmla="*/ 50 h 50"/>
                <a:gd name="T14" fmla="*/ 0 w 90"/>
                <a:gd name="T15" fmla="*/ 0 h 50"/>
                <a:gd name="T16" fmla="*/ 90 w 90"/>
                <a:gd name="T17" fmla="*/ 0 h 50"/>
                <a:gd name="T18" fmla="*/ 90 w 90"/>
                <a:gd name="T19" fmla="*/ 50 h 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0" h="50">
                  <a:moveTo>
                    <a:pt x="17" y="34"/>
                  </a:moveTo>
                  <a:lnTo>
                    <a:pt x="73" y="34"/>
                  </a:lnTo>
                  <a:lnTo>
                    <a:pt x="73" y="17"/>
                  </a:lnTo>
                  <a:lnTo>
                    <a:pt x="17" y="17"/>
                  </a:lnTo>
                  <a:lnTo>
                    <a:pt x="17" y="34"/>
                  </a:lnTo>
                  <a:close/>
                  <a:moveTo>
                    <a:pt x="90" y="50"/>
                  </a:moveTo>
                  <a:lnTo>
                    <a:pt x="0" y="50"/>
                  </a:lnTo>
                  <a:lnTo>
                    <a:pt x="0" y="0"/>
                  </a:lnTo>
                  <a:lnTo>
                    <a:pt x="90" y="0"/>
                  </a:lnTo>
                  <a:lnTo>
                    <a:pt x="90" y="5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fr-FR" dirty="0"/>
            </a:p>
          </p:txBody>
        </p:sp>
        <p:sp>
          <p:nvSpPr>
            <p:cNvPr id="14" name="Freeform 932">
              <a:extLst>
                <a:ext uri="{FF2B5EF4-FFF2-40B4-BE49-F238E27FC236}">
                  <a16:creationId xmlns:a16="http://schemas.microsoft.com/office/drawing/2014/main" id="{552DFB57-5A6D-5166-EB42-363D3F42C4DA}"/>
                </a:ext>
              </a:extLst>
            </p:cNvPr>
            <p:cNvSpPr>
              <a:spLocks noEditPoints="1"/>
            </p:cNvSpPr>
            <p:nvPr/>
          </p:nvSpPr>
          <p:spPr bwMode="auto">
            <a:xfrm>
              <a:off x="1365250" y="2103438"/>
              <a:ext cx="263525" cy="263525"/>
            </a:xfrm>
            <a:custGeom>
              <a:avLst/>
              <a:gdLst>
                <a:gd name="T0" fmla="*/ 216 w 433"/>
                <a:gd name="T1" fmla="*/ 17 h 433"/>
                <a:gd name="T2" fmla="*/ 16 w 433"/>
                <a:gd name="T3" fmla="*/ 217 h 433"/>
                <a:gd name="T4" fmla="*/ 216 w 433"/>
                <a:gd name="T5" fmla="*/ 417 h 433"/>
                <a:gd name="T6" fmla="*/ 416 w 433"/>
                <a:gd name="T7" fmla="*/ 217 h 433"/>
                <a:gd name="T8" fmla="*/ 216 w 433"/>
                <a:gd name="T9" fmla="*/ 17 h 433"/>
                <a:gd name="T10" fmla="*/ 216 w 433"/>
                <a:gd name="T11" fmla="*/ 433 h 433"/>
                <a:gd name="T12" fmla="*/ 0 w 433"/>
                <a:gd name="T13" fmla="*/ 217 h 433"/>
                <a:gd name="T14" fmla="*/ 216 w 433"/>
                <a:gd name="T15" fmla="*/ 0 h 433"/>
                <a:gd name="T16" fmla="*/ 433 w 433"/>
                <a:gd name="T17" fmla="*/ 217 h 433"/>
                <a:gd name="T18" fmla="*/ 216 w 433"/>
                <a:gd name="T19"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3" h="433">
                  <a:moveTo>
                    <a:pt x="216" y="17"/>
                  </a:moveTo>
                  <a:cubicBezTo>
                    <a:pt x="106" y="17"/>
                    <a:pt x="16" y="107"/>
                    <a:pt x="16" y="217"/>
                  </a:cubicBezTo>
                  <a:cubicBezTo>
                    <a:pt x="16" y="327"/>
                    <a:pt x="106" y="417"/>
                    <a:pt x="216" y="417"/>
                  </a:cubicBezTo>
                  <a:cubicBezTo>
                    <a:pt x="326" y="417"/>
                    <a:pt x="416" y="327"/>
                    <a:pt x="416" y="217"/>
                  </a:cubicBezTo>
                  <a:cubicBezTo>
                    <a:pt x="416" y="107"/>
                    <a:pt x="326" y="17"/>
                    <a:pt x="216" y="17"/>
                  </a:cubicBezTo>
                  <a:close/>
                  <a:moveTo>
                    <a:pt x="216" y="433"/>
                  </a:moveTo>
                  <a:cubicBezTo>
                    <a:pt x="97" y="433"/>
                    <a:pt x="0" y="336"/>
                    <a:pt x="0" y="217"/>
                  </a:cubicBezTo>
                  <a:cubicBezTo>
                    <a:pt x="0" y="97"/>
                    <a:pt x="97" y="0"/>
                    <a:pt x="216" y="0"/>
                  </a:cubicBezTo>
                  <a:cubicBezTo>
                    <a:pt x="335" y="0"/>
                    <a:pt x="433" y="97"/>
                    <a:pt x="433" y="217"/>
                  </a:cubicBezTo>
                  <a:cubicBezTo>
                    <a:pt x="433" y="336"/>
                    <a:pt x="335" y="433"/>
                    <a:pt x="216" y="433"/>
                  </a:cubicBezTo>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fr-FR" dirty="0"/>
            </a:p>
          </p:txBody>
        </p:sp>
        <p:sp>
          <p:nvSpPr>
            <p:cNvPr id="15" name="Freeform 933">
              <a:extLst>
                <a:ext uri="{FF2B5EF4-FFF2-40B4-BE49-F238E27FC236}">
                  <a16:creationId xmlns:a16="http://schemas.microsoft.com/office/drawing/2014/main" id="{3C587E95-9E5F-ECD5-302D-7E1DC4615D8A}"/>
                </a:ext>
              </a:extLst>
            </p:cNvPr>
            <p:cNvSpPr>
              <a:spLocks/>
            </p:cNvSpPr>
            <p:nvPr/>
          </p:nvSpPr>
          <p:spPr bwMode="auto">
            <a:xfrm>
              <a:off x="1492250" y="2128838"/>
              <a:ext cx="111125" cy="111125"/>
            </a:xfrm>
            <a:custGeom>
              <a:avLst/>
              <a:gdLst>
                <a:gd name="T0" fmla="*/ 182 w 182"/>
                <a:gd name="T1" fmla="*/ 182 h 182"/>
                <a:gd name="T2" fmla="*/ 28 w 182"/>
                <a:gd name="T3" fmla="*/ 182 h 182"/>
                <a:gd name="T4" fmla="*/ 28 w 182"/>
                <a:gd name="T5" fmla="*/ 165 h 182"/>
                <a:gd name="T6" fmla="*/ 165 w 182"/>
                <a:gd name="T7" fmla="*/ 165 h 182"/>
                <a:gd name="T8" fmla="*/ 17 w 182"/>
                <a:gd name="T9" fmla="*/ 17 h 182"/>
                <a:gd name="T10" fmla="*/ 17 w 182"/>
                <a:gd name="T11" fmla="*/ 153 h 182"/>
                <a:gd name="T12" fmla="*/ 0 w 182"/>
                <a:gd name="T13" fmla="*/ 153 h 182"/>
                <a:gd name="T14" fmla="*/ 0 w 182"/>
                <a:gd name="T15" fmla="*/ 0 h 182"/>
                <a:gd name="T16" fmla="*/ 8 w 182"/>
                <a:gd name="T17" fmla="*/ 0 h 182"/>
                <a:gd name="T18" fmla="*/ 182 w 182"/>
                <a:gd name="T19" fmla="*/ 173 h 182"/>
                <a:gd name="T20" fmla="*/ 182 w 182"/>
                <a:gd name="T21" fmla="*/ 182 h 1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82" h="182">
                  <a:moveTo>
                    <a:pt x="182" y="182"/>
                  </a:moveTo>
                  <a:lnTo>
                    <a:pt x="28" y="182"/>
                  </a:lnTo>
                  <a:lnTo>
                    <a:pt x="28" y="165"/>
                  </a:lnTo>
                  <a:lnTo>
                    <a:pt x="165" y="165"/>
                  </a:lnTo>
                  <a:cubicBezTo>
                    <a:pt x="161" y="85"/>
                    <a:pt x="96" y="21"/>
                    <a:pt x="17" y="17"/>
                  </a:cubicBezTo>
                  <a:lnTo>
                    <a:pt x="17" y="153"/>
                  </a:lnTo>
                  <a:lnTo>
                    <a:pt x="0" y="153"/>
                  </a:lnTo>
                  <a:lnTo>
                    <a:pt x="0" y="0"/>
                  </a:lnTo>
                  <a:lnTo>
                    <a:pt x="8" y="0"/>
                  </a:lnTo>
                  <a:cubicBezTo>
                    <a:pt x="104" y="0"/>
                    <a:pt x="182" y="78"/>
                    <a:pt x="182" y="173"/>
                  </a:cubicBezTo>
                  <a:lnTo>
                    <a:pt x="182" y="182"/>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fr-FR" dirty="0"/>
            </a:p>
          </p:txBody>
        </p:sp>
        <p:sp>
          <p:nvSpPr>
            <p:cNvPr id="16" name="Freeform 934">
              <a:extLst>
                <a:ext uri="{FF2B5EF4-FFF2-40B4-BE49-F238E27FC236}">
                  <a16:creationId xmlns:a16="http://schemas.microsoft.com/office/drawing/2014/main" id="{386DC3F6-52D0-AD50-7B09-A85CCEF660B9}"/>
                </a:ext>
              </a:extLst>
            </p:cNvPr>
            <p:cNvSpPr>
              <a:spLocks/>
            </p:cNvSpPr>
            <p:nvPr/>
          </p:nvSpPr>
          <p:spPr bwMode="auto">
            <a:xfrm>
              <a:off x="1501775" y="2187576"/>
              <a:ext cx="42863" cy="41275"/>
            </a:xfrm>
            <a:custGeom>
              <a:avLst/>
              <a:gdLst>
                <a:gd name="T0" fmla="*/ 4 w 27"/>
                <a:gd name="T1" fmla="*/ 26 h 26"/>
                <a:gd name="T2" fmla="*/ 0 w 27"/>
                <a:gd name="T3" fmla="*/ 22 h 26"/>
                <a:gd name="T4" fmla="*/ 22 w 27"/>
                <a:gd name="T5" fmla="*/ 0 h 26"/>
                <a:gd name="T6" fmla="*/ 27 w 27"/>
                <a:gd name="T7" fmla="*/ 4 h 26"/>
                <a:gd name="T8" fmla="*/ 4 w 27"/>
                <a:gd name="T9" fmla="*/ 26 h 26"/>
              </a:gdLst>
              <a:ahLst/>
              <a:cxnLst>
                <a:cxn ang="0">
                  <a:pos x="T0" y="T1"/>
                </a:cxn>
                <a:cxn ang="0">
                  <a:pos x="T2" y="T3"/>
                </a:cxn>
                <a:cxn ang="0">
                  <a:pos x="T4" y="T5"/>
                </a:cxn>
                <a:cxn ang="0">
                  <a:pos x="T6" y="T7"/>
                </a:cxn>
                <a:cxn ang="0">
                  <a:pos x="T8" y="T9"/>
                </a:cxn>
              </a:cxnLst>
              <a:rect l="0" t="0" r="r" b="b"/>
              <a:pathLst>
                <a:path w="27" h="26">
                  <a:moveTo>
                    <a:pt x="4" y="26"/>
                  </a:moveTo>
                  <a:lnTo>
                    <a:pt x="0" y="22"/>
                  </a:lnTo>
                  <a:lnTo>
                    <a:pt x="22" y="0"/>
                  </a:lnTo>
                  <a:lnTo>
                    <a:pt x="27" y="4"/>
                  </a:lnTo>
                  <a:lnTo>
                    <a:pt x="4" y="26"/>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fr-FR" dirty="0"/>
            </a:p>
          </p:txBody>
        </p:sp>
        <p:sp>
          <p:nvSpPr>
            <p:cNvPr id="18" name="Freeform 935">
              <a:extLst>
                <a:ext uri="{FF2B5EF4-FFF2-40B4-BE49-F238E27FC236}">
                  <a16:creationId xmlns:a16="http://schemas.microsoft.com/office/drawing/2014/main" id="{E7F16510-46DA-782F-3439-B723CD107737}"/>
                </a:ext>
              </a:extLst>
            </p:cNvPr>
            <p:cNvSpPr>
              <a:spLocks/>
            </p:cNvSpPr>
            <p:nvPr/>
          </p:nvSpPr>
          <p:spPr bwMode="auto">
            <a:xfrm>
              <a:off x="1390650" y="2130426"/>
              <a:ext cx="209550" cy="209550"/>
            </a:xfrm>
            <a:custGeom>
              <a:avLst/>
              <a:gdLst>
                <a:gd name="T0" fmla="*/ 174 w 345"/>
                <a:gd name="T1" fmla="*/ 345 h 345"/>
                <a:gd name="T2" fmla="*/ 0 w 345"/>
                <a:gd name="T3" fmla="*/ 172 h 345"/>
                <a:gd name="T4" fmla="*/ 148 w 345"/>
                <a:gd name="T5" fmla="*/ 0 h 345"/>
                <a:gd name="T6" fmla="*/ 150 w 345"/>
                <a:gd name="T7" fmla="*/ 17 h 345"/>
                <a:gd name="T8" fmla="*/ 17 w 345"/>
                <a:gd name="T9" fmla="*/ 172 h 345"/>
                <a:gd name="T10" fmla="*/ 174 w 345"/>
                <a:gd name="T11" fmla="*/ 329 h 345"/>
                <a:gd name="T12" fmla="*/ 329 w 345"/>
                <a:gd name="T13" fmla="*/ 198 h 345"/>
                <a:gd name="T14" fmla="*/ 345 w 345"/>
                <a:gd name="T15" fmla="*/ 201 h 345"/>
                <a:gd name="T16" fmla="*/ 174 w 345"/>
                <a:gd name="T17" fmla="*/ 345 h 3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45" h="345">
                  <a:moveTo>
                    <a:pt x="174" y="345"/>
                  </a:moveTo>
                  <a:cubicBezTo>
                    <a:pt x="78" y="345"/>
                    <a:pt x="0" y="267"/>
                    <a:pt x="0" y="172"/>
                  </a:cubicBezTo>
                  <a:cubicBezTo>
                    <a:pt x="0" y="87"/>
                    <a:pt x="64" y="13"/>
                    <a:pt x="148" y="0"/>
                  </a:cubicBezTo>
                  <a:lnTo>
                    <a:pt x="150" y="17"/>
                  </a:lnTo>
                  <a:cubicBezTo>
                    <a:pt x="74" y="28"/>
                    <a:pt x="17" y="95"/>
                    <a:pt x="17" y="172"/>
                  </a:cubicBezTo>
                  <a:cubicBezTo>
                    <a:pt x="17" y="258"/>
                    <a:pt x="88" y="329"/>
                    <a:pt x="174" y="329"/>
                  </a:cubicBezTo>
                  <a:cubicBezTo>
                    <a:pt x="251" y="329"/>
                    <a:pt x="316" y="274"/>
                    <a:pt x="329" y="198"/>
                  </a:cubicBezTo>
                  <a:lnTo>
                    <a:pt x="345" y="201"/>
                  </a:lnTo>
                  <a:cubicBezTo>
                    <a:pt x="331" y="285"/>
                    <a:pt x="259" y="345"/>
                    <a:pt x="174" y="345"/>
                  </a:cubicBezTo>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fr-FR" dirty="0"/>
            </a:p>
          </p:txBody>
        </p:sp>
      </p:grpSp>
    </p:spTree>
    <p:extLst>
      <p:ext uri="{BB962C8B-B14F-4D97-AF65-F5344CB8AC3E}">
        <p14:creationId xmlns:p14="http://schemas.microsoft.com/office/powerpoint/2010/main" val="39668318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Blank">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104E9635-A1A7-0DD8-8DD7-E010F044E359}"/>
              </a:ext>
            </a:extLst>
          </p:cNvPr>
          <p:cNvSpPr/>
          <p:nvPr userDrawn="1"/>
        </p:nvSpPr>
        <p:spPr>
          <a:xfrm>
            <a:off x="4" y="0"/>
            <a:ext cx="13439771" cy="7559678"/>
          </a:xfrm>
          <a:prstGeom prst="rect">
            <a:avLst/>
          </a:prstGeom>
          <a:solidFill>
            <a:srgbClr val="FBF7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514414" rtl="0" eaLnBrk="1" latinLnBrk="0" hangingPunct="1"/>
            <a:endParaRPr lang="en-SA" sz="1013">
              <a:ln>
                <a:noFill/>
              </a:ln>
              <a:solidFill>
                <a:srgbClr val="FDFDF2"/>
              </a:solidFill>
            </a:endParaRPr>
          </a:p>
        </p:txBody>
      </p:sp>
      <p:sp>
        <p:nvSpPr>
          <p:cNvPr id="5" name="object 117">
            <a:extLst>
              <a:ext uri="{FF2B5EF4-FFF2-40B4-BE49-F238E27FC236}">
                <a16:creationId xmlns:a16="http://schemas.microsoft.com/office/drawing/2014/main" id="{90F0945D-18CE-B2E6-8EF8-9320F67A0BFA}"/>
              </a:ext>
            </a:extLst>
          </p:cNvPr>
          <p:cNvSpPr/>
          <p:nvPr userDrawn="1"/>
        </p:nvSpPr>
        <p:spPr>
          <a:xfrm>
            <a:off x="12837956" y="6896565"/>
            <a:ext cx="436531" cy="414655"/>
          </a:xfrm>
          <a:custGeom>
            <a:avLst/>
            <a:gdLst/>
            <a:ahLst/>
            <a:cxnLst/>
            <a:rect l="l" t="t" r="r" b="b"/>
            <a:pathLst>
              <a:path w="417830" h="414654">
                <a:moveTo>
                  <a:pt x="59512" y="61899"/>
                </a:moveTo>
                <a:lnTo>
                  <a:pt x="58169" y="100270"/>
                </a:lnTo>
                <a:lnTo>
                  <a:pt x="58391" y="122310"/>
                </a:lnTo>
                <a:lnTo>
                  <a:pt x="60780" y="136344"/>
                </a:lnTo>
                <a:lnTo>
                  <a:pt x="65938" y="150698"/>
                </a:lnTo>
                <a:lnTo>
                  <a:pt x="37747" y="170209"/>
                </a:lnTo>
                <a:lnTo>
                  <a:pt x="21482" y="182727"/>
                </a:lnTo>
                <a:lnTo>
                  <a:pt x="10960" y="193664"/>
                </a:lnTo>
                <a:lnTo>
                  <a:pt x="0" y="208432"/>
                </a:lnTo>
                <a:lnTo>
                  <a:pt x="18765" y="230268"/>
                </a:lnTo>
                <a:lnTo>
                  <a:pt x="32111" y="243817"/>
                </a:lnTo>
                <a:lnTo>
                  <a:pt x="46420" y="254723"/>
                </a:lnTo>
                <a:lnTo>
                  <a:pt x="68071" y="268630"/>
                </a:lnTo>
                <a:lnTo>
                  <a:pt x="62799" y="286727"/>
                </a:lnTo>
                <a:lnTo>
                  <a:pt x="60417" y="301775"/>
                </a:lnTo>
                <a:lnTo>
                  <a:pt x="60363" y="321888"/>
                </a:lnTo>
                <a:lnTo>
                  <a:pt x="62077" y="355180"/>
                </a:lnTo>
                <a:lnTo>
                  <a:pt x="95788" y="357012"/>
                </a:lnTo>
                <a:lnTo>
                  <a:pt x="116592" y="357022"/>
                </a:lnTo>
                <a:lnTo>
                  <a:pt x="133100" y="354670"/>
                </a:lnTo>
                <a:lnTo>
                  <a:pt x="153923" y="349415"/>
                </a:lnTo>
                <a:lnTo>
                  <a:pt x="163964" y="369163"/>
                </a:lnTo>
                <a:lnTo>
                  <a:pt x="173243" y="382528"/>
                </a:lnTo>
                <a:lnTo>
                  <a:pt x="187099" y="395615"/>
                </a:lnTo>
                <a:lnTo>
                  <a:pt x="210870" y="414527"/>
                </a:lnTo>
                <a:lnTo>
                  <a:pt x="238188" y="390040"/>
                </a:lnTo>
                <a:lnTo>
                  <a:pt x="253584" y="374738"/>
                </a:lnTo>
                <a:lnTo>
                  <a:pt x="262716" y="362200"/>
                </a:lnTo>
                <a:lnTo>
                  <a:pt x="271246" y="345998"/>
                </a:lnTo>
                <a:lnTo>
                  <a:pt x="284383" y="350873"/>
                </a:lnTo>
                <a:lnTo>
                  <a:pt x="297805" y="353277"/>
                </a:lnTo>
                <a:lnTo>
                  <a:pt x="319652" y="353912"/>
                </a:lnTo>
                <a:lnTo>
                  <a:pt x="358063" y="353479"/>
                </a:lnTo>
                <a:lnTo>
                  <a:pt x="358848" y="315119"/>
                </a:lnTo>
                <a:lnTo>
                  <a:pt x="358340" y="292727"/>
                </a:lnTo>
                <a:lnTo>
                  <a:pt x="355845" y="277657"/>
                </a:lnTo>
                <a:lnTo>
                  <a:pt x="350672" y="261264"/>
                </a:lnTo>
                <a:lnTo>
                  <a:pt x="367975" y="253366"/>
                </a:lnTo>
                <a:lnTo>
                  <a:pt x="380701" y="244897"/>
                </a:lnTo>
                <a:lnTo>
                  <a:pt x="395113" y="230603"/>
                </a:lnTo>
                <a:lnTo>
                  <a:pt x="417474" y="205231"/>
                </a:lnTo>
                <a:lnTo>
                  <a:pt x="395660" y="181540"/>
                </a:lnTo>
                <a:lnTo>
                  <a:pt x="381073" y="167384"/>
                </a:lnTo>
                <a:lnTo>
                  <a:pt x="367128" y="157131"/>
                </a:lnTo>
                <a:lnTo>
                  <a:pt x="347243" y="145148"/>
                </a:lnTo>
                <a:lnTo>
                  <a:pt x="353622" y="128178"/>
                </a:lnTo>
                <a:lnTo>
                  <a:pt x="356506" y="113449"/>
                </a:lnTo>
                <a:lnTo>
                  <a:pt x="356578" y="92795"/>
                </a:lnTo>
                <a:lnTo>
                  <a:pt x="354520" y="58051"/>
                </a:lnTo>
                <a:lnTo>
                  <a:pt x="328292" y="57437"/>
                </a:lnTo>
                <a:lnTo>
                  <a:pt x="310049" y="57900"/>
                </a:lnTo>
                <a:lnTo>
                  <a:pt x="291242" y="60043"/>
                </a:lnTo>
                <a:lnTo>
                  <a:pt x="263321" y="64465"/>
                </a:lnTo>
                <a:lnTo>
                  <a:pt x="251345" y="44005"/>
                </a:lnTo>
                <a:lnTo>
                  <a:pt x="241377" y="30470"/>
                </a:lnTo>
                <a:lnTo>
                  <a:pt x="228040" y="17816"/>
                </a:lnTo>
                <a:lnTo>
                  <a:pt x="205955" y="0"/>
                </a:lnTo>
                <a:lnTo>
                  <a:pt x="178286" y="25306"/>
                </a:lnTo>
                <a:lnTo>
                  <a:pt x="162863" y="40768"/>
                </a:lnTo>
                <a:lnTo>
                  <a:pt x="154104" y="52708"/>
                </a:lnTo>
                <a:lnTo>
                  <a:pt x="146430" y="67449"/>
                </a:lnTo>
                <a:lnTo>
                  <a:pt x="127970" y="61840"/>
                </a:lnTo>
                <a:lnTo>
                  <a:pt x="112763" y="59393"/>
                </a:lnTo>
                <a:lnTo>
                  <a:pt x="92659" y="59586"/>
                </a:lnTo>
                <a:lnTo>
                  <a:pt x="59512" y="61899"/>
                </a:lnTo>
                <a:close/>
              </a:path>
            </a:pathLst>
          </a:custGeom>
          <a:noFill/>
          <a:ln w="3175">
            <a:solidFill>
              <a:srgbClr val="000000"/>
            </a:solidFill>
          </a:ln>
        </p:spPr>
        <p:txBody>
          <a:bodyPr wrap="square" lIns="0" tIns="0" rIns="0" bIns="0" rtlCol="0"/>
          <a:lstStyle/>
          <a:p>
            <a:pPr lvl="0"/>
            <a:endParaRPr dirty="0">
              <a:solidFill>
                <a:prstClr val="black"/>
              </a:solidFill>
              <a:latin typeface="Aptos" panose="02110004020202020204"/>
            </a:endParaRPr>
          </a:p>
        </p:txBody>
      </p:sp>
      <p:sp>
        <p:nvSpPr>
          <p:cNvPr id="6" name="object 118">
            <a:extLst>
              <a:ext uri="{FF2B5EF4-FFF2-40B4-BE49-F238E27FC236}">
                <a16:creationId xmlns:a16="http://schemas.microsoft.com/office/drawing/2014/main" id="{4F1E0229-DFE8-6264-49CB-BDEAAA46B18F}"/>
              </a:ext>
            </a:extLst>
          </p:cNvPr>
          <p:cNvSpPr/>
          <p:nvPr userDrawn="1"/>
        </p:nvSpPr>
        <p:spPr>
          <a:xfrm>
            <a:off x="12871546" y="6928297"/>
            <a:ext cx="369525" cy="351155"/>
          </a:xfrm>
          <a:custGeom>
            <a:avLst/>
            <a:gdLst/>
            <a:ahLst/>
            <a:cxnLst/>
            <a:rect l="l" t="t" r="r" b="b"/>
            <a:pathLst>
              <a:path w="353694" h="351154">
                <a:moveTo>
                  <a:pt x="50393" y="52412"/>
                </a:moveTo>
                <a:lnTo>
                  <a:pt x="49256" y="84906"/>
                </a:lnTo>
                <a:lnTo>
                  <a:pt x="49444" y="103570"/>
                </a:lnTo>
                <a:lnTo>
                  <a:pt x="51465" y="115454"/>
                </a:lnTo>
                <a:lnTo>
                  <a:pt x="55829" y="127609"/>
                </a:lnTo>
                <a:lnTo>
                  <a:pt x="31961" y="144132"/>
                </a:lnTo>
                <a:lnTo>
                  <a:pt x="18189" y="154733"/>
                </a:lnTo>
                <a:lnTo>
                  <a:pt x="9280" y="163996"/>
                </a:lnTo>
                <a:lnTo>
                  <a:pt x="0" y="176504"/>
                </a:lnTo>
                <a:lnTo>
                  <a:pt x="15888" y="194988"/>
                </a:lnTo>
                <a:lnTo>
                  <a:pt x="27189" y="206459"/>
                </a:lnTo>
                <a:lnTo>
                  <a:pt x="39306" y="215693"/>
                </a:lnTo>
                <a:lnTo>
                  <a:pt x="57645" y="227469"/>
                </a:lnTo>
                <a:lnTo>
                  <a:pt x="53179" y="242795"/>
                </a:lnTo>
                <a:lnTo>
                  <a:pt x="51161" y="255538"/>
                </a:lnTo>
                <a:lnTo>
                  <a:pt x="51115" y="272569"/>
                </a:lnTo>
                <a:lnTo>
                  <a:pt x="52565" y="300761"/>
                </a:lnTo>
                <a:lnTo>
                  <a:pt x="81112" y="302313"/>
                </a:lnTo>
                <a:lnTo>
                  <a:pt x="98729" y="302323"/>
                </a:lnTo>
                <a:lnTo>
                  <a:pt x="112708" y="300332"/>
                </a:lnTo>
                <a:lnTo>
                  <a:pt x="130340" y="295884"/>
                </a:lnTo>
                <a:lnTo>
                  <a:pt x="138844" y="312605"/>
                </a:lnTo>
                <a:lnTo>
                  <a:pt x="146702" y="323921"/>
                </a:lnTo>
                <a:lnTo>
                  <a:pt x="158434" y="335001"/>
                </a:lnTo>
                <a:lnTo>
                  <a:pt x="178562" y="351015"/>
                </a:lnTo>
                <a:lnTo>
                  <a:pt x="201699" y="330277"/>
                </a:lnTo>
                <a:lnTo>
                  <a:pt x="214737" y="317320"/>
                </a:lnTo>
                <a:lnTo>
                  <a:pt x="222471" y="306704"/>
                </a:lnTo>
                <a:lnTo>
                  <a:pt x="229692" y="292988"/>
                </a:lnTo>
                <a:lnTo>
                  <a:pt x="240813" y="297116"/>
                </a:lnTo>
                <a:lnTo>
                  <a:pt x="252177" y="299151"/>
                </a:lnTo>
                <a:lnTo>
                  <a:pt x="270675" y="299686"/>
                </a:lnTo>
                <a:lnTo>
                  <a:pt x="303199" y="299313"/>
                </a:lnTo>
                <a:lnTo>
                  <a:pt x="303866" y="266832"/>
                </a:lnTo>
                <a:lnTo>
                  <a:pt x="303437" y="247872"/>
                </a:lnTo>
                <a:lnTo>
                  <a:pt x="301328" y="235112"/>
                </a:lnTo>
                <a:lnTo>
                  <a:pt x="296951" y="221233"/>
                </a:lnTo>
                <a:lnTo>
                  <a:pt x="311601" y="214541"/>
                </a:lnTo>
                <a:lnTo>
                  <a:pt x="322376" y="207368"/>
                </a:lnTo>
                <a:lnTo>
                  <a:pt x="334581" y="195266"/>
                </a:lnTo>
                <a:lnTo>
                  <a:pt x="353517" y="173786"/>
                </a:lnTo>
                <a:lnTo>
                  <a:pt x="335042" y="153725"/>
                </a:lnTo>
                <a:lnTo>
                  <a:pt x="322689" y="141738"/>
                </a:lnTo>
                <a:lnTo>
                  <a:pt x="310881" y="133056"/>
                </a:lnTo>
                <a:lnTo>
                  <a:pt x="294043" y="122910"/>
                </a:lnTo>
                <a:lnTo>
                  <a:pt x="299447" y="108535"/>
                </a:lnTo>
                <a:lnTo>
                  <a:pt x="301891" y="96061"/>
                </a:lnTo>
                <a:lnTo>
                  <a:pt x="301954" y="78574"/>
                </a:lnTo>
                <a:lnTo>
                  <a:pt x="300215" y="49161"/>
                </a:lnTo>
                <a:lnTo>
                  <a:pt x="277998" y="48632"/>
                </a:lnTo>
                <a:lnTo>
                  <a:pt x="262548" y="49020"/>
                </a:lnTo>
                <a:lnTo>
                  <a:pt x="246624" y="50835"/>
                </a:lnTo>
                <a:lnTo>
                  <a:pt x="222986" y="54584"/>
                </a:lnTo>
                <a:lnTo>
                  <a:pt x="212840" y="37258"/>
                </a:lnTo>
                <a:lnTo>
                  <a:pt x="204396" y="25796"/>
                </a:lnTo>
                <a:lnTo>
                  <a:pt x="193100" y="15083"/>
                </a:lnTo>
                <a:lnTo>
                  <a:pt x="174396" y="0"/>
                </a:lnTo>
                <a:lnTo>
                  <a:pt x="150970" y="21430"/>
                </a:lnTo>
                <a:lnTo>
                  <a:pt x="137912" y="34523"/>
                </a:lnTo>
                <a:lnTo>
                  <a:pt x="130498" y="44632"/>
                </a:lnTo>
                <a:lnTo>
                  <a:pt x="124002" y="57111"/>
                </a:lnTo>
                <a:lnTo>
                  <a:pt x="108372" y="52359"/>
                </a:lnTo>
                <a:lnTo>
                  <a:pt x="95494" y="50285"/>
                </a:lnTo>
                <a:lnTo>
                  <a:pt x="78468" y="50450"/>
                </a:lnTo>
                <a:lnTo>
                  <a:pt x="50393" y="52412"/>
                </a:lnTo>
                <a:close/>
              </a:path>
            </a:pathLst>
          </a:custGeom>
          <a:noFill/>
          <a:ln w="3175">
            <a:solidFill>
              <a:srgbClr val="000000"/>
            </a:solidFill>
          </a:ln>
        </p:spPr>
        <p:txBody>
          <a:bodyPr wrap="square" lIns="0" tIns="0" rIns="0" bIns="0" rtlCol="0"/>
          <a:lstStyle/>
          <a:p>
            <a:pPr lvl="0"/>
            <a:endParaRPr dirty="0">
              <a:solidFill>
                <a:prstClr val="black"/>
              </a:solidFill>
              <a:latin typeface="Aptos" panose="02110004020202020204"/>
            </a:endParaRPr>
          </a:p>
        </p:txBody>
      </p:sp>
      <p:pic>
        <p:nvPicPr>
          <p:cNvPr id="7" name="Picture 6" descr="A black and gold rectangular frame with a black background&#10;&#10;AI-generated content may be incorrect.">
            <a:extLst>
              <a:ext uri="{FF2B5EF4-FFF2-40B4-BE49-F238E27FC236}">
                <a16:creationId xmlns:a16="http://schemas.microsoft.com/office/drawing/2014/main" id="{37CB2E98-CB7B-74B6-090D-5649286C4901}"/>
              </a:ext>
            </a:extLst>
          </p:cNvPr>
          <p:cNvPicPr>
            <a:picLocks noChangeAspect="1"/>
          </p:cNvPicPr>
          <p:nvPr userDrawn="1"/>
        </p:nvPicPr>
        <p:blipFill>
          <a:blip r:embed="rId2"/>
          <a:stretch>
            <a:fillRect/>
          </a:stretch>
        </p:blipFill>
        <p:spPr>
          <a:xfrm>
            <a:off x="173170" y="6911195"/>
            <a:ext cx="1303475" cy="385395"/>
          </a:xfrm>
          <a:prstGeom prst="rect">
            <a:avLst/>
          </a:prstGeom>
          <a:effectLst/>
        </p:spPr>
      </p:pic>
      <p:cxnSp>
        <p:nvCxnSpPr>
          <p:cNvPr id="8" name="Straight Connector 7">
            <a:extLst>
              <a:ext uri="{FF2B5EF4-FFF2-40B4-BE49-F238E27FC236}">
                <a16:creationId xmlns:a16="http://schemas.microsoft.com/office/drawing/2014/main" id="{80DB1003-82B0-D205-4787-ACA1105F5FF6}"/>
              </a:ext>
            </a:extLst>
          </p:cNvPr>
          <p:cNvCxnSpPr>
            <a:cxnSpLocks/>
          </p:cNvCxnSpPr>
          <p:nvPr userDrawn="1"/>
        </p:nvCxnSpPr>
        <p:spPr>
          <a:xfrm>
            <a:off x="1620420" y="7103867"/>
            <a:ext cx="11217536" cy="0"/>
          </a:xfrm>
          <a:prstGeom prst="line">
            <a:avLst/>
          </a:prstGeom>
          <a:noFill/>
          <a:ln w="3175" cap="flat" cmpd="sng" algn="ctr">
            <a:solidFill>
              <a:srgbClr val="000000"/>
            </a:solidFill>
            <a:prstDash val="solid"/>
            <a:miter lim="800000"/>
          </a:ln>
          <a:effectLst/>
        </p:spPr>
      </p:cxnSp>
      <p:sp>
        <p:nvSpPr>
          <p:cNvPr id="9" name="Date Placeholder 3">
            <a:extLst>
              <a:ext uri="{FF2B5EF4-FFF2-40B4-BE49-F238E27FC236}">
                <a16:creationId xmlns:a16="http://schemas.microsoft.com/office/drawing/2014/main" id="{F1964FF8-964D-1D26-71F7-1428A14E37C9}"/>
              </a:ext>
            </a:extLst>
          </p:cNvPr>
          <p:cNvSpPr txBox="1">
            <a:spLocks/>
          </p:cNvSpPr>
          <p:nvPr userDrawn="1"/>
        </p:nvSpPr>
        <p:spPr>
          <a:xfrm>
            <a:off x="12984887" y="7042317"/>
            <a:ext cx="142668" cy="123111"/>
          </a:xfrm>
          <a:prstGeom prst="rect">
            <a:avLst/>
          </a:prstGeom>
        </p:spPr>
        <p:txBody>
          <a:bodyPr wrap="none" lIns="0" tIns="0" rIns="0" bIns="0" anchor="ctr">
            <a:spAutoFit/>
          </a:bodyPr>
          <a:lstStyle>
            <a:defPPr>
              <a:defRPr lang="en-SA"/>
            </a:defPPr>
            <a:lvl1pPr marL="0" algn="l" defTabSz="914400" rtl="0" eaLnBrk="1" latinLnBrk="0" hangingPunct="1">
              <a:defRPr sz="1000" kern="1200">
                <a:solidFill>
                  <a:schemeClr val="bg2"/>
                </a:solidFill>
                <a:latin typeface="Readex Pro Deca" pitchFamily="2" charset="-78"/>
                <a:ea typeface="+mn-ea"/>
                <a:cs typeface="Readex Pro Deca" pitchFamily="2" charset="-78"/>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0CA8B97-79F7-4841-B144-26FBE5AC4C5B}" type="slidenum">
              <a:rPr lang="en-US" sz="800">
                <a:solidFill>
                  <a:srgbClr val="000000"/>
                </a:solidFill>
                <a:latin typeface="Abar Mid" pitchFamily="2" charset="-78"/>
                <a:ea typeface="Abar Mid" pitchFamily="2" charset="-78"/>
                <a:cs typeface="Abar Mid" pitchFamily="2" charset="-78"/>
              </a:rPr>
              <a:pPr algn="ctr"/>
              <a:t>‹#›</a:t>
            </a:fld>
            <a:endParaRPr lang="en-SA" sz="800">
              <a:solidFill>
                <a:srgbClr val="000000"/>
              </a:solidFill>
              <a:latin typeface="Abar Mid" pitchFamily="2" charset="-78"/>
              <a:ea typeface="Abar Mid" pitchFamily="2" charset="-78"/>
              <a:cs typeface="Abar Mid" pitchFamily="2" charset="-78"/>
            </a:endParaRPr>
          </a:p>
        </p:txBody>
      </p:sp>
      <p:sp>
        <p:nvSpPr>
          <p:cNvPr id="23" name="Rectangle 22">
            <a:extLst>
              <a:ext uri="{FF2B5EF4-FFF2-40B4-BE49-F238E27FC236}">
                <a16:creationId xmlns:a16="http://schemas.microsoft.com/office/drawing/2014/main" id="{807A3424-ACB0-799E-A262-9C04DD4161AC}"/>
              </a:ext>
            </a:extLst>
          </p:cNvPr>
          <p:cNvSpPr/>
          <p:nvPr userDrawn="1"/>
        </p:nvSpPr>
        <p:spPr>
          <a:xfrm>
            <a:off x="-2" y="7444076"/>
            <a:ext cx="13439778" cy="115601"/>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Tree>
    <p:extLst>
      <p:ext uri="{BB962C8B-B14F-4D97-AF65-F5344CB8AC3E}">
        <p14:creationId xmlns:p14="http://schemas.microsoft.com/office/powerpoint/2010/main" val="65637289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_Blan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1D1EB5A-7194-33FF-B7CB-8987D955B463}"/>
              </a:ext>
            </a:extLst>
          </p:cNvPr>
          <p:cNvSpPr/>
          <p:nvPr userDrawn="1"/>
        </p:nvSpPr>
        <p:spPr>
          <a:xfrm>
            <a:off x="4" y="0"/>
            <a:ext cx="13439771" cy="7559678"/>
          </a:xfrm>
          <a:prstGeom prst="rect">
            <a:avLst/>
          </a:prstGeom>
          <a:solidFill>
            <a:srgbClr val="FBF7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514414" rtl="0" eaLnBrk="1" latinLnBrk="0" hangingPunct="1"/>
            <a:endParaRPr lang="en-SA" sz="1013">
              <a:ln>
                <a:noFill/>
              </a:ln>
              <a:solidFill>
                <a:srgbClr val="FDFDF2"/>
              </a:solidFill>
            </a:endParaRPr>
          </a:p>
        </p:txBody>
      </p:sp>
      <p:sp>
        <p:nvSpPr>
          <p:cNvPr id="8" name="object 117">
            <a:extLst>
              <a:ext uri="{FF2B5EF4-FFF2-40B4-BE49-F238E27FC236}">
                <a16:creationId xmlns:a16="http://schemas.microsoft.com/office/drawing/2014/main" id="{C9D57042-220D-8769-F637-CF526A7A6C49}"/>
              </a:ext>
            </a:extLst>
          </p:cNvPr>
          <p:cNvSpPr/>
          <p:nvPr userDrawn="1"/>
        </p:nvSpPr>
        <p:spPr>
          <a:xfrm>
            <a:off x="12837956" y="6896565"/>
            <a:ext cx="436531" cy="414655"/>
          </a:xfrm>
          <a:custGeom>
            <a:avLst/>
            <a:gdLst/>
            <a:ahLst/>
            <a:cxnLst/>
            <a:rect l="l" t="t" r="r" b="b"/>
            <a:pathLst>
              <a:path w="417830" h="414654">
                <a:moveTo>
                  <a:pt x="59512" y="61899"/>
                </a:moveTo>
                <a:lnTo>
                  <a:pt x="58169" y="100270"/>
                </a:lnTo>
                <a:lnTo>
                  <a:pt x="58391" y="122310"/>
                </a:lnTo>
                <a:lnTo>
                  <a:pt x="60780" y="136344"/>
                </a:lnTo>
                <a:lnTo>
                  <a:pt x="65938" y="150698"/>
                </a:lnTo>
                <a:lnTo>
                  <a:pt x="37747" y="170209"/>
                </a:lnTo>
                <a:lnTo>
                  <a:pt x="21482" y="182727"/>
                </a:lnTo>
                <a:lnTo>
                  <a:pt x="10960" y="193664"/>
                </a:lnTo>
                <a:lnTo>
                  <a:pt x="0" y="208432"/>
                </a:lnTo>
                <a:lnTo>
                  <a:pt x="18765" y="230268"/>
                </a:lnTo>
                <a:lnTo>
                  <a:pt x="32111" y="243817"/>
                </a:lnTo>
                <a:lnTo>
                  <a:pt x="46420" y="254723"/>
                </a:lnTo>
                <a:lnTo>
                  <a:pt x="68071" y="268630"/>
                </a:lnTo>
                <a:lnTo>
                  <a:pt x="62799" y="286727"/>
                </a:lnTo>
                <a:lnTo>
                  <a:pt x="60417" y="301775"/>
                </a:lnTo>
                <a:lnTo>
                  <a:pt x="60363" y="321888"/>
                </a:lnTo>
                <a:lnTo>
                  <a:pt x="62077" y="355180"/>
                </a:lnTo>
                <a:lnTo>
                  <a:pt x="95788" y="357012"/>
                </a:lnTo>
                <a:lnTo>
                  <a:pt x="116592" y="357022"/>
                </a:lnTo>
                <a:lnTo>
                  <a:pt x="133100" y="354670"/>
                </a:lnTo>
                <a:lnTo>
                  <a:pt x="153923" y="349415"/>
                </a:lnTo>
                <a:lnTo>
                  <a:pt x="163964" y="369163"/>
                </a:lnTo>
                <a:lnTo>
                  <a:pt x="173243" y="382528"/>
                </a:lnTo>
                <a:lnTo>
                  <a:pt x="187099" y="395615"/>
                </a:lnTo>
                <a:lnTo>
                  <a:pt x="210870" y="414527"/>
                </a:lnTo>
                <a:lnTo>
                  <a:pt x="238188" y="390040"/>
                </a:lnTo>
                <a:lnTo>
                  <a:pt x="253584" y="374738"/>
                </a:lnTo>
                <a:lnTo>
                  <a:pt x="262716" y="362200"/>
                </a:lnTo>
                <a:lnTo>
                  <a:pt x="271246" y="345998"/>
                </a:lnTo>
                <a:lnTo>
                  <a:pt x="284383" y="350873"/>
                </a:lnTo>
                <a:lnTo>
                  <a:pt x="297805" y="353277"/>
                </a:lnTo>
                <a:lnTo>
                  <a:pt x="319652" y="353912"/>
                </a:lnTo>
                <a:lnTo>
                  <a:pt x="358063" y="353479"/>
                </a:lnTo>
                <a:lnTo>
                  <a:pt x="358848" y="315119"/>
                </a:lnTo>
                <a:lnTo>
                  <a:pt x="358340" y="292727"/>
                </a:lnTo>
                <a:lnTo>
                  <a:pt x="355845" y="277657"/>
                </a:lnTo>
                <a:lnTo>
                  <a:pt x="350672" y="261264"/>
                </a:lnTo>
                <a:lnTo>
                  <a:pt x="367975" y="253366"/>
                </a:lnTo>
                <a:lnTo>
                  <a:pt x="380701" y="244897"/>
                </a:lnTo>
                <a:lnTo>
                  <a:pt x="395113" y="230603"/>
                </a:lnTo>
                <a:lnTo>
                  <a:pt x="417474" y="205231"/>
                </a:lnTo>
                <a:lnTo>
                  <a:pt x="395660" y="181540"/>
                </a:lnTo>
                <a:lnTo>
                  <a:pt x="381073" y="167384"/>
                </a:lnTo>
                <a:lnTo>
                  <a:pt x="367128" y="157131"/>
                </a:lnTo>
                <a:lnTo>
                  <a:pt x="347243" y="145148"/>
                </a:lnTo>
                <a:lnTo>
                  <a:pt x="353622" y="128178"/>
                </a:lnTo>
                <a:lnTo>
                  <a:pt x="356506" y="113449"/>
                </a:lnTo>
                <a:lnTo>
                  <a:pt x="356578" y="92795"/>
                </a:lnTo>
                <a:lnTo>
                  <a:pt x="354520" y="58051"/>
                </a:lnTo>
                <a:lnTo>
                  <a:pt x="328292" y="57437"/>
                </a:lnTo>
                <a:lnTo>
                  <a:pt x="310049" y="57900"/>
                </a:lnTo>
                <a:lnTo>
                  <a:pt x="291242" y="60043"/>
                </a:lnTo>
                <a:lnTo>
                  <a:pt x="263321" y="64465"/>
                </a:lnTo>
                <a:lnTo>
                  <a:pt x="251345" y="44005"/>
                </a:lnTo>
                <a:lnTo>
                  <a:pt x="241377" y="30470"/>
                </a:lnTo>
                <a:lnTo>
                  <a:pt x="228040" y="17816"/>
                </a:lnTo>
                <a:lnTo>
                  <a:pt x="205955" y="0"/>
                </a:lnTo>
                <a:lnTo>
                  <a:pt x="178286" y="25306"/>
                </a:lnTo>
                <a:lnTo>
                  <a:pt x="162863" y="40768"/>
                </a:lnTo>
                <a:lnTo>
                  <a:pt x="154104" y="52708"/>
                </a:lnTo>
                <a:lnTo>
                  <a:pt x="146430" y="67449"/>
                </a:lnTo>
                <a:lnTo>
                  <a:pt x="127970" y="61840"/>
                </a:lnTo>
                <a:lnTo>
                  <a:pt x="112763" y="59393"/>
                </a:lnTo>
                <a:lnTo>
                  <a:pt x="92659" y="59586"/>
                </a:lnTo>
                <a:lnTo>
                  <a:pt x="59512" y="61899"/>
                </a:lnTo>
                <a:close/>
              </a:path>
            </a:pathLst>
          </a:custGeom>
          <a:noFill/>
          <a:ln w="3175">
            <a:solidFill>
              <a:srgbClr val="000000"/>
            </a:solidFill>
          </a:ln>
        </p:spPr>
        <p:txBody>
          <a:bodyPr wrap="square" lIns="0" tIns="0" rIns="0" bIns="0" rtlCol="0"/>
          <a:lstStyle/>
          <a:p>
            <a:pPr lvl="0"/>
            <a:endParaRPr dirty="0">
              <a:solidFill>
                <a:prstClr val="black"/>
              </a:solidFill>
              <a:latin typeface="Aptos" panose="02110004020202020204"/>
            </a:endParaRPr>
          </a:p>
        </p:txBody>
      </p:sp>
      <p:sp>
        <p:nvSpPr>
          <p:cNvPr id="9" name="object 118">
            <a:extLst>
              <a:ext uri="{FF2B5EF4-FFF2-40B4-BE49-F238E27FC236}">
                <a16:creationId xmlns:a16="http://schemas.microsoft.com/office/drawing/2014/main" id="{5D91F9F7-1F5A-F2BB-FA97-176C057087A0}"/>
              </a:ext>
            </a:extLst>
          </p:cNvPr>
          <p:cNvSpPr/>
          <p:nvPr userDrawn="1"/>
        </p:nvSpPr>
        <p:spPr>
          <a:xfrm>
            <a:off x="12871546" y="6928297"/>
            <a:ext cx="369525" cy="351155"/>
          </a:xfrm>
          <a:custGeom>
            <a:avLst/>
            <a:gdLst/>
            <a:ahLst/>
            <a:cxnLst/>
            <a:rect l="l" t="t" r="r" b="b"/>
            <a:pathLst>
              <a:path w="353694" h="351154">
                <a:moveTo>
                  <a:pt x="50393" y="52412"/>
                </a:moveTo>
                <a:lnTo>
                  <a:pt x="49256" y="84906"/>
                </a:lnTo>
                <a:lnTo>
                  <a:pt x="49444" y="103570"/>
                </a:lnTo>
                <a:lnTo>
                  <a:pt x="51465" y="115454"/>
                </a:lnTo>
                <a:lnTo>
                  <a:pt x="55829" y="127609"/>
                </a:lnTo>
                <a:lnTo>
                  <a:pt x="31961" y="144132"/>
                </a:lnTo>
                <a:lnTo>
                  <a:pt x="18189" y="154733"/>
                </a:lnTo>
                <a:lnTo>
                  <a:pt x="9280" y="163996"/>
                </a:lnTo>
                <a:lnTo>
                  <a:pt x="0" y="176504"/>
                </a:lnTo>
                <a:lnTo>
                  <a:pt x="15888" y="194988"/>
                </a:lnTo>
                <a:lnTo>
                  <a:pt x="27189" y="206459"/>
                </a:lnTo>
                <a:lnTo>
                  <a:pt x="39306" y="215693"/>
                </a:lnTo>
                <a:lnTo>
                  <a:pt x="57645" y="227469"/>
                </a:lnTo>
                <a:lnTo>
                  <a:pt x="53179" y="242795"/>
                </a:lnTo>
                <a:lnTo>
                  <a:pt x="51161" y="255538"/>
                </a:lnTo>
                <a:lnTo>
                  <a:pt x="51115" y="272569"/>
                </a:lnTo>
                <a:lnTo>
                  <a:pt x="52565" y="300761"/>
                </a:lnTo>
                <a:lnTo>
                  <a:pt x="81112" y="302313"/>
                </a:lnTo>
                <a:lnTo>
                  <a:pt x="98729" y="302323"/>
                </a:lnTo>
                <a:lnTo>
                  <a:pt x="112708" y="300332"/>
                </a:lnTo>
                <a:lnTo>
                  <a:pt x="130340" y="295884"/>
                </a:lnTo>
                <a:lnTo>
                  <a:pt x="138844" y="312605"/>
                </a:lnTo>
                <a:lnTo>
                  <a:pt x="146702" y="323921"/>
                </a:lnTo>
                <a:lnTo>
                  <a:pt x="158434" y="335001"/>
                </a:lnTo>
                <a:lnTo>
                  <a:pt x="178562" y="351015"/>
                </a:lnTo>
                <a:lnTo>
                  <a:pt x="201699" y="330277"/>
                </a:lnTo>
                <a:lnTo>
                  <a:pt x="214737" y="317320"/>
                </a:lnTo>
                <a:lnTo>
                  <a:pt x="222471" y="306704"/>
                </a:lnTo>
                <a:lnTo>
                  <a:pt x="229692" y="292988"/>
                </a:lnTo>
                <a:lnTo>
                  <a:pt x="240813" y="297116"/>
                </a:lnTo>
                <a:lnTo>
                  <a:pt x="252177" y="299151"/>
                </a:lnTo>
                <a:lnTo>
                  <a:pt x="270675" y="299686"/>
                </a:lnTo>
                <a:lnTo>
                  <a:pt x="303199" y="299313"/>
                </a:lnTo>
                <a:lnTo>
                  <a:pt x="303866" y="266832"/>
                </a:lnTo>
                <a:lnTo>
                  <a:pt x="303437" y="247872"/>
                </a:lnTo>
                <a:lnTo>
                  <a:pt x="301328" y="235112"/>
                </a:lnTo>
                <a:lnTo>
                  <a:pt x="296951" y="221233"/>
                </a:lnTo>
                <a:lnTo>
                  <a:pt x="311601" y="214541"/>
                </a:lnTo>
                <a:lnTo>
                  <a:pt x="322376" y="207368"/>
                </a:lnTo>
                <a:lnTo>
                  <a:pt x="334581" y="195266"/>
                </a:lnTo>
                <a:lnTo>
                  <a:pt x="353517" y="173786"/>
                </a:lnTo>
                <a:lnTo>
                  <a:pt x="335042" y="153725"/>
                </a:lnTo>
                <a:lnTo>
                  <a:pt x="322689" y="141738"/>
                </a:lnTo>
                <a:lnTo>
                  <a:pt x="310881" y="133056"/>
                </a:lnTo>
                <a:lnTo>
                  <a:pt x="294043" y="122910"/>
                </a:lnTo>
                <a:lnTo>
                  <a:pt x="299447" y="108535"/>
                </a:lnTo>
                <a:lnTo>
                  <a:pt x="301891" y="96061"/>
                </a:lnTo>
                <a:lnTo>
                  <a:pt x="301954" y="78574"/>
                </a:lnTo>
                <a:lnTo>
                  <a:pt x="300215" y="49161"/>
                </a:lnTo>
                <a:lnTo>
                  <a:pt x="277998" y="48632"/>
                </a:lnTo>
                <a:lnTo>
                  <a:pt x="262548" y="49020"/>
                </a:lnTo>
                <a:lnTo>
                  <a:pt x="246624" y="50835"/>
                </a:lnTo>
                <a:lnTo>
                  <a:pt x="222986" y="54584"/>
                </a:lnTo>
                <a:lnTo>
                  <a:pt x="212840" y="37258"/>
                </a:lnTo>
                <a:lnTo>
                  <a:pt x="204396" y="25796"/>
                </a:lnTo>
                <a:lnTo>
                  <a:pt x="193100" y="15083"/>
                </a:lnTo>
                <a:lnTo>
                  <a:pt x="174396" y="0"/>
                </a:lnTo>
                <a:lnTo>
                  <a:pt x="150970" y="21430"/>
                </a:lnTo>
                <a:lnTo>
                  <a:pt x="137912" y="34523"/>
                </a:lnTo>
                <a:lnTo>
                  <a:pt x="130498" y="44632"/>
                </a:lnTo>
                <a:lnTo>
                  <a:pt x="124002" y="57111"/>
                </a:lnTo>
                <a:lnTo>
                  <a:pt x="108372" y="52359"/>
                </a:lnTo>
                <a:lnTo>
                  <a:pt x="95494" y="50285"/>
                </a:lnTo>
                <a:lnTo>
                  <a:pt x="78468" y="50450"/>
                </a:lnTo>
                <a:lnTo>
                  <a:pt x="50393" y="52412"/>
                </a:lnTo>
                <a:close/>
              </a:path>
            </a:pathLst>
          </a:custGeom>
          <a:noFill/>
          <a:ln w="3175">
            <a:solidFill>
              <a:srgbClr val="000000"/>
            </a:solidFill>
          </a:ln>
        </p:spPr>
        <p:txBody>
          <a:bodyPr wrap="square" lIns="0" tIns="0" rIns="0" bIns="0" rtlCol="0"/>
          <a:lstStyle/>
          <a:p>
            <a:pPr lvl="0"/>
            <a:endParaRPr dirty="0">
              <a:solidFill>
                <a:prstClr val="black"/>
              </a:solidFill>
              <a:latin typeface="Aptos" panose="02110004020202020204"/>
            </a:endParaRPr>
          </a:p>
        </p:txBody>
      </p:sp>
      <p:pic>
        <p:nvPicPr>
          <p:cNvPr id="10" name="Picture 9" descr="A black and gold rectangular frame with a black background&#10;&#10;AI-generated content may be incorrect.">
            <a:extLst>
              <a:ext uri="{FF2B5EF4-FFF2-40B4-BE49-F238E27FC236}">
                <a16:creationId xmlns:a16="http://schemas.microsoft.com/office/drawing/2014/main" id="{0230E449-F311-8C44-3D1E-C3275C1C3FFA}"/>
              </a:ext>
            </a:extLst>
          </p:cNvPr>
          <p:cNvPicPr>
            <a:picLocks noChangeAspect="1"/>
          </p:cNvPicPr>
          <p:nvPr userDrawn="1"/>
        </p:nvPicPr>
        <p:blipFill>
          <a:blip r:embed="rId2"/>
          <a:stretch>
            <a:fillRect/>
          </a:stretch>
        </p:blipFill>
        <p:spPr>
          <a:xfrm>
            <a:off x="173170" y="6911195"/>
            <a:ext cx="1303475" cy="385395"/>
          </a:xfrm>
          <a:prstGeom prst="rect">
            <a:avLst/>
          </a:prstGeom>
          <a:effectLst/>
        </p:spPr>
      </p:pic>
      <p:cxnSp>
        <p:nvCxnSpPr>
          <p:cNvPr id="11" name="Straight Connector 10">
            <a:extLst>
              <a:ext uri="{FF2B5EF4-FFF2-40B4-BE49-F238E27FC236}">
                <a16:creationId xmlns:a16="http://schemas.microsoft.com/office/drawing/2014/main" id="{DDE57EBF-E4BD-DCF0-B9E9-8E5B55BACF4E}"/>
              </a:ext>
            </a:extLst>
          </p:cNvPr>
          <p:cNvCxnSpPr>
            <a:cxnSpLocks/>
          </p:cNvCxnSpPr>
          <p:nvPr userDrawn="1"/>
        </p:nvCxnSpPr>
        <p:spPr>
          <a:xfrm>
            <a:off x="1620420" y="7103867"/>
            <a:ext cx="11217536" cy="0"/>
          </a:xfrm>
          <a:prstGeom prst="line">
            <a:avLst/>
          </a:prstGeom>
          <a:noFill/>
          <a:ln w="3175" cap="flat" cmpd="sng" algn="ctr">
            <a:solidFill>
              <a:srgbClr val="000000"/>
            </a:solidFill>
            <a:prstDash val="solid"/>
            <a:miter lim="800000"/>
          </a:ln>
          <a:effectLst/>
        </p:spPr>
      </p:cxnSp>
      <p:sp>
        <p:nvSpPr>
          <p:cNvPr id="12" name="Date Placeholder 3">
            <a:extLst>
              <a:ext uri="{FF2B5EF4-FFF2-40B4-BE49-F238E27FC236}">
                <a16:creationId xmlns:a16="http://schemas.microsoft.com/office/drawing/2014/main" id="{58BAF67A-D201-7266-1603-DF2A9D8CCAF6}"/>
              </a:ext>
            </a:extLst>
          </p:cNvPr>
          <p:cNvSpPr txBox="1">
            <a:spLocks/>
          </p:cNvSpPr>
          <p:nvPr userDrawn="1"/>
        </p:nvSpPr>
        <p:spPr>
          <a:xfrm>
            <a:off x="12984887" y="7042317"/>
            <a:ext cx="142668" cy="123111"/>
          </a:xfrm>
          <a:prstGeom prst="rect">
            <a:avLst/>
          </a:prstGeom>
        </p:spPr>
        <p:txBody>
          <a:bodyPr wrap="none" lIns="0" tIns="0" rIns="0" bIns="0" anchor="ctr">
            <a:spAutoFit/>
          </a:bodyPr>
          <a:lstStyle>
            <a:defPPr>
              <a:defRPr lang="en-SA"/>
            </a:defPPr>
            <a:lvl1pPr marL="0" algn="l" defTabSz="914400" rtl="0" eaLnBrk="1" latinLnBrk="0" hangingPunct="1">
              <a:defRPr sz="1000" kern="1200">
                <a:solidFill>
                  <a:schemeClr val="bg2"/>
                </a:solidFill>
                <a:latin typeface="Readex Pro Deca" pitchFamily="2" charset="-78"/>
                <a:ea typeface="+mn-ea"/>
                <a:cs typeface="Readex Pro Deca" pitchFamily="2" charset="-78"/>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0CA8B97-79F7-4841-B144-26FBE5AC4C5B}" type="slidenum">
              <a:rPr lang="en-US" sz="800">
                <a:solidFill>
                  <a:srgbClr val="000000"/>
                </a:solidFill>
                <a:latin typeface="Abar Mid" pitchFamily="2" charset="-78"/>
                <a:ea typeface="Abar Mid" pitchFamily="2" charset="-78"/>
                <a:cs typeface="Abar Mid" pitchFamily="2" charset="-78"/>
              </a:rPr>
              <a:pPr algn="ctr"/>
              <a:t>‹#›</a:t>
            </a:fld>
            <a:endParaRPr lang="en-SA" sz="800">
              <a:solidFill>
                <a:srgbClr val="000000"/>
              </a:solidFill>
              <a:latin typeface="Abar Mid" pitchFamily="2" charset="-78"/>
              <a:ea typeface="Abar Mid" pitchFamily="2" charset="-78"/>
              <a:cs typeface="Abar Mid" pitchFamily="2" charset="-78"/>
            </a:endParaRPr>
          </a:p>
        </p:txBody>
      </p:sp>
      <p:sp>
        <p:nvSpPr>
          <p:cNvPr id="18" name="Rectangle 17">
            <a:extLst>
              <a:ext uri="{FF2B5EF4-FFF2-40B4-BE49-F238E27FC236}">
                <a16:creationId xmlns:a16="http://schemas.microsoft.com/office/drawing/2014/main" id="{35EBD517-F8AC-477E-4541-B01A43A1AECF}"/>
              </a:ext>
            </a:extLst>
          </p:cNvPr>
          <p:cNvSpPr/>
          <p:nvPr userDrawn="1"/>
        </p:nvSpPr>
        <p:spPr>
          <a:xfrm>
            <a:off x="-2" y="7444076"/>
            <a:ext cx="13439778" cy="115601"/>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Tree>
    <p:extLst>
      <p:ext uri="{BB962C8B-B14F-4D97-AF65-F5344CB8AC3E}">
        <p14:creationId xmlns:p14="http://schemas.microsoft.com/office/powerpoint/2010/main" val="24459196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4_Blan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5416F5F-EB7F-156A-2418-9E1431E14DAB}"/>
              </a:ext>
            </a:extLst>
          </p:cNvPr>
          <p:cNvSpPr/>
          <p:nvPr userDrawn="1"/>
        </p:nvSpPr>
        <p:spPr>
          <a:xfrm>
            <a:off x="4" y="0"/>
            <a:ext cx="13439771" cy="7559678"/>
          </a:xfrm>
          <a:prstGeom prst="rect">
            <a:avLst/>
          </a:prstGeom>
          <a:solidFill>
            <a:srgbClr val="FBF7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514414" rtl="0" eaLnBrk="1" latinLnBrk="0" hangingPunct="1"/>
            <a:endParaRPr lang="en-SA" sz="1013">
              <a:ln>
                <a:noFill/>
              </a:ln>
              <a:solidFill>
                <a:srgbClr val="FDFDF2"/>
              </a:solidFill>
            </a:endParaRPr>
          </a:p>
        </p:txBody>
      </p:sp>
      <p:sp>
        <p:nvSpPr>
          <p:cNvPr id="8" name="object 117">
            <a:extLst>
              <a:ext uri="{FF2B5EF4-FFF2-40B4-BE49-F238E27FC236}">
                <a16:creationId xmlns:a16="http://schemas.microsoft.com/office/drawing/2014/main" id="{B28AE921-3223-6F93-038D-AFCFF5243E44}"/>
              </a:ext>
            </a:extLst>
          </p:cNvPr>
          <p:cNvSpPr/>
          <p:nvPr userDrawn="1"/>
        </p:nvSpPr>
        <p:spPr>
          <a:xfrm>
            <a:off x="12837956" y="6896565"/>
            <a:ext cx="436531" cy="414655"/>
          </a:xfrm>
          <a:custGeom>
            <a:avLst/>
            <a:gdLst/>
            <a:ahLst/>
            <a:cxnLst/>
            <a:rect l="l" t="t" r="r" b="b"/>
            <a:pathLst>
              <a:path w="417830" h="414654">
                <a:moveTo>
                  <a:pt x="59512" y="61899"/>
                </a:moveTo>
                <a:lnTo>
                  <a:pt x="58169" y="100270"/>
                </a:lnTo>
                <a:lnTo>
                  <a:pt x="58391" y="122310"/>
                </a:lnTo>
                <a:lnTo>
                  <a:pt x="60780" y="136344"/>
                </a:lnTo>
                <a:lnTo>
                  <a:pt x="65938" y="150698"/>
                </a:lnTo>
                <a:lnTo>
                  <a:pt x="37747" y="170209"/>
                </a:lnTo>
                <a:lnTo>
                  <a:pt x="21482" y="182727"/>
                </a:lnTo>
                <a:lnTo>
                  <a:pt x="10960" y="193664"/>
                </a:lnTo>
                <a:lnTo>
                  <a:pt x="0" y="208432"/>
                </a:lnTo>
                <a:lnTo>
                  <a:pt x="18765" y="230268"/>
                </a:lnTo>
                <a:lnTo>
                  <a:pt x="32111" y="243817"/>
                </a:lnTo>
                <a:lnTo>
                  <a:pt x="46420" y="254723"/>
                </a:lnTo>
                <a:lnTo>
                  <a:pt x="68071" y="268630"/>
                </a:lnTo>
                <a:lnTo>
                  <a:pt x="62799" y="286727"/>
                </a:lnTo>
                <a:lnTo>
                  <a:pt x="60417" y="301775"/>
                </a:lnTo>
                <a:lnTo>
                  <a:pt x="60363" y="321888"/>
                </a:lnTo>
                <a:lnTo>
                  <a:pt x="62077" y="355180"/>
                </a:lnTo>
                <a:lnTo>
                  <a:pt x="95788" y="357012"/>
                </a:lnTo>
                <a:lnTo>
                  <a:pt x="116592" y="357022"/>
                </a:lnTo>
                <a:lnTo>
                  <a:pt x="133100" y="354670"/>
                </a:lnTo>
                <a:lnTo>
                  <a:pt x="153923" y="349415"/>
                </a:lnTo>
                <a:lnTo>
                  <a:pt x="163964" y="369163"/>
                </a:lnTo>
                <a:lnTo>
                  <a:pt x="173243" y="382528"/>
                </a:lnTo>
                <a:lnTo>
                  <a:pt x="187099" y="395615"/>
                </a:lnTo>
                <a:lnTo>
                  <a:pt x="210870" y="414527"/>
                </a:lnTo>
                <a:lnTo>
                  <a:pt x="238188" y="390040"/>
                </a:lnTo>
                <a:lnTo>
                  <a:pt x="253584" y="374738"/>
                </a:lnTo>
                <a:lnTo>
                  <a:pt x="262716" y="362200"/>
                </a:lnTo>
                <a:lnTo>
                  <a:pt x="271246" y="345998"/>
                </a:lnTo>
                <a:lnTo>
                  <a:pt x="284383" y="350873"/>
                </a:lnTo>
                <a:lnTo>
                  <a:pt x="297805" y="353277"/>
                </a:lnTo>
                <a:lnTo>
                  <a:pt x="319652" y="353912"/>
                </a:lnTo>
                <a:lnTo>
                  <a:pt x="358063" y="353479"/>
                </a:lnTo>
                <a:lnTo>
                  <a:pt x="358848" y="315119"/>
                </a:lnTo>
                <a:lnTo>
                  <a:pt x="358340" y="292727"/>
                </a:lnTo>
                <a:lnTo>
                  <a:pt x="355845" y="277657"/>
                </a:lnTo>
                <a:lnTo>
                  <a:pt x="350672" y="261264"/>
                </a:lnTo>
                <a:lnTo>
                  <a:pt x="367975" y="253366"/>
                </a:lnTo>
                <a:lnTo>
                  <a:pt x="380701" y="244897"/>
                </a:lnTo>
                <a:lnTo>
                  <a:pt x="395113" y="230603"/>
                </a:lnTo>
                <a:lnTo>
                  <a:pt x="417474" y="205231"/>
                </a:lnTo>
                <a:lnTo>
                  <a:pt x="395660" y="181540"/>
                </a:lnTo>
                <a:lnTo>
                  <a:pt x="381073" y="167384"/>
                </a:lnTo>
                <a:lnTo>
                  <a:pt x="367128" y="157131"/>
                </a:lnTo>
                <a:lnTo>
                  <a:pt x="347243" y="145148"/>
                </a:lnTo>
                <a:lnTo>
                  <a:pt x="353622" y="128178"/>
                </a:lnTo>
                <a:lnTo>
                  <a:pt x="356506" y="113449"/>
                </a:lnTo>
                <a:lnTo>
                  <a:pt x="356578" y="92795"/>
                </a:lnTo>
                <a:lnTo>
                  <a:pt x="354520" y="58051"/>
                </a:lnTo>
                <a:lnTo>
                  <a:pt x="328292" y="57437"/>
                </a:lnTo>
                <a:lnTo>
                  <a:pt x="310049" y="57900"/>
                </a:lnTo>
                <a:lnTo>
                  <a:pt x="291242" y="60043"/>
                </a:lnTo>
                <a:lnTo>
                  <a:pt x="263321" y="64465"/>
                </a:lnTo>
                <a:lnTo>
                  <a:pt x="251345" y="44005"/>
                </a:lnTo>
                <a:lnTo>
                  <a:pt x="241377" y="30470"/>
                </a:lnTo>
                <a:lnTo>
                  <a:pt x="228040" y="17816"/>
                </a:lnTo>
                <a:lnTo>
                  <a:pt x="205955" y="0"/>
                </a:lnTo>
                <a:lnTo>
                  <a:pt x="178286" y="25306"/>
                </a:lnTo>
                <a:lnTo>
                  <a:pt x="162863" y="40768"/>
                </a:lnTo>
                <a:lnTo>
                  <a:pt x="154104" y="52708"/>
                </a:lnTo>
                <a:lnTo>
                  <a:pt x="146430" y="67449"/>
                </a:lnTo>
                <a:lnTo>
                  <a:pt x="127970" y="61840"/>
                </a:lnTo>
                <a:lnTo>
                  <a:pt x="112763" y="59393"/>
                </a:lnTo>
                <a:lnTo>
                  <a:pt x="92659" y="59586"/>
                </a:lnTo>
                <a:lnTo>
                  <a:pt x="59512" y="61899"/>
                </a:lnTo>
                <a:close/>
              </a:path>
            </a:pathLst>
          </a:custGeom>
          <a:noFill/>
          <a:ln w="3175">
            <a:solidFill>
              <a:srgbClr val="000000"/>
            </a:solidFill>
          </a:ln>
        </p:spPr>
        <p:txBody>
          <a:bodyPr wrap="square" lIns="0" tIns="0" rIns="0" bIns="0" rtlCol="0"/>
          <a:lstStyle/>
          <a:p>
            <a:pPr lvl="0"/>
            <a:endParaRPr dirty="0">
              <a:solidFill>
                <a:prstClr val="black"/>
              </a:solidFill>
              <a:latin typeface="Aptos" panose="02110004020202020204"/>
            </a:endParaRPr>
          </a:p>
        </p:txBody>
      </p:sp>
      <p:sp>
        <p:nvSpPr>
          <p:cNvPr id="9" name="object 118">
            <a:extLst>
              <a:ext uri="{FF2B5EF4-FFF2-40B4-BE49-F238E27FC236}">
                <a16:creationId xmlns:a16="http://schemas.microsoft.com/office/drawing/2014/main" id="{180C3598-85CD-1BE4-B2DB-A03D50F38F7E}"/>
              </a:ext>
            </a:extLst>
          </p:cNvPr>
          <p:cNvSpPr/>
          <p:nvPr userDrawn="1"/>
        </p:nvSpPr>
        <p:spPr>
          <a:xfrm>
            <a:off x="12871546" y="6928297"/>
            <a:ext cx="369525" cy="351155"/>
          </a:xfrm>
          <a:custGeom>
            <a:avLst/>
            <a:gdLst/>
            <a:ahLst/>
            <a:cxnLst/>
            <a:rect l="l" t="t" r="r" b="b"/>
            <a:pathLst>
              <a:path w="353694" h="351154">
                <a:moveTo>
                  <a:pt x="50393" y="52412"/>
                </a:moveTo>
                <a:lnTo>
                  <a:pt x="49256" y="84906"/>
                </a:lnTo>
                <a:lnTo>
                  <a:pt x="49444" y="103570"/>
                </a:lnTo>
                <a:lnTo>
                  <a:pt x="51465" y="115454"/>
                </a:lnTo>
                <a:lnTo>
                  <a:pt x="55829" y="127609"/>
                </a:lnTo>
                <a:lnTo>
                  <a:pt x="31961" y="144132"/>
                </a:lnTo>
                <a:lnTo>
                  <a:pt x="18189" y="154733"/>
                </a:lnTo>
                <a:lnTo>
                  <a:pt x="9280" y="163996"/>
                </a:lnTo>
                <a:lnTo>
                  <a:pt x="0" y="176504"/>
                </a:lnTo>
                <a:lnTo>
                  <a:pt x="15888" y="194988"/>
                </a:lnTo>
                <a:lnTo>
                  <a:pt x="27189" y="206459"/>
                </a:lnTo>
                <a:lnTo>
                  <a:pt x="39306" y="215693"/>
                </a:lnTo>
                <a:lnTo>
                  <a:pt x="57645" y="227469"/>
                </a:lnTo>
                <a:lnTo>
                  <a:pt x="53179" y="242795"/>
                </a:lnTo>
                <a:lnTo>
                  <a:pt x="51161" y="255538"/>
                </a:lnTo>
                <a:lnTo>
                  <a:pt x="51115" y="272569"/>
                </a:lnTo>
                <a:lnTo>
                  <a:pt x="52565" y="300761"/>
                </a:lnTo>
                <a:lnTo>
                  <a:pt x="81112" y="302313"/>
                </a:lnTo>
                <a:lnTo>
                  <a:pt x="98729" y="302323"/>
                </a:lnTo>
                <a:lnTo>
                  <a:pt x="112708" y="300332"/>
                </a:lnTo>
                <a:lnTo>
                  <a:pt x="130340" y="295884"/>
                </a:lnTo>
                <a:lnTo>
                  <a:pt x="138844" y="312605"/>
                </a:lnTo>
                <a:lnTo>
                  <a:pt x="146702" y="323921"/>
                </a:lnTo>
                <a:lnTo>
                  <a:pt x="158434" y="335001"/>
                </a:lnTo>
                <a:lnTo>
                  <a:pt x="178562" y="351015"/>
                </a:lnTo>
                <a:lnTo>
                  <a:pt x="201699" y="330277"/>
                </a:lnTo>
                <a:lnTo>
                  <a:pt x="214737" y="317320"/>
                </a:lnTo>
                <a:lnTo>
                  <a:pt x="222471" y="306704"/>
                </a:lnTo>
                <a:lnTo>
                  <a:pt x="229692" y="292988"/>
                </a:lnTo>
                <a:lnTo>
                  <a:pt x="240813" y="297116"/>
                </a:lnTo>
                <a:lnTo>
                  <a:pt x="252177" y="299151"/>
                </a:lnTo>
                <a:lnTo>
                  <a:pt x="270675" y="299686"/>
                </a:lnTo>
                <a:lnTo>
                  <a:pt x="303199" y="299313"/>
                </a:lnTo>
                <a:lnTo>
                  <a:pt x="303866" y="266832"/>
                </a:lnTo>
                <a:lnTo>
                  <a:pt x="303437" y="247872"/>
                </a:lnTo>
                <a:lnTo>
                  <a:pt x="301328" y="235112"/>
                </a:lnTo>
                <a:lnTo>
                  <a:pt x="296951" y="221233"/>
                </a:lnTo>
                <a:lnTo>
                  <a:pt x="311601" y="214541"/>
                </a:lnTo>
                <a:lnTo>
                  <a:pt x="322376" y="207368"/>
                </a:lnTo>
                <a:lnTo>
                  <a:pt x="334581" y="195266"/>
                </a:lnTo>
                <a:lnTo>
                  <a:pt x="353517" y="173786"/>
                </a:lnTo>
                <a:lnTo>
                  <a:pt x="335042" y="153725"/>
                </a:lnTo>
                <a:lnTo>
                  <a:pt x="322689" y="141738"/>
                </a:lnTo>
                <a:lnTo>
                  <a:pt x="310881" y="133056"/>
                </a:lnTo>
                <a:lnTo>
                  <a:pt x="294043" y="122910"/>
                </a:lnTo>
                <a:lnTo>
                  <a:pt x="299447" y="108535"/>
                </a:lnTo>
                <a:lnTo>
                  <a:pt x="301891" y="96061"/>
                </a:lnTo>
                <a:lnTo>
                  <a:pt x="301954" y="78574"/>
                </a:lnTo>
                <a:lnTo>
                  <a:pt x="300215" y="49161"/>
                </a:lnTo>
                <a:lnTo>
                  <a:pt x="277998" y="48632"/>
                </a:lnTo>
                <a:lnTo>
                  <a:pt x="262548" y="49020"/>
                </a:lnTo>
                <a:lnTo>
                  <a:pt x="246624" y="50835"/>
                </a:lnTo>
                <a:lnTo>
                  <a:pt x="222986" y="54584"/>
                </a:lnTo>
                <a:lnTo>
                  <a:pt x="212840" y="37258"/>
                </a:lnTo>
                <a:lnTo>
                  <a:pt x="204396" y="25796"/>
                </a:lnTo>
                <a:lnTo>
                  <a:pt x="193100" y="15083"/>
                </a:lnTo>
                <a:lnTo>
                  <a:pt x="174396" y="0"/>
                </a:lnTo>
                <a:lnTo>
                  <a:pt x="150970" y="21430"/>
                </a:lnTo>
                <a:lnTo>
                  <a:pt x="137912" y="34523"/>
                </a:lnTo>
                <a:lnTo>
                  <a:pt x="130498" y="44632"/>
                </a:lnTo>
                <a:lnTo>
                  <a:pt x="124002" y="57111"/>
                </a:lnTo>
                <a:lnTo>
                  <a:pt x="108372" y="52359"/>
                </a:lnTo>
                <a:lnTo>
                  <a:pt x="95494" y="50285"/>
                </a:lnTo>
                <a:lnTo>
                  <a:pt x="78468" y="50450"/>
                </a:lnTo>
                <a:lnTo>
                  <a:pt x="50393" y="52412"/>
                </a:lnTo>
                <a:close/>
              </a:path>
            </a:pathLst>
          </a:custGeom>
          <a:noFill/>
          <a:ln w="3175">
            <a:solidFill>
              <a:srgbClr val="000000"/>
            </a:solidFill>
          </a:ln>
        </p:spPr>
        <p:txBody>
          <a:bodyPr wrap="square" lIns="0" tIns="0" rIns="0" bIns="0" rtlCol="0"/>
          <a:lstStyle/>
          <a:p>
            <a:pPr lvl="0"/>
            <a:endParaRPr dirty="0">
              <a:solidFill>
                <a:prstClr val="black"/>
              </a:solidFill>
              <a:latin typeface="Aptos" panose="02110004020202020204"/>
            </a:endParaRPr>
          </a:p>
        </p:txBody>
      </p:sp>
      <p:pic>
        <p:nvPicPr>
          <p:cNvPr id="13" name="Picture 12" descr="A black and gold rectangular frame with a black background&#10;&#10;AI-generated content may be incorrect.">
            <a:extLst>
              <a:ext uri="{FF2B5EF4-FFF2-40B4-BE49-F238E27FC236}">
                <a16:creationId xmlns:a16="http://schemas.microsoft.com/office/drawing/2014/main" id="{50DAC4FE-197C-8263-063A-A1ACB3A03B08}"/>
              </a:ext>
            </a:extLst>
          </p:cNvPr>
          <p:cNvPicPr>
            <a:picLocks noChangeAspect="1"/>
          </p:cNvPicPr>
          <p:nvPr userDrawn="1"/>
        </p:nvPicPr>
        <p:blipFill>
          <a:blip r:embed="rId2"/>
          <a:stretch>
            <a:fillRect/>
          </a:stretch>
        </p:blipFill>
        <p:spPr>
          <a:xfrm>
            <a:off x="173170" y="6911195"/>
            <a:ext cx="1303475" cy="385395"/>
          </a:xfrm>
          <a:prstGeom prst="rect">
            <a:avLst/>
          </a:prstGeom>
          <a:effectLst/>
        </p:spPr>
      </p:pic>
      <p:cxnSp>
        <p:nvCxnSpPr>
          <p:cNvPr id="15" name="Straight Connector 14">
            <a:extLst>
              <a:ext uri="{FF2B5EF4-FFF2-40B4-BE49-F238E27FC236}">
                <a16:creationId xmlns:a16="http://schemas.microsoft.com/office/drawing/2014/main" id="{820D6167-EF1C-BE2E-2EF4-ADB6F6BB8083}"/>
              </a:ext>
            </a:extLst>
          </p:cNvPr>
          <p:cNvCxnSpPr>
            <a:cxnSpLocks/>
          </p:cNvCxnSpPr>
          <p:nvPr userDrawn="1"/>
        </p:nvCxnSpPr>
        <p:spPr>
          <a:xfrm>
            <a:off x="1620420" y="7103867"/>
            <a:ext cx="11217536" cy="0"/>
          </a:xfrm>
          <a:prstGeom prst="line">
            <a:avLst/>
          </a:prstGeom>
          <a:noFill/>
          <a:ln w="3175" cap="flat" cmpd="sng" algn="ctr">
            <a:solidFill>
              <a:srgbClr val="000000"/>
            </a:solidFill>
            <a:prstDash val="solid"/>
            <a:miter lim="800000"/>
          </a:ln>
          <a:effectLst/>
        </p:spPr>
      </p:cxnSp>
      <p:sp>
        <p:nvSpPr>
          <p:cNvPr id="18" name="Date Placeholder 3">
            <a:extLst>
              <a:ext uri="{FF2B5EF4-FFF2-40B4-BE49-F238E27FC236}">
                <a16:creationId xmlns:a16="http://schemas.microsoft.com/office/drawing/2014/main" id="{93909FD2-A2D8-CBAA-06F5-38BF87D31231}"/>
              </a:ext>
            </a:extLst>
          </p:cNvPr>
          <p:cNvSpPr txBox="1">
            <a:spLocks/>
          </p:cNvSpPr>
          <p:nvPr userDrawn="1"/>
        </p:nvSpPr>
        <p:spPr>
          <a:xfrm>
            <a:off x="12984887" y="7042317"/>
            <a:ext cx="142668" cy="123111"/>
          </a:xfrm>
          <a:prstGeom prst="rect">
            <a:avLst/>
          </a:prstGeom>
        </p:spPr>
        <p:txBody>
          <a:bodyPr wrap="none" lIns="0" tIns="0" rIns="0" bIns="0" anchor="ctr">
            <a:spAutoFit/>
          </a:bodyPr>
          <a:lstStyle>
            <a:defPPr>
              <a:defRPr lang="en-SA"/>
            </a:defPPr>
            <a:lvl1pPr marL="0" algn="l" defTabSz="914400" rtl="0" eaLnBrk="1" latinLnBrk="0" hangingPunct="1">
              <a:defRPr sz="1000" kern="1200">
                <a:solidFill>
                  <a:schemeClr val="bg2"/>
                </a:solidFill>
                <a:latin typeface="Readex Pro Deca" pitchFamily="2" charset="-78"/>
                <a:ea typeface="+mn-ea"/>
                <a:cs typeface="Readex Pro Deca" pitchFamily="2" charset="-78"/>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0CA8B97-79F7-4841-B144-26FBE5AC4C5B}" type="slidenum">
              <a:rPr lang="en-US" sz="800">
                <a:solidFill>
                  <a:srgbClr val="000000"/>
                </a:solidFill>
                <a:latin typeface="Abar Mid" pitchFamily="2" charset="-78"/>
                <a:ea typeface="Abar Mid" pitchFamily="2" charset="-78"/>
                <a:cs typeface="Abar Mid" pitchFamily="2" charset="-78"/>
              </a:rPr>
              <a:pPr algn="ctr"/>
              <a:t>‹#›</a:t>
            </a:fld>
            <a:endParaRPr lang="en-SA" sz="800">
              <a:solidFill>
                <a:srgbClr val="000000"/>
              </a:solidFill>
              <a:latin typeface="Abar Mid" pitchFamily="2" charset="-78"/>
              <a:ea typeface="Abar Mid" pitchFamily="2" charset="-78"/>
              <a:cs typeface="Abar Mid" pitchFamily="2" charset="-78"/>
            </a:endParaRPr>
          </a:p>
        </p:txBody>
      </p:sp>
      <p:sp>
        <p:nvSpPr>
          <p:cNvPr id="20" name="Rectangle 19">
            <a:extLst>
              <a:ext uri="{FF2B5EF4-FFF2-40B4-BE49-F238E27FC236}">
                <a16:creationId xmlns:a16="http://schemas.microsoft.com/office/drawing/2014/main" id="{A36F7220-A0B2-7AE5-DD53-C0F36C0D3B6B}"/>
              </a:ext>
            </a:extLst>
          </p:cNvPr>
          <p:cNvSpPr/>
          <p:nvPr userDrawn="1"/>
        </p:nvSpPr>
        <p:spPr>
          <a:xfrm>
            <a:off x="-2" y="7444076"/>
            <a:ext cx="13439778" cy="115601"/>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Tree>
    <p:extLst>
      <p:ext uri="{BB962C8B-B14F-4D97-AF65-F5344CB8AC3E}">
        <p14:creationId xmlns:p14="http://schemas.microsoft.com/office/powerpoint/2010/main" val="41156187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6_Blan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95C4C84-BE65-F648-9F4E-281E1FD93BE1}"/>
              </a:ext>
            </a:extLst>
          </p:cNvPr>
          <p:cNvSpPr/>
          <p:nvPr userDrawn="1"/>
        </p:nvSpPr>
        <p:spPr>
          <a:xfrm>
            <a:off x="4" y="0"/>
            <a:ext cx="13439771" cy="7559678"/>
          </a:xfrm>
          <a:prstGeom prst="rect">
            <a:avLst/>
          </a:prstGeom>
          <a:solidFill>
            <a:srgbClr val="FBF7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514414" rtl="0" eaLnBrk="1" latinLnBrk="0" hangingPunct="1"/>
            <a:endParaRPr lang="en-SA" sz="1013">
              <a:ln>
                <a:noFill/>
              </a:ln>
              <a:solidFill>
                <a:srgbClr val="FDFDF2"/>
              </a:solidFill>
            </a:endParaRPr>
          </a:p>
        </p:txBody>
      </p:sp>
      <p:sp>
        <p:nvSpPr>
          <p:cNvPr id="9" name="object 117">
            <a:extLst>
              <a:ext uri="{FF2B5EF4-FFF2-40B4-BE49-F238E27FC236}">
                <a16:creationId xmlns:a16="http://schemas.microsoft.com/office/drawing/2014/main" id="{6E4570B3-A584-9A2C-5144-D4EF58076A5F}"/>
              </a:ext>
            </a:extLst>
          </p:cNvPr>
          <p:cNvSpPr/>
          <p:nvPr userDrawn="1"/>
        </p:nvSpPr>
        <p:spPr>
          <a:xfrm>
            <a:off x="12837956" y="6896565"/>
            <a:ext cx="436531" cy="414655"/>
          </a:xfrm>
          <a:custGeom>
            <a:avLst/>
            <a:gdLst/>
            <a:ahLst/>
            <a:cxnLst/>
            <a:rect l="l" t="t" r="r" b="b"/>
            <a:pathLst>
              <a:path w="417830" h="414654">
                <a:moveTo>
                  <a:pt x="59512" y="61899"/>
                </a:moveTo>
                <a:lnTo>
                  <a:pt x="58169" y="100270"/>
                </a:lnTo>
                <a:lnTo>
                  <a:pt x="58391" y="122310"/>
                </a:lnTo>
                <a:lnTo>
                  <a:pt x="60780" y="136344"/>
                </a:lnTo>
                <a:lnTo>
                  <a:pt x="65938" y="150698"/>
                </a:lnTo>
                <a:lnTo>
                  <a:pt x="37747" y="170209"/>
                </a:lnTo>
                <a:lnTo>
                  <a:pt x="21482" y="182727"/>
                </a:lnTo>
                <a:lnTo>
                  <a:pt x="10960" y="193664"/>
                </a:lnTo>
                <a:lnTo>
                  <a:pt x="0" y="208432"/>
                </a:lnTo>
                <a:lnTo>
                  <a:pt x="18765" y="230268"/>
                </a:lnTo>
                <a:lnTo>
                  <a:pt x="32111" y="243817"/>
                </a:lnTo>
                <a:lnTo>
                  <a:pt x="46420" y="254723"/>
                </a:lnTo>
                <a:lnTo>
                  <a:pt x="68071" y="268630"/>
                </a:lnTo>
                <a:lnTo>
                  <a:pt x="62799" y="286727"/>
                </a:lnTo>
                <a:lnTo>
                  <a:pt x="60417" y="301775"/>
                </a:lnTo>
                <a:lnTo>
                  <a:pt x="60363" y="321888"/>
                </a:lnTo>
                <a:lnTo>
                  <a:pt x="62077" y="355180"/>
                </a:lnTo>
                <a:lnTo>
                  <a:pt x="95788" y="357012"/>
                </a:lnTo>
                <a:lnTo>
                  <a:pt x="116592" y="357022"/>
                </a:lnTo>
                <a:lnTo>
                  <a:pt x="133100" y="354670"/>
                </a:lnTo>
                <a:lnTo>
                  <a:pt x="153923" y="349415"/>
                </a:lnTo>
                <a:lnTo>
                  <a:pt x="163964" y="369163"/>
                </a:lnTo>
                <a:lnTo>
                  <a:pt x="173243" y="382528"/>
                </a:lnTo>
                <a:lnTo>
                  <a:pt x="187099" y="395615"/>
                </a:lnTo>
                <a:lnTo>
                  <a:pt x="210870" y="414527"/>
                </a:lnTo>
                <a:lnTo>
                  <a:pt x="238188" y="390040"/>
                </a:lnTo>
                <a:lnTo>
                  <a:pt x="253584" y="374738"/>
                </a:lnTo>
                <a:lnTo>
                  <a:pt x="262716" y="362200"/>
                </a:lnTo>
                <a:lnTo>
                  <a:pt x="271246" y="345998"/>
                </a:lnTo>
                <a:lnTo>
                  <a:pt x="284383" y="350873"/>
                </a:lnTo>
                <a:lnTo>
                  <a:pt x="297805" y="353277"/>
                </a:lnTo>
                <a:lnTo>
                  <a:pt x="319652" y="353912"/>
                </a:lnTo>
                <a:lnTo>
                  <a:pt x="358063" y="353479"/>
                </a:lnTo>
                <a:lnTo>
                  <a:pt x="358848" y="315119"/>
                </a:lnTo>
                <a:lnTo>
                  <a:pt x="358340" y="292727"/>
                </a:lnTo>
                <a:lnTo>
                  <a:pt x="355845" y="277657"/>
                </a:lnTo>
                <a:lnTo>
                  <a:pt x="350672" y="261264"/>
                </a:lnTo>
                <a:lnTo>
                  <a:pt x="367975" y="253366"/>
                </a:lnTo>
                <a:lnTo>
                  <a:pt x="380701" y="244897"/>
                </a:lnTo>
                <a:lnTo>
                  <a:pt x="395113" y="230603"/>
                </a:lnTo>
                <a:lnTo>
                  <a:pt x="417474" y="205231"/>
                </a:lnTo>
                <a:lnTo>
                  <a:pt x="395660" y="181540"/>
                </a:lnTo>
                <a:lnTo>
                  <a:pt x="381073" y="167384"/>
                </a:lnTo>
                <a:lnTo>
                  <a:pt x="367128" y="157131"/>
                </a:lnTo>
                <a:lnTo>
                  <a:pt x="347243" y="145148"/>
                </a:lnTo>
                <a:lnTo>
                  <a:pt x="353622" y="128178"/>
                </a:lnTo>
                <a:lnTo>
                  <a:pt x="356506" y="113449"/>
                </a:lnTo>
                <a:lnTo>
                  <a:pt x="356578" y="92795"/>
                </a:lnTo>
                <a:lnTo>
                  <a:pt x="354520" y="58051"/>
                </a:lnTo>
                <a:lnTo>
                  <a:pt x="328292" y="57437"/>
                </a:lnTo>
                <a:lnTo>
                  <a:pt x="310049" y="57900"/>
                </a:lnTo>
                <a:lnTo>
                  <a:pt x="291242" y="60043"/>
                </a:lnTo>
                <a:lnTo>
                  <a:pt x="263321" y="64465"/>
                </a:lnTo>
                <a:lnTo>
                  <a:pt x="251345" y="44005"/>
                </a:lnTo>
                <a:lnTo>
                  <a:pt x="241377" y="30470"/>
                </a:lnTo>
                <a:lnTo>
                  <a:pt x="228040" y="17816"/>
                </a:lnTo>
                <a:lnTo>
                  <a:pt x="205955" y="0"/>
                </a:lnTo>
                <a:lnTo>
                  <a:pt x="178286" y="25306"/>
                </a:lnTo>
                <a:lnTo>
                  <a:pt x="162863" y="40768"/>
                </a:lnTo>
                <a:lnTo>
                  <a:pt x="154104" y="52708"/>
                </a:lnTo>
                <a:lnTo>
                  <a:pt x="146430" y="67449"/>
                </a:lnTo>
                <a:lnTo>
                  <a:pt x="127970" y="61840"/>
                </a:lnTo>
                <a:lnTo>
                  <a:pt x="112763" y="59393"/>
                </a:lnTo>
                <a:lnTo>
                  <a:pt x="92659" y="59586"/>
                </a:lnTo>
                <a:lnTo>
                  <a:pt x="59512" y="61899"/>
                </a:lnTo>
                <a:close/>
              </a:path>
            </a:pathLst>
          </a:custGeom>
          <a:noFill/>
          <a:ln w="3175">
            <a:solidFill>
              <a:srgbClr val="000000"/>
            </a:solidFill>
          </a:ln>
        </p:spPr>
        <p:txBody>
          <a:bodyPr wrap="square" lIns="0" tIns="0" rIns="0" bIns="0" rtlCol="0"/>
          <a:lstStyle/>
          <a:p>
            <a:pPr lvl="0"/>
            <a:endParaRPr dirty="0">
              <a:solidFill>
                <a:prstClr val="black"/>
              </a:solidFill>
              <a:latin typeface="Aptos" panose="02110004020202020204"/>
            </a:endParaRPr>
          </a:p>
        </p:txBody>
      </p:sp>
      <p:sp>
        <p:nvSpPr>
          <p:cNvPr id="13" name="object 118">
            <a:extLst>
              <a:ext uri="{FF2B5EF4-FFF2-40B4-BE49-F238E27FC236}">
                <a16:creationId xmlns:a16="http://schemas.microsoft.com/office/drawing/2014/main" id="{5ACA2CE4-1267-A564-BD10-66F822240029}"/>
              </a:ext>
            </a:extLst>
          </p:cNvPr>
          <p:cNvSpPr/>
          <p:nvPr userDrawn="1"/>
        </p:nvSpPr>
        <p:spPr>
          <a:xfrm>
            <a:off x="12871546" y="6928297"/>
            <a:ext cx="369525" cy="351155"/>
          </a:xfrm>
          <a:custGeom>
            <a:avLst/>
            <a:gdLst/>
            <a:ahLst/>
            <a:cxnLst/>
            <a:rect l="l" t="t" r="r" b="b"/>
            <a:pathLst>
              <a:path w="353694" h="351154">
                <a:moveTo>
                  <a:pt x="50393" y="52412"/>
                </a:moveTo>
                <a:lnTo>
                  <a:pt x="49256" y="84906"/>
                </a:lnTo>
                <a:lnTo>
                  <a:pt x="49444" y="103570"/>
                </a:lnTo>
                <a:lnTo>
                  <a:pt x="51465" y="115454"/>
                </a:lnTo>
                <a:lnTo>
                  <a:pt x="55829" y="127609"/>
                </a:lnTo>
                <a:lnTo>
                  <a:pt x="31961" y="144132"/>
                </a:lnTo>
                <a:lnTo>
                  <a:pt x="18189" y="154733"/>
                </a:lnTo>
                <a:lnTo>
                  <a:pt x="9280" y="163996"/>
                </a:lnTo>
                <a:lnTo>
                  <a:pt x="0" y="176504"/>
                </a:lnTo>
                <a:lnTo>
                  <a:pt x="15888" y="194988"/>
                </a:lnTo>
                <a:lnTo>
                  <a:pt x="27189" y="206459"/>
                </a:lnTo>
                <a:lnTo>
                  <a:pt x="39306" y="215693"/>
                </a:lnTo>
                <a:lnTo>
                  <a:pt x="57645" y="227469"/>
                </a:lnTo>
                <a:lnTo>
                  <a:pt x="53179" y="242795"/>
                </a:lnTo>
                <a:lnTo>
                  <a:pt x="51161" y="255538"/>
                </a:lnTo>
                <a:lnTo>
                  <a:pt x="51115" y="272569"/>
                </a:lnTo>
                <a:lnTo>
                  <a:pt x="52565" y="300761"/>
                </a:lnTo>
                <a:lnTo>
                  <a:pt x="81112" y="302313"/>
                </a:lnTo>
                <a:lnTo>
                  <a:pt x="98729" y="302323"/>
                </a:lnTo>
                <a:lnTo>
                  <a:pt x="112708" y="300332"/>
                </a:lnTo>
                <a:lnTo>
                  <a:pt x="130340" y="295884"/>
                </a:lnTo>
                <a:lnTo>
                  <a:pt x="138844" y="312605"/>
                </a:lnTo>
                <a:lnTo>
                  <a:pt x="146702" y="323921"/>
                </a:lnTo>
                <a:lnTo>
                  <a:pt x="158434" y="335001"/>
                </a:lnTo>
                <a:lnTo>
                  <a:pt x="178562" y="351015"/>
                </a:lnTo>
                <a:lnTo>
                  <a:pt x="201699" y="330277"/>
                </a:lnTo>
                <a:lnTo>
                  <a:pt x="214737" y="317320"/>
                </a:lnTo>
                <a:lnTo>
                  <a:pt x="222471" y="306704"/>
                </a:lnTo>
                <a:lnTo>
                  <a:pt x="229692" y="292988"/>
                </a:lnTo>
                <a:lnTo>
                  <a:pt x="240813" y="297116"/>
                </a:lnTo>
                <a:lnTo>
                  <a:pt x="252177" y="299151"/>
                </a:lnTo>
                <a:lnTo>
                  <a:pt x="270675" y="299686"/>
                </a:lnTo>
                <a:lnTo>
                  <a:pt x="303199" y="299313"/>
                </a:lnTo>
                <a:lnTo>
                  <a:pt x="303866" y="266832"/>
                </a:lnTo>
                <a:lnTo>
                  <a:pt x="303437" y="247872"/>
                </a:lnTo>
                <a:lnTo>
                  <a:pt x="301328" y="235112"/>
                </a:lnTo>
                <a:lnTo>
                  <a:pt x="296951" y="221233"/>
                </a:lnTo>
                <a:lnTo>
                  <a:pt x="311601" y="214541"/>
                </a:lnTo>
                <a:lnTo>
                  <a:pt x="322376" y="207368"/>
                </a:lnTo>
                <a:lnTo>
                  <a:pt x="334581" y="195266"/>
                </a:lnTo>
                <a:lnTo>
                  <a:pt x="353517" y="173786"/>
                </a:lnTo>
                <a:lnTo>
                  <a:pt x="335042" y="153725"/>
                </a:lnTo>
                <a:lnTo>
                  <a:pt x="322689" y="141738"/>
                </a:lnTo>
                <a:lnTo>
                  <a:pt x="310881" y="133056"/>
                </a:lnTo>
                <a:lnTo>
                  <a:pt x="294043" y="122910"/>
                </a:lnTo>
                <a:lnTo>
                  <a:pt x="299447" y="108535"/>
                </a:lnTo>
                <a:lnTo>
                  <a:pt x="301891" y="96061"/>
                </a:lnTo>
                <a:lnTo>
                  <a:pt x="301954" y="78574"/>
                </a:lnTo>
                <a:lnTo>
                  <a:pt x="300215" y="49161"/>
                </a:lnTo>
                <a:lnTo>
                  <a:pt x="277998" y="48632"/>
                </a:lnTo>
                <a:lnTo>
                  <a:pt x="262548" y="49020"/>
                </a:lnTo>
                <a:lnTo>
                  <a:pt x="246624" y="50835"/>
                </a:lnTo>
                <a:lnTo>
                  <a:pt x="222986" y="54584"/>
                </a:lnTo>
                <a:lnTo>
                  <a:pt x="212840" y="37258"/>
                </a:lnTo>
                <a:lnTo>
                  <a:pt x="204396" y="25796"/>
                </a:lnTo>
                <a:lnTo>
                  <a:pt x="193100" y="15083"/>
                </a:lnTo>
                <a:lnTo>
                  <a:pt x="174396" y="0"/>
                </a:lnTo>
                <a:lnTo>
                  <a:pt x="150970" y="21430"/>
                </a:lnTo>
                <a:lnTo>
                  <a:pt x="137912" y="34523"/>
                </a:lnTo>
                <a:lnTo>
                  <a:pt x="130498" y="44632"/>
                </a:lnTo>
                <a:lnTo>
                  <a:pt x="124002" y="57111"/>
                </a:lnTo>
                <a:lnTo>
                  <a:pt x="108372" y="52359"/>
                </a:lnTo>
                <a:lnTo>
                  <a:pt x="95494" y="50285"/>
                </a:lnTo>
                <a:lnTo>
                  <a:pt x="78468" y="50450"/>
                </a:lnTo>
                <a:lnTo>
                  <a:pt x="50393" y="52412"/>
                </a:lnTo>
                <a:close/>
              </a:path>
            </a:pathLst>
          </a:custGeom>
          <a:noFill/>
          <a:ln w="3175">
            <a:solidFill>
              <a:srgbClr val="000000"/>
            </a:solidFill>
          </a:ln>
        </p:spPr>
        <p:txBody>
          <a:bodyPr wrap="square" lIns="0" tIns="0" rIns="0" bIns="0" rtlCol="0"/>
          <a:lstStyle/>
          <a:p>
            <a:pPr lvl="0"/>
            <a:endParaRPr dirty="0">
              <a:solidFill>
                <a:prstClr val="black"/>
              </a:solidFill>
              <a:latin typeface="Aptos" panose="02110004020202020204"/>
            </a:endParaRPr>
          </a:p>
        </p:txBody>
      </p:sp>
      <p:pic>
        <p:nvPicPr>
          <p:cNvPr id="14" name="Picture 13" descr="A black and gold rectangular frame with a black background&#10;&#10;AI-generated content may be incorrect.">
            <a:extLst>
              <a:ext uri="{FF2B5EF4-FFF2-40B4-BE49-F238E27FC236}">
                <a16:creationId xmlns:a16="http://schemas.microsoft.com/office/drawing/2014/main" id="{34E2AA58-A843-0829-C339-49AB57539170}"/>
              </a:ext>
            </a:extLst>
          </p:cNvPr>
          <p:cNvPicPr>
            <a:picLocks noChangeAspect="1"/>
          </p:cNvPicPr>
          <p:nvPr userDrawn="1"/>
        </p:nvPicPr>
        <p:blipFill>
          <a:blip r:embed="rId2"/>
          <a:stretch>
            <a:fillRect/>
          </a:stretch>
        </p:blipFill>
        <p:spPr>
          <a:xfrm>
            <a:off x="173170" y="6911195"/>
            <a:ext cx="1303475" cy="385395"/>
          </a:xfrm>
          <a:prstGeom prst="rect">
            <a:avLst/>
          </a:prstGeom>
          <a:effectLst/>
        </p:spPr>
      </p:pic>
      <p:cxnSp>
        <p:nvCxnSpPr>
          <p:cNvPr id="15" name="Straight Connector 14">
            <a:extLst>
              <a:ext uri="{FF2B5EF4-FFF2-40B4-BE49-F238E27FC236}">
                <a16:creationId xmlns:a16="http://schemas.microsoft.com/office/drawing/2014/main" id="{63E014CF-73F1-8B75-2D74-D72EA67D728C}"/>
              </a:ext>
            </a:extLst>
          </p:cNvPr>
          <p:cNvCxnSpPr>
            <a:cxnSpLocks/>
          </p:cNvCxnSpPr>
          <p:nvPr userDrawn="1"/>
        </p:nvCxnSpPr>
        <p:spPr>
          <a:xfrm>
            <a:off x="1620420" y="7103867"/>
            <a:ext cx="11217536" cy="0"/>
          </a:xfrm>
          <a:prstGeom prst="line">
            <a:avLst/>
          </a:prstGeom>
          <a:noFill/>
          <a:ln w="3175" cap="flat" cmpd="sng" algn="ctr">
            <a:solidFill>
              <a:srgbClr val="000000"/>
            </a:solidFill>
            <a:prstDash val="solid"/>
            <a:miter lim="800000"/>
          </a:ln>
          <a:effectLst/>
        </p:spPr>
      </p:cxnSp>
      <p:sp>
        <p:nvSpPr>
          <p:cNvPr id="18" name="Date Placeholder 3">
            <a:extLst>
              <a:ext uri="{FF2B5EF4-FFF2-40B4-BE49-F238E27FC236}">
                <a16:creationId xmlns:a16="http://schemas.microsoft.com/office/drawing/2014/main" id="{3A97E3F1-7B17-F85B-620B-29975EF66BB0}"/>
              </a:ext>
            </a:extLst>
          </p:cNvPr>
          <p:cNvSpPr txBox="1">
            <a:spLocks/>
          </p:cNvSpPr>
          <p:nvPr userDrawn="1"/>
        </p:nvSpPr>
        <p:spPr>
          <a:xfrm>
            <a:off x="12984887" y="7042317"/>
            <a:ext cx="142668" cy="123111"/>
          </a:xfrm>
          <a:prstGeom prst="rect">
            <a:avLst/>
          </a:prstGeom>
        </p:spPr>
        <p:txBody>
          <a:bodyPr wrap="none" lIns="0" tIns="0" rIns="0" bIns="0" anchor="ctr">
            <a:spAutoFit/>
          </a:bodyPr>
          <a:lstStyle>
            <a:defPPr>
              <a:defRPr lang="en-SA"/>
            </a:defPPr>
            <a:lvl1pPr marL="0" algn="l" defTabSz="914400" rtl="0" eaLnBrk="1" latinLnBrk="0" hangingPunct="1">
              <a:defRPr sz="1000" kern="1200">
                <a:solidFill>
                  <a:schemeClr val="bg2"/>
                </a:solidFill>
                <a:latin typeface="Readex Pro Deca" pitchFamily="2" charset="-78"/>
                <a:ea typeface="+mn-ea"/>
                <a:cs typeface="Readex Pro Deca" pitchFamily="2" charset="-78"/>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0CA8B97-79F7-4841-B144-26FBE5AC4C5B}" type="slidenum">
              <a:rPr lang="en-US" sz="800">
                <a:solidFill>
                  <a:srgbClr val="000000"/>
                </a:solidFill>
                <a:latin typeface="Abar Mid" pitchFamily="2" charset="-78"/>
                <a:ea typeface="Abar Mid" pitchFamily="2" charset="-78"/>
                <a:cs typeface="Abar Mid" pitchFamily="2" charset="-78"/>
              </a:rPr>
              <a:pPr algn="ctr"/>
              <a:t>‹#›</a:t>
            </a:fld>
            <a:endParaRPr lang="en-SA" sz="800">
              <a:solidFill>
                <a:srgbClr val="000000"/>
              </a:solidFill>
              <a:latin typeface="Abar Mid" pitchFamily="2" charset="-78"/>
              <a:ea typeface="Abar Mid" pitchFamily="2" charset="-78"/>
              <a:cs typeface="Abar Mid" pitchFamily="2" charset="-78"/>
            </a:endParaRPr>
          </a:p>
        </p:txBody>
      </p:sp>
      <p:sp>
        <p:nvSpPr>
          <p:cNvPr id="20" name="Rectangle 19">
            <a:extLst>
              <a:ext uri="{FF2B5EF4-FFF2-40B4-BE49-F238E27FC236}">
                <a16:creationId xmlns:a16="http://schemas.microsoft.com/office/drawing/2014/main" id="{E05237BC-97AF-A58F-66F4-28CC31C71249}"/>
              </a:ext>
            </a:extLst>
          </p:cNvPr>
          <p:cNvSpPr/>
          <p:nvPr userDrawn="1"/>
        </p:nvSpPr>
        <p:spPr>
          <a:xfrm>
            <a:off x="-2" y="7444076"/>
            <a:ext cx="13439778" cy="115601"/>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Tree>
    <p:extLst>
      <p:ext uri="{BB962C8B-B14F-4D97-AF65-F5344CB8AC3E}">
        <p14:creationId xmlns:p14="http://schemas.microsoft.com/office/powerpoint/2010/main" val="36137447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5_Blan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7FF945C-527D-BC9C-53D3-3886AF04EB80}"/>
              </a:ext>
            </a:extLst>
          </p:cNvPr>
          <p:cNvSpPr/>
          <p:nvPr userDrawn="1"/>
        </p:nvSpPr>
        <p:spPr>
          <a:xfrm>
            <a:off x="4" y="0"/>
            <a:ext cx="13439771" cy="7559678"/>
          </a:xfrm>
          <a:prstGeom prst="rect">
            <a:avLst/>
          </a:prstGeom>
          <a:solidFill>
            <a:srgbClr val="FBF7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514414" rtl="0" eaLnBrk="1" latinLnBrk="0" hangingPunct="1"/>
            <a:endParaRPr lang="en-SA" sz="1013">
              <a:ln>
                <a:noFill/>
              </a:ln>
              <a:solidFill>
                <a:srgbClr val="FDFDF2"/>
              </a:solidFill>
            </a:endParaRPr>
          </a:p>
        </p:txBody>
      </p:sp>
      <p:sp>
        <p:nvSpPr>
          <p:cNvPr id="7" name="object 117">
            <a:extLst>
              <a:ext uri="{FF2B5EF4-FFF2-40B4-BE49-F238E27FC236}">
                <a16:creationId xmlns:a16="http://schemas.microsoft.com/office/drawing/2014/main" id="{F2E5476E-F8A1-8C4B-73F7-46A2D1D4B2CC}"/>
              </a:ext>
            </a:extLst>
          </p:cNvPr>
          <p:cNvSpPr/>
          <p:nvPr userDrawn="1"/>
        </p:nvSpPr>
        <p:spPr>
          <a:xfrm>
            <a:off x="12837956" y="6896565"/>
            <a:ext cx="436531" cy="414655"/>
          </a:xfrm>
          <a:custGeom>
            <a:avLst/>
            <a:gdLst/>
            <a:ahLst/>
            <a:cxnLst/>
            <a:rect l="l" t="t" r="r" b="b"/>
            <a:pathLst>
              <a:path w="417830" h="414654">
                <a:moveTo>
                  <a:pt x="59512" y="61899"/>
                </a:moveTo>
                <a:lnTo>
                  <a:pt x="58169" y="100270"/>
                </a:lnTo>
                <a:lnTo>
                  <a:pt x="58391" y="122310"/>
                </a:lnTo>
                <a:lnTo>
                  <a:pt x="60780" y="136344"/>
                </a:lnTo>
                <a:lnTo>
                  <a:pt x="65938" y="150698"/>
                </a:lnTo>
                <a:lnTo>
                  <a:pt x="37747" y="170209"/>
                </a:lnTo>
                <a:lnTo>
                  <a:pt x="21482" y="182727"/>
                </a:lnTo>
                <a:lnTo>
                  <a:pt x="10960" y="193664"/>
                </a:lnTo>
                <a:lnTo>
                  <a:pt x="0" y="208432"/>
                </a:lnTo>
                <a:lnTo>
                  <a:pt x="18765" y="230268"/>
                </a:lnTo>
                <a:lnTo>
                  <a:pt x="32111" y="243817"/>
                </a:lnTo>
                <a:lnTo>
                  <a:pt x="46420" y="254723"/>
                </a:lnTo>
                <a:lnTo>
                  <a:pt x="68071" y="268630"/>
                </a:lnTo>
                <a:lnTo>
                  <a:pt x="62799" y="286727"/>
                </a:lnTo>
                <a:lnTo>
                  <a:pt x="60417" y="301775"/>
                </a:lnTo>
                <a:lnTo>
                  <a:pt x="60363" y="321888"/>
                </a:lnTo>
                <a:lnTo>
                  <a:pt x="62077" y="355180"/>
                </a:lnTo>
                <a:lnTo>
                  <a:pt x="95788" y="357012"/>
                </a:lnTo>
                <a:lnTo>
                  <a:pt x="116592" y="357022"/>
                </a:lnTo>
                <a:lnTo>
                  <a:pt x="133100" y="354670"/>
                </a:lnTo>
                <a:lnTo>
                  <a:pt x="153923" y="349415"/>
                </a:lnTo>
                <a:lnTo>
                  <a:pt x="163964" y="369163"/>
                </a:lnTo>
                <a:lnTo>
                  <a:pt x="173243" y="382528"/>
                </a:lnTo>
                <a:lnTo>
                  <a:pt x="187099" y="395615"/>
                </a:lnTo>
                <a:lnTo>
                  <a:pt x="210870" y="414527"/>
                </a:lnTo>
                <a:lnTo>
                  <a:pt x="238188" y="390040"/>
                </a:lnTo>
                <a:lnTo>
                  <a:pt x="253584" y="374738"/>
                </a:lnTo>
                <a:lnTo>
                  <a:pt x="262716" y="362200"/>
                </a:lnTo>
                <a:lnTo>
                  <a:pt x="271246" y="345998"/>
                </a:lnTo>
                <a:lnTo>
                  <a:pt x="284383" y="350873"/>
                </a:lnTo>
                <a:lnTo>
                  <a:pt x="297805" y="353277"/>
                </a:lnTo>
                <a:lnTo>
                  <a:pt x="319652" y="353912"/>
                </a:lnTo>
                <a:lnTo>
                  <a:pt x="358063" y="353479"/>
                </a:lnTo>
                <a:lnTo>
                  <a:pt x="358848" y="315119"/>
                </a:lnTo>
                <a:lnTo>
                  <a:pt x="358340" y="292727"/>
                </a:lnTo>
                <a:lnTo>
                  <a:pt x="355845" y="277657"/>
                </a:lnTo>
                <a:lnTo>
                  <a:pt x="350672" y="261264"/>
                </a:lnTo>
                <a:lnTo>
                  <a:pt x="367975" y="253366"/>
                </a:lnTo>
                <a:lnTo>
                  <a:pt x="380701" y="244897"/>
                </a:lnTo>
                <a:lnTo>
                  <a:pt x="395113" y="230603"/>
                </a:lnTo>
                <a:lnTo>
                  <a:pt x="417474" y="205231"/>
                </a:lnTo>
                <a:lnTo>
                  <a:pt x="395660" y="181540"/>
                </a:lnTo>
                <a:lnTo>
                  <a:pt x="381073" y="167384"/>
                </a:lnTo>
                <a:lnTo>
                  <a:pt x="367128" y="157131"/>
                </a:lnTo>
                <a:lnTo>
                  <a:pt x="347243" y="145148"/>
                </a:lnTo>
                <a:lnTo>
                  <a:pt x="353622" y="128178"/>
                </a:lnTo>
                <a:lnTo>
                  <a:pt x="356506" y="113449"/>
                </a:lnTo>
                <a:lnTo>
                  <a:pt x="356578" y="92795"/>
                </a:lnTo>
                <a:lnTo>
                  <a:pt x="354520" y="58051"/>
                </a:lnTo>
                <a:lnTo>
                  <a:pt x="328292" y="57437"/>
                </a:lnTo>
                <a:lnTo>
                  <a:pt x="310049" y="57900"/>
                </a:lnTo>
                <a:lnTo>
                  <a:pt x="291242" y="60043"/>
                </a:lnTo>
                <a:lnTo>
                  <a:pt x="263321" y="64465"/>
                </a:lnTo>
                <a:lnTo>
                  <a:pt x="251345" y="44005"/>
                </a:lnTo>
                <a:lnTo>
                  <a:pt x="241377" y="30470"/>
                </a:lnTo>
                <a:lnTo>
                  <a:pt x="228040" y="17816"/>
                </a:lnTo>
                <a:lnTo>
                  <a:pt x="205955" y="0"/>
                </a:lnTo>
                <a:lnTo>
                  <a:pt x="178286" y="25306"/>
                </a:lnTo>
                <a:lnTo>
                  <a:pt x="162863" y="40768"/>
                </a:lnTo>
                <a:lnTo>
                  <a:pt x="154104" y="52708"/>
                </a:lnTo>
                <a:lnTo>
                  <a:pt x="146430" y="67449"/>
                </a:lnTo>
                <a:lnTo>
                  <a:pt x="127970" y="61840"/>
                </a:lnTo>
                <a:lnTo>
                  <a:pt x="112763" y="59393"/>
                </a:lnTo>
                <a:lnTo>
                  <a:pt x="92659" y="59586"/>
                </a:lnTo>
                <a:lnTo>
                  <a:pt x="59512" y="61899"/>
                </a:lnTo>
                <a:close/>
              </a:path>
            </a:pathLst>
          </a:custGeom>
          <a:noFill/>
          <a:ln w="3175">
            <a:solidFill>
              <a:srgbClr val="000000"/>
            </a:solidFill>
          </a:ln>
        </p:spPr>
        <p:txBody>
          <a:bodyPr wrap="square" lIns="0" tIns="0" rIns="0" bIns="0" rtlCol="0"/>
          <a:lstStyle/>
          <a:p>
            <a:pPr lvl="0"/>
            <a:endParaRPr dirty="0">
              <a:solidFill>
                <a:prstClr val="black"/>
              </a:solidFill>
              <a:latin typeface="Aptos" panose="02110004020202020204"/>
            </a:endParaRPr>
          </a:p>
        </p:txBody>
      </p:sp>
      <p:sp>
        <p:nvSpPr>
          <p:cNvPr id="8" name="object 118">
            <a:extLst>
              <a:ext uri="{FF2B5EF4-FFF2-40B4-BE49-F238E27FC236}">
                <a16:creationId xmlns:a16="http://schemas.microsoft.com/office/drawing/2014/main" id="{33E6BAF3-72B3-FC8F-09B9-982F97166B2F}"/>
              </a:ext>
            </a:extLst>
          </p:cNvPr>
          <p:cNvSpPr/>
          <p:nvPr userDrawn="1"/>
        </p:nvSpPr>
        <p:spPr>
          <a:xfrm>
            <a:off x="12871546" y="6928297"/>
            <a:ext cx="369525" cy="351155"/>
          </a:xfrm>
          <a:custGeom>
            <a:avLst/>
            <a:gdLst/>
            <a:ahLst/>
            <a:cxnLst/>
            <a:rect l="l" t="t" r="r" b="b"/>
            <a:pathLst>
              <a:path w="353694" h="351154">
                <a:moveTo>
                  <a:pt x="50393" y="52412"/>
                </a:moveTo>
                <a:lnTo>
                  <a:pt x="49256" y="84906"/>
                </a:lnTo>
                <a:lnTo>
                  <a:pt x="49444" y="103570"/>
                </a:lnTo>
                <a:lnTo>
                  <a:pt x="51465" y="115454"/>
                </a:lnTo>
                <a:lnTo>
                  <a:pt x="55829" y="127609"/>
                </a:lnTo>
                <a:lnTo>
                  <a:pt x="31961" y="144132"/>
                </a:lnTo>
                <a:lnTo>
                  <a:pt x="18189" y="154733"/>
                </a:lnTo>
                <a:lnTo>
                  <a:pt x="9280" y="163996"/>
                </a:lnTo>
                <a:lnTo>
                  <a:pt x="0" y="176504"/>
                </a:lnTo>
                <a:lnTo>
                  <a:pt x="15888" y="194988"/>
                </a:lnTo>
                <a:lnTo>
                  <a:pt x="27189" y="206459"/>
                </a:lnTo>
                <a:lnTo>
                  <a:pt x="39306" y="215693"/>
                </a:lnTo>
                <a:lnTo>
                  <a:pt x="57645" y="227469"/>
                </a:lnTo>
                <a:lnTo>
                  <a:pt x="53179" y="242795"/>
                </a:lnTo>
                <a:lnTo>
                  <a:pt x="51161" y="255538"/>
                </a:lnTo>
                <a:lnTo>
                  <a:pt x="51115" y="272569"/>
                </a:lnTo>
                <a:lnTo>
                  <a:pt x="52565" y="300761"/>
                </a:lnTo>
                <a:lnTo>
                  <a:pt x="81112" y="302313"/>
                </a:lnTo>
                <a:lnTo>
                  <a:pt x="98729" y="302323"/>
                </a:lnTo>
                <a:lnTo>
                  <a:pt x="112708" y="300332"/>
                </a:lnTo>
                <a:lnTo>
                  <a:pt x="130340" y="295884"/>
                </a:lnTo>
                <a:lnTo>
                  <a:pt x="138844" y="312605"/>
                </a:lnTo>
                <a:lnTo>
                  <a:pt x="146702" y="323921"/>
                </a:lnTo>
                <a:lnTo>
                  <a:pt x="158434" y="335001"/>
                </a:lnTo>
                <a:lnTo>
                  <a:pt x="178562" y="351015"/>
                </a:lnTo>
                <a:lnTo>
                  <a:pt x="201699" y="330277"/>
                </a:lnTo>
                <a:lnTo>
                  <a:pt x="214737" y="317320"/>
                </a:lnTo>
                <a:lnTo>
                  <a:pt x="222471" y="306704"/>
                </a:lnTo>
                <a:lnTo>
                  <a:pt x="229692" y="292988"/>
                </a:lnTo>
                <a:lnTo>
                  <a:pt x="240813" y="297116"/>
                </a:lnTo>
                <a:lnTo>
                  <a:pt x="252177" y="299151"/>
                </a:lnTo>
                <a:lnTo>
                  <a:pt x="270675" y="299686"/>
                </a:lnTo>
                <a:lnTo>
                  <a:pt x="303199" y="299313"/>
                </a:lnTo>
                <a:lnTo>
                  <a:pt x="303866" y="266832"/>
                </a:lnTo>
                <a:lnTo>
                  <a:pt x="303437" y="247872"/>
                </a:lnTo>
                <a:lnTo>
                  <a:pt x="301328" y="235112"/>
                </a:lnTo>
                <a:lnTo>
                  <a:pt x="296951" y="221233"/>
                </a:lnTo>
                <a:lnTo>
                  <a:pt x="311601" y="214541"/>
                </a:lnTo>
                <a:lnTo>
                  <a:pt x="322376" y="207368"/>
                </a:lnTo>
                <a:lnTo>
                  <a:pt x="334581" y="195266"/>
                </a:lnTo>
                <a:lnTo>
                  <a:pt x="353517" y="173786"/>
                </a:lnTo>
                <a:lnTo>
                  <a:pt x="335042" y="153725"/>
                </a:lnTo>
                <a:lnTo>
                  <a:pt x="322689" y="141738"/>
                </a:lnTo>
                <a:lnTo>
                  <a:pt x="310881" y="133056"/>
                </a:lnTo>
                <a:lnTo>
                  <a:pt x="294043" y="122910"/>
                </a:lnTo>
                <a:lnTo>
                  <a:pt x="299447" y="108535"/>
                </a:lnTo>
                <a:lnTo>
                  <a:pt x="301891" y="96061"/>
                </a:lnTo>
                <a:lnTo>
                  <a:pt x="301954" y="78574"/>
                </a:lnTo>
                <a:lnTo>
                  <a:pt x="300215" y="49161"/>
                </a:lnTo>
                <a:lnTo>
                  <a:pt x="277998" y="48632"/>
                </a:lnTo>
                <a:lnTo>
                  <a:pt x="262548" y="49020"/>
                </a:lnTo>
                <a:lnTo>
                  <a:pt x="246624" y="50835"/>
                </a:lnTo>
                <a:lnTo>
                  <a:pt x="222986" y="54584"/>
                </a:lnTo>
                <a:lnTo>
                  <a:pt x="212840" y="37258"/>
                </a:lnTo>
                <a:lnTo>
                  <a:pt x="204396" y="25796"/>
                </a:lnTo>
                <a:lnTo>
                  <a:pt x="193100" y="15083"/>
                </a:lnTo>
                <a:lnTo>
                  <a:pt x="174396" y="0"/>
                </a:lnTo>
                <a:lnTo>
                  <a:pt x="150970" y="21430"/>
                </a:lnTo>
                <a:lnTo>
                  <a:pt x="137912" y="34523"/>
                </a:lnTo>
                <a:lnTo>
                  <a:pt x="130498" y="44632"/>
                </a:lnTo>
                <a:lnTo>
                  <a:pt x="124002" y="57111"/>
                </a:lnTo>
                <a:lnTo>
                  <a:pt x="108372" y="52359"/>
                </a:lnTo>
                <a:lnTo>
                  <a:pt x="95494" y="50285"/>
                </a:lnTo>
                <a:lnTo>
                  <a:pt x="78468" y="50450"/>
                </a:lnTo>
                <a:lnTo>
                  <a:pt x="50393" y="52412"/>
                </a:lnTo>
                <a:close/>
              </a:path>
            </a:pathLst>
          </a:custGeom>
          <a:noFill/>
          <a:ln w="3175">
            <a:solidFill>
              <a:srgbClr val="000000"/>
            </a:solidFill>
          </a:ln>
        </p:spPr>
        <p:txBody>
          <a:bodyPr wrap="square" lIns="0" tIns="0" rIns="0" bIns="0" rtlCol="0"/>
          <a:lstStyle/>
          <a:p>
            <a:pPr lvl="0"/>
            <a:endParaRPr dirty="0">
              <a:solidFill>
                <a:prstClr val="black"/>
              </a:solidFill>
              <a:latin typeface="Aptos" panose="02110004020202020204"/>
            </a:endParaRPr>
          </a:p>
        </p:txBody>
      </p:sp>
      <p:pic>
        <p:nvPicPr>
          <p:cNvPr id="9" name="Picture 8" descr="A black and gold rectangular frame with a black background&#10;&#10;AI-generated content may be incorrect.">
            <a:extLst>
              <a:ext uri="{FF2B5EF4-FFF2-40B4-BE49-F238E27FC236}">
                <a16:creationId xmlns:a16="http://schemas.microsoft.com/office/drawing/2014/main" id="{613E29C5-C568-40AE-46C5-AD6FF5305627}"/>
              </a:ext>
            </a:extLst>
          </p:cNvPr>
          <p:cNvPicPr>
            <a:picLocks noChangeAspect="1"/>
          </p:cNvPicPr>
          <p:nvPr userDrawn="1"/>
        </p:nvPicPr>
        <p:blipFill>
          <a:blip r:embed="rId2"/>
          <a:stretch>
            <a:fillRect/>
          </a:stretch>
        </p:blipFill>
        <p:spPr>
          <a:xfrm>
            <a:off x="173170" y="6911195"/>
            <a:ext cx="1303475" cy="385395"/>
          </a:xfrm>
          <a:prstGeom prst="rect">
            <a:avLst/>
          </a:prstGeom>
          <a:effectLst/>
        </p:spPr>
      </p:pic>
      <p:cxnSp>
        <p:nvCxnSpPr>
          <p:cNvPr id="10" name="Straight Connector 9">
            <a:extLst>
              <a:ext uri="{FF2B5EF4-FFF2-40B4-BE49-F238E27FC236}">
                <a16:creationId xmlns:a16="http://schemas.microsoft.com/office/drawing/2014/main" id="{AB3FD511-5928-8EAD-4E10-975C077FA49F}"/>
              </a:ext>
            </a:extLst>
          </p:cNvPr>
          <p:cNvCxnSpPr>
            <a:cxnSpLocks/>
          </p:cNvCxnSpPr>
          <p:nvPr userDrawn="1"/>
        </p:nvCxnSpPr>
        <p:spPr>
          <a:xfrm>
            <a:off x="1620420" y="7103867"/>
            <a:ext cx="11217536" cy="0"/>
          </a:xfrm>
          <a:prstGeom prst="line">
            <a:avLst/>
          </a:prstGeom>
          <a:noFill/>
          <a:ln w="3175" cap="flat" cmpd="sng" algn="ctr">
            <a:solidFill>
              <a:srgbClr val="000000"/>
            </a:solidFill>
            <a:prstDash val="solid"/>
            <a:miter lim="800000"/>
          </a:ln>
          <a:effectLst/>
        </p:spPr>
      </p:cxnSp>
      <p:sp>
        <p:nvSpPr>
          <p:cNvPr id="11" name="Date Placeholder 3">
            <a:extLst>
              <a:ext uri="{FF2B5EF4-FFF2-40B4-BE49-F238E27FC236}">
                <a16:creationId xmlns:a16="http://schemas.microsoft.com/office/drawing/2014/main" id="{D95AF46A-D693-0A39-E060-24F438F3CAEA}"/>
              </a:ext>
            </a:extLst>
          </p:cNvPr>
          <p:cNvSpPr txBox="1">
            <a:spLocks/>
          </p:cNvSpPr>
          <p:nvPr userDrawn="1"/>
        </p:nvSpPr>
        <p:spPr>
          <a:xfrm>
            <a:off x="12984887" y="7042317"/>
            <a:ext cx="142668" cy="123111"/>
          </a:xfrm>
          <a:prstGeom prst="rect">
            <a:avLst/>
          </a:prstGeom>
        </p:spPr>
        <p:txBody>
          <a:bodyPr wrap="none" lIns="0" tIns="0" rIns="0" bIns="0" anchor="ctr">
            <a:spAutoFit/>
          </a:bodyPr>
          <a:lstStyle>
            <a:defPPr>
              <a:defRPr lang="en-SA"/>
            </a:defPPr>
            <a:lvl1pPr marL="0" algn="l" defTabSz="914400" rtl="0" eaLnBrk="1" latinLnBrk="0" hangingPunct="1">
              <a:defRPr sz="1000" kern="1200">
                <a:solidFill>
                  <a:schemeClr val="bg2"/>
                </a:solidFill>
                <a:latin typeface="Readex Pro Deca" pitchFamily="2" charset="-78"/>
                <a:ea typeface="+mn-ea"/>
                <a:cs typeface="Readex Pro Deca" pitchFamily="2" charset="-78"/>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0CA8B97-79F7-4841-B144-26FBE5AC4C5B}" type="slidenum">
              <a:rPr lang="en-US" sz="800">
                <a:solidFill>
                  <a:srgbClr val="000000"/>
                </a:solidFill>
                <a:latin typeface="Abar Mid" pitchFamily="2" charset="-78"/>
                <a:ea typeface="Abar Mid" pitchFamily="2" charset="-78"/>
                <a:cs typeface="Abar Mid" pitchFamily="2" charset="-78"/>
              </a:rPr>
              <a:pPr algn="ctr"/>
              <a:t>‹#›</a:t>
            </a:fld>
            <a:endParaRPr lang="en-SA" sz="800">
              <a:solidFill>
                <a:srgbClr val="000000"/>
              </a:solidFill>
              <a:latin typeface="Abar Mid" pitchFamily="2" charset="-78"/>
              <a:ea typeface="Abar Mid" pitchFamily="2" charset="-78"/>
              <a:cs typeface="Abar Mid" pitchFamily="2" charset="-78"/>
            </a:endParaRPr>
          </a:p>
        </p:txBody>
      </p:sp>
      <p:sp>
        <p:nvSpPr>
          <p:cNvPr id="13" name="Rectangle 12">
            <a:extLst>
              <a:ext uri="{FF2B5EF4-FFF2-40B4-BE49-F238E27FC236}">
                <a16:creationId xmlns:a16="http://schemas.microsoft.com/office/drawing/2014/main" id="{718B93E1-4082-3B8E-A003-B7DAB2DE30C8}"/>
              </a:ext>
            </a:extLst>
          </p:cNvPr>
          <p:cNvSpPr/>
          <p:nvPr userDrawn="1"/>
        </p:nvSpPr>
        <p:spPr>
          <a:xfrm>
            <a:off x="-2" y="7444076"/>
            <a:ext cx="13439778" cy="115601"/>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grpSp>
        <p:nvGrpSpPr>
          <p:cNvPr id="2" name="Group 1">
            <a:extLst>
              <a:ext uri="{FF2B5EF4-FFF2-40B4-BE49-F238E27FC236}">
                <a16:creationId xmlns:a16="http://schemas.microsoft.com/office/drawing/2014/main" id="{DDF15AF4-74A2-EB5E-704A-3221FBFAEF6D}"/>
              </a:ext>
            </a:extLst>
          </p:cNvPr>
          <p:cNvGrpSpPr/>
          <p:nvPr userDrawn="1"/>
        </p:nvGrpSpPr>
        <p:grpSpPr>
          <a:xfrm>
            <a:off x="-860146" y="0"/>
            <a:ext cx="800100" cy="2412802"/>
            <a:chOff x="-1115020" y="205707"/>
            <a:chExt cx="800100" cy="2412802"/>
          </a:xfrm>
        </p:grpSpPr>
        <p:sp>
          <p:nvSpPr>
            <p:cNvPr id="3" name="Rectangle 2">
              <a:extLst>
                <a:ext uri="{FF2B5EF4-FFF2-40B4-BE49-F238E27FC236}">
                  <a16:creationId xmlns:a16="http://schemas.microsoft.com/office/drawing/2014/main" id="{E5052F24-48C2-DED7-8DF0-43A8A8231467}"/>
                </a:ext>
              </a:extLst>
            </p:cNvPr>
            <p:cNvSpPr/>
            <p:nvPr userDrawn="1"/>
          </p:nvSpPr>
          <p:spPr>
            <a:xfrm>
              <a:off x="-1115020" y="211930"/>
              <a:ext cx="800100" cy="2406579"/>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dirty="0"/>
            </a:p>
          </p:txBody>
        </p:sp>
        <p:grpSp>
          <p:nvGrpSpPr>
            <p:cNvPr id="4" name="Group 3">
              <a:extLst>
                <a:ext uri="{FF2B5EF4-FFF2-40B4-BE49-F238E27FC236}">
                  <a16:creationId xmlns:a16="http://schemas.microsoft.com/office/drawing/2014/main" id="{A41949F3-2E35-456C-2828-F977B53BD834}"/>
                </a:ext>
              </a:extLst>
            </p:cNvPr>
            <p:cNvGrpSpPr/>
            <p:nvPr/>
          </p:nvGrpSpPr>
          <p:grpSpPr>
            <a:xfrm>
              <a:off x="-1048928" y="205707"/>
              <a:ext cx="667917" cy="479518"/>
              <a:chOff x="-1290218" y="1100204"/>
              <a:chExt cx="667917" cy="479518"/>
            </a:xfrm>
          </p:grpSpPr>
          <p:sp>
            <p:nvSpPr>
              <p:cNvPr id="21" name="Rectangle 20">
                <a:extLst>
                  <a:ext uri="{FF2B5EF4-FFF2-40B4-BE49-F238E27FC236}">
                    <a16:creationId xmlns:a16="http://schemas.microsoft.com/office/drawing/2014/main" id="{34139FC1-B245-8450-4AFC-6682CBC1B468}"/>
                  </a:ext>
                </a:extLst>
              </p:cNvPr>
              <p:cNvSpPr/>
              <p:nvPr/>
            </p:nvSpPr>
            <p:spPr>
              <a:xfrm>
                <a:off x="-1290218" y="1221049"/>
                <a:ext cx="667917" cy="358673"/>
              </a:xfrm>
              <a:prstGeom prst="rect">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900" dirty="0">
                    <a:solidFill>
                      <a:schemeClr val="tx1"/>
                    </a:solidFill>
                  </a:rPr>
                  <a:t>#DCE6F2</a:t>
                </a:r>
                <a:endParaRPr lang="ar-SA" sz="900" dirty="0">
                  <a:solidFill>
                    <a:schemeClr val="tx1"/>
                  </a:solidFill>
                </a:endParaRPr>
              </a:p>
            </p:txBody>
          </p:sp>
          <p:sp>
            <p:nvSpPr>
              <p:cNvPr id="22" name="TextBox 21">
                <a:extLst>
                  <a:ext uri="{FF2B5EF4-FFF2-40B4-BE49-F238E27FC236}">
                    <a16:creationId xmlns:a16="http://schemas.microsoft.com/office/drawing/2014/main" id="{1AFCDB67-223C-CC40-B225-54297DBF9D44}"/>
                  </a:ext>
                </a:extLst>
              </p:cNvPr>
              <p:cNvSpPr txBox="1"/>
              <p:nvPr/>
            </p:nvSpPr>
            <p:spPr>
              <a:xfrm>
                <a:off x="-1230104" y="1100204"/>
                <a:ext cx="547688" cy="169277"/>
              </a:xfrm>
              <a:prstGeom prst="rect">
                <a:avLst/>
              </a:prstGeom>
              <a:noFill/>
            </p:spPr>
            <p:txBody>
              <a:bodyPr wrap="square" rtlCol="0">
                <a:spAutoFit/>
              </a:bodyPr>
              <a:lstStyle/>
              <a:p>
                <a:pPr algn="ctr"/>
                <a:r>
                  <a:rPr lang="ar-SA" sz="500" dirty="0">
                    <a:latin typeface="Abar Mid" pitchFamily="50" charset="-78"/>
                    <a:ea typeface="Abar Mid" pitchFamily="50" charset="-78"/>
                    <a:cs typeface="Abar Mid" pitchFamily="50" charset="-78"/>
                  </a:rPr>
                  <a:t>مكتمل</a:t>
                </a:r>
              </a:p>
            </p:txBody>
          </p:sp>
        </p:grpSp>
        <p:grpSp>
          <p:nvGrpSpPr>
            <p:cNvPr id="6" name="Group 5">
              <a:extLst>
                <a:ext uri="{FF2B5EF4-FFF2-40B4-BE49-F238E27FC236}">
                  <a16:creationId xmlns:a16="http://schemas.microsoft.com/office/drawing/2014/main" id="{1F9F5B3A-1B0E-E87F-595B-33D26019150B}"/>
                </a:ext>
              </a:extLst>
            </p:cNvPr>
            <p:cNvGrpSpPr/>
            <p:nvPr/>
          </p:nvGrpSpPr>
          <p:grpSpPr>
            <a:xfrm>
              <a:off x="-1048928" y="818257"/>
              <a:ext cx="667917" cy="479518"/>
              <a:chOff x="-1290218" y="238032"/>
              <a:chExt cx="667917" cy="479518"/>
            </a:xfrm>
          </p:grpSpPr>
          <p:sp>
            <p:nvSpPr>
              <p:cNvPr id="19" name="Rectangle 18">
                <a:extLst>
                  <a:ext uri="{FF2B5EF4-FFF2-40B4-BE49-F238E27FC236}">
                    <a16:creationId xmlns:a16="http://schemas.microsoft.com/office/drawing/2014/main" id="{2F0DC6F7-9079-58F2-9C8B-18339AE2A113}"/>
                  </a:ext>
                </a:extLst>
              </p:cNvPr>
              <p:cNvSpPr/>
              <p:nvPr/>
            </p:nvSpPr>
            <p:spPr>
              <a:xfrm>
                <a:off x="-1290218" y="358877"/>
                <a:ext cx="667917" cy="358673"/>
              </a:xfrm>
              <a:prstGeom prst="rect">
                <a:avLst/>
              </a:prstGeom>
              <a:solidFill>
                <a:schemeClr val="accent3">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900" dirty="0">
                    <a:solidFill>
                      <a:schemeClr val="tx1"/>
                    </a:solidFill>
                  </a:rPr>
                  <a:t>#EBF1DE</a:t>
                </a:r>
                <a:endParaRPr lang="ar-SA" sz="900" dirty="0">
                  <a:solidFill>
                    <a:schemeClr val="tx1"/>
                  </a:solidFill>
                </a:endParaRPr>
              </a:p>
            </p:txBody>
          </p:sp>
          <p:sp>
            <p:nvSpPr>
              <p:cNvPr id="20" name="TextBox 19">
                <a:extLst>
                  <a:ext uri="{FF2B5EF4-FFF2-40B4-BE49-F238E27FC236}">
                    <a16:creationId xmlns:a16="http://schemas.microsoft.com/office/drawing/2014/main" id="{01C50D3E-B9BB-D9A2-63CE-97CC828C5ECE}"/>
                  </a:ext>
                </a:extLst>
              </p:cNvPr>
              <p:cNvSpPr txBox="1"/>
              <p:nvPr/>
            </p:nvSpPr>
            <p:spPr>
              <a:xfrm>
                <a:off x="-1230104" y="238032"/>
                <a:ext cx="547688" cy="169277"/>
              </a:xfrm>
              <a:prstGeom prst="rect">
                <a:avLst/>
              </a:prstGeom>
              <a:noFill/>
            </p:spPr>
            <p:txBody>
              <a:bodyPr wrap="square" rtlCol="0">
                <a:spAutoFit/>
              </a:bodyPr>
              <a:lstStyle/>
              <a:p>
                <a:pPr algn="ctr"/>
                <a:r>
                  <a:rPr lang="ar-SA" sz="500" dirty="0">
                    <a:latin typeface="Abar Mid" pitchFamily="50" charset="-78"/>
                    <a:ea typeface="Abar Mid" pitchFamily="50" charset="-78"/>
                    <a:cs typeface="Abar Mid" pitchFamily="50" charset="-78"/>
                  </a:rPr>
                  <a:t>على المخطط</a:t>
                </a:r>
              </a:p>
            </p:txBody>
          </p:sp>
        </p:grpSp>
        <p:grpSp>
          <p:nvGrpSpPr>
            <p:cNvPr id="12" name="Group 11">
              <a:extLst>
                <a:ext uri="{FF2B5EF4-FFF2-40B4-BE49-F238E27FC236}">
                  <a16:creationId xmlns:a16="http://schemas.microsoft.com/office/drawing/2014/main" id="{776EFE00-4676-D208-EE6D-0F0F3B50D86C}"/>
                </a:ext>
              </a:extLst>
            </p:cNvPr>
            <p:cNvGrpSpPr/>
            <p:nvPr/>
          </p:nvGrpSpPr>
          <p:grpSpPr>
            <a:xfrm>
              <a:off x="-1048928" y="1430807"/>
              <a:ext cx="667917" cy="478221"/>
              <a:chOff x="-1290218" y="670415"/>
              <a:chExt cx="667917" cy="478221"/>
            </a:xfrm>
          </p:grpSpPr>
          <p:sp>
            <p:nvSpPr>
              <p:cNvPr id="17" name="Rectangle 16">
                <a:extLst>
                  <a:ext uri="{FF2B5EF4-FFF2-40B4-BE49-F238E27FC236}">
                    <a16:creationId xmlns:a16="http://schemas.microsoft.com/office/drawing/2014/main" id="{80F87C81-CD69-E73D-085A-89F13EB03A5C}"/>
                  </a:ext>
                </a:extLst>
              </p:cNvPr>
              <p:cNvSpPr/>
              <p:nvPr/>
            </p:nvSpPr>
            <p:spPr>
              <a:xfrm>
                <a:off x="-1290218" y="789963"/>
                <a:ext cx="667917" cy="358673"/>
              </a:xfrm>
              <a:prstGeom prst="rect">
                <a:avLst/>
              </a:prstGeom>
              <a:solidFill>
                <a:schemeClr val="accent2">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900" dirty="0">
                    <a:solidFill>
                      <a:schemeClr val="tx1"/>
                    </a:solidFill>
                  </a:rPr>
                  <a:t>#F2DCDB</a:t>
                </a:r>
                <a:endParaRPr lang="ar-SA" sz="900" dirty="0">
                  <a:solidFill>
                    <a:schemeClr val="tx1"/>
                  </a:solidFill>
                </a:endParaRPr>
              </a:p>
            </p:txBody>
          </p:sp>
          <p:sp>
            <p:nvSpPr>
              <p:cNvPr id="18" name="TextBox 17">
                <a:extLst>
                  <a:ext uri="{FF2B5EF4-FFF2-40B4-BE49-F238E27FC236}">
                    <a16:creationId xmlns:a16="http://schemas.microsoft.com/office/drawing/2014/main" id="{3519D8A6-C001-93E2-2701-3CB31AB2D398}"/>
                  </a:ext>
                </a:extLst>
              </p:cNvPr>
              <p:cNvSpPr txBox="1"/>
              <p:nvPr/>
            </p:nvSpPr>
            <p:spPr>
              <a:xfrm>
                <a:off x="-1249074" y="670415"/>
                <a:ext cx="547688" cy="169277"/>
              </a:xfrm>
              <a:prstGeom prst="rect">
                <a:avLst/>
              </a:prstGeom>
              <a:noFill/>
            </p:spPr>
            <p:txBody>
              <a:bodyPr wrap="square" rtlCol="0">
                <a:spAutoFit/>
              </a:bodyPr>
              <a:lstStyle/>
              <a:p>
                <a:pPr algn="ctr"/>
                <a:r>
                  <a:rPr lang="ar-SA" sz="500" dirty="0">
                    <a:latin typeface="Abar Mid" pitchFamily="50" charset="-78"/>
                    <a:ea typeface="Abar Mid" pitchFamily="50" charset="-78"/>
                    <a:cs typeface="Abar Mid" pitchFamily="50" charset="-78"/>
                  </a:rPr>
                  <a:t>متأخر</a:t>
                </a:r>
              </a:p>
            </p:txBody>
          </p:sp>
        </p:grpSp>
        <p:grpSp>
          <p:nvGrpSpPr>
            <p:cNvPr id="14" name="Group 13">
              <a:extLst>
                <a:ext uri="{FF2B5EF4-FFF2-40B4-BE49-F238E27FC236}">
                  <a16:creationId xmlns:a16="http://schemas.microsoft.com/office/drawing/2014/main" id="{F6DB97C2-DADC-06FB-3FA6-E2C630B7D91F}"/>
                </a:ext>
              </a:extLst>
            </p:cNvPr>
            <p:cNvGrpSpPr/>
            <p:nvPr/>
          </p:nvGrpSpPr>
          <p:grpSpPr>
            <a:xfrm>
              <a:off x="-1048928" y="2042061"/>
              <a:ext cx="667917" cy="486226"/>
              <a:chOff x="-1290218" y="1524581"/>
              <a:chExt cx="667917" cy="486226"/>
            </a:xfrm>
          </p:grpSpPr>
          <p:sp>
            <p:nvSpPr>
              <p:cNvPr id="15" name="Rectangle 14">
                <a:extLst>
                  <a:ext uri="{FF2B5EF4-FFF2-40B4-BE49-F238E27FC236}">
                    <a16:creationId xmlns:a16="http://schemas.microsoft.com/office/drawing/2014/main" id="{97ADD211-5B93-C342-11F6-68D84CE47979}"/>
                  </a:ext>
                </a:extLst>
              </p:cNvPr>
              <p:cNvSpPr/>
              <p:nvPr/>
            </p:nvSpPr>
            <p:spPr>
              <a:xfrm>
                <a:off x="-1290218" y="1652134"/>
                <a:ext cx="667917" cy="358673"/>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900" dirty="0">
                    <a:solidFill>
                      <a:schemeClr val="tx1"/>
                    </a:solidFill>
                  </a:rPr>
                  <a:t>#F2F2F2</a:t>
                </a:r>
                <a:endParaRPr lang="ar-SA" sz="900" dirty="0">
                  <a:solidFill>
                    <a:schemeClr val="tx1"/>
                  </a:solidFill>
                </a:endParaRPr>
              </a:p>
            </p:txBody>
          </p:sp>
          <p:sp>
            <p:nvSpPr>
              <p:cNvPr id="16" name="TextBox 15">
                <a:extLst>
                  <a:ext uri="{FF2B5EF4-FFF2-40B4-BE49-F238E27FC236}">
                    <a16:creationId xmlns:a16="http://schemas.microsoft.com/office/drawing/2014/main" id="{49928C3F-71DA-BBCD-991D-49B3D8E2FE9D}"/>
                  </a:ext>
                </a:extLst>
              </p:cNvPr>
              <p:cNvSpPr txBox="1"/>
              <p:nvPr/>
            </p:nvSpPr>
            <p:spPr>
              <a:xfrm>
                <a:off x="-1234284" y="1524581"/>
                <a:ext cx="547688" cy="169277"/>
              </a:xfrm>
              <a:prstGeom prst="rect">
                <a:avLst/>
              </a:prstGeom>
              <a:noFill/>
            </p:spPr>
            <p:txBody>
              <a:bodyPr wrap="square" rtlCol="0">
                <a:spAutoFit/>
              </a:bodyPr>
              <a:lstStyle/>
              <a:p>
                <a:pPr algn="ctr"/>
                <a:r>
                  <a:rPr lang="ar-SA" sz="500" dirty="0">
                    <a:latin typeface="Abar Mid" pitchFamily="50" charset="-78"/>
                    <a:ea typeface="Abar Mid" pitchFamily="50" charset="-78"/>
                    <a:cs typeface="Abar Mid" pitchFamily="50" charset="-78"/>
                  </a:rPr>
                  <a:t>لم يبدأ/معلق</a:t>
                </a:r>
              </a:p>
            </p:txBody>
          </p:sp>
        </p:grpSp>
      </p:grpSp>
    </p:spTree>
    <p:extLst>
      <p:ext uri="{BB962C8B-B14F-4D97-AF65-F5344CB8AC3E}">
        <p14:creationId xmlns:p14="http://schemas.microsoft.com/office/powerpoint/2010/main" val="19280062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1_Blank">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0860C3C-C95F-014E-116F-B6AE72618E41}"/>
              </a:ext>
            </a:extLst>
          </p:cNvPr>
          <p:cNvPicPr>
            <a:picLocks noChangeAspect="1"/>
          </p:cNvPicPr>
          <p:nvPr userDrawn="1"/>
        </p:nvPicPr>
        <p:blipFill>
          <a:blip r:embed="rId2"/>
          <a:srcRect b="47541"/>
          <a:stretch>
            <a:fillRect/>
          </a:stretch>
        </p:blipFill>
        <p:spPr>
          <a:xfrm>
            <a:off x="1" y="1"/>
            <a:ext cx="13439774" cy="7559676"/>
          </a:xfrm>
          <a:prstGeom prst="rect">
            <a:avLst/>
          </a:prstGeom>
        </p:spPr>
      </p:pic>
      <p:sp>
        <p:nvSpPr>
          <p:cNvPr id="4" name="Rectangle 3">
            <a:extLst>
              <a:ext uri="{FF2B5EF4-FFF2-40B4-BE49-F238E27FC236}">
                <a16:creationId xmlns:a16="http://schemas.microsoft.com/office/drawing/2014/main" id="{8A6349CC-364B-CA39-7B4E-FC2A300763A9}"/>
              </a:ext>
            </a:extLst>
          </p:cNvPr>
          <p:cNvSpPr/>
          <p:nvPr userDrawn="1"/>
        </p:nvSpPr>
        <p:spPr>
          <a:xfrm>
            <a:off x="1" y="-1"/>
            <a:ext cx="13439774" cy="7559678"/>
          </a:xfrm>
          <a:prstGeom prst="rect">
            <a:avLst/>
          </a:prstGeom>
          <a:solidFill>
            <a:srgbClr val="000000">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a:endParaRPr lang="en-SA" sz="1800">
              <a:solidFill>
                <a:srgbClr val="FDFDF2"/>
              </a:solidFill>
            </a:endParaRPr>
          </a:p>
        </p:txBody>
      </p:sp>
      <p:pic>
        <p:nvPicPr>
          <p:cNvPr id="10" name="Picture 9">
            <a:extLst>
              <a:ext uri="{FF2B5EF4-FFF2-40B4-BE49-F238E27FC236}">
                <a16:creationId xmlns:a16="http://schemas.microsoft.com/office/drawing/2014/main" id="{9D188BBB-5F82-1542-85F0-819FAA16583C}"/>
              </a:ext>
            </a:extLst>
          </p:cNvPr>
          <p:cNvPicPr>
            <a:picLocks noChangeAspect="1"/>
          </p:cNvPicPr>
          <p:nvPr userDrawn="1"/>
        </p:nvPicPr>
        <p:blipFill>
          <a:blip r:embed="rId3"/>
          <a:stretch>
            <a:fillRect/>
          </a:stretch>
        </p:blipFill>
        <p:spPr>
          <a:xfrm>
            <a:off x="4294063" y="1874799"/>
            <a:ext cx="4851649" cy="1498677"/>
          </a:xfrm>
          <a:prstGeom prst="rect">
            <a:avLst/>
          </a:prstGeom>
        </p:spPr>
      </p:pic>
      <p:sp>
        <p:nvSpPr>
          <p:cNvPr id="12" name="Freeform: Shape 11">
            <a:extLst>
              <a:ext uri="{FF2B5EF4-FFF2-40B4-BE49-F238E27FC236}">
                <a16:creationId xmlns:a16="http://schemas.microsoft.com/office/drawing/2014/main" id="{BA2B071E-AD5D-1ABB-91F3-4B757F58A992}"/>
              </a:ext>
            </a:extLst>
          </p:cNvPr>
          <p:cNvSpPr/>
          <p:nvPr userDrawn="1"/>
        </p:nvSpPr>
        <p:spPr>
          <a:xfrm>
            <a:off x="1" y="5303931"/>
            <a:ext cx="5174679" cy="1757120"/>
          </a:xfrm>
          <a:custGeom>
            <a:avLst/>
            <a:gdLst>
              <a:gd name="csX0" fmla="*/ 2506348 w 6096000"/>
              <a:gd name="csY0" fmla="*/ 2016 h 1720228"/>
              <a:gd name="csX1" fmla="*/ 2714354 w 6096000"/>
              <a:gd name="csY1" fmla="*/ 159664 h 1720228"/>
              <a:gd name="csX2" fmla="*/ 3179266 w 6096000"/>
              <a:gd name="csY2" fmla="*/ 152731 h 1720228"/>
              <a:gd name="csX3" fmla="*/ 3184741 w 6096000"/>
              <a:gd name="csY3" fmla="*/ 166598 h 1720228"/>
              <a:gd name="csX4" fmla="*/ 2872730 w 6096000"/>
              <a:gd name="csY4" fmla="*/ 490654 h 1720228"/>
              <a:gd name="csX5" fmla="*/ 2892437 w 6096000"/>
              <a:gd name="csY5" fmla="*/ 769459 h 1720228"/>
              <a:gd name="csX6" fmla="*/ 2850835 w 6096000"/>
              <a:gd name="csY6" fmla="*/ 789530 h 1720228"/>
              <a:gd name="csX7" fmla="*/ 2077563 w 6096000"/>
              <a:gd name="csY7" fmla="*/ 589914 h 1720228"/>
              <a:gd name="csX8" fmla="*/ 1796937 w 6096000"/>
              <a:gd name="csY8" fmla="*/ 574588 h 1720228"/>
              <a:gd name="csX9" fmla="*/ 1872475 w 6096000"/>
              <a:gd name="csY9" fmla="*/ 634436 h 1720228"/>
              <a:gd name="csX10" fmla="*/ 2650492 w 6096000"/>
              <a:gd name="csY10" fmla="*/ 1177813 h 1720228"/>
              <a:gd name="csX11" fmla="*/ 3474490 w 6096000"/>
              <a:gd name="csY11" fmla="*/ 1197884 h 1720228"/>
              <a:gd name="csX12" fmla="*/ 3694173 w 6096000"/>
              <a:gd name="csY12" fmla="*/ 853027 h 1720228"/>
              <a:gd name="csX13" fmla="*/ 3733585 w 6096000"/>
              <a:gd name="csY13" fmla="*/ 847554 h 1720228"/>
              <a:gd name="csX14" fmla="*/ 3619729 w 6096000"/>
              <a:gd name="csY14" fmla="*/ 1448955 h 1720228"/>
              <a:gd name="csX15" fmla="*/ 4075883 w 6096000"/>
              <a:gd name="csY15" fmla="*/ 1356263 h 1720228"/>
              <a:gd name="csX16" fmla="*/ 4475475 w 6096000"/>
              <a:gd name="csY16" fmla="*/ 897549 h 1720228"/>
              <a:gd name="csX17" fmla="*/ 4171493 w 6096000"/>
              <a:gd name="csY17" fmla="*/ 397962 h 1720228"/>
              <a:gd name="csX18" fmla="*/ 3962757 w 6096000"/>
              <a:gd name="csY18" fmla="*/ 657061 h 1720228"/>
              <a:gd name="csX19" fmla="*/ 3731761 w 6096000"/>
              <a:gd name="csY19" fmla="*/ 473138 h 1720228"/>
              <a:gd name="csX20" fmla="*/ 3971516 w 6096000"/>
              <a:gd name="csY20" fmla="*/ 206740 h 1720228"/>
              <a:gd name="csX21" fmla="*/ 4532038 w 6096000"/>
              <a:gd name="csY21" fmla="*/ 325707 h 1720228"/>
              <a:gd name="csX22" fmla="*/ 4754641 w 6096000"/>
              <a:gd name="csY22" fmla="*/ 925648 h 1720228"/>
              <a:gd name="csX23" fmla="*/ 4655382 w 6096000"/>
              <a:gd name="csY23" fmla="*/ 1204088 h 1720228"/>
              <a:gd name="csX24" fmla="*/ 4980894 w 6096000"/>
              <a:gd name="csY24" fmla="*/ 1164311 h 1720228"/>
              <a:gd name="csX25" fmla="*/ 5874591 w 6096000"/>
              <a:gd name="csY25" fmla="*/ 909591 h 1720228"/>
              <a:gd name="csX26" fmla="*/ 5913273 w 6096000"/>
              <a:gd name="csY26" fmla="*/ 931487 h 1720228"/>
              <a:gd name="csX27" fmla="*/ 5814014 w 6096000"/>
              <a:gd name="csY27" fmla="*/ 1229268 h 1720228"/>
              <a:gd name="csX28" fmla="*/ 6095370 w 6096000"/>
              <a:gd name="csY28" fmla="*/ 1552959 h 1720228"/>
              <a:gd name="csX29" fmla="*/ 6095005 w 6096000"/>
              <a:gd name="csY29" fmla="*/ 1554054 h 1720228"/>
              <a:gd name="csX30" fmla="*/ 6089531 w 6096000"/>
              <a:gd name="csY30" fmla="*/ 1567921 h 1720228"/>
              <a:gd name="csX31" fmla="*/ 5596884 w 6096000"/>
              <a:gd name="csY31" fmla="*/ 1590912 h 1720228"/>
              <a:gd name="csX32" fmla="*/ 5447266 w 6096000"/>
              <a:gd name="csY32" fmla="*/ 1718272 h 1720228"/>
              <a:gd name="csX33" fmla="*/ 5407490 w 6096000"/>
              <a:gd name="csY33" fmla="*/ 1701120 h 1720228"/>
              <a:gd name="csX34" fmla="*/ 4167845 w 6096000"/>
              <a:gd name="csY34" fmla="*/ 1595291 h 1720228"/>
              <a:gd name="csX35" fmla="*/ 4166750 w 6096000"/>
              <a:gd name="csY35" fmla="*/ 1595656 h 1720228"/>
              <a:gd name="csX36" fmla="*/ 4165290 w 6096000"/>
              <a:gd name="csY36" fmla="*/ 1596386 h 1720228"/>
              <a:gd name="csX37" fmla="*/ 2803030 w 6096000"/>
              <a:gd name="csY37" fmla="*/ 1534348 h 1720228"/>
              <a:gd name="csX38" fmla="*/ 1713369 w 6096000"/>
              <a:gd name="csY38" fmla="*/ 835876 h 1720228"/>
              <a:gd name="csX39" fmla="*/ 1637100 w 6096000"/>
              <a:gd name="csY39" fmla="*/ 775663 h 1720228"/>
              <a:gd name="csX40" fmla="*/ 1551708 w 6096000"/>
              <a:gd name="csY40" fmla="*/ 1236932 h 1720228"/>
              <a:gd name="csX41" fmla="*/ 959437 w 6096000"/>
              <a:gd name="csY41" fmla="*/ 1570841 h 1720228"/>
              <a:gd name="csX42" fmla="*/ 522623 w 6096000"/>
              <a:gd name="csY42" fmla="*/ 1312837 h 1720228"/>
              <a:gd name="csX43" fmla="*/ 764933 w 6096000"/>
              <a:gd name="csY43" fmla="*/ 1068700 h 1720228"/>
              <a:gd name="csX44" fmla="*/ 1009796 w 6096000"/>
              <a:gd name="csY44" fmla="*/ 1299334 h 1720228"/>
              <a:gd name="csX45" fmla="*/ 1327279 w 6096000"/>
              <a:gd name="csY45" fmla="*/ 1086216 h 1720228"/>
              <a:gd name="csX46" fmla="*/ 1083876 w 6096000"/>
              <a:gd name="csY46" fmla="*/ 393948 h 1720228"/>
              <a:gd name="csX47" fmla="*/ 652901 w 6096000"/>
              <a:gd name="csY47" fmla="*/ 267318 h 1720228"/>
              <a:gd name="csX48" fmla="*/ 620423 w 6096000"/>
              <a:gd name="csY48" fmla="*/ 266223 h 1720228"/>
              <a:gd name="csX49" fmla="*/ 626627 w 6096000"/>
              <a:gd name="csY49" fmla="*/ 867260 h 1720228"/>
              <a:gd name="csX50" fmla="*/ 581741 w 6096000"/>
              <a:gd name="csY50" fmla="*/ 862151 h 1720228"/>
              <a:gd name="csX51" fmla="*/ 324105 w 6096000"/>
              <a:gd name="csY51" fmla="*/ 486640 h 1720228"/>
              <a:gd name="csX52" fmla="*/ 57893 w 6096000"/>
              <a:gd name="csY52" fmla="*/ 435003 h 1720228"/>
              <a:gd name="csX53" fmla="*/ 0 w 6096000"/>
              <a:gd name="csY53" fmla="*/ 441063 h 1720228"/>
              <a:gd name="csX54" fmla="*/ 0 w 6096000"/>
              <a:gd name="csY54" fmla="*/ 74198 h 1720228"/>
              <a:gd name="csX55" fmla="*/ 42233 w 6096000"/>
              <a:gd name="csY55" fmla="*/ 63554 h 1720228"/>
              <a:gd name="csX56" fmla="*/ 582471 w 6096000"/>
              <a:gd name="csY56" fmla="*/ 7854 h 1720228"/>
              <a:gd name="csX57" fmla="*/ 668957 w 6096000"/>
              <a:gd name="csY57" fmla="*/ 10409 h 1720228"/>
              <a:gd name="csX58" fmla="*/ 1064170 w 6096000"/>
              <a:gd name="csY58" fmla="*/ 102006 h 1720228"/>
              <a:gd name="csX59" fmla="*/ 1065630 w 6096000"/>
              <a:gd name="csY59" fmla="*/ 102736 h 1720228"/>
              <a:gd name="csX60" fmla="*/ 1129126 w 6096000"/>
              <a:gd name="csY60" fmla="*/ 130105 h 1720228"/>
              <a:gd name="csX61" fmla="*/ 2467301 w 6096000"/>
              <a:gd name="csY61" fmla="*/ 18072 h 1720228"/>
              <a:gd name="csX62" fmla="*/ 2506348 w 6096000"/>
              <a:gd name="csY62" fmla="*/ 2016 h 17202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Lst>
            <a:rect l="l" t="t" r="r" b="b"/>
            <a:pathLst>
              <a:path w="6096000" h="1720228">
                <a:moveTo>
                  <a:pt x="2506348" y="2016"/>
                </a:moveTo>
                <a:cubicBezTo>
                  <a:pt x="2570574" y="26831"/>
                  <a:pt x="2673117" y="90328"/>
                  <a:pt x="2714354" y="159664"/>
                </a:cubicBezTo>
                <a:cubicBezTo>
                  <a:pt x="2929294" y="81570"/>
                  <a:pt x="3130002" y="133025"/>
                  <a:pt x="3179266" y="152731"/>
                </a:cubicBezTo>
                <a:cubicBezTo>
                  <a:pt x="3184741" y="154920"/>
                  <a:pt x="3186930" y="161124"/>
                  <a:pt x="3184741" y="166598"/>
                </a:cubicBezTo>
                <a:cubicBezTo>
                  <a:pt x="3165764" y="210754"/>
                  <a:pt x="3048258" y="393583"/>
                  <a:pt x="2872730" y="490654"/>
                </a:cubicBezTo>
                <a:cubicBezTo>
                  <a:pt x="2927834" y="555976"/>
                  <a:pt x="2910317" y="659981"/>
                  <a:pt x="2892437" y="769459"/>
                </a:cubicBezTo>
                <a:cubicBezTo>
                  <a:pt x="2889518" y="788800"/>
                  <a:pt x="2867622" y="799383"/>
                  <a:pt x="2850835" y="789530"/>
                </a:cubicBezTo>
                <a:cubicBezTo>
                  <a:pt x="2562911" y="621663"/>
                  <a:pt x="2205286" y="589914"/>
                  <a:pt x="2077563" y="589914"/>
                </a:cubicBezTo>
                <a:cubicBezTo>
                  <a:pt x="1979398" y="589914"/>
                  <a:pt x="1891816" y="590644"/>
                  <a:pt x="1796937" y="574588"/>
                </a:cubicBezTo>
                <a:cubicBezTo>
                  <a:pt x="1822116" y="594294"/>
                  <a:pt x="1847295" y="614365"/>
                  <a:pt x="1872475" y="634436"/>
                </a:cubicBezTo>
                <a:cubicBezTo>
                  <a:pt x="2114055" y="826023"/>
                  <a:pt x="2361837" y="1022719"/>
                  <a:pt x="2650492" y="1177813"/>
                </a:cubicBezTo>
                <a:cubicBezTo>
                  <a:pt x="2994615" y="1316121"/>
                  <a:pt x="3267943" y="1301889"/>
                  <a:pt x="3474490" y="1197884"/>
                </a:cubicBezTo>
                <a:cubicBezTo>
                  <a:pt x="3630677" y="1119425"/>
                  <a:pt x="3679211" y="947544"/>
                  <a:pt x="3694173" y="853027"/>
                </a:cubicBezTo>
                <a:cubicBezTo>
                  <a:pt x="3697458" y="832956"/>
                  <a:pt x="3724827" y="828942"/>
                  <a:pt x="3733585" y="847554"/>
                </a:cubicBezTo>
                <a:cubicBezTo>
                  <a:pt x="3793067" y="970534"/>
                  <a:pt x="3889408" y="1256638"/>
                  <a:pt x="3619729" y="1448955"/>
                </a:cubicBezTo>
                <a:cubicBezTo>
                  <a:pt x="3763509" y="1444940"/>
                  <a:pt x="3916046" y="1417936"/>
                  <a:pt x="4075883" y="1356263"/>
                </a:cubicBezTo>
                <a:cubicBezTo>
                  <a:pt x="4317098" y="1262842"/>
                  <a:pt x="4445916" y="1101178"/>
                  <a:pt x="4475475" y="897549"/>
                </a:cubicBezTo>
                <a:cubicBezTo>
                  <a:pt x="4496640" y="753402"/>
                  <a:pt x="4507588" y="448322"/>
                  <a:pt x="4171493" y="397962"/>
                </a:cubicBezTo>
                <a:cubicBezTo>
                  <a:pt x="4169669" y="563275"/>
                  <a:pt x="4062381" y="639910"/>
                  <a:pt x="3962757" y="657061"/>
                </a:cubicBezTo>
                <a:cubicBezTo>
                  <a:pt x="3819707" y="681876"/>
                  <a:pt x="3735410" y="594294"/>
                  <a:pt x="3731761" y="473138"/>
                </a:cubicBezTo>
                <a:cubicBezTo>
                  <a:pt x="3727382" y="335195"/>
                  <a:pt x="3839413" y="243233"/>
                  <a:pt x="3971516" y="206740"/>
                </a:cubicBezTo>
                <a:cubicBezTo>
                  <a:pt x="4103618" y="170247"/>
                  <a:pt x="4293743" y="150906"/>
                  <a:pt x="4532038" y="325707"/>
                </a:cubicBezTo>
                <a:cubicBezTo>
                  <a:pt x="4706836" y="454161"/>
                  <a:pt x="4788944" y="688080"/>
                  <a:pt x="4754641" y="925648"/>
                </a:cubicBezTo>
                <a:cubicBezTo>
                  <a:pt x="4740044" y="1025638"/>
                  <a:pt x="4706107" y="1118695"/>
                  <a:pt x="4655382" y="1204088"/>
                </a:cubicBezTo>
                <a:cubicBezTo>
                  <a:pt x="4766319" y="1174529"/>
                  <a:pt x="4868132" y="1164311"/>
                  <a:pt x="4980894" y="1164311"/>
                </a:cubicBezTo>
                <a:cubicBezTo>
                  <a:pt x="5108981" y="1164311"/>
                  <a:pt x="5457848" y="1141321"/>
                  <a:pt x="5874591" y="909591"/>
                </a:cubicBezTo>
                <a:cubicBezTo>
                  <a:pt x="5891743" y="900103"/>
                  <a:pt x="5913273" y="911781"/>
                  <a:pt x="5913273" y="931487"/>
                </a:cubicBezTo>
                <a:cubicBezTo>
                  <a:pt x="5914733" y="1036951"/>
                  <a:pt x="5884444" y="1156647"/>
                  <a:pt x="5814014" y="1229268"/>
                </a:cubicBezTo>
                <a:cubicBezTo>
                  <a:pt x="5989542" y="1325974"/>
                  <a:pt x="6076394" y="1508803"/>
                  <a:pt x="6095370" y="1552959"/>
                </a:cubicBezTo>
                <a:lnTo>
                  <a:pt x="6095005" y="1554054"/>
                </a:lnTo>
                <a:cubicBezTo>
                  <a:pt x="6097559" y="1559528"/>
                  <a:pt x="6095005" y="1565732"/>
                  <a:pt x="6089531" y="1567921"/>
                </a:cubicBezTo>
                <a:cubicBezTo>
                  <a:pt x="6040267" y="1587262"/>
                  <a:pt x="5812190" y="1669371"/>
                  <a:pt x="5596884" y="1590912"/>
                </a:cubicBezTo>
                <a:cubicBezTo>
                  <a:pt x="5555649" y="1660248"/>
                  <a:pt x="5511492" y="1693456"/>
                  <a:pt x="5447266" y="1718272"/>
                </a:cubicBezTo>
                <a:cubicBezTo>
                  <a:pt x="5431574" y="1724110"/>
                  <a:pt x="5414058" y="1716447"/>
                  <a:pt x="5407490" y="1701120"/>
                </a:cubicBezTo>
                <a:cubicBezTo>
                  <a:pt x="5172114" y="1160662"/>
                  <a:pt x="4758291" y="1366846"/>
                  <a:pt x="4167845" y="1595291"/>
                </a:cubicBezTo>
                <a:cubicBezTo>
                  <a:pt x="4167479" y="1595656"/>
                  <a:pt x="4167114" y="1595656"/>
                  <a:pt x="4166750" y="1595656"/>
                </a:cubicBezTo>
                <a:cubicBezTo>
                  <a:pt x="4166385" y="1596386"/>
                  <a:pt x="4165654" y="1596386"/>
                  <a:pt x="4165290" y="1596386"/>
                </a:cubicBezTo>
                <a:cubicBezTo>
                  <a:pt x="3606592" y="1811693"/>
                  <a:pt x="3120148" y="1664262"/>
                  <a:pt x="2803030" y="1534348"/>
                </a:cubicBezTo>
                <a:cubicBezTo>
                  <a:pt x="2368771" y="1356628"/>
                  <a:pt x="2020634" y="1080013"/>
                  <a:pt x="1713369" y="835876"/>
                </a:cubicBezTo>
                <a:cubicBezTo>
                  <a:pt x="1687460" y="815805"/>
                  <a:pt x="1662280" y="795734"/>
                  <a:pt x="1637100" y="775663"/>
                </a:cubicBezTo>
                <a:cubicBezTo>
                  <a:pt x="1658996" y="919079"/>
                  <a:pt x="1638559" y="1078188"/>
                  <a:pt x="1551708" y="1236932"/>
                </a:cubicBezTo>
                <a:cubicBezTo>
                  <a:pt x="1436756" y="1447495"/>
                  <a:pt x="1184230" y="1570841"/>
                  <a:pt x="959437" y="1570841"/>
                </a:cubicBezTo>
                <a:cubicBezTo>
                  <a:pt x="734644" y="1570841"/>
                  <a:pt x="538680" y="1482528"/>
                  <a:pt x="522623" y="1312837"/>
                </a:cubicBezTo>
                <a:cubicBezTo>
                  <a:pt x="507661" y="1150809"/>
                  <a:pt x="587945" y="1077458"/>
                  <a:pt x="764933" y="1068700"/>
                </a:cubicBezTo>
                <a:cubicBezTo>
                  <a:pt x="941556" y="1059942"/>
                  <a:pt x="1035340" y="1181828"/>
                  <a:pt x="1009796" y="1299334"/>
                </a:cubicBezTo>
                <a:cubicBezTo>
                  <a:pt x="1132775" y="1297875"/>
                  <a:pt x="1257214" y="1213941"/>
                  <a:pt x="1327279" y="1086216"/>
                </a:cubicBezTo>
                <a:cubicBezTo>
                  <a:pt x="1426174" y="905577"/>
                  <a:pt x="1358298" y="665090"/>
                  <a:pt x="1083876" y="393948"/>
                </a:cubicBezTo>
                <a:cubicBezTo>
                  <a:pt x="944109" y="322422"/>
                  <a:pt x="802884" y="275712"/>
                  <a:pt x="652901" y="267318"/>
                </a:cubicBezTo>
                <a:cubicBezTo>
                  <a:pt x="642318" y="266223"/>
                  <a:pt x="631370" y="266223"/>
                  <a:pt x="620423" y="266223"/>
                </a:cubicBezTo>
                <a:cubicBezTo>
                  <a:pt x="811643" y="476787"/>
                  <a:pt x="689394" y="755592"/>
                  <a:pt x="626627" y="867260"/>
                </a:cubicBezTo>
                <a:cubicBezTo>
                  <a:pt x="616044" y="885871"/>
                  <a:pt x="587945" y="882952"/>
                  <a:pt x="581741" y="862151"/>
                </a:cubicBezTo>
                <a:cubicBezTo>
                  <a:pt x="551453" y="763255"/>
                  <a:pt x="472629" y="556706"/>
                  <a:pt x="324105" y="486640"/>
                </a:cubicBezTo>
                <a:cubicBezTo>
                  <a:pt x="244004" y="448688"/>
                  <a:pt x="155419" y="432905"/>
                  <a:pt x="57893" y="435003"/>
                </a:cubicBezTo>
                <a:lnTo>
                  <a:pt x="0" y="441063"/>
                </a:lnTo>
                <a:lnTo>
                  <a:pt x="0" y="74198"/>
                </a:lnTo>
                <a:lnTo>
                  <a:pt x="42233" y="63554"/>
                </a:lnTo>
                <a:cubicBezTo>
                  <a:pt x="206896" y="28086"/>
                  <a:pt x="385549" y="7854"/>
                  <a:pt x="582471" y="7854"/>
                </a:cubicBezTo>
                <a:cubicBezTo>
                  <a:pt x="611665" y="7854"/>
                  <a:pt x="640493" y="8949"/>
                  <a:pt x="668957" y="10409"/>
                </a:cubicBezTo>
                <a:cubicBezTo>
                  <a:pt x="807628" y="18437"/>
                  <a:pt x="938636" y="51281"/>
                  <a:pt x="1064170" y="102006"/>
                </a:cubicBezTo>
                <a:cubicBezTo>
                  <a:pt x="1064535" y="102371"/>
                  <a:pt x="1065264" y="102736"/>
                  <a:pt x="1065630" y="102736"/>
                </a:cubicBezTo>
                <a:cubicBezTo>
                  <a:pt x="1086795" y="111129"/>
                  <a:pt x="1107961" y="120617"/>
                  <a:pt x="1129126" y="130105"/>
                </a:cubicBezTo>
                <a:cubicBezTo>
                  <a:pt x="1745117" y="394678"/>
                  <a:pt x="2214773" y="534080"/>
                  <a:pt x="2467301" y="18072"/>
                </a:cubicBezTo>
                <a:cubicBezTo>
                  <a:pt x="2474599" y="3475"/>
                  <a:pt x="2491386" y="-3823"/>
                  <a:pt x="2506348" y="2016"/>
                </a:cubicBezTo>
                <a:close/>
              </a:path>
            </a:pathLst>
          </a:custGeom>
          <a:solidFill>
            <a:srgbClr val="D7A562">
              <a:alpha val="80000"/>
            </a:srgbClr>
          </a:solidFill>
          <a:ln w="16072" cap="flat">
            <a:noFill/>
            <a:prstDash val="solid"/>
            <a:miter/>
          </a:ln>
        </p:spPr>
        <p:txBody>
          <a:bodyPr wrap="square">
            <a:noAutofit/>
          </a:bodyPr>
          <a:lstStyle/>
          <a:p>
            <a:pPr rtl="0"/>
            <a:endParaRPr lang="en-GB" sz="1800" dirty="0"/>
          </a:p>
        </p:txBody>
      </p:sp>
    </p:spTree>
    <p:extLst>
      <p:ext uri="{BB962C8B-B14F-4D97-AF65-F5344CB8AC3E}">
        <p14:creationId xmlns:p14="http://schemas.microsoft.com/office/powerpoint/2010/main" val="17530745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55" r:id="rId1"/>
    <p:sldLayoutId id="2147483668" r:id="rId2"/>
    <p:sldLayoutId id="2147483667" r:id="rId3"/>
    <p:sldLayoutId id="2147483669" r:id="rId4"/>
    <p:sldLayoutId id="2147483661" r:id="rId5"/>
    <p:sldLayoutId id="2147483662" r:id="rId6"/>
    <p:sldLayoutId id="2147483663" r:id="rId7"/>
    <p:sldLayoutId id="2147483665" r:id="rId8"/>
    <p:sldLayoutId id="2147483664" r:id="rId9"/>
    <p:sldLayoutId id="2147483660" r:id="rId10"/>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tags" Target="../tags/tag2.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4.xml"/><Relationship Id="rId1" Type="http://schemas.openxmlformats.org/officeDocument/2006/relationships/tags" Target="../tags/tag3.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3.xml"/><Relationship Id="rId1" Type="http://schemas.openxmlformats.org/officeDocument/2006/relationships/tags" Target="../tags/tag4.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3.xml"/><Relationship Id="rId1" Type="http://schemas.openxmlformats.org/officeDocument/2006/relationships/tags" Target="../tags/tag5.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5.xml"/><Relationship Id="rId1" Type="http://schemas.openxmlformats.org/officeDocument/2006/relationships/tags" Target="../tags/tag6.xml"/><Relationship Id="rId5" Type="http://schemas.openxmlformats.org/officeDocument/2006/relationships/slide" Target="slide10.xml"/><Relationship Id="rId4" Type="http://schemas.openxmlformats.org/officeDocument/2006/relationships/chart" Target="../charts/chart1.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3.xml"/><Relationship Id="rId1" Type="http://schemas.openxmlformats.org/officeDocument/2006/relationships/tags" Target="../tags/tag7.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3.xml"/><Relationship Id="rId1" Type="http://schemas.openxmlformats.org/officeDocument/2006/relationships/tags" Target="../tags/tag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xml"/><Relationship Id="rId1" Type="http://schemas.openxmlformats.org/officeDocument/2006/relationships/tags" Target="../tags/tag9.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3.xml"/><Relationship Id="rId1" Type="http://schemas.openxmlformats.org/officeDocument/2006/relationships/tags" Target="../tags/tag10.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9.xml"/><Relationship Id="rId1" Type="http://schemas.openxmlformats.org/officeDocument/2006/relationships/tags" Target="../tags/tag11.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9.xml"/><Relationship Id="rId1" Type="http://schemas.openxmlformats.org/officeDocument/2006/relationships/tags" Target="../tags/tag12.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3.xml"/><Relationship Id="rId1" Type="http://schemas.openxmlformats.org/officeDocument/2006/relationships/tags" Target="../tags/tag13.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6.xml"/><Relationship Id="rId1" Type="http://schemas.openxmlformats.org/officeDocument/2006/relationships/tags" Target="../tags/tag14.xml"/><Relationship Id="rId4" Type="http://schemas.openxmlformats.org/officeDocument/2006/relationships/chart" Target="../charts/chart2.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9.xml"/><Relationship Id="rId1" Type="http://schemas.openxmlformats.org/officeDocument/2006/relationships/tags" Target="../tags/tag15.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9.xml"/><Relationship Id="rId1" Type="http://schemas.openxmlformats.org/officeDocument/2006/relationships/tags" Target="../tags/tag16.xml"/></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9.xml"/><Relationship Id="rId1" Type="http://schemas.openxmlformats.org/officeDocument/2006/relationships/tags" Target="../tags/tag17.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9.xml"/><Relationship Id="rId1" Type="http://schemas.openxmlformats.org/officeDocument/2006/relationships/tags" Target="../tags/tag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4AA61-1CF0-507D-97B1-86552DCBAF92}"/>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5BE6CE6-D8C8-5CFE-E026-3B680C11CFD0}"/>
              </a:ext>
            </a:extLst>
          </p:cNvPr>
          <p:cNvGrpSpPr/>
          <p:nvPr/>
        </p:nvGrpSpPr>
        <p:grpSpPr>
          <a:xfrm>
            <a:off x="3857621" y="3256998"/>
            <a:ext cx="5724532" cy="1504767"/>
            <a:chOff x="1079493" y="4415868"/>
            <a:chExt cx="5724532" cy="1504767"/>
          </a:xfrm>
        </p:grpSpPr>
        <p:sp>
          <p:nvSpPr>
            <p:cNvPr id="3" name="btfpRowHeaderBoxText438126">
              <a:extLst>
                <a:ext uri="{FF2B5EF4-FFF2-40B4-BE49-F238E27FC236}">
                  <a16:creationId xmlns:a16="http://schemas.microsoft.com/office/drawing/2014/main" id="{2966FC70-2697-64BD-0D6D-17D74CFB965F}"/>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en-US" sz="4000" b="1" dirty="0">
                  <a:solidFill>
                    <a:srgbClr val="FFFFFF"/>
                  </a:solidFill>
                  <a:latin typeface="Abar Mid" pitchFamily="2" charset="-78"/>
                  <a:ea typeface="Abar Mid" pitchFamily="2" charset="-78"/>
                  <a:cs typeface="Abar Mid" pitchFamily="2" charset="-78"/>
                </a:rPr>
                <a:t>Monday Meeting</a:t>
              </a:r>
              <a:endParaRPr lang="ar-SA" sz="4000" b="1" dirty="0">
                <a:solidFill>
                  <a:srgbClr val="FFFFFF"/>
                </a:solidFill>
                <a:latin typeface="Abar Mid" pitchFamily="2" charset="-78"/>
                <a:ea typeface="Abar Mid" pitchFamily="2" charset="-78"/>
                <a:cs typeface="Abar Mid" pitchFamily="2" charset="-78"/>
              </a:endParaRPr>
            </a:p>
          </p:txBody>
        </p:sp>
        <p:sp>
          <p:nvSpPr>
            <p:cNvPr id="4" name="TextBox 3">
              <a:extLst>
                <a:ext uri="{FF2B5EF4-FFF2-40B4-BE49-F238E27FC236}">
                  <a16:creationId xmlns:a16="http://schemas.microsoft.com/office/drawing/2014/main" id="{EE87937D-2EC9-3E45-FB97-E5087D1BA186}"/>
                </a:ext>
              </a:extLst>
            </p:cNvPr>
            <p:cNvSpPr txBox="1"/>
            <p:nvPr/>
          </p:nvSpPr>
          <p:spPr>
            <a:xfrm>
              <a:off x="2266726" y="5458163"/>
              <a:ext cx="3350066" cy="307777"/>
            </a:xfrm>
            <a:prstGeom prst="rect">
              <a:avLst/>
            </a:prstGeom>
            <a:noFill/>
          </p:spPr>
          <p:txBody>
            <a:bodyPr wrap="square" lIns="0" tIns="0" rIns="0" bIns="0" anchor="ctr">
              <a:spAutoFit/>
            </a:bodyPr>
            <a:lstStyle/>
            <a:p>
              <a:pPr algn="ctr" defTabSz="977875" rtl="1"/>
              <a:r>
                <a:rPr lang="ar-SA" sz="2000" b="1" dirty="0">
                  <a:solidFill>
                    <a:srgbClr val="D7A360"/>
                  </a:solidFill>
                  <a:latin typeface="Abar Mid" pitchFamily="50" charset="-78"/>
                  <a:ea typeface="Abar Mid" pitchFamily="50" charset="-78"/>
                  <a:cs typeface="Abar Mid" pitchFamily="50" charset="-78"/>
                </a:rPr>
                <a:t>20 سبتمبر 2026</a:t>
              </a:r>
            </a:p>
          </p:txBody>
        </p:sp>
        <p:cxnSp>
          <p:nvCxnSpPr>
            <p:cNvPr id="5" name="Straight Connector 4">
              <a:extLst>
                <a:ext uri="{FF2B5EF4-FFF2-40B4-BE49-F238E27FC236}">
                  <a16:creationId xmlns:a16="http://schemas.microsoft.com/office/drawing/2014/main" id="{7405A5F8-CFF6-BF2F-AEE6-D20AF94E8C2C}"/>
                </a:ext>
              </a:extLst>
            </p:cNvPr>
            <p:cNvCxnSpPr>
              <a:cxnSpLocks/>
            </p:cNvCxnSpPr>
            <p:nvPr/>
          </p:nvCxnSpPr>
          <p:spPr>
            <a:xfrm>
              <a:off x="3300100" y="5920635"/>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spTree>
    <p:extLst>
      <p:ext uri="{BB962C8B-B14F-4D97-AF65-F5344CB8AC3E}">
        <p14:creationId xmlns:p14="http://schemas.microsoft.com/office/powerpoint/2010/main" val="8460822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4056C-167D-FB0E-0DBB-B3D60206B3C3}"/>
            </a:ext>
          </a:extLst>
        </p:cNvPr>
        <p:cNvGrpSpPr/>
        <p:nvPr/>
      </p:nvGrpSpPr>
      <p:grpSpPr>
        <a:xfrm>
          <a:off x="0" y="0"/>
          <a:ext cx="0" cy="0"/>
          <a:chOff x="0" y="0"/>
          <a:chExt cx="0" cy="0"/>
        </a:xfrm>
      </p:grpSpPr>
      <p:graphicFrame>
        <p:nvGraphicFramePr>
          <p:cNvPr id="7" name="Table 5">
            <a:extLst>
              <a:ext uri="{FF2B5EF4-FFF2-40B4-BE49-F238E27FC236}">
                <a16:creationId xmlns:a16="http://schemas.microsoft.com/office/drawing/2014/main" id="{03BCF0DC-5D7E-D09C-8B63-AD356527C1C9}"/>
              </a:ext>
            </a:extLst>
          </p:cNvPr>
          <p:cNvGraphicFramePr>
            <a:graphicFrameLocks noGrp="1"/>
          </p:cNvGraphicFramePr>
          <p:nvPr>
            <p:custDataLst>
              <p:tags r:id="rId1"/>
            </p:custDataLst>
            <p:extLst>
              <p:ext uri="{D42A27DB-BD31-4B8C-83A1-F6EECF244321}">
                <p14:modId xmlns:p14="http://schemas.microsoft.com/office/powerpoint/2010/main" val="2703480034"/>
              </p:ext>
            </p:extLst>
          </p:nvPr>
        </p:nvGraphicFramePr>
        <p:xfrm>
          <a:off x="418257" y="692902"/>
          <a:ext cx="12603260" cy="5651914"/>
        </p:xfrm>
        <a:graphic>
          <a:graphicData uri="http://schemas.openxmlformats.org/drawingml/2006/table">
            <a:tbl>
              <a:tblPr rtl="1" firstRow="1" bandRow="1"/>
              <a:tblGrid>
                <a:gridCol w="414725">
                  <a:extLst>
                    <a:ext uri="{9D8B030D-6E8A-4147-A177-3AD203B41FA5}">
                      <a16:colId xmlns:a16="http://schemas.microsoft.com/office/drawing/2014/main" val="3812235192"/>
                    </a:ext>
                  </a:extLst>
                </a:gridCol>
                <a:gridCol w="6785264">
                  <a:extLst>
                    <a:ext uri="{9D8B030D-6E8A-4147-A177-3AD203B41FA5}">
                      <a16:colId xmlns:a16="http://schemas.microsoft.com/office/drawing/2014/main" val="2344785183"/>
                    </a:ext>
                  </a:extLst>
                </a:gridCol>
                <a:gridCol w="2680854">
                  <a:extLst>
                    <a:ext uri="{9D8B030D-6E8A-4147-A177-3AD203B41FA5}">
                      <a16:colId xmlns:a16="http://schemas.microsoft.com/office/drawing/2014/main" val="2108341803"/>
                    </a:ext>
                  </a:extLst>
                </a:gridCol>
                <a:gridCol w="2722417">
                  <a:extLst>
                    <a:ext uri="{9D8B030D-6E8A-4147-A177-3AD203B41FA5}">
                      <a16:colId xmlns:a16="http://schemas.microsoft.com/office/drawing/2014/main" val="3797053411"/>
                    </a:ext>
                  </a:extLst>
                </a:gridCol>
              </a:tblGrid>
              <a:tr h="625572">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pPr marL="0" indent="0" algn="ctr" defTabSz="914400" rtl="1" eaLnBrk="1" latinLnBrk="0" hangingPunct="1">
                        <a:buFontTx/>
                        <a:buNone/>
                      </a:pPr>
                      <a:r>
                        <a:rPr lang="ar-SA" sz="1400" b="1" kern="1200" dirty="0">
                          <a:solidFill>
                            <a:schemeClr val="bg1"/>
                          </a:solidFill>
                          <a:latin typeface="Abar Mid" pitchFamily="50" charset="-78"/>
                          <a:ea typeface="Abar Mid" pitchFamily="50" charset="-78"/>
                          <a:cs typeface="Abar Mid" pitchFamily="50" charset="-78"/>
                          <a:sym typeface="+mn-lt"/>
                        </a:rPr>
                        <a:t>م</a:t>
                      </a:r>
                      <a:endParaRPr lang="en-US" sz="1400" b="1" kern="1200" dirty="0">
                        <a:solidFill>
                          <a:schemeClr val="bg1"/>
                        </a:solidFill>
                        <a:latin typeface="Abar Mid" pitchFamily="50" charset="-78"/>
                        <a:ea typeface="Abar Mid" pitchFamily="50" charset="-78"/>
                        <a:cs typeface="Abar Mid" pitchFamily="50" charset="-78"/>
                        <a:sym typeface="+mn-lt"/>
                      </a:endParaRPr>
                    </a:p>
                  </a:txBody>
                  <a:tcPr marL="14625" marR="14625" marT="29250" marB="2925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DCB077">
                        <a:alpha val="69804"/>
                      </a:srgbClr>
                    </a:solidFill>
                  </a:tcPr>
                </a:tc>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pPr marL="0" indent="0" algn="ctr" rtl="1">
                        <a:buFontTx/>
                        <a:buNone/>
                      </a:pPr>
                      <a:r>
                        <a:rPr lang="ar-SA" sz="1400" b="1" kern="1200" dirty="0">
                          <a:solidFill>
                            <a:schemeClr val="bg1"/>
                          </a:solidFill>
                          <a:latin typeface="Abar Mid" pitchFamily="50" charset="-78"/>
                          <a:ea typeface="Abar Mid" pitchFamily="50" charset="-78"/>
                          <a:cs typeface="Abar Mid" pitchFamily="50" charset="-78"/>
                          <a:sym typeface="+mn-lt"/>
                        </a:rPr>
                        <a:t>جدول الأعمال</a:t>
                      </a:r>
                      <a:endParaRPr lang="en-US" sz="1400" b="1" kern="1200" dirty="0">
                        <a:solidFill>
                          <a:schemeClr val="bg1"/>
                        </a:solidFill>
                        <a:latin typeface="Abar Mid" pitchFamily="50" charset="-78"/>
                        <a:ea typeface="Abar Mid" pitchFamily="50" charset="-78"/>
                        <a:cs typeface="Abar Mid" pitchFamily="50" charset="-78"/>
                        <a:sym typeface="+mn-lt"/>
                      </a:endParaRPr>
                    </a:p>
                  </a:txBody>
                  <a:tcPr marL="14625" marR="14625" marT="29250" marB="2925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DCB077">
                        <a:alpha val="69804"/>
                      </a:srgbClr>
                    </a:solidFill>
                  </a:tcPr>
                </a:tc>
                <a:tc>
                  <a:txBody>
                    <a:bodyPr/>
                    <a:lstStyle/>
                    <a:p>
                      <a:pPr marL="0" indent="0" algn="ctr" rtl="1">
                        <a:buFontTx/>
                        <a:buNone/>
                      </a:pPr>
                      <a:r>
                        <a:rPr lang="ar-SA" sz="1400" b="1" kern="1200" dirty="0">
                          <a:solidFill>
                            <a:schemeClr val="bg1"/>
                          </a:solidFill>
                          <a:latin typeface="Abar Mid" pitchFamily="50" charset="-78"/>
                          <a:ea typeface="Abar Mid" pitchFamily="50" charset="-78"/>
                          <a:cs typeface="Abar Mid" pitchFamily="50" charset="-78"/>
                          <a:sym typeface="+mn-lt"/>
                        </a:rPr>
                        <a:t>المسؤول</a:t>
                      </a:r>
                      <a:endParaRPr lang="en-US" sz="1400" b="1" kern="1200" dirty="0">
                        <a:solidFill>
                          <a:schemeClr val="bg1"/>
                        </a:solidFill>
                        <a:latin typeface="Abar Mid" pitchFamily="50" charset="-78"/>
                        <a:ea typeface="Abar Mid" pitchFamily="50" charset="-78"/>
                        <a:cs typeface="Abar Mid" pitchFamily="50" charset="-78"/>
                        <a:sym typeface="+mn-lt"/>
                      </a:endParaRPr>
                    </a:p>
                  </a:txBody>
                  <a:tcPr marL="14625" marR="14625" marT="29250" marB="2925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DCB077">
                        <a:alpha val="69804"/>
                      </a:srgbClr>
                    </a:solidFill>
                  </a:tcPr>
                </a:tc>
                <a:tc>
                  <a:txBody>
                    <a:bodyPr/>
                    <a:lstStyle/>
                    <a:p>
                      <a:pPr marL="0" indent="0" algn="ctr" rtl="1">
                        <a:buFontTx/>
                        <a:buNone/>
                      </a:pPr>
                      <a:r>
                        <a:rPr lang="ar-SA" sz="1400" b="1" kern="1200" dirty="0">
                          <a:solidFill>
                            <a:schemeClr val="bg1"/>
                          </a:solidFill>
                          <a:latin typeface="Abar Mid" pitchFamily="50" charset="-78"/>
                          <a:ea typeface="Abar Mid" pitchFamily="50" charset="-78"/>
                          <a:cs typeface="Abar Mid" pitchFamily="50" charset="-78"/>
                          <a:sym typeface="+mn-lt"/>
                        </a:rPr>
                        <a:t>المدة الزمنية (بالدقيقة)</a:t>
                      </a:r>
                      <a:endParaRPr lang="en-US" sz="1400" b="1" kern="1200" dirty="0">
                        <a:solidFill>
                          <a:schemeClr val="bg1"/>
                        </a:solidFill>
                        <a:latin typeface="Abar Mid" pitchFamily="50" charset="-78"/>
                        <a:ea typeface="Abar Mid" pitchFamily="50" charset="-78"/>
                        <a:cs typeface="Abar Mid" pitchFamily="50" charset="-78"/>
                        <a:sym typeface="+mn-lt"/>
                      </a:endParaRPr>
                    </a:p>
                  </a:txBody>
                  <a:tcPr marL="14625" marR="14625" marT="29250" marB="2925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DCB077">
                        <a:alpha val="69804"/>
                      </a:srgbClr>
                    </a:solidFill>
                  </a:tcPr>
                </a:tc>
                <a:extLst>
                  <a:ext uri="{0D108BD9-81ED-4DB2-BD59-A6C34878D82A}">
                    <a16:rowId xmlns:a16="http://schemas.microsoft.com/office/drawing/2014/main" val="1415268320"/>
                  </a:ext>
                </a:extLst>
              </a:tr>
              <a:tr h="698291">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indent="0" algn="ctr" defTabSz="853762" rtl="1" eaLnBrk="1" fontAlgn="ctr" latinLnBrk="0" hangingPunct="1">
                        <a:buFontTx/>
                        <a:buNone/>
                      </a:pPr>
                      <a:r>
                        <a:rPr lang="en-US" sz="1400" b="0" kern="1200" dirty="0">
                          <a:solidFill>
                            <a:schemeClr val="bg1"/>
                          </a:solidFill>
                          <a:effectLst/>
                          <a:latin typeface="Abar Mid" pitchFamily="50" charset="-78"/>
                          <a:ea typeface="Abar Mid" pitchFamily="50" charset="-78"/>
                          <a:cs typeface="Abar Mid" pitchFamily="50" charset="-78"/>
                          <a:sym typeface="+mn-lt"/>
                        </a:rPr>
                        <a:t>01</a:t>
                      </a:r>
                    </a:p>
                  </a:txBody>
                  <a:tcPr marL="6631" marR="6631" marT="6631"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افتتاحية</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معالي وزير الحج والعمرة</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5</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72965752"/>
                  </a:ext>
                </a:extLst>
              </a:tr>
              <a:tr h="698291">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indent="0" algn="ctr" defTabSz="853762" rtl="1" eaLnBrk="1" fontAlgn="ctr" latinLnBrk="0" hangingPunct="1">
                        <a:buFontTx/>
                        <a:buNone/>
                      </a:pPr>
                      <a:r>
                        <a:rPr lang="en-US" sz="1400" b="0" kern="1200" dirty="0">
                          <a:solidFill>
                            <a:schemeClr val="bg1"/>
                          </a:solidFill>
                          <a:effectLst/>
                          <a:latin typeface="Abar Mid" pitchFamily="50" charset="-78"/>
                          <a:ea typeface="Abar Mid" pitchFamily="50" charset="-78"/>
                          <a:cs typeface="Abar Mid" pitchFamily="50" charset="-78"/>
                          <a:sym typeface="+mn-lt"/>
                        </a:rPr>
                        <a:t>02</a:t>
                      </a:r>
                    </a:p>
                  </a:txBody>
                  <a:tcPr marL="6631" marR="6631" marT="6631"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a:solidFill>
                            <a:schemeClr val="bg1"/>
                          </a:solidFill>
                          <a:latin typeface="Abar Mid" pitchFamily="50" charset="-78"/>
                          <a:ea typeface="Abar Mid" pitchFamily="50" charset="-78"/>
                          <a:cs typeface="Abar Mid" pitchFamily="50" charset="-78"/>
                          <a:sym typeface="+mn-lt"/>
                        </a:rPr>
                        <a:t>استعراض ملخص الإنجاز الأسبوعي</a:t>
                      </a:r>
                      <a:endParaRPr lang="ar-SA" sz="1400" kern="1200" dirty="0">
                        <a:solidFill>
                          <a:schemeClr val="bg1"/>
                        </a:solidFill>
                        <a:latin typeface="Abar Mid" pitchFamily="50" charset="-78"/>
                        <a:ea typeface="Abar Mid" pitchFamily="50" charset="-78"/>
                        <a:cs typeface="Abar Mid" pitchFamily="50" charset="-78"/>
                        <a:sym typeface="+mn-lt"/>
                      </a:endParaRP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مصعب مندورة</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5</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24431052"/>
                  </a:ext>
                </a:extLst>
              </a:tr>
              <a:tr h="725952">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indent="0" algn="ctr" defTabSz="853762" rtl="1" eaLnBrk="1" fontAlgn="ctr" latinLnBrk="0" hangingPunct="1">
                        <a:buFontTx/>
                        <a:buNone/>
                      </a:pPr>
                      <a:r>
                        <a:rPr lang="en-US" sz="1400" b="0" kern="1200" dirty="0">
                          <a:solidFill>
                            <a:schemeClr val="bg1"/>
                          </a:solidFill>
                          <a:effectLst/>
                          <a:latin typeface="Abar Mid" pitchFamily="50" charset="-78"/>
                          <a:ea typeface="Abar Mid" pitchFamily="50" charset="-78"/>
                          <a:cs typeface="Abar Mid" pitchFamily="50" charset="-78"/>
                          <a:sym typeface="+mn-lt"/>
                        </a:rPr>
                        <a:t>03</a:t>
                      </a:r>
                    </a:p>
                  </a:txBody>
                  <a:tcPr marL="6631" marR="6631" marT="6631"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نتائج مراجعة الاختصاصات والمهام التنظيمية لوزارة الحج والعمرة</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عبدالله  بخش</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15</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6525680"/>
                  </a:ext>
                </a:extLst>
              </a:tr>
              <a:tr h="725952">
                <a:tc>
                  <a:txBody>
                    <a:bodyPr/>
                    <a:lstStyle/>
                    <a:p>
                      <a:pPr marL="0" indent="0" algn="ctr" defTabSz="853762" rtl="1" eaLnBrk="1" fontAlgn="ctr" latinLnBrk="0" hangingPunct="1">
                        <a:buFontTx/>
                        <a:buNone/>
                      </a:pPr>
                      <a:r>
                        <a:rPr lang="ar-SA" sz="1400" b="0" kern="1200" dirty="0">
                          <a:solidFill>
                            <a:schemeClr val="bg1"/>
                          </a:solidFill>
                          <a:effectLst/>
                          <a:latin typeface="Abar Mid" pitchFamily="50" charset="-78"/>
                          <a:ea typeface="Abar Mid" pitchFamily="50" charset="-78"/>
                          <a:cs typeface="Abar Mid" pitchFamily="50" charset="-78"/>
                          <a:sym typeface="+mn-lt"/>
                        </a:rPr>
                        <a:t>04</a:t>
                      </a:r>
                      <a:endParaRPr lang="en-US" sz="1400" b="0" kern="1200" dirty="0">
                        <a:solidFill>
                          <a:schemeClr val="bg1"/>
                        </a:solidFill>
                        <a:effectLst/>
                        <a:latin typeface="Abar Mid" pitchFamily="50" charset="-78"/>
                        <a:ea typeface="Abar Mid" pitchFamily="50" charset="-78"/>
                        <a:cs typeface="Abar Mid" pitchFamily="50" charset="-78"/>
                        <a:sym typeface="+mn-lt"/>
                      </a:endParaRPr>
                    </a:p>
                  </a:txBody>
                  <a:tcPr marL="6631" marR="6631" marT="6631"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عرض لجنة الموقع الالكتروني</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أنس الحميد</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10</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17094181"/>
                  </a:ext>
                </a:extLst>
              </a:tr>
              <a:tr h="725952">
                <a:tc>
                  <a:txBody>
                    <a:bodyPr/>
                    <a:lstStyle/>
                    <a:p>
                      <a:pPr marL="0" indent="0" algn="ctr" defTabSz="853762" rtl="1" eaLnBrk="1" fontAlgn="ctr" latinLnBrk="0" hangingPunct="1">
                        <a:buFontTx/>
                        <a:buNone/>
                      </a:pPr>
                      <a:r>
                        <a:rPr lang="ar-SA" sz="1400" b="0" kern="1200" dirty="0">
                          <a:solidFill>
                            <a:schemeClr val="bg1"/>
                          </a:solidFill>
                          <a:effectLst/>
                          <a:latin typeface="Abar Mid" pitchFamily="50" charset="-78"/>
                          <a:ea typeface="Abar Mid" pitchFamily="50" charset="-78"/>
                          <a:cs typeface="Abar Mid" pitchFamily="50" charset="-78"/>
                          <a:sym typeface="+mn-lt"/>
                        </a:rPr>
                        <a:t>05</a:t>
                      </a:r>
                      <a:endParaRPr lang="en-US" sz="1400" b="0" kern="1200" dirty="0">
                        <a:solidFill>
                          <a:schemeClr val="bg1"/>
                        </a:solidFill>
                        <a:effectLst/>
                        <a:latin typeface="Abar Mid" pitchFamily="50" charset="-78"/>
                        <a:ea typeface="Abar Mid" pitchFamily="50" charset="-78"/>
                        <a:cs typeface="Abar Mid" pitchFamily="50" charset="-78"/>
                        <a:sym typeface="+mn-lt"/>
                      </a:endParaRPr>
                    </a:p>
                  </a:txBody>
                  <a:tcPr marL="6631" marR="6631" marT="6631"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تأهيل مركز الاستقبال والترحيب بالزايدي</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هيثم الزهراني</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10</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01652615"/>
                  </a:ext>
                </a:extLst>
              </a:tr>
              <a:tr h="725952">
                <a:tc>
                  <a:txBody>
                    <a:bodyPr/>
                    <a:lstStyle/>
                    <a:p>
                      <a:pPr marL="0" indent="0" algn="ctr" defTabSz="853762" rtl="1" eaLnBrk="1" fontAlgn="ctr" latinLnBrk="0" hangingPunct="1">
                        <a:buFontTx/>
                        <a:buNone/>
                      </a:pPr>
                      <a:r>
                        <a:rPr lang="ar-SA" sz="1400" b="0" kern="1200" dirty="0">
                          <a:solidFill>
                            <a:schemeClr val="bg1"/>
                          </a:solidFill>
                          <a:effectLst/>
                          <a:latin typeface="Abar Mid" pitchFamily="50" charset="-78"/>
                          <a:ea typeface="Abar Mid" pitchFamily="50" charset="-78"/>
                          <a:cs typeface="Abar Mid" pitchFamily="50" charset="-78"/>
                          <a:sym typeface="+mn-lt"/>
                        </a:rPr>
                        <a:t>06</a:t>
                      </a:r>
                      <a:endParaRPr lang="en-US" sz="1400" b="0" kern="1200" dirty="0">
                        <a:solidFill>
                          <a:schemeClr val="bg1"/>
                        </a:solidFill>
                        <a:effectLst/>
                        <a:latin typeface="Abar Mid" pitchFamily="50" charset="-78"/>
                        <a:ea typeface="Abar Mid" pitchFamily="50" charset="-78"/>
                        <a:cs typeface="Abar Mid" pitchFamily="50" charset="-78"/>
                        <a:sym typeface="+mn-lt"/>
                      </a:endParaRPr>
                    </a:p>
                  </a:txBody>
                  <a:tcPr marL="6631" marR="6631" marT="6631"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إحاطات</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الوكلاء</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en-US" sz="1400" kern="1200" dirty="0">
                          <a:solidFill>
                            <a:schemeClr val="bg1"/>
                          </a:solidFill>
                          <a:latin typeface="Abar Mid" pitchFamily="50" charset="-78"/>
                          <a:ea typeface="Abar Mid" pitchFamily="50" charset="-78"/>
                          <a:cs typeface="Abar Mid" pitchFamily="50" charset="-78"/>
                          <a:sym typeface="+mn-lt"/>
                        </a:rPr>
                        <a:t>20</a:t>
                      </a:r>
                      <a:endParaRPr lang="ar-SA" sz="1400" kern="1200" dirty="0">
                        <a:solidFill>
                          <a:schemeClr val="bg1"/>
                        </a:solidFill>
                        <a:latin typeface="Abar Mid" pitchFamily="50" charset="-78"/>
                        <a:ea typeface="Abar Mid" pitchFamily="50" charset="-78"/>
                        <a:cs typeface="Abar Mid" pitchFamily="50" charset="-78"/>
                        <a:sym typeface="+mn-lt"/>
                      </a:endParaRP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04293264"/>
                  </a:ext>
                </a:extLst>
              </a:tr>
              <a:tr h="725952">
                <a:tc>
                  <a:txBody>
                    <a:bodyPr/>
                    <a:lstStyle/>
                    <a:p>
                      <a:pPr marL="0" indent="0" algn="ctr" defTabSz="853762" rtl="1" eaLnBrk="1" fontAlgn="ctr" latinLnBrk="0" hangingPunct="1">
                        <a:buFontTx/>
                        <a:buNone/>
                      </a:pPr>
                      <a:r>
                        <a:rPr lang="ar-SA" sz="1400" b="0" kern="1200" dirty="0">
                          <a:solidFill>
                            <a:schemeClr val="bg1"/>
                          </a:solidFill>
                          <a:effectLst/>
                          <a:latin typeface="Abar Mid" pitchFamily="50" charset="-78"/>
                          <a:ea typeface="Abar Mid" pitchFamily="50" charset="-78"/>
                          <a:cs typeface="Abar Mid" pitchFamily="50" charset="-78"/>
                          <a:sym typeface="+mn-lt"/>
                        </a:rPr>
                        <a:t>07</a:t>
                      </a:r>
                      <a:endParaRPr lang="en-US" sz="1400" b="0" kern="1200" dirty="0">
                        <a:solidFill>
                          <a:schemeClr val="bg1"/>
                        </a:solidFill>
                        <a:effectLst/>
                        <a:latin typeface="Abar Mid" pitchFamily="50" charset="-78"/>
                        <a:ea typeface="Abar Mid" pitchFamily="50" charset="-78"/>
                        <a:cs typeface="Abar Mid" pitchFamily="50" charset="-78"/>
                        <a:sym typeface="+mn-lt"/>
                      </a:endParaRPr>
                    </a:p>
                  </a:txBody>
                  <a:tcPr marL="6631" marR="6631" marT="6631"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ملخص الاجتماع</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مصعب مندورة</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5</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71284968"/>
                  </a:ext>
                </a:extLst>
              </a:tr>
            </a:tbl>
          </a:graphicData>
        </a:graphic>
      </p:graphicFrame>
    </p:spTree>
    <p:extLst>
      <p:ext uri="{BB962C8B-B14F-4D97-AF65-F5344CB8AC3E}">
        <p14:creationId xmlns:p14="http://schemas.microsoft.com/office/powerpoint/2010/main" val="17480866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0E46B3-8121-4927-B459-74C022BB0CEF}"/>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5DC7D1CB-1151-C234-FDDE-D00D4E66CCFA}"/>
              </a:ext>
            </a:extLst>
          </p:cNvPr>
          <p:cNvGrpSpPr/>
          <p:nvPr/>
        </p:nvGrpSpPr>
        <p:grpSpPr>
          <a:xfrm>
            <a:off x="3857621" y="3256998"/>
            <a:ext cx="5724532" cy="1042296"/>
            <a:chOff x="1079493" y="4415868"/>
            <a:chExt cx="5724532" cy="1042296"/>
          </a:xfrm>
        </p:grpSpPr>
        <p:sp>
          <p:nvSpPr>
            <p:cNvPr id="3" name="btfpRowHeaderBoxText438126">
              <a:extLst>
                <a:ext uri="{FF2B5EF4-FFF2-40B4-BE49-F238E27FC236}">
                  <a16:creationId xmlns:a16="http://schemas.microsoft.com/office/drawing/2014/main" id="{5BCB08CB-2FD0-5316-2C61-6820444683EF}"/>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4000" b="1" dirty="0">
                  <a:solidFill>
                    <a:srgbClr val="FFFFFF"/>
                  </a:solidFill>
                  <a:latin typeface="Abar Mid" pitchFamily="2" charset="-78"/>
                  <a:ea typeface="Abar Mid" pitchFamily="2" charset="-78"/>
                  <a:cs typeface="Abar Mid" pitchFamily="2" charset="-78"/>
                </a:rPr>
                <a:t>افتتاحية</a:t>
              </a:r>
            </a:p>
          </p:txBody>
        </p:sp>
        <p:cxnSp>
          <p:nvCxnSpPr>
            <p:cNvPr id="5" name="Straight Connector 4">
              <a:extLst>
                <a:ext uri="{FF2B5EF4-FFF2-40B4-BE49-F238E27FC236}">
                  <a16:creationId xmlns:a16="http://schemas.microsoft.com/office/drawing/2014/main" id="{B0C4B845-46DA-1F14-7075-2D933B490D18}"/>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spTree>
    <p:extLst>
      <p:ext uri="{BB962C8B-B14F-4D97-AF65-F5344CB8AC3E}">
        <p14:creationId xmlns:p14="http://schemas.microsoft.com/office/powerpoint/2010/main" val="32082641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0991F1-F53D-D873-F7C9-618FC559E444}"/>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DAE312D-61D3-C7BD-3B58-0205B4C50E92}"/>
              </a:ext>
            </a:extLst>
          </p:cNvPr>
          <p:cNvGrpSpPr/>
          <p:nvPr/>
        </p:nvGrpSpPr>
        <p:grpSpPr>
          <a:xfrm>
            <a:off x="1649208" y="2938831"/>
            <a:ext cx="10141358" cy="1678630"/>
            <a:chOff x="-1128920" y="4097701"/>
            <a:chExt cx="10141358" cy="1678630"/>
          </a:xfrm>
        </p:grpSpPr>
        <p:sp>
          <p:nvSpPr>
            <p:cNvPr id="3" name="btfpRowHeaderBoxText438126">
              <a:extLst>
                <a:ext uri="{FF2B5EF4-FFF2-40B4-BE49-F238E27FC236}">
                  <a16:creationId xmlns:a16="http://schemas.microsoft.com/office/drawing/2014/main" id="{8383E11E-EE67-0327-9276-6BBBFAB146BD}"/>
                </a:ext>
              </a:extLst>
            </p:cNvPr>
            <p:cNvSpPr txBox="1"/>
            <p:nvPr>
              <p:custDataLst>
                <p:tags r:id="rId1"/>
              </p:custDataLst>
            </p:nvPr>
          </p:nvSpPr>
          <p:spPr>
            <a:xfrm flipH="1">
              <a:off x="-1128920" y="4097701"/>
              <a:ext cx="10141358" cy="1678630"/>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4000" b="1" dirty="0">
                  <a:solidFill>
                    <a:srgbClr val="FFFFFF"/>
                  </a:solidFill>
                  <a:latin typeface="Abar Mid" pitchFamily="2" charset="-78"/>
                  <a:ea typeface="Abar Mid" pitchFamily="2" charset="-78"/>
                  <a:cs typeface="Abar Mid" pitchFamily="2" charset="-78"/>
                </a:rPr>
                <a:t>ملخص الإنجاز الأسبوعي</a:t>
              </a:r>
            </a:p>
          </p:txBody>
        </p:sp>
        <p:cxnSp>
          <p:nvCxnSpPr>
            <p:cNvPr id="5" name="Straight Connector 4">
              <a:extLst>
                <a:ext uri="{FF2B5EF4-FFF2-40B4-BE49-F238E27FC236}">
                  <a16:creationId xmlns:a16="http://schemas.microsoft.com/office/drawing/2014/main" id="{1B20B942-BA3B-AB78-6440-246F1B3F4C24}"/>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spTree>
    <p:extLst>
      <p:ext uri="{BB962C8B-B14F-4D97-AF65-F5344CB8AC3E}">
        <p14:creationId xmlns:p14="http://schemas.microsoft.com/office/powerpoint/2010/main" val="24831669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ounded Rectangle 93">
            <a:extLst>
              <a:ext uri="{FF2B5EF4-FFF2-40B4-BE49-F238E27FC236}">
                <a16:creationId xmlns:a16="http://schemas.microsoft.com/office/drawing/2014/main" id="{7E9B4622-A36B-F7BE-1C0C-02DB7F3DB3E9}"/>
              </a:ext>
            </a:extLst>
          </p:cNvPr>
          <p:cNvSpPr/>
          <p:nvPr/>
        </p:nvSpPr>
        <p:spPr>
          <a:xfrm>
            <a:off x="10227453" y="2424572"/>
            <a:ext cx="3067049" cy="4349942"/>
          </a:xfrm>
          <a:prstGeom prst="roundRect">
            <a:avLst>
              <a:gd name="adj" fmla="val 3573"/>
            </a:avLst>
          </a:prstGeom>
          <a:solidFill>
            <a:srgbClr val="FFFFFF"/>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endParaRPr lang="en-US" sz="900" kern="0" dirty="0">
              <a:solidFill>
                <a:srgbClr val="F2F2F2"/>
              </a:solidFill>
              <a:latin typeface="Century Gothic" panose="020B0502020202020204" pitchFamily="34" charset="0"/>
            </a:endParaRPr>
          </a:p>
        </p:txBody>
      </p:sp>
      <p:sp>
        <p:nvSpPr>
          <p:cNvPr id="17" name="Rounded Rectangle 93">
            <a:extLst>
              <a:ext uri="{FF2B5EF4-FFF2-40B4-BE49-F238E27FC236}">
                <a16:creationId xmlns:a16="http://schemas.microsoft.com/office/drawing/2014/main" id="{183ABFA4-9FD9-4674-4F06-18013E630531}"/>
              </a:ext>
            </a:extLst>
          </p:cNvPr>
          <p:cNvSpPr/>
          <p:nvPr/>
        </p:nvSpPr>
        <p:spPr>
          <a:xfrm>
            <a:off x="10173543" y="802096"/>
            <a:ext cx="3120959" cy="1566454"/>
          </a:xfrm>
          <a:prstGeom prst="roundRect">
            <a:avLst>
              <a:gd name="adj" fmla="val 3573"/>
            </a:avLst>
          </a:prstGeom>
          <a:solidFill>
            <a:srgbClr val="FFFFFF"/>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endParaRPr lang="en-US" sz="900" kern="0" dirty="0">
              <a:solidFill>
                <a:srgbClr val="F2F2F2"/>
              </a:solidFill>
              <a:latin typeface="Century Gothic" panose="020B0502020202020204" pitchFamily="34" charset="0"/>
            </a:endParaRPr>
          </a:p>
        </p:txBody>
      </p:sp>
      <p:sp>
        <p:nvSpPr>
          <p:cNvPr id="20" name="TextBox 8">
            <a:extLst>
              <a:ext uri="{FF2B5EF4-FFF2-40B4-BE49-F238E27FC236}">
                <a16:creationId xmlns:a16="http://schemas.microsoft.com/office/drawing/2014/main" id="{DBE8DE5E-2B01-B9ED-4358-98F661013026}"/>
              </a:ext>
            </a:extLst>
          </p:cNvPr>
          <p:cNvSpPr txBox="1"/>
          <p:nvPr/>
        </p:nvSpPr>
        <p:spPr>
          <a:xfrm>
            <a:off x="12171586" y="1828047"/>
            <a:ext cx="1101743" cy="26161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1100" dirty="0">
                <a:solidFill>
                  <a:srgbClr val="D9A86A"/>
                </a:solidFill>
                <a:latin typeface="Abar Mid" pitchFamily="50" charset="-78"/>
                <a:ea typeface="Abar Mid" pitchFamily="50" charset="-78"/>
                <a:cs typeface="Abar Mid" pitchFamily="50" charset="-78"/>
              </a:rPr>
              <a:t>إجمالي المهام</a:t>
            </a:r>
          </a:p>
        </p:txBody>
      </p:sp>
      <p:sp>
        <p:nvSpPr>
          <p:cNvPr id="21" name="TextBox 10">
            <a:extLst>
              <a:ext uri="{FF2B5EF4-FFF2-40B4-BE49-F238E27FC236}">
                <a16:creationId xmlns:a16="http://schemas.microsoft.com/office/drawing/2014/main" id="{6C213196-8A04-2FAD-FBDD-8A229F8D1EE9}"/>
              </a:ext>
            </a:extLst>
          </p:cNvPr>
          <p:cNvSpPr txBox="1"/>
          <p:nvPr/>
        </p:nvSpPr>
        <p:spPr>
          <a:xfrm>
            <a:off x="12262622" y="1216935"/>
            <a:ext cx="919654" cy="769441"/>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4400" b="1" dirty="0">
                <a:solidFill>
                  <a:srgbClr val="D9A86A"/>
                </a:solidFill>
                <a:latin typeface="Abar Mid" pitchFamily="50" charset="-78"/>
                <a:ea typeface="Abar Mid" pitchFamily="50" charset="-78"/>
                <a:cs typeface="Abar Mid" pitchFamily="50" charset="-78"/>
              </a:rPr>
              <a:t>12</a:t>
            </a:r>
            <a:endParaRPr lang="ar-SA" sz="4800" b="1" dirty="0">
              <a:solidFill>
                <a:srgbClr val="D9A86A"/>
              </a:solidFill>
              <a:latin typeface="Abar Mid" pitchFamily="50" charset="-78"/>
              <a:ea typeface="Abar Mid" pitchFamily="50" charset="-78"/>
              <a:cs typeface="Abar Mid" pitchFamily="50" charset="-78"/>
            </a:endParaRPr>
          </a:p>
        </p:txBody>
      </p:sp>
      <p:grpSp>
        <p:nvGrpSpPr>
          <p:cNvPr id="43" name="Group 42">
            <a:extLst>
              <a:ext uri="{FF2B5EF4-FFF2-40B4-BE49-F238E27FC236}">
                <a16:creationId xmlns:a16="http://schemas.microsoft.com/office/drawing/2014/main" id="{58A5E924-A8EA-5B6C-30E4-C58966D4AB7E}"/>
              </a:ext>
            </a:extLst>
          </p:cNvPr>
          <p:cNvGrpSpPr/>
          <p:nvPr/>
        </p:nvGrpSpPr>
        <p:grpSpPr>
          <a:xfrm>
            <a:off x="11082638" y="935209"/>
            <a:ext cx="1101743" cy="645663"/>
            <a:chOff x="10628895" y="894190"/>
            <a:chExt cx="1101743" cy="645663"/>
          </a:xfrm>
        </p:grpSpPr>
        <p:sp>
          <p:nvSpPr>
            <p:cNvPr id="22" name="TextBox 12">
              <a:extLst>
                <a:ext uri="{FF2B5EF4-FFF2-40B4-BE49-F238E27FC236}">
                  <a16:creationId xmlns:a16="http://schemas.microsoft.com/office/drawing/2014/main" id="{8D681E39-ADD8-C594-716B-73D2C9C8F370}"/>
                </a:ext>
              </a:extLst>
            </p:cNvPr>
            <p:cNvSpPr txBox="1"/>
            <p:nvPr/>
          </p:nvSpPr>
          <p:spPr>
            <a:xfrm>
              <a:off x="10628895" y="1278243"/>
              <a:ext cx="1101743" cy="26161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1100" dirty="0">
                  <a:solidFill>
                    <a:srgbClr val="174766"/>
                  </a:solidFill>
                  <a:latin typeface="Abar Mid" pitchFamily="50" charset="-78"/>
                  <a:ea typeface="Abar Mid" pitchFamily="50" charset="-78"/>
                  <a:cs typeface="Abar Mid" pitchFamily="50" charset="-78"/>
                </a:rPr>
                <a:t>مكتملة</a:t>
              </a:r>
            </a:p>
          </p:txBody>
        </p:sp>
        <p:sp>
          <p:nvSpPr>
            <p:cNvPr id="23" name="TextBox 13">
              <a:extLst>
                <a:ext uri="{FF2B5EF4-FFF2-40B4-BE49-F238E27FC236}">
                  <a16:creationId xmlns:a16="http://schemas.microsoft.com/office/drawing/2014/main" id="{A2C514DC-97F6-3889-8180-0BE9B2B9C750}"/>
                </a:ext>
              </a:extLst>
            </p:cNvPr>
            <p:cNvSpPr txBox="1"/>
            <p:nvPr/>
          </p:nvSpPr>
          <p:spPr>
            <a:xfrm>
              <a:off x="10719935" y="894190"/>
              <a:ext cx="919654" cy="523220"/>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2800" b="1" dirty="0">
                  <a:solidFill>
                    <a:srgbClr val="174766"/>
                  </a:solidFill>
                  <a:latin typeface="Abar Mid" pitchFamily="50" charset="-78"/>
                  <a:ea typeface="Abar Mid" pitchFamily="50" charset="-78"/>
                  <a:cs typeface="Abar Mid" pitchFamily="50" charset="-78"/>
                </a:rPr>
                <a:t>2</a:t>
              </a:r>
              <a:endParaRPr lang="ar-SA" sz="2800" b="1" dirty="0">
                <a:solidFill>
                  <a:srgbClr val="174766"/>
                </a:solidFill>
                <a:latin typeface="Abar Mid" pitchFamily="50" charset="-78"/>
                <a:ea typeface="Abar Mid" pitchFamily="50" charset="-78"/>
                <a:cs typeface="Abar Mid" pitchFamily="50" charset="-78"/>
              </a:endParaRPr>
            </a:p>
          </p:txBody>
        </p:sp>
      </p:grpSp>
      <p:grpSp>
        <p:nvGrpSpPr>
          <p:cNvPr id="42" name="Group 41">
            <a:extLst>
              <a:ext uri="{FF2B5EF4-FFF2-40B4-BE49-F238E27FC236}">
                <a16:creationId xmlns:a16="http://schemas.microsoft.com/office/drawing/2014/main" id="{4642572F-61F0-5D04-E903-CEA2C381B751}"/>
              </a:ext>
            </a:extLst>
          </p:cNvPr>
          <p:cNvGrpSpPr/>
          <p:nvPr/>
        </p:nvGrpSpPr>
        <p:grpSpPr>
          <a:xfrm>
            <a:off x="10253177" y="941282"/>
            <a:ext cx="1101743" cy="645663"/>
            <a:chOff x="9373185" y="894190"/>
            <a:chExt cx="1101743" cy="645663"/>
          </a:xfrm>
        </p:grpSpPr>
        <p:sp>
          <p:nvSpPr>
            <p:cNvPr id="24" name="TextBox 14">
              <a:extLst>
                <a:ext uri="{FF2B5EF4-FFF2-40B4-BE49-F238E27FC236}">
                  <a16:creationId xmlns:a16="http://schemas.microsoft.com/office/drawing/2014/main" id="{F7A44687-1040-2384-2F7D-A4CEAA69D440}"/>
                </a:ext>
              </a:extLst>
            </p:cNvPr>
            <p:cNvSpPr txBox="1"/>
            <p:nvPr/>
          </p:nvSpPr>
          <p:spPr>
            <a:xfrm>
              <a:off x="9373185" y="1278243"/>
              <a:ext cx="1101743" cy="26161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1100" dirty="0">
                  <a:solidFill>
                    <a:srgbClr val="0A8062"/>
                  </a:solidFill>
                  <a:latin typeface="Abar Mid" pitchFamily="50" charset="-78"/>
                  <a:ea typeface="Abar Mid" pitchFamily="50" charset="-78"/>
                  <a:cs typeface="Abar Mid" pitchFamily="50" charset="-78"/>
                </a:rPr>
                <a:t>على المخطط</a:t>
              </a:r>
            </a:p>
          </p:txBody>
        </p:sp>
        <p:sp>
          <p:nvSpPr>
            <p:cNvPr id="25" name="TextBox 15">
              <a:extLst>
                <a:ext uri="{FF2B5EF4-FFF2-40B4-BE49-F238E27FC236}">
                  <a16:creationId xmlns:a16="http://schemas.microsoft.com/office/drawing/2014/main" id="{655EFD64-72CE-5B02-038F-E3EF346E6808}"/>
                </a:ext>
              </a:extLst>
            </p:cNvPr>
            <p:cNvSpPr txBox="1"/>
            <p:nvPr/>
          </p:nvSpPr>
          <p:spPr>
            <a:xfrm>
              <a:off x="9464225" y="894190"/>
              <a:ext cx="919654" cy="523220"/>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2800" b="1" dirty="0">
                  <a:solidFill>
                    <a:srgbClr val="0A8062"/>
                  </a:solidFill>
                  <a:latin typeface="Abar Mid" pitchFamily="50" charset="-78"/>
                  <a:ea typeface="Abar Mid" pitchFamily="50" charset="-78"/>
                  <a:cs typeface="Abar Mid" pitchFamily="50" charset="-78"/>
                </a:rPr>
                <a:t>10</a:t>
              </a:r>
            </a:p>
          </p:txBody>
        </p:sp>
      </p:grpSp>
      <p:grpSp>
        <p:nvGrpSpPr>
          <p:cNvPr id="40" name="Group 39">
            <a:extLst>
              <a:ext uri="{FF2B5EF4-FFF2-40B4-BE49-F238E27FC236}">
                <a16:creationId xmlns:a16="http://schemas.microsoft.com/office/drawing/2014/main" id="{B2DD188B-DEB6-929C-652C-5BBE7E4695ED}"/>
              </a:ext>
            </a:extLst>
          </p:cNvPr>
          <p:cNvGrpSpPr/>
          <p:nvPr/>
        </p:nvGrpSpPr>
        <p:grpSpPr>
          <a:xfrm>
            <a:off x="10205308" y="1632095"/>
            <a:ext cx="1101743" cy="645663"/>
            <a:chOff x="6855895" y="894190"/>
            <a:chExt cx="1101743" cy="645663"/>
          </a:xfrm>
        </p:grpSpPr>
        <p:sp>
          <p:nvSpPr>
            <p:cNvPr id="18" name="TextBox 5">
              <a:extLst>
                <a:ext uri="{FF2B5EF4-FFF2-40B4-BE49-F238E27FC236}">
                  <a16:creationId xmlns:a16="http://schemas.microsoft.com/office/drawing/2014/main" id="{4F3CCE75-1975-5AD9-B4C2-968F0999F69F}"/>
                </a:ext>
              </a:extLst>
            </p:cNvPr>
            <p:cNvSpPr txBox="1"/>
            <p:nvPr/>
          </p:nvSpPr>
          <p:spPr>
            <a:xfrm>
              <a:off x="6946935" y="894190"/>
              <a:ext cx="919654" cy="523220"/>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2800" b="1" dirty="0">
                  <a:solidFill>
                    <a:schemeClr val="bg1">
                      <a:lumMod val="65000"/>
                    </a:schemeClr>
                  </a:solidFill>
                  <a:latin typeface="Abar Mid" pitchFamily="50" charset="-78"/>
                  <a:ea typeface="Abar Mid" pitchFamily="50" charset="-78"/>
                  <a:cs typeface="Abar Mid" pitchFamily="50" charset="-78"/>
                </a:rPr>
                <a:t>0</a:t>
              </a:r>
            </a:p>
          </p:txBody>
        </p:sp>
        <p:sp>
          <p:nvSpPr>
            <p:cNvPr id="26" name="TextBox 16">
              <a:extLst>
                <a:ext uri="{FF2B5EF4-FFF2-40B4-BE49-F238E27FC236}">
                  <a16:creationId xmlns:a16="http://schemas.microsoft.com/office/drawing/2014/main" id="{16030ABC-E859-EE4D-3833-1FAD0FD6C489}"/>
                </a:ext>
              </a:extLst>
            </p:cNvPr>
            <p:cNvSpPr txBox="1"/>
            <p:nvPr/>
          </p:nvSpPr>
          <p:spPr>
            <a:xfrm>
              <a:off x="6855895" y="1278243"/>
              <a:ext cx="1101743" cy="26161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1100" dirty="0">
                  <a:solidFill>
                    <a:schemeClr val="bg1">
                      <a:lumMod val="50000"/>
                    </a:schemeClr>
                  </a:solidFill>
                  <a:latin typeface="Abar Mid" pitchFamily="50" charset="-78"/>
                  <a:ea typeface="Abar Mid" pitchFamily="50" charset="-78"/>
                  <a:cs typeface="Abar Mid" pitchFamily="50" charset="-78"/>
                </a:rPr>
                <a:t>معلقة</a:t>
              </a:r>
            </a:p>
          </p:txBody>
        </p:sp>
      </p:grpSp>
      <p:sp>
        <p:nvSpPr>
          <p:cNvPr id="27" name="Freeform: Shape 26">
            <a:extLst>
              <a:ext uri="{FF2B5EF4-FFF2-40B4-BE49-F238E27FC236}">
                <a16:creationId xmlns:a16="http://schemas.microsoft.com/office/drawing/2014/main" id="{50813D75-5E58-FFC7-F847-86C86BFF7ED5}"/>
              </a:ext>
            </a:extLst>
          </p:cNvPr>
          <p:cNvSpPr/>
          <p:nvPr/>
        </p:nvSpPr>
        <p:spPr>
          <a:xfrm rot="16200000">
            <a:off x="11994868" y="1506652"/>
            <a:ext cx="331805" cy="225085"/>
          </a:xfrm>
          <a:custGeom>
            <a:avLst/>
            <a:gdLst>
              <a:gd name="csX0" fmla="*/ 1388479 w 1388479"/>
              <a:gd name="csY0" fmla="*/ 1359450 h 1359452"/>
              <a:gd name="csX1" fmla="*/ 694241 w 1388479"/>
              <a:gd name="csY1" fmla="*/ 746051 h 1359452"/>
              <a:gd name="csX2" fmla="*/ 0 w 1388479"/>
              <a:gd name="csY2" fmla="*/ 1359452 h 1359452"/>
              <a:gd name="csX3" fmla="*/ 694241 w 1388479"/>
              <a:gd name="csY3" fmla="*/ 0 h 1359452"/>
              <a:gd name="csX4" fmla="*/ 1388479 w 1388479"/>
              <a:gd name="csY4" fmla="*/ 1359450 h 1359452"/>
            </a:gdLst>
            <a:ahLst/>
            <a:cxnLst>
              <a:cxn ang="0">
                <a:pos x="csX0" y="csY0"/>
              </a:cxn>
              <a:cxn ang="0">
                <a:pos x="csX1" y="csY1"/>
              </a:cxn>
              <a:cxn ang="0">
                <a:pos x="csX2" y="csY2"/>
              </a:cxn>
              <a:cxn ang="0">
                <a:pos x="csX3" y="csY3"/>
              </a:cxn>
              <a:cxn ang="0">
                <a:pos x="csX4" y="csY4"/>
              </a:cxn>
            </a:cxnLst>
            <a:rect l="l" t="t" r="r" b="b"/>
            <a:pathLst>
              <a:path w="1388479" h="1359452">
                <a:moveTo>
                  <a:pt x="1388479" y="1359450"/>
                </a:moveTo>
                <a:lnTo>
                  <a:pt x="694241" y="746051"/>
                </a:lnTo>
                <a:lnTo>
                  <a:pt x="0" y="1359452"/>
                </a:lnTo>
                <a:lnTo>
                  <a:pt x="694241" y="0"/>
                </a:lnTo>
                <a:lnTo>
                  <a:pt x="1388479" y="1359450"/>
                </a:lnTo>
                <a:close/>
              </a:path>
            </a:pathLst>
          </a:custGeom>
          <a:solidFill>
            <a:srgbClr val="D9A86A"/>
          </a:solidFill>
          <a:ln w="6350" cap="sq" cmpd="sng" algn="ctr">
            <a:noFill/>
            <a:prstDash val="solid"/>
            <a:miter lim="800000"/>
          </a:ln>
          <a:effectLst/>
        </p:spPr>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defTabSz="914514">
              <a:spcBef>
                <a:spcPts val="300"/>
              </a:spcBef>
              <a:spcAft>
                <a:spcPts val="300"/>
              </a:spcAft>
              <a:defRPr/>
            </a:pPr>
            <a:endParaRPr lang="en-GB" sz="1600" kern="0" dirty="0">
              <a:solidFill>
                <a:srgbClr val="FBF7F4"/>
              </a:solidFill>
              <a:latin typeface="Sakkal Majalla"/>
            </a:endParaRPr>
          </a:p>
        </p:txBody>
      </p:sp>
      <p:grpSp>
        <p:nvGrpSpPr>
          <p:cNvPr id="41" name="Group 40">
            <a:extLst>
              <a:ext uri="{FF2B5EF4-FFF2-40B4-BE49-F238E27FC236}">
                <a16:creationId xmlns:a16="http://schemas.microsoft.com/office/drawing/2014/main" id="{B67AABAE-19DC-46F1-8E96-5ACA434B1F12}"/>
              </a:ext>
            </a:extLst>
          </p:cNvPr>
          <p:cNvGrpSpPr/>
          <p:nvPr/>
        </p:nvGrpSpPr>
        <p:grpSpPr>
          <a:xfrm>
            <a:off x="11082633" y="1632095"/>
            <a:ext cx="1101743" cy="645663"/>
            <a:chOff x="8079040" y="894190"/>
            <a:chExt cx="1101743" cy="645663"/>
          </a:xfrm>
        </p:grpSpPr>
        <p:sp>
          <p:nvSpPr>
            <p:cNvPr id="19" name="TextBox 6">
              <a:extLst>
                <a:ext uri="{FF2B5EF4-FFF2-40B4-BE49-F238E27FC236}">
                  <a16:creationId xmlns:a16="http://schemas.microsoft.com/office/drawing/2014/main" id="{D6D164FD-BBE6-C25A-E446-CCE1C3126B61}"/>
                </a:ext>
              </a:extLst>
            </p:cNvPr>
            <p:cNvSpPr txBox="1"/>
            <p:nvPr/>
          </p:nvSpPr>
          <p:spPr>
            <a:xfrm>
              <a:off x="8170080" y="894190"/>
              <a:ext cx="919654" cy="523220"/>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2800" b="1" dirty="0">
                  <a:solidFill>
                    <a:srgbClr val="87452B"/>
                  </a:solidFill>
                  <a:latin typeface="Abar Mid" pitchFamily="50" charset="-78"/>
                  <a:ea typeface="Abar Mid" pitchFamily="50" charset="-78"/>
                  <a:cs typeface="Abar Mid" pitchFamily="50" charset="-78"/>
                </a:rPr>
                <a:t>0</a:t>
              </a:r>
            </a:p>
          </p:txBody>
        </p:sp>
        <p:sp>
          <p:nvSpPr>
            <p:cNvPr id="28" name="TextBox 18">
              <a:extLst>
                <a:ext uri="{FF2B5EF4-FFF2-40B4-BE49-F238E27FC236}">
                  <a16:creationId xmlns:a16="http://schemas.microsoft.com/office/drawing/2014/main" id="{F4E04539-090F-D1A9-DD9C-824C2F987424}"/>
                </a:ext>
              </a:extLst>
            </p:cNvPr>
            <p:cNvSpPr txBox="1"/>
            <p:nvPr/>
          </p:nvSpPr>
          <p:spPr>
            <a:xfrm>
              <a:off x="8079040" y="1278243"/>
              <a:ext cx="1101743" cy="26161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1100" dirty="0">
                  <a:solidFill>
                    <a:srgbClr val="87452B"/>
                  </a:solidFill>
                  <a:latin typeface="Abar Mid" pitchFamily="50" charset="-78"/>
                  <a:ea typeface="Abar Mid" pitchFamily="50" charset="-78"/>
                  <a:cs typeface="Abar Mid" pitchFamily="50" charset="-78"/>
                </a:rPr>
                <a:t>متأخرة</a:t>
              </a:r>
            </a:p>
          </p:txBody>
        </p:sp>
      </p:grpSp>
      <p:cxnSp>
        <p:nvCxnSpPr>
          <p:cNvPr id="29" name="Straight Connector 28">
            <a:extLst>
              <a:ext uri="{FF2B5EF4-FFF2-40B4-BE49-F238E27FC236}">
                <a16:creationId xmlns:a16="http://schemas.microsoft.com/office/drawing/2014/main" id="{EDB30051-5058-A097-1171-C2DA0C79BEA8}"/>
              </a:ext>
            </a:extLst>
          </p:cNvPr>
          <p:cNvCxnSpPr>
            <a:cxnSpLocks/>
          </p:cNvCxnSpPr>
          <p:nvPr/>
        </p:nvCxnSpPr>
        <p:spPr>
          <a:xfrm flipV="1">
            <a:off x="11263871" y="969962"/>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cxnSp>
        <p:nvCxnSpPr>
          <p:cNvPr id="31" name="Straight Connector 30">
            <a:extLst>
              <a:ext uri="{FF2B5EF4-FFF2-40B4-BE49-F238E27FC236}">
                <a16:creationId xmlns:a16="http://schemas.microsoft.com/office/drawing/2014/main" id="{3A6944DF-EE7C-84B5-C979-42976B874889}"/>
              </a:ext>
            </a:extLst>
          </p:cNvPr>
          <p:cNvCxnSpPr>
            <a:cxnSpLocks/>
          </p:cNvCxnSpPr>
          <p:nvPr/>
        </p:nvCxnSpPr>
        <p:spPr>
          <a:xfrm>
            <a:off x="10520551" y="1603520"/>
            <a:ext cx="514457" cy="0"/>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graphicFrame>
        <p:nvGraphicFramePr>
          <p:cNvPr id="3" name="Chart 2">
            <a:extLst>
              <a:ext uri="{FF2B5EF4-FFF2-40B4-BE49-F238E27FC236}">
                <a16:creationId xmlns:a16="http://schemas.microsoft.com/office/drawing/2014/main" id="{D53DD549-B0CB-1DCA-B3D3-CE001B74F402}"/>
              </a:ext>
            </a:extLst>
          </p:cNvPr>
          <p:cNvGraphicFramePr/>
          <p:nvPr>
            <p:extLst>
              <p:ext uri="{D42A27DB-BD31-4B8C-83A1-F6EECF244321}">
                <p14:modId xmlns:p14="http://schemas.microsoft.com/office/powerpoint/2010/main" val="3844673242"/>
              </p:ext>
            </p:extLst>
          </p:nvPr>
        </p:nvGraphicFramePr>
        <p:xfrm>
          <a:off x="10173545" y="2518861"/>
          <a:ext cx="3067048" cy="4289518"/>
        </p:xfrm>
        <a:graphic>
          <a:graphicData uri="http://schemas.openxmlformats.org/drawingml/2006/chart">
            <c:chart xmlns:c="http://schemas.openxmlformats.org/drawingml/2006/chart" xmlns:r="http://schemas.openxmlformats.org/officeDocument/2006/relationships" r:id="rId4"/>
          </a:graphicData>
        </a:graphic>
      </p:graphicFrame>
      <p:sp>
        <p:nvSpPr>
          <p:cNvPr id="39" name="btfpRowHeaderBoxText438126">
            <a:hlinkClick r:id="rId5" action="ppaction://hlinksldjump"/>
            <a:extLst>
              <a:ext uri="{FF2B5EF4-FFF2-40B4-BE49-F238E27FC236}">
                <a16:creationId xmlns:a16="http://schemas.microsoft.com/office/drawing/2014/main" id="{F3D2FD89-22B2-877B-7941-EFBE9C0AA63D}"/>
              </a:ext>
            </a:extLst>
          </p:cNvPr>
          <p:cNvSpPr txBox="1"/>
          <p:nvPr>
            <p:custDataLst>
              <p:tags r:id="rId1"/>
            </p:custDataLst>
          </p:nvPr>
        </p:nvSpPr>
        <p:spPr>
          <a:xfrm flipH="1">
            <a:off x="3671838" y="202522"/>
            <a:ext cx="5724532" cy="440980"/>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800" b="1" dirty="0">
                <a:solidFill>
                  <a:srgbClr val="000000"/>
                </a:solidFill>
                <a:latin typeface="Abar Mid" pitchFamily="2" charset="-78"/>
                <a:ea typeface="Abar Mid" pitchFamily="2" charset="-78"/>
                <a:cs typeface="Abar Mid" pitchFamily="2" charset="-78"/>
              </a:rPr>
              <a:t>ملخص المهام</a:t>
            </a:r>
          </a:p>
        </p:txBody>
      </p:sp>
      <p:cxnSp>
        <p:nvCxnSpPr>
          <p:cNvPr id="44" name="Straight Connector 43">
            <a:extLst>
              <a:ext uri="{FF2B5EF4-FFF2-40B4-BE49-F238E27FC236}">
                <a16:creationId xmlns:a16="http://schemas.microsoft.com/office/drawing/2014/main" id="{44207D78-D8B1-5B72-B349-D0E30E05D338}"/>
              </a:ext>
            </a:extLst>
          </p:cNvPr>
          <p:cNvCxnSpPr>
            <a:cxnSpLocks/>
          </p:cNvCxnSpPr>
          <p:nvPr/>
        </p:nvCxnSpPr>
        <p:spPr>
          <a:xfrm flipV="1">
            <a:off x="11263871" y="1632095"/>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cxnSp>
        <p:nvCxnSpPr>
          <p:cNvPr id="46" name="Straight Connector 45">
            <a:extLst>
              <a:ext uri="{FF2B5EF4-FFF2-40B4-BE49-F238E27FC236}">
                <a16:creationId xmlns:a16="http://schemas.microsoft.com/office/drawing/2014/main" id="{8104D5DA-95C1-3954-4988-11429F8E3B44}"/>
              </a:ext>
            </a:extLst>
          </p:cNvPr>
          <p:cNvCxnSpPr>
            <a:cxnSpLocks/>
          </p:cNvCxnSpPr>
          <p:nvPr/>
        </p:nvCxnSpPr>
        <p:spPr>
          <a:xfrm>
            <a:off x="11444476" y="1603520"/>
            <a:ext cx="514457" cy="0"/>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graphicFrame>
        <p:nvGraphicFramePr>
          <p:cNvPr id="48" name="Table 47">
            <a:extLst>
              <a:ext uri="{FF2B5EF4-FFF2-40B4-BE49-F238E27FC236}">
                <a16:creationId xmlns:a16="http://schemas.microsoft.com/office/drawing/2014/main" id="{EAD8973F-3875-A3F6-A96E-C90EBA4158F6}"/>
              </a:ext>
            </a:extLst>
          </p:cNvPr>
          <p:cNvGraphicFramePr>
            <a:graphicFrameLocks noGrp="1"/>
          </p:cNvGraphicFramePr>
          <p:nvPr>
            <p:extLst>
              <p:ext uri="{D42A27DB-BD31-4B8C-83A1-F6EECF244321}">
                <p14:modId xmlns:p14="http://schemas.microsoft.com/office/powerpoint/2010/main" val="1222843914"/>
              </p:ext>
            </p:extLst>
          </p:nvPr>
        </p:nvGraphicFramePr>
        <p:xfrm>
          <a:off x="193999" y="752475"/>
          <a:ext cx="9784834" cy="1388364"/>
        </p:xfrm>
        <a:graphic>
          <a:graphicData uri="http://schemas.openxmlformats.org/drawingml/2006/table">
            <a:tbl>
              <a:tblPr/>
              <a:tblGrid>
                <a:gridCol w="2497246">
                  <a:extLst>
                    <a:ext uri="{9D8B030D-6E8A-4147-A177-3AD203B41FA5}">
                      <a16:colId xmlns:a16="http://schemas.microsoft.com/office/drawing/2014/main" val="2822069703"/>
                    </a:ext>
                  </a:extLst>
                </a:gridCol>
                <a:gridCol w="1402773">
                  <a:extLst>
                    <a:ext uri="{9D8B030D-6E8A-4147-A177-3AD203B41FA5}">
                      <a16:colId xmlns:a16="http://schemas.microsoft.com/office/drawing/2014/main" val="20000"/>
                    </a:ext>
                  </a:extLst>
                </a:gridCol>
                <a:gridCol w="5459778">
                  <a:extLst>
                    <a:ext uri="{9D8B030D-6E8A-4147-A177-3AD203B41FA5}">
                      <a16:colId xmlns:a16="http://schemas.microsoft.com/office/drawing/2014/main" val="20001"/>
                    </a:ext>
                  </a:extLst>
                </a:gridCol>
                <a:gridCol w="425037">
                  <a:extLst>
                    <a:ext uri="{9D8B030D-6E8A-4147-A177-3AD203B41FA5}">
                      <a16:colId xmlns:a16="http://schemas.microsoft.com/office/drawing/2014/main" val="20002"/>
                    </a:ext>
                  </a:extLst>
                </a:gridCol>
              </a:tblGrid>
              <a:tr h="253441">
                <a:tc>
                  <a:txBody>
                    <a:bodyPr/>
                    <a:lstStyle/>
                    <a:p>
                      <a:pPr algn="r" rtl="1">
                        <a:lnSpc>
                          <a:spcPct val="105000"/>
                        </a:lnSpc>
                      </a:pPr>
                      <a:endParaRPr lang="ar-SA" sz="1100" b="1" dirty="0">
                        <a:solidFill>
                          <a:srgbClr val="000000"/>
                        </a:solidFill>
                        <a:latin typeface="Abar Mid" pitchFamily="50" charset="-78"/>
                        <a:ea typeface="Abar Mid" pitchFamily="50" charset="-78"/>
                        <a:cs typeface="Abar Mid" pitchFamily="50" charset="-78"/>
                      </a:endParaRPr>
                    </a:p>
                  </a:txBody>
                  <a:tcPr marL="45720" anchor="ctr">
                    <a:lnL w="12700" cap="flat" cmpd="sng" algn="ctr">
                      <a:noFill/>
                      <a:prstDash val="solid"/>
                      <a:round/>
                      <a:headEnd type="none" w="med" len="med"/>
                      <a:tailEnd type="none" w="med" len="med"/>
                    </a:lnL>
                    <a:lnR w="762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lvl1pPr marL="0" algn="l" defTabSz="457200" rtl="0" eaLnBrk="1" latinLnBrk="0" hangingPunct="1">
                        <a:defRPr sz="1800" kern="1200">
                          <a:solidFill>
                            <a:schemeClr val="tx1"/>
                          </a:solidFill>
                          <a:latin typeface="Aptos" panose="02110004020202020204"/>
                        </a:defRPr>
                      </a:lvl1pPr>
                      <a:lvl2pPr marL="457200" algn="l" defTabSz="457200" rtl="0" eaLnBrk="1" latinLnBrk="0" hangingPunct="1">
                        <a:defRPr sz="1800" kern="1200">
                          <a:solidFill>
                            <a:schemeClr val="tx1"/>
                          </a:solidFill>
                          <a:latin typeface="Aptos" panose="02110004020202020204"/>
                        </a:defRPr>
                      </a:lvl2pPr>
                      <a:lvl3pPr marL="914400" algn="l" defTabSz="457200" rtl="0" eaLnBrk="1" latinLnBrk="0" hangingPunct="1">
                        <a:defRPr sz="1800" kern="1200">
                          <a:solidFill>
                            <a:schemeClr val="tx1"/>
                          </a:solidFill>
                          <a:latin typeface="Aptos" panose="02110004020202020204"/>
                        </a:defRPr>
                      </a:lvl3pPr>
                      <a:lvl4pPr marL="1371600" algn="l" defTabSz="457200" rtl="0" eaLnBrk="1" latinLnBrk="0" hangingPunct="1">
                        <a:defRPr sz="1800" kern="1200">
                          <a:solidFill>
                            <a:schemeClr val="tx1"/>
                          </a:solidFill>
                          <a:latin typeface="Aptos" panose="02110004020202020204"/>
                        </a:defRPr>
                      </a:lvl4pPr>
                      <a:lvl5pPr marL="1828800" algn="l" defTabSz="457200" rtl="0" eaLnBrk="1" latinLnBrk="0" hangingPunct="1">
                        <a:defRPr sz="1800" kern="1200">
                          <a:solidFill>
                            <a:schemeClr val="tx1"/>
                          </a:solidFill>
                          <a:latin typeface="Aptos" panose="02110004020202020204"/>
                        </a:defRPr>
                      </a:lvl5pPr>
                      <a:lvl6pPr marL="2286000" algn="l" defTabSz="457200" rtl="0" eaLnBrk="1" latinLnBrk="0" hangingPunct="1">
                        <a:defRPr sz="1800" kern="1200">
                          <a:solidFill>
                            <a:schemeClr val="tx1"/>
                          </a:solidFill>
                          <a:latin typeface="Aptos" panose="02110004020202020204"/>
                        </a:defRPr>
                      </a:lvl6pPr>
                      <a:lvl7pPr marL="2743200" algn="l" defTabSz="457200" rtl="0" eaLnBrk="1" latinLnBrk="0" hangingPunct="1">
                        <a:defRPr sz="1800" kern="1200">
                          <a:solidFill>
                            <a:schemeClr val="tx1"/>
                          </a:solidFill>
                          <a:latin typeface="Aptos" panose="02110004020202020204"/>
                        </a:defRPr>
                      </a:lvl7pPr>
                      <a:lvl8pPr marL="3200400" algn="l" defTabSz="457200" rtl="0" eaLnBrk="1" latinLnBrk="0" hangingPunct="1">
                        <a:defRPr sz="1800" kern="1200">
                          <a:solidFill>
                            <a:schemeClr val="tx1"/>
                          </a:solidFill>
                          <a:latin typeface="Aptos" panose="02110004020202020204"/>
                        </a:defRPr>
                      </a:lvl8pPr>
                      <a:lvl9pPr marL="3657600" algn="l" defTabSz="457200" rtl="0" eaLnBrk="1" latinLnBrk="0" hangingPunct="1">
                        <a:defRPr sz="1800" kern="1200">
                          <a:solidFill>
                            <a:schemeClr val="tx1"/>
                          </a:solidFill>
                          <a:latin typeface="Aptos" panose="02110004020202020204"/>
                        </a:defRPr>
                      </a:lvl9pPr>
                    </a:lstStyle>
                    <a:p>
                      <a:pPr algn="r" rtl="1">
                        <a:lnSpc>
                          <a:spcPct val="105000"/>
                        </a:lnSpc>
                      </a:pPr>
                      <a:r>
                        <a:rPr lang="ar-SA" sz="1100" b="1" dirty="0">
                          <a:solidFill>
                            <a:srgbClr val="000000"/>
                          </a:solidFill>
                          <a:latin typeface="Abar Mid" pitchFamily="50" charset="-78"/>
                          <a:ea typeface="Abar Mid" pitchFamily="50" charset="-78"/>
                          <a:cs typeface="Abar Mid" pitchFamily="50" charset="-78"/>
                        </a:rPr>
                        <a:t>المهام المكتملة</a:t>
                      </a:r>
                    </a:p>
                  </a:txBody>
                  <a:tcPr marL="45720" anchor="ctr">
                    <a:lnL w="76200" cap="flat" cmpd="sng" algn="ctr">
                      <a:noFill/>
                      <a:prstDash val="solid"/>
                      <a:round/>
                      <a:headEnd type="none" w="med" len="med"/>
                      <a:tailEnd type="none" w="med" len="med"/>
                    </a:lnL>
                    <a:lnR w="57150" cap="flat" cmpd="sng" algn="ctr">
                      <a:solidFill>
                        <a:srgbClr val="2C5774"/>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extLst>
                  <a:ext uri="{0D108BD9-81ED-4DB2-BD59-A6C34878D82A}">
                    <a16:rowId xmlns:a16="http://schemas.microsoft.com/office/drawing/2014/main" val="3671772843"/>
                  </a:ext>
                </a:extLst>
              </a:tr>
              <a:tr h="253441">
                <a:tc>
                  <a:txBody>
                    <a:bodyPr/>
                    <a:lstStyle/>
                    <a:p>
                      <a:pPr algn="ctr" rtl="1">
                        <a:lnSpc>
                          <a:spcPct val="105000"/>
                        </a:lnSpc>
                      </a:pPr>
                      <a:r>
                        <a:rPr lang="ar-SA" sz="1100" b="1" dirty="0">
                          <a:solidFill>
                            <a:srgbClr val="FFFFFF"/>
                          </a:solidFill>
                          <a:latin typeface="Abar Mid" pitchFamily="50" charset="-78"/>
                          <a:ea typeface="Abar Mid" pitchFamily="50" charset="-78"/>
                          <a:cs typeface="Abar Mid" pitchFamily="50" charset="-78"/>
                        </a:rPr>
                        <a:t>ملاحظات</a:t>
                      </a:r>
                      <a:endParaRPr sz="11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dirty="0" err="1">
                          <a:solidFill>
                            <a:srgbClr val="FFFFFF"/>
                          </a:solidFill>
                          <a:latin typeface="Abar Mid" pitchFamily="50" charset="-78"/>
                          <a:ea typeface="Abar Mid" pitchFamily="50" charset="-78"/>
                          <a:cs typeface="Abar Mid" pitchFamily="50" charset="-78"/>
                        </a:rPr>
                        <a:t>القطاع</a:t>
                      </a:r>
                      <a:endParaRPr sz="11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dirty="0" err="1">
                          <a:solidFill>
                            <a:srgbClr val="FFFFFF"/>
                          </a:solidFill>
                          <a:latin typeface="Abar Mid" pitchFamily="50" charset="-78"/>
                          <a:ea typeface="Abar Mid" pitchFamily="50" charset="-78"/>
                          <a:cs typeface="Abar Mid" pitchFamily="50" charset="-78"/>
                        </a:rPr>
                        <a:t>المهمة</a:t>
                      </a:r>
                      <a:endParaRPr sz="11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dirty="0">
                          <a:solidFill>
                            <a:srgbClr val="FFFFFF"/>
                          </a:solidFill>
                          <a:latin typeface="Abar Mid" pitchFamily="50" charset="-78"/>
                          <a:ea typeface="Abar Mid" pitchFamily="50" charset="-78"/>
                          <a:cs typeface="Abar Mid" pitchFamily="50" charset="-78"/>
                        </a:rPr>
                        <a:t>#</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415443">
                <a:tc>
                  <a:txBody>
                    <a:bodyPr/>
                    <a:lstStyle/>
                    <a:p>
                      <a:pPr algn="ctr" rtl="1" fontAlgn="ctr">
                        <a:buNone/>
                      </a:pPr>
                      <a:endParaRPr lang="en-US" sz="11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التحول الرقمي وتقنية المعلومات</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إعداد ورفع تقرير إلى لجنة الحج العليا يسرد بصورة متكاملة قصة جاهزية الوزارة للتعامل مع الكوارث، ويبرز القدرات والإجراءات والاختبارات المنفذة ومستوى استمرارية الأنظمة والخدمات والتعافي منها</a:t>
                      </a:r>
                    </a:p>
                  </a:txBody>
                  <a:tcPr marL="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0" dirty="0">
                          <a:solidFill>
                            <a:srgbClr val="2B2B2B"/>
                          </a:solidFill>
                          <a:latin typeface="Abar Mid" pitchFamily="50" charset="-78"/>
                          <a:ea typeface="Abar Mid" pitchFamily="50" charset="-78"/>
                          <a:cs typeface="Abar Mid" pitchFamily="50" charset="-78"/>
                        </a:rPr>
                        <a:t>1</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1"/>
                  </a:ext>
                </a:extLst>
              </a:tr>
              <a:tr h="253441">
                <a:tc>
                  <a:txBody>
                    <a:bodyPr/>
                    <a:lstStyle/>
                    <a:p>
                      <a:pPr algn="ctr" rtl="1" fontAlgn="ctr">
                        <a:buNone/>
                      </a:pPr>
                      <a:endParaRPr lang="en-US" sz="11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شؤون الحج</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دعوة شركات تقديم الخدمة إلى حضور المعرض المزمع إقامته يوم الإثنين الموافق 21 سبتمبر للاستفادة من النماذج الخاصة بالأسرة والمظلات</a:t>
                      </a:r>
                    </a:p>
                  </a:txBody>
                  <a:tcPr marL="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0" dirty="0">
                          <a:solidFill>
                            <a:srgbClr val="2B2B2B"/>
                          </a:solidFill>
                          <a:latin typeface="Abar Mid" pitchFamily="50" charset="-78"/>
                          <a:ea typeface="Abar Mid" pitchFamily="50" charset="-78"/>
                          <a:cs typeface="Abar Mid" pitchFamily="50" charset="-78"/>
                        </a:rPr>
                        <a:t>2</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2"/>
                  </a:ext>
                </a:extLst>
              </a:tr>
            </a:tbl>
          </a:graphicData>
        </a:graphic>
      </p:graphicFrame>
      <p:cxnSp>
        <p:nvCxnSpPr>
          <p:cNvPr id="52" name="Straight Connector 51">
            <a:extLst>
              <a:ext uri="{FF2B5EF4-FFF2-40B4-BE49-F238E27FC236}">
                <a16:creationId xmlns:a16="http://schemas.microsoft.com/office/drawing/2014/main" id="{B437FEF1-AFD1-0EA7-F970-7CDFF649F03E}"/>
              </a:ext>
            </a:extLst>
          </p:cNvPr>
          <p:cNvCxnSpPr>
            <a:cxnSpLocks/>
          </p:cNvCxnSpPr>
          <p:nvPr/>
        </p:nvCxnSpPr>
        <p:spPr>
          <a:xfrm>
            <a:off x="40462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cxnSp>
        <p:nvCxnSpPr>
          <p:cNvPr id="53" name="Straight Connector 52">
            <a:extLst>
              <a:ext uri="{FF2B5EF4-FFF2-40B4-BE49-F238E27FC236}">
                <a16:creationId xmlns:a16="http://schemas.microsoft.com/office/drawing/2014/main" id="{A565C9E7-F2DF-07AE-6CEB-5210667DF19E}"/>
              </a:ext>
            </a:extLst>
          </p:cNvPr>
          <p:cNvCxnSpPr>
            <a:cxnSpLocks/>
          </p:cNvCxnSpPr>
          <p:nvPr/>
        </p:nvCxnSpPr>
        <p:spPr>
          <a:xfrm>
            <a:off x="77165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aphicFrame>
        <p:nvGraphicFramePr>
          <p:cNvPr id="9" name="Table 8">
            <a:extLst>
              <a:ext uri="{FF2B5EF4-FFF2-40B4-BE49-F238E27FC236}">
                <a16:creationId xmlns:a16="http://schemas.microsoft.com/office/drawing/2014/main" id="{D96A1065-2CDC-FD7E-B595-7AD90E566C9F}"/>
              </a:ext>
            </a:extLst>
          </p:cNvPr>
          <p:cNvGraphicFramePr>
            <a:graphicFrameLocks noGrp="1"/>
          </p:cNvGraphicFramePr>
          <p:nvPr>
            <p:extLst>
              <p:ext uri="{D42A27DB-BD31-4B8C-83A1-F6EECF244321}">
                <p14:modId xmlns:p14="http://schemas.microsoft.com/office/powerpoint/2010/main" val="429226975"/>
              </p:ext>
            </p:extLst>
          </p:nvPr>
        </p:nvGraphicFramePr>
        <p:xfrm>
          <a:off x="193999" y="2297147"/>
          <a:ext cx="9784834" cy="1388364"/>
        </p:xfrm>
        <a:graphic>
          <a:graphicData uri="http://schemas.openxmlformats.org/drawingml/2006/table">
            <a:tbl>
              <a:tblPr/>
              <a:tblGrid>
                <a:gridCol w="2497246">
                  <a:extLst>
                    <a:ext uri="{9D8B030D-6E8A-4147-A177-3AD203B41FA5}">
                      <a16:colId xmlns:a16="http://schemas.microsoft.com/office/drawing/2014/main" val="2822069703"/>
                    </a:ext>
                  </a:extLst>
                </a:gridCol>
                <a:gridCol w="1402773">
                  <a:extLst>
                    <a:ext uri="{9D8B030D-6E8A-4147-A177-3AD203B41FA5}">
                      <a16:colId xmlns:a16="http://schemas.microsoft.com/office/drawing/2014/main" val="20000"/>
                    </a:ext>
                  </a:extLst>
                </a:gridCol>
                <a:gridCol w="5459778">
                  <a:extLst>
                    <a:ext uri="{9D8B030D-6E8A-4147-A177-3AD203B41FA5}">
                      <a16:colId xmlns:a16="http://schemas.microsoft.com/office/drawing/2014/main" val="20001"/>
                    </a:ext>
                  </a:extLst>
                </a:gridCol>
                <a:gridCol w="425037">
                  <a:extLst>
                    <a:ext uri="{9D8B030D-6E8A-4147-A177-3AD203B41FA5}">
                      <a16:colId xmlns:a16="http://schemas.microsoft.com/office/drawing/2014/main" val="20002"/>
                    </a:ext>
                  </a:extLst>
                </a:gridCol>
              </a:tblGrid>
              <a:tr h="253441">
                <a:tc>
                  <a:txBody>
                    <a:bodyPr/>
                    <a:lstStyle/>
                    <a:p>
                      <a:pPr algn="r" rtl="1">
                        <a:lnSpc>
                          <a:spcPct val="105000"/>
                        </a:lnSpc>
                      </a:pPr>
                      <a:endParaRPr lang="ar-SA" sz="1100" b="1" dirty="0">
                        <a:solidFill>
                          <a:srgbClr val="000000"/>
                        </a:solidFill>
                        <a:latin typeface="Abar Mid" pitchFamily="50" charset="-78"/>
                        <a:ea typeface="Abar Mid" pitchFamily="50" charset="-78"/>
                        <a:cs typeface="Abar Mid" pitchFamily="50" charset="-78"/>
                      </a:endParaRPr>
                    </a:p>
                  </a:txBody>
                  <a:tcPr marL="45720" anchor="ctr">
                    <a:lnL w="12700" cap="flat" cmpd="sng" algn="ctr">
                      <a:noFill/>
                      <a:prstDash val="solid"/>
                      <a:round/>
                      <a:headEnd type="none" w="med" len="med"/>
                      <a:tailEnd type="none" w="med" len="med"/>
                    </a:lnL>
                    <a:lnR w="762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lvl1pPr marL="0" algn="l" defTabSz="457200" rtl="0" eaLnBrk="1" latinLnBrk="0" hangingPunct="1">
                        <a:defRPr sz="1800" kern="1200">
                          <a:solidFill>
                            <a:schemeClr val="tx1"/>
                          </a:solidFill>
                          <a:latin typeface="Aptos" panose="02110004020202020204"/>
                        </a:defRPr>
                      </a:lvl1pPr>
                      <a:lvl2pPr marL="457200" algn="l" defTabSz="457200" rtl="0" eaLnBrk="1" latinLnBrk="0" hangingPunct="1">
                        <a:defRPr sz="1800" kern="1200">
                          <a:solidFill>
                            <a:schemeClr val="tx1"/>
                          </a:solidFill>
                          <a:latin typeface="Aptos" panose="02110004020202020204"/>
                        </a:defRPr>
                      </a:lvl2pPr>
                      <a:lvl3pPr marL="914400" algn="l" defTabSz="457200" rtl="0" eaLnBrk="1" latinLnBrk="0" hangingPunct="1">
                        <a:defRPr sz="1800" kern="1200">
                          <a:solidFill>
                            <a:schemeClr val="tx1"/>
                          </a:solidFill>
                          <a:latin typeface="Aptos" panose="02110004020202020204"/>
                        </a:defRPr>
                      </a:lvl3pPr>
                      <a:lvl4pPr marL="1371600" algn="l" defTabSz="457200" rtl="0" eaLnBrk="1" latinLnBrk="0" hangingPunct="1">
                        <a:defRPr sz="1800" kern="1200">
                          <a:solidFill>
                            <a:schemeClr val="tx1"/>
                          </a:solidFill>
                          <a:latin typeface="Aptos" panose="02110004020202020204"/>
                        </a:defRPr>
                      </a:lvl4pPr>
                      <a:lvl5pPr marL="1828800" algn="l" defTabSz="457200" rtl="0" eaLnBrk="1" latinLnBrk="0" hangingPunct="1">
                        <a:defRPr sz="1800" kern="1200">
                          <a:solidFill>
                            <a:schemeClr val="tx1"/>
                          </a:solidFill>
                          <a:latin typeface="Aptos" panose="02110004020202020204"/>
                        </a:defRPr>
                      </a:lvl5pPr>
                      <a:lvl6pPr marL="2286000" algn="l" defTabSz="457200" rtl="0" eaLnBrk="1" latinLnBrk="0" hangingPunct="1">
                        <a:defRPr sz="1800" kern="1200">
                          <a:solidFill>
                            <a:schemeClr val="tx1"/>
                          </a:solidFill>
                          <a:latin typeface="Aptos" panose="02110004020202020204"/>
                        </a:defRPr>
                      </a:lvl6pPr>
                      <a:lvl7pPr marL="2743200" algn="l" defTabSz="457200" rtl="0" eaLnBrk="1" latinLnBrk="0" hangingPunct="1">
                        <a:defRPr sz="1800" kern="1200">
                          <a:solidFill>
                            <a:schemeClr val="tx1"/>
                          </a:solidFill>
                          <a:latin typeface="Aptos" panose="02110004020202020204"/>
                        </a:defRPr>
                      </a:lvl7pPr>
                      <a:lvl8pPr marL="3200400" algn="l" defTabSz="457200" rtl="0" eaLnBrk="1" latinLnBrk="0" hangingPunct="1">
                        <a:defRPr sz="1800" kern="1200">
                          <a:solidFill>
                            <a:schemeClr val="tx1"/>
                          </a:solidFill>
                          <a:latin typeface="Aptos" panose="02110004020202020204"/>
                        </a:defRPr>
                      </a:lvl8pPr>
                      <a:lvl9pPr marL="3657600" algn="l" defTabSz="457200" rtl="0" eaLnBrk="1" latinLnBrk="0" hangingPunct="1">
                        <a:defRPr sz="1800" kern="1200">
                          <a:solidFill>
                            <a:schemeClr val="tx1"/>
                          </a:solidFill>
                          <a:latin typeface="Aptos" panose="02110004020202020204"/>
                        </a:defRPr>
                      </a:lvl9pPr>
                    </a:lstStyle>
                    <a:p>
                      <a:pPr algn="r" rtl="1">
                        <a:lnSpc>
                          <a:spcPct val="105000"/>
                        </a:lnSpc>
                      </a:pPr>
                      <a:r>
                        <a:rPr lang="ar-SA" sz="1100" b="1" dirty="0">
                          <a:solidFill>
                            <a:srgbClr val="000000"/>
                          </a:solidFill>
                          <a:latin typeface="Abar Mid" pitchFamily="50" charset="-78"/>
                          <a:ea typeface="Abar Mid" pitchFamily="50" charset="-78"/>
                          <a:cs typeface="Abar Mid" pitchFamily="50" charset="-78"/>
                        </a:rPr>
                        <a:t>المهام المتأخرة</a:t>
                      </a:r>
                    </a:p>
                  </a:txBody>
                  <a:tcPr marL="45720" anchor="ctr">
                    <a:lnL w="76200" cap="flat" cmpd="sng" algn="ctr">
                      <a:noFill/>
                      <a:prstDash val="solid"/>
                      <a:round/>
                      <a:headEnd type="none" w="med" len="med"/>
                      <a:tailEnd type="none" w="med" len="med"/>
                    </a:lnL>
                    <a:lnR w="57150" cap="flat" cmpd="sng" algn="ctr">
                      <a:solidFill>
                        <a:srgbClr val="87452B"/>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extLst>
                  <a:ext uri="{0D108BD9-81ED-4DB2-BD59-A6C34878D82A}">
                    <a16:rowId xmlns:a16="http://schemas.microsoft.com/office/drawing/2014/main" val="3671772843"/>
                  </a:ext>
                </a:extLst>
              </a:tr>
              <a:tr h="253441">
                <a:tc>
                  <a:txBody>
                    <a:bodyPr/>
                    <a:lstStyle/>
                    <a:p>
                      <a:pPr algn="ctr" rtl="1">
                        <a:lnSpc>
                          <a:spcPct val="105000"/>
                        </a:lnSpc>
                      </a:pPr>
                      <a:r>
                        <a:rPr lang="ar-SA" sz="1100" b="1" dirty="0">
                          <a:solidFill>
                            <a:srgbClr val="FFFFFF"/>
                          </a:solidFill>
                          <a:latin typeface="Abar Mid" pitchFamily="50" charset="-78"/>
                          <a:ea typeface="Abar Mid" pitchFamily="50" charset="-78"/>
                          <a:cs typeface="Abar Mid" pitchFamily="50" charset="-78"/>
                        </a:rPr>
                        <a:t>ملاحظات</a:t>
                      </a:r>
                      <a:endParaRPr sz="11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dirty="0" err="1">
                          <a:solidFill>
                            <a:srgbClr val="FFFFFF"/>
                          </a:solidFill>
                          <a:latin typeface="Abar Mid" pitchFamily="50" charset="-78"/>
                          <a:ea typeface="Abar Mid" pitchFamily="50" charset="-78"/>
                          <a:cs typeface="Abar Mid" pitchFamily="50" charset="-78"/>
                        </a:rPr>
                        <a:t>القطاع</a:t>
                      </a:r>
                      <a:endParaRPr sz="11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dirty="0" err="1">
                          <a:solidFill>
                            <a:srgbClr val="FFFFFF"/>
                          </a:solidFill>
                          <a:latin typeface="Abar Mid" pitchFamily="50" charset="-78"/>
                          <a:ea typeface="Abar Mid" pitchFamily="50" charset="-78"/>
                          <a:cs typeface="Abar Mid" pitchFamily="50" charset="-78"/>
                        </a:rPr>
                        <a:t>المهمة</a:t>
                      </a:r>
                      <a:endParaRPr sz="11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dirty="0">
                          <a:solidFill>
                            <a:srgbClr val="FFFFFF"/>
                          </a:solidFill>
                          <a:latin typeface="Abar Mid" pitchFamily="50" charset="-78"/>
                          <a:ea typeface="Abar Mid" pitchFamily="50" charset="-78"/>
                          <a:cs typeface="Abar Mid" pitchFamily="50" charset="-78"/>
                        </a:rPr>
                        <a:t>#</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415443">
                <a:tc>
                  <a:txBody>
                    <a:bodyPr/>
                    <a:lstStyle/>
                    <a:p>
                      <a:pPr algn="ctr" rtl="1" fontAlgn="ctr">
                        <a:buNone/>
                      </a:pPr>
                      <a:endParaRPr lang="en-US" sz="11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التحول الرقمي وتقنية المعلومات</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إعداد ورفع تقرير إلى لجنة الحج العليا يسرد بصورة متكاملة قصة جاهزية الوزارة للتعامل مع الكوارث، ويبرز القدرات والإجراءات والاختبارات المنفذة ومستوى استمرارية الأنظمة والخدمات والتعافي منها</a:t>
                      </a:r>
                    </a:p>
                  </a:txBody>
                  <a:tcPr marL="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0" dirty="0">
                          <a:solidFill>
                            <a:srgbClr val="2B2B2B"/>
                          </a:solidFill>
                          <a:latin typeface="Abar Mid" pitchFamily="50" charset="-78"/>
                          <a:ea typeface="Abar Mid" pitchFamily="50" charset="-78"/>
                          <a:cs typeface="Abar Mid" pitchFamily="50" charset="-78"/>
                        </a:rPr>
                        <a:t>1</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1"/>
                  </a:ext>
                </a:extLst>
              </a:tr>
              <a:tr h="253441">
                <a:tc>
                  <a:txBody>
                    <a:bodyPr/>
                    <a:lstStyle/>
                    <a:p>
                      <a:pPr algn="ctr" rtl="1" fontAlgn="ctr">
                        <a:buNone/>
                      </a:pPr>
                      <a:endParaRPr lang="en-US" sz="11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شؤون الحج</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دعوة شركات تقديم الخدمة إلى حضور المعرض المزمع إقامته يوم الإثنين الموافق 21 سبتمبر للاستفادة من النماذج الخاصة بالأسرة والمظلات</a:t>
                      </a:r>
                    </a:p>
                  </a:txBody>
                  <a:tcPr marL="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0" dirty="0">
                          <a:solidFill>
                            <a:srgbClr val="2B2B2B"/>
                          </a:solidFill>
                          <a:latin typeface="Abar Mid" pitchFamily="50" charset="-78"/>
                          <a:ea typeface="Abar Mid" pitchFamily="50" charset="-78"/>
                          <a:cs typeface="Abar Mid" pitchFamily="50" charset="-78"/>
                        </a:rPr>
                        <a:t>2</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2"/>
                  </a:ext>
                </a:extLst>
              </a:tr>
            </a:tbl>
          </a:graphicData>
        </a:graphic>
      </p:graphicFrame>
      <p:graphicFrame>
        <p:nvGraphicFramePr>
          <p:cNvPr id="10" name="Table 9">
            <a:extLst>
              <a:ext uri="{FF2B5EF4-FFF2-40B4-BE49-F238E27FC236}">
                <a16:creationId xmlns:a16="http://schemas.microsoft.com/office/drawing/2014/main" id="{92064D1D-742E-1670-6F61-3AC442787108}"/>
              </a:ext>
            </a:extLst>
          </p:cNvPr>
          <p:cNvGraphicFramePr>
            <a:graphicFrameLocks noGrp="1"/>
          </p:cNvGraphicFramePr>
          <p:nvPr>
            <p:extLst>
              <p:ext uri="{D42A27DB-BD31-4B8C-83A1-F6EECF244321}">
                <p14:modId xmlns:p14="http://schemas.microsoft.com/office/powerpoint/2010/main" val="300398192"/>
              </p:ext>
            </p:extLst>
          </p:nvPr>
        </p:nvGraphicFramePr>
        <p:xfrm>
          <a:off x="193999" y="3874164"/>
          <a:ext cx="9784834" cy="1388364"/>
        </p:xfrm>
        <a:graphic>
          <a:graphicData uri="http://schemas.openxmlformats.org/drawingml/2006/table">
            <a:tbl>
              <a:tblPr/>
              <a:tblGrid>
                <a:gridCol w="2497246">
                  <a:extLst>
                    <a:ext uri="{9D8B030D-6E8A-4147-A177-3AD203B41FA5}">
                      <a16:colId xmlns:a16="http://schemas.microsoft.com/office/drawing/2014/main" val="2822069703"/>
                    </a:ext>
                  </a:extLst>
                </a:gridCol>
                <a:gridCol w="1402773">
                  <a:extLst>
                    <a:ext uri="{9D8B030D-6E8A-4147-A177-3AD203B41FA5}">
                      <a16:colId xmlns:a16="http://schemas.microsoft.com/office/drawing/2014/main" val="20000"/>
                    </a:ext>
                  </a:extLst>
                </a:gridCol>
                <a:gridCol w="5459778">
                  <a:extLst>
                    <a:ext uri="{9D8B030D-6E8A-4147-A177-3AD203B41FA5}">
                      <a16:colId xmlns:a16="http://schemas.microsoft.com/office/drawing/2014/main" val="20001"/>
                    </a:ext>
                  </a:extLst>
                </a:gridCol>
                <a:gridCol w="425037">
                  <a:extLst>
                    <a:ext uri="{9D8B030D-6E8A-4147-A177-3AD203B41FA5}">
                      <a16:colId xmlns:a16="http://schemas.microsoft.com/office/drawing/2014/main" val="20002"/>
                    </a:ext>
                  </a:extLst>
                </a:gridCol>
              </a:tblGrid>
              <a:tr h="253441">
                <a:tc>
                  <a:txBody>
                    <a:bodyPr/>
                    <a:lstStyle/>
                    <a:p>
                      <a:pPr algn="r" rtl="1">
                        <a:lnSpc>
                          <a:spcPct val="105000"/>
                        </a:lnSpc>
                      </a:pPr>
                      <a:endParaRPr lang="ar-SA" sz="1100" b="1" dirty="0">
                        <a:solidFill>
                          <a:srgbClr val="000000"/>
                        </a:solidFill>
                        <a:latin typeface="Abar Mid" pitchFamily="50" charset="-78"/>
                        <a:ea typeface="Abar Mid" pitchFamily="50" charset="-78"/>
                        <a:cs typeface="Abar Mid" pitchFamily="50" charset="-78"/>
                      </a:endParaRPr>
                    </a:p>
                  </a:txBody>
                  <a:tcPr marL="45720" anchor="ctr">
                    <a:lnL w="12700" cap="flat" cmpd="sng" algn="ctr">
                      <a:noFill/>
                      <a:prstDash val="solid"/>
                      <a:round/>
                      <a:headEnd type="none" w="med" len="med"/>
                      <a:tailEnd type="none" w="med" len="med"/>
                    </a:lnL>
                    <a:lnR w="762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lvl1pPr marL="0" algn="l" defTabSz="457200" rtl="0" eaLnBrk="1" latinLnBrk="0" hangingPunct="1">
                        <a:defRPr sz="1800" kern="1200">
                          <a:solidFill>
                            <a:schemeClr val="tx1"/>
                          </a:solidFill>
                          <a:latin typeface="Aptos" panose="02110004020202020204"/>
                        </a:defRPr>
                      </a:lvl1pPr>
                      <a:lvl2pPr marL="457200" algn="l" defTabSz="457200" rtl="0" eaLnBrk="1" latinLnBrk="0" hangingPunct="1">
                        <a:defRPr sz="1800" kern="1200">
                          <a:solidFill>
                            <a:schemeClr val="tx1"/>
                          </a:solidFill>
                          <a:latin typeface="Aptos" panose="02110004020202020204"/>
                        </a:defRPr>
                      </a:lvl2pPr>
                      <a:lvl3pPr marL="914400" algn="l" defTabSz="457200" rtl="0" eaLnBrk="1" latinLnBrk="0" hangingPunct="1">
                        <a:defRPr sz="1800" kern="1200">
                          <a:solidFill>
                            <a:schemeClr val="tx1"/>
                          </a:solidFill>
                          <a:latin typeface="Aptos" panose="02110004020202020204"/>
                        </a:defRPr>
                      </a:lvl3pPr>
                      <a:lvl4pPr marL="1371600" algn="l" defTabSz="457200" rtl="0" eaLnBrk="1" latinLnBrk="0" hangingPunct="1">
                        <a:defRPr sz="1800" kern="1200">
                          <a:solidFill>
                            <a:schemeClr val="tx1"/>
                          </a:solidFill>
                          <a:latin typeface="Aptos" panose="02110004020202020204"/>
                        </a:defRPr>
                      </a:lvl4pPr>
                      <a:lvl5pPr marL="1828800" algn="l" defTabSz="457200" rtl="0" eaLnBrk="1" latinLnBrk="0" hangingPunct="1">
                        <a:defRPr sz="1800" kern="1200">
                          <a:solidFill>
                            <a:schemeClr val="tx1"/>
                          </a:solidFill>
                          <a:latin typeface="Aptos" panose="02110004020202020204"/>
                        </a:defRPr>
                      </a:lvl5pPr>
                      <a:lvl6pPr marL="2286000" algn="l" defTabSz="457200" rtl="0" eaLnBrk="1" latinLnBrk="0" hangingPunct="1">
                        <a:defRPr sz="1800" kern="1200">
                          <a:solidFill>
                            <a:schemeClr val="tx1"/>
                          </a:solidFill>
                          <a:latin typeface="Aptos" panose="02110004020202020204"/>
                        </a:defRPr>
                      </a:lvl6pPr>
                      <a:lvl7pPr marL="2743200" algn="l" defTabSz="457200" rtl="0" eaLnBrk="1" latinLnBrk="0" hangingPunct="1">
                        <a:defRPr sz="1800" kern="1200">
                          <a:solidFill>
                            <a:schemeClr val="tx1"/>
                          </a:solidFill>
                          <a:latin typeface="Aptos" panose="02110004020202020204"/>
                        </a:defRPr>
                      </a:lvl7pPr>
                      <a:lvl8pPr marL="3200400" algn="l" defTabSz="457200" rtl="0" eaLnBrk="1" latinLnBrk="0" hangingPunct="1">
                        <a:defRPr sz="1800" kern="1200">
                          <a:solidFill>
                            <a:schemeClr val="tx1"/>
                          </a:solidFill>
                          <a:latin typeface="Aptos" panose="02110004020202020204"/>
                        </a:defRPr>
                      </a:lvl8pPr>
                      <a:lvl9pPr marL="3657600" algn="l" defTabSz="457200" rtl="0" eaLnBrk="1" latinLnBrk="0" hangingPunct="1">
                        <a:defRPr sz="1800" kern="1200">
                          <a:solidFill>
                            <a:schemeClr val="tx1"/>
                          </a:solidFill>
                          <a:latin typeface="Aptos" panose="02110004020202020204"/>
                        </a:defRPr>
                      </a:lvl9pPr>
                    </a:lstStyle>
                    <a:p>
                      <a:pPr algn="r" rtl="1">
                        <a:lnSpc>
                          <a:spcPct val="105000"/>
                        </a:lnSpc>
                      </a:pPr>
                      <a:r>
                        <a:rPr lang="ar-SA" sz="1100" b="1" dirty="0">
                          <a:solidFill>
                            <a:srgbClr val="000000"/>
                          </a:solidFill>
                          <a:latin typeface="Abar Mid" pitchFamily="50" charset="-78"/>
                          <a:ea typeface="Abar Mid" pitchFamily="50" charset="-78"/>
                          <a:cs typeface="Abar Mid" pitchFamily="50" charset="-78"/>
                        </a:rPr>
                        <a:t>المهام المعلقة</a:t>
                      </a:r>
                    </a:p>
                  </a:txBody>
                  <a:tcPr marL="45720" anchor="ctr">
                    <a:lnL w="76200" cap="flat" cmpd="sng" algn="ctr">
                      <a:noFill/>
                      <a:prstDash val="solid"/>
                      <a:round/>
                      <a:headEnd type="none" w="med" len="med"/>
                      <a:tailEnd type="none" w="med" len="med"/>
                    </a:lnL>
                    <a:lnR w="5715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extLst>
                  <a:ext uri="{0D108BD9-81ED-4DB2-BD59-A6C34878D82A}">
                    <a16:rowId xmlns:a16="http://schemas.microsoft.com/office/drawing/2014/main" val="3671772843"/>
                  </a:ext>
                </a:extLst>
              </a:tr>
              <a:tr h="253441">
                <a:tc>
                  <a:txBody>
                    <a:bodyPr/>
                    <a:lstStyle/>
                    <a:p>
                      <a:pPr algn="ctr" rtl="1">
                        <a:lnSpc>
                          <a:spcPct val="105000"/>
                        </a:lnSpc>
                      </a:pPr>
                      <a:r>
                        <a:rPr lang="ar-SA" sz="1100" b="1">
                          <a:solidFill>
                            <a:srgbClr val="FFFFFF"/>
                          </a:solidFill>
                          <a:latin typeface="Abar Mid" pitchFamily="50" charset="-78"/>
                          <a:ea typeface="Abar Mid" pitchFamily="50" charset="-78"/>
                          <a:cs typeface="Abar Mid" pitchFamily="50" charset="-78"/>
                        </a:rPr>
                        <a:t>ملاحظات</a:t>
                      </a:r>
                      <a:endParaRPr sz="11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dirty="0" err="1">
                          <a:solidFill>
                            <a:srgbClr val="FFFFFF"/>
                          </a:solidFill>
                          <a:latin typeface="Abar Mid" pitchFamily="50" charset="-78"/>
                          <a:ea typeface="Abar Mid" pitchFamily="50" charset="-78"/>
                          <a:cs typeface="Abar Mid" pitchFamily="50" charset="-78"/>
                        </a:rPr>
                        <a:t>القطاع</a:t>
                      </a:r>
                      <a:endParaRPr sz="11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dirty="0" err="1">
                          <a:solidFill>
                            <a:srgbClr val="FFFFFF"/>
                          </a:solidFill>
                          <a:latin typeface="Abar Mid" pitchFamily="50" charset="-78"/>
                          <a:ea typeface="Abar Mid" pitchFamily="50" charset="-78"/>
                          <a:cs typeface="Abar Mid" pitchFamily="50" charset="-78"/>
                        </a:rPr>
                        <a:t>المهمة</a:t>
                      </a:r>
                      <a:endParaRPr sz="11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dirty="0">
                          <a:solidFill>
                            <a:srgbClr val="FFFFFF"/>
                          </a:solidFill>
                          <a:latin typeface="Abar Mid" pitchFamily="50" charset="-78"/>
                          <a:ea typeface="Abar Mid" pitchFamily="50" charset="-78"/>
                          <a:cs typeface="Abar Mid" pitchFamily="50" charset="-78"/>
                        </a:rPr>
                        <a:t>#</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415443">
                <a:tc>
                  <a:txBody>
                    <a:bodyPr/>
                    <a:lstStyle/>
                    <a:p>
                      <a:pPr algn="ctr" rtl="1" fontAlgn="ctr">
                        <a:buNone/>
                      </a:pPr>
                      <a:endParaRPr lang="en-US" sz="11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التحول الرقمي وتقنية المعلومات</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إعداد ورفع تقرير إلى لجنة الحج العليا يسرد بصورة متكاملة قصة جاهزية الوزارة للتعامل مع الكوارث، ويبرز القدرات والإجراءات والاختبارات المنفذة ومستوى استمرارية الأنظمة والخدمات والتعافي منها</a:t>
                      </a:r>
                    </a:p>
                  </a:txBody>
                  <a:tcPr marL="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0" dirty="0">
                          <a:solidFill>
                            <a:srgbClr val="2B2B2B"/>
                          </a:solidFill>
                          <a:latin typeface="Abar Mid" pitchFamily="50" charset="-78"/>
                          <a:ea typeface="Abar Mid" pitchFamily="50" charset="-78"/>
                          <a:cs typeface="Abar Mid" pitchFamily="50" charset="-78"/>
                        </a:rPr>
                        <a:t>1</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1"/>
                  </a:ext>
                </a:extLst>
              </a:tr>
              <a:tr h="253441">
                <a:tc>
                  <a:txBody>
                    <a:bodyPr/>
                    <a:lstStyle/>
                    <a:p>
                      <a:pPr algn="ctr" rtl="1" fontAlgn="ctr">
                        <a:buNone/>
                      </a:pPr>
                      <a:endParaRPr lang="en-US" sz="11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شؤون الحج</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دعوة شركات تقديم الخدمة إلى حضور المعرض المزمع إقامته يوم الإثنين الموافق 21 سبتمبر للاستفادة من النماذج الخاصة بالأسرة والمظلات</a:t>
                      </a:r>
                    </a:p>
                  </a:txBody>
                  <a:tcPr marL="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0" dirty="0">
                          <a:solidFill>
                            <a:srgbClr val="2B2B2B"/>
                          </a:solidFill>
                          <a:latin typeface="Abar Mid" pitchFamily="50" charset="-78"/>
                          <a:ea typeface="Abar Mid" pitchFamily="50" charset="-78"/>
                          <a:cs typeface="Abar Mid" pitchFamily="50" charset="-78"/>
                        </a:rPr>
                        <a:t>2</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2"/>
                  </a:ext>
                </a:extLst>
              </a:tr>
            </a:tbl>
          </a:graphicData>
        </a:graphic>
      </p:graphicFrame>
      <p:graphicFrame>
        <p:nvGraphicFramePr>
          <p:cNvPr id="11" name="Table 10">
            <a:extLst>
              <a:ext uri="{FF2B5EF4-FFF2-40B4-BE49-F238E27FC236}">
                <a16:creationId xmlns:a16="http://schemas.microsoft.com/office/drawing/2014/main" id="{0C22B720-45C1-4E89-BEEC-C9D3F200C0A8}"/>
              </a:ext>
            </a:extLst>
          </p:cNvPr>
          <p:cNvGraphicFramePr>
            <a:graphicFrameLocks noGrp="1"/>
          </p:cNvGraphicFramePr>
          <p:nvPr>
            <p:extLst>
              <p:ext uri="{D42A27DB-BD31-4B8C-83A1-F6EECF244321}">
                <p14:modId xmlns:p14="http://schemas.microsoft.com/office/powerpoint/2010/main" val="2205306203"/>
              </p:ext>
            </p:extLst>
          </p:nvPr>
        </p:nvGraphicFramePr>
        <p:xfrm>
          <a:off x="193999" y="5418836"/>
          <a:ext cx="9784834" cy="1388364"/>
        </p:xfrm>
        <a:graphic>
          <a:graphicData uri="http://schemas.openxmlformats.org/drawingml/2006/table">
            <a:tbl>
              <a:tblPr/>
              <a:tblGrid>
                <a:gridCol w="2497246">
                  <a:extLst>
                    <a:ext uri="{9D8B030D-6E8A-4147-A177-3AD203B41FA5}">
                      <a16:colId xmlns:a16="http://schemas.microsoft.com/office/drawing/2014/main" val="2822069703"/>
                    </a:ext>
                  </a:extLst>
                </a:gridCol>
                <a:gridCol w="1402773">
                  <a:extLst>
                    <a:ext uri="{9D8B030D-6E8A-4147-A177-3AD203B41FA5}">
                      <a16:colId xmlns:a16="http://schemas.microsoft.com/office/drawing/2014/main" val="20000"/>
                    </a:ext>
                  </a:extLst>
                </a:gridCol>
                <a:gridCol w="5459778">
                  <a:extLst>
                    <a:ext uri="{9D8B030D-6E8A-4147-A177-3AD203B41FA5}">
                      <a16:colId xmlns:a16="http://schemas.microsoft.com/office/drawing/2014/main" val="20001"/>
                    </a:ext>
                  </a:extLst>
                </a:gridCol>
                <a:gridCol w="425037">
                  <a:extLst>
                    <a:ext uri="{9D8B030D-6E8A-4147-A177-3AD203B41FA5}">
                      <a16:colId xmlns:a16="http://schemas.microsoft.com/office/drawing/2014/main" val="20002"/>
                    </a:ext>
                  </a:extLst>
                </a:gridCol>
              </a:tblGrid>
              <a:tr h="253441">
                <a:tc>
                  <a:txBody>
                    <a:bodyPr/>
                    <a:lstStyle/>
                    <a:p>
                      <a:pPr algn="r" rtl="1">
                        <a:lnSpc>
                          <a:spcPct val="105000"/>
                        </a:lnSpc>
                      </a:pPr>
                      <a:endParaRPr lang="ar-SA" sz="1100" b="1" dirty="0">
                        <a:solidFill>
                          <a:srgbClr val="000000"/>
                        </a:solidFill>
                        <a:latin typeface="Abar Mid" pitchFamily="50" charset="-78"/>
                        <a:ea typeface="Abar Mid" pitchFamily="50" charset="-78"/>
                        <a:cs typeface="Abar Mid" pitchFamily="50" charset="-78"/>
                      </a:endParaRPr>
                    </a:p>
                  </a:txBody>
                  <a:tcPr marL="45720" anchor="ctr">
                    <a:lnL w="12700" cap="flat" cmpd="sng" algn="ctr">
                      <a:noFill/>
                      <a:prstDash val="solid"/>
                      <a:round/>
                      <a:headEnd type="none" w="med" len="med"/>
                      <a:tailEnd type="none" w="med" len="med"/>
                    </a:lnL>
                    <a:lnR w="762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lvl1pPr marL="0" algn="l" defTabSz="457200" rtl="0" eaLnBrk="1" latinLnBrk="0" hangingPunct="1">
                        <a:defRPr sz="1800" kern="1200">
                          <a:solidFill>
                            <a:schemeClr val="tx1"/>
                          </a:solidFill>
                          <a:latin typeface="Aptos" panose="02110004020202020204"/>
                        </a:defRPr>
                      </a:lvl1pPr>
                      <a:lvl2pPr marL="457200" algn="l" defTabSz="457200" rtl="0" eaLnBrk="1" latinLnBrk="0" hangingPunct="1">
                        <a:defRPr sz="1800" kern="1200">
                          <a:solidFill>
                            <a:schemeClr val="tx1"/>
                          </a:solidFill>
                          <a:latin typeface="Aptos" panose="02110004020202020204"/>
                        </a:defRPr>
                      </a:lvl2pPr>
                      <a:lvl3pPr marL="914400" algn="l" defTabSz="457200" rtl="0" eaLnBrk="1" latinLnBrk="0" hangingPunct="1">
                        <a:defRPr sz="1800" kern="1200">
                          <a:solidFill>
                            <a:schemeClr val="tx1"/>
                          </a:solidFill>
                          <a:latin typeface="Aptos" panose="02110004020202020204"/>
                        </a:defRPr>
                      </a:lvl3pPr>
                      <a:lvl4pPr marL="1371600" algn="l" defTabSz="457200" rtl="0" eaLnBrk="1" latinLnBrk="0" hangingPunct="1">
                        <a:defRPr sz="1800" kern="1200">
                          <a:solidFill>
                            <a:schemeClr val="tx1"/>
                          </a:solidFill>
                          <a:latin typeface="Aptos" panose="02110004020202020204"/>
                        </a:defRPr>
                      </a:lvl4pPr>
                      <a:lvl5pPr marL="1828800" algn="l" defTabSz="457200" rtl="0" eaLnBrk="1" latinLnBrk="0" hangingPunct="1">
                        <a:defRPr sz="1800" kern="1200">
                          <a:solidFill>
                            <a:schemeClr val="tx1"/>
                          </a:solidFill>
                          <a:latin typeface="Aptos" panose="02110004020202020204"/>
                        </a:defRPr>
                      </a:lvl5pPr>
                      <a:lvl6pPr marL="2286000" algn="l" defTabSz="457200" rtl="0" eaLnBrk="1" latinLnBrk="0" hangingPunct="1">
                        <a:defRPr sz="1800" kern="1200">
                          <a:solidFill>
                            <a:schemeClr val="tx1"/>
                          </a:solidFill>
                          <a:latin typeface="Aptos" panose="02110004020202020204"/>
                        </a:defRPr>
                      </a:lvl6pPr>
                      <a:lvl7pPr marL="2743200" algn="l" defTabSz="457200" rtl="0" eaLnBrk="1" latinLnBrk="0" hangingPunct="1">
                        <a:defRPr sz="1800" kern="1200">
                          <a:solidFill>
                            <a:schemeClr val="tx1"/>
                          </a:solidFill>
                          <a:latin typeface="Aptos" panose="02110004020202020204"/>
                        </a:defRPr>
                      </a:lvl7pPr>
                      <a:lvl8pPr marL="3200400" algn="l" defTabSz="457200" rtl="0" eaLnBrk="1" latinLnBrk="0" hangingPunct="1">
                        <a:defRPr sz="1800" kern="1200">
                          <a:solidFill>
                            <a:schemeClr val="tx1"/>
                          </a:solidFill>
                          <a:latin typeface="Aptos" panose="02110004020202020204"/>
                        </a:defRPr>
                      </a:lvl8pPr>
                      <a:lvl9pPr marL="3657600" algn="l" defTabSz="457200" rtl="0" eaLnBrk="1" latinLnBrk="0" hangingPunct="1">
                        <a:defRPr sz="1800" kern="1200">
                          <a:solidFill>
                            <a:schemeClr val="tx1"/>
                          </a:solidFill>
                          <a:latin typeface="Aptos" panose="02110004020202020204"/>
                        </a:defRPr>
                      </a:lvl9pPr>
                    </a:lstStyle>
                    <a:p>
                      <a:pPr algn="r" rtl="1">
                        <a:lnSpc>
                          <a:spcPct val="105000"/>
                        </a:lnSpc>
                      </a:pPr>
                      <a:r>
                        <a:rPr lang="ar-SA" sz="1100" b="1" dirty="0">
                          <a:solidFill>
                            <a:srgbClr val="000000"/>
                          </a:solidFill>
                          <a:latin typeface="Abar Mid" pitchFamily="50" charset="-78"/>
                          <a:ea typeface="Abar Mid" pitchFamily="50" charset="-78"/>
                          <a:cs typeface="Abar Mid" pitchFamily="50" charset="-78"/>
                        </a:rPr>
                        <a:t>طلبات الدعم</a:t>
                      </a:r>
                    </a:p>
                  </a:txBody>
                  <a:tcPr marL="45720" anchor="ctr">
                    <a:lnL w="76200" cap="flat" cmpd="sng" algn="ctr">
                      <a:noFill/>
                      <a:prstDash val="solid"/>
                      <a:round/>
                      <a:headEnd type="none" w="med" len="med"/>
                      <a:tailEnd type="none" w="med" len="med"/>
                    </a:lnL>
                    <a:lnR w="57150" cap="flat" cmpd="sng" algn="ctr">
                      <a:solidFill>
                        <a:srgbClr val="DCB077"/>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extLst>
                  <a:ext uri="{0D108BD9-81ED-4DB2-BD59-A6C34878D82A}">
                    <a16:rowId xmlns:a16="http://schemas.microsoft.com/office/drawing/2014/main" val="3671772843"/>
                  </a:ext>
                </a:extLst>
              </a:tr>
              <a:tr h="253441">
                <a:tc>
                  <a:txBody>
                    <a:bodyPr/>
                    <a:lstStyle/>
                    <a:p>
                      <a:pPr marL="0" marR="0" lvl="0" indent="0" algn="ctr" defTabSz="514350" rtl="1" eaLnBrk="1" fontAlgn="auto" latinLnBrk="0" hangingPunct="1">
                        <a:lnSpc>
                          <a:spcPct val="105000"/>
                        </a:lnSpc>
                        <a:spcBef>
                          <a:spcPts val="0"/>
                        </a:spcBef>
                        <a:spcAft>
                          <a:spcPts val="0"/>
                        </a:spcAft>
                        <a:buClrTx/>
                        <a:buSzTx/>
                        <a:buFontTx/>
                        <a:buNone/>
                        <a:tabLst/>
                        <a:defRPr/>
                      </a:pPr>
                      <a:r>
                        <a:rPr lang="ar-AE" sz="1100" b="1" dirty="0">
                          <a:solidFill>
                            <a:srgbClr val="FFFFFF"/>
                          </a:solidFill>
                          <a:latin typeface="Abar Mid" pitchFamily="2" charset="-78"/>
                          <a:ea typeface="Abar Mid" pitchFamily="2" charset="-78"/>
                          <a:cs typeface="Abar Mid" pitchFamily="2" charset="-78"/>
                        </a:rPr>
                        <a:t>طلب الدعم</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dirty="0" err="1">
                          <a:solidFill>
                            <a:srgbClr val="FFFFFF"/>
                          </a:solidFill>
                          <a:latin typeface="Abar Mid" pitchFamily="50" charset="-78"/>
                          <a:ea typeface="Abar Mid" pitchFamily="50" charset="-78"/>
                          <a:cs typeface="Abar Mid" pitchFamily="50" charset="-78"/>
                        </a:rPr>
                        <a:t>القطاع</a:t>
                      </a:r>
                      <a:endParaRPr sz="11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dirty="0" err="1">
                          <a:solidFill>
                            <a:srgbClr val="FFFFFF"/>
                          </a:solidFill>
                          <a:latin typeface="Abar Mid" pitchFamily="50" charset="-78"/>
                          <a:ea typeface="Abar Mid" pitchFamily="50" charset="-78"/>
                          <a:cs typeface="Abar Mid" pitchFamily="50" charset="-78"/>
                        </a:rPr>
                        <a:t>المهمة</a:t>
                      </a:r>
                      <a:endParaRPr sz="11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dirty="0">
                          <a:solidFill>
                            <a:srgbClr val="FFFFFF"/>
                          </a:solidFill>
                          <a:latin typeface="Abar Mid" pitchFamily="50" charset="-78"/>
                          <a:ea typeface="Abar Mid" pitchFamily="50" charset="-78"/>
                          <a:cs typeface="Abar Mid" pitchFamily="50" charset="-78"/>
                        </a:rPr>
                        <a:t>#</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415443">
                <a:tc>
                  <a:txBody>
                    <a:bodyPr/>
                    <a:lstStyle/>
                    <a:p>
                      <a:pPr algn="ctr" rtl="1" fontAlgn="ctr">
                        <a:buNone/>
                      </a:pPr>
                      <a:endParaRPr lang="en-US" sz="11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التحول الرقمي وتقنية المعلومات</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إعداد ورفع تقرير إلى لجنة الحج العليا يسرد بصورة متكاملة قصة جاهزية الوزارة للتعامل مع الكوارث، ويبرز القدرات والإجراءات والاختبارات المنفذة ومستوى استمرارية الأنظمة والخدمات والتعافي منها</a:t>
                      </a:r>
                    </a:p>
                  </a:txBody>
                  <a:tcPr marL="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0" dirty="0">
                          <a:solidFill>
                            <a:srgbClr val="2B2B2B"/>
                          </a:solidFill>
                          <a:latin typeface="Abar Mid" pitchFamily="50" charset="-78"/>
                          <a:ea typeface="Abar Mid" pitchFamily="50" charset="-78"/>
                          <a:cs typeface="Abar Mid" pitchFamily="50" charset="-78"/>
                        </a:rPr>
                        <a:t>1</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1"/>
                  </a:ext>
                </a:extLst>
              </a:tr>
              <a:tr h="253441">
                <a:tc>
                  <a:txBody>
                    <a:bodyPr/>
                    <a:lstStyle/>
                    <a:p>
                      <a:pPr algn="ctr" rtl="1" fontAlgn="ctr">
                        <a:buNone/>
                      </a:pPr>
                      <a:endParaRPr lang="en-US" sz="11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شؤون الحج</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دعوة شركات تقديم الخدمة إلى حضور المعرض المزمع إقامته يوم الإثنين الموافق 21 سبتمبر للاستفادة من النماذج الخاصة بالأسرة والمظلات</a:t>
                      </a:r>
                    </a:p>
                  </a:txBody>
                  <a:tcPr marL="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0" dirty="0">
                          <a:solidFill>
                            <a:srgbClr val="2B2B2B"/>
                          </a:solidFill>
                          <a:latin typeface="Abar Mid" pitchFamily="50" charset="-78"/>
                          <a:ea typeface="Abar Mid" pitchFamily="50" charset="-78"/>
                          <a:cs typeface="Abar Mid" pitchFamily="50" charset="-78"/>
                        </a:rPr>
                        <a:t>2</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D9471-21D1-1966-C49F-AE32D134DB5A}"/>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8E4F22F-0D66-F60D-951F-905AE4387A49}"/>
              </a:ext>
            </a:extLst>
          </p:cNvPr>
          <p:cNvGrpSpPr/>
          <p:nvPr/>
        </p:nvGrpSpPr>
        <p:grpSpPr>
          <a:xfrm>
            <a:off x="3857621" y="3256998"/>
            <a:ext cx="5724532" cy="1042296"/>
            <a:chOff x="1079493" y="4415868"/>
            <a:chExt cx="5724532" cy="1042296"/>
          </a:xfrm>
        </p:grpSpPr>
        <p:sp>
          <p:nvSpPr>
            <p:cNvPr id="3" name="btfpRowHeaderBoxText438126">
              <a:extLst>
                <a:ext uri="{FF2B5EF4-FFF2-40B4-BE49-F238E27FC236}">
                  <a16:creationId xmlns:a16="http://schemas.microsoft.com/office/drawing/2014/main" id="{9D9CC2FE-883C-9AC0-8DEB-EF1EA985ECBA}"/>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4000" b="1" dirty="0">
                  <a:solidFill>
                    <a:srgbClr val="FFFFFF"/>
                  </a:solidFill>
                  <a:latin typeface="Abar Mid" pitchFamily="2" charset="-78"/>
                  <a:ea typeface="Abar Mid" pitchFamily="2" charset="-78"/>
                  <a:cs typeface="Abar Mid" pitchFamily="2" charset="-78"/>
                </a:rPr>
                <a:t>إحاطات</a:t>
              </a:r>
            </a:p>
          </p:txBody>
        </p:sp>
        <p:cxnSp>
          <p:nvCxnSpPr>
            <p:cNvPr id="5" name="Straight Connector 4">
              <a:extLst>
                <a:ext uri="{FF2B5EF4-FFF2-40B4-BE49-F238E27FC236}">
                  <a16:creationId xmlns:a16="http://schemas.microsoft.com/office/drawing/2014/main" id="{6C84A8F9-9658-BA74-FD8B-993FC8D132D1}"/>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spTree>
    <p:extLst>
      <p:ext uri="{BB962C8B-B14F-4D97-AF65-F5344CB8AC3E}">
        <p14:creationId xmlns:p14="http://schemas.microsoft.com/office/powerpoint/2010/main" val="41946106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491EA6-8672-B728-A9E5-7346D4B0AD5D}"/>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1ABC87C-3A99-C033-08E1-1D0E94550AC2}"/>
              </a:ext>
            </a:extLst>
          </p:cNvPr>
          <p:cNvGrpSpPr/>
          <p:nvPr/>
        </p:nvGrpSpPr>
        <p:grpSpPr>
          <a:xfrm>
            <a:off x="3857621" y="3256998"/>
            <a:ext cx="5724532" cy="1042296"/>
            <a:chOff x="1079493" y="4415868"/>
            <a:chExt cx="5724532" cy="1042296"/>
          </a:xfrm>
        </p:grpSpPr>
        <p:sp>
          <p:nvSpPr>
            <p:cNvPr id="3" name="btfpRowHeaderBoxText438126">
              <a:extLst>
                <a:ext uri="{FF2B5EF4-FFF2-40B4-BE49-F238E27FC236}">
                  <a16:creationId xmlns:a16="http://schemas.microsoft.com/office/drawing/2014/main" id="{DA9E7250-3A91-A3A9-3926-254742BEFCC0}"/>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4000" b="1" dirty="0">
                  <a:solidFill>
                    <a:srgbClr val="FFFFFF"/>
                  </a:solidFill>
                  <a:latin typeface="Abar Mid" pitchFamily="2" charset="-78"/>
                  <a:ea typeface="Abar Mid" pitchFamily="2" charset="-78"/>
                  <a:cs typeface="Abar Mid" pitchFamily="2" charset="-78"/>
                </a:rPr>
                <a:t>ملخص الاجتماع</a:t>
              </a:r>
            </a:p>
          </p:txBody>
        </p:sp>
        <p:cxnSp>
          <p:nvCxnSpPr>
            <p:cNvPr id="5" name="Straight Connector 4">
              <a:extLst>
                <a:ext uri="{FF2B5EF4-FFF2-40B4-BE49-F238E27FC236}">
                  <a16:creationId xmlns:a16="http://schemas.microsoft.com/office/drawing/2014/main" id="{DC3B5F5A-8E05-C8CE-2A45-1C230D290C49}"/>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spTree>
    <p:extLst>
      <p:ext uri="{BB962C8B-B14F-4D97-AF65-F5344CB8AC3E}">
        <p14:creationId xmlns:p14="http://schemas.microsoft.com/office/powerpoint/2010/main" val="7324137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05CDF667-37E8-C4EF-303C-BD2EE8DFDEBA}"/>
              </a:ext>
            </a:extLst>
          </p:cNvPr>
          <p:cNvSpPr txBox="1"/>
          <p:nvPr/>
        </p:nvSpPr>
        <p:spPr>
          <a:xfrm>
            <a:off x="4985285" y="4063132"/>
            <a:ext cx="3469205" cy="923330"/>
          </a:xfrm>
          <a:prstGeom prst="rect">
            <a:avLst/>
          </a:prstGeom>
          <a:noFill/>
        </p:spPr>
        <p:txBody>
          <a:bodyPr wrap="square" lIns="0" tIns="0" rIns="0" bIns="0" anchor="ctr">
            <a:spAutoFit/>
          </a:bodyPr>
          <a:lstStyle/>
          <a:p>
            <a:pPr algn="ctr" rtl="1"/>
            <a:r>
              <a:rPr lang="ar-SA" sz="6000" b="1" dirty="0">
                <a:solidFill>
                  <a:srgbClr val="FFFFFF"/>
                </a:solidFill>
                <a:latin typeface="Abar Mid" pitchFamily="2" charset="-78"/>
                <a:ea typeface="Abar Mid" pitchFamily="2" charset="-78"/>
                <a:cs typeface="Abar Mid" pitchFamily="2" charset="-78"/>
              </a:rPr>
              <a:t>شكرا لكم</a:t>
            </a:r>
            <a:endParaRPr sz="6000" b="1" dirty="0">
              <a:solidFill>
                <a:srgbClr val="FFFFFF"/>
              </a:solidFill>
              <a:latin typeface="Abar Mid" pitchFamily="2" charset="-78"/>
              <a:ea typeface="Abar Mid" pitchFamily="2" charset="-78"/>
              <a:cs typeface="Abar Mid" pitchFamily="2" charset="-78"/>
            </a:endParaRPr>
          </a:p>
        </p:txBody>
      </p:sp>
      <p:cxnSp>
        <p:nvCxnSpPr>
          <p:cNvPr id="2" name="Straight Connector 1">
            <a:extLst>
              <a:ext uri="{FF2B5EF4-FFF2-40B4-BE49-F238E27FC236}">
                <a16:creationId xmlns:a16="http://schemas.microsoft.com/office/drawing/2014/main" id="{CF995C1B-7C45-C5B4-01AD-87B22FCB1D53}"/>
              </a:ext>
            </a:extLst>
          </p:cNvPr>
          <p:cNvCxnSpPr>
            <a:cxnSpLocks/>
          </p:cNvCxnSpPr>
          <p:nvPr/>
        </p:nvCxnSpPr>
        <p:spPr>
          <a:xfrm>
            <a:off x="6078228" y="5373351"/>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51FBF9-454B-7195-D817-1470F7E11936}"/>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8836017-7184-E94F-BE1A-3674BDED60F9}"/>
              </a:ext>
            </a:extLst>
          </p:cNvPr>
          <p:cNvGrpSpPr/>
          <p:nvPr/>
        </p:nvGrpSpPr>
        <p:grpSpPr>
          <a:xfrm>
            <a:off x="8108073" y="3256998"/>
            <a:ext cx="5724532" cy="1042296"/>
            <a:chOff x="5329945" y="4415868"/>
            <a:chExt cx="5724532" cy="1042296"/>
          </a:xfrm>
        </p:grpSpPr>
        <p:sp>
          <p:nvSpPr>
            <p:cNvPr id="3" name="btfpRowHeaderBoxText438126">
              <a:extLst>
                <a:ext uri="{FF2B5EF4-FFF2-40B4-BE49-F238E27FC236}">
                  <a16:creationId xmlns:a16="http://schemas.microsoft.com/office/drawing/2014/main" id="{3001FF24-0088-54F5-409C-7440466F8671}"/>
                </a:ext>
              </a:extLst>
            </p:cNvPr>
            <p:cNvSpPr txBox="1"/>
            <p:nvPr>
              <p:custDataLst>
                <p:tags r:id="rId1"/>
              </p:custDataLst>
            </p:nvPr>
          </p:nvSpPr>
          <p:spPr>
            <a:xfrm flipH="1">
              <a:off x="5329945"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marL="0" marR="0" lvl="0" indent="0" algn="ctr" defTabSz="977875" rtl="1" eaLnBrk="1" fontAlgn="auto" latinLnBrk="0" hangingPunct="1">
                <a:lnSpc>
                  <a:spcPts val="3300"/>
                </a:lnSpc>
                <a:spcBef>
                  <a:spcPct val="0"/>
                </a:spcBef>
                <a:spcAft>
                  <a:spcPts val="0"/>
                </a:spcAft>
                <a:buClrTx/>
                <a:buSzTx/>
                <a:buFontTx/>
                <a:buNone/>
                <a:tabLst/>
                <a:defRPr/>
              </a:pPr>
              <a:r>
                <a:rPr kumimoji="0" lang="ar-SA" sz="4000" b="1" i="0" u="none" strike="noStrike" kern="1200" cap="none" spc="0" normalizeH="0" baseline="0" noProof="0" dirty="0">
                  <a:ln w="6350" cap="flat">
                    <a:noFill/>
                    <a:miter lim="800000"/>
                  </a:ln>
                  <a:solidFill>
                    <a:srgbClr val="FFFFFF"/>
                  </a:solidFill>
                  <a:effectLst/>
                  <a:uLnTx/>
                  <a:uFillTx/>
                  <a:latin typeface="Abar Mid" pitchFamily="2" charset="-78"/>
                  <a:ea typeface="Abar Mid" pitchFamily="2" charset="-78"/>
                  <a:cs typeface="Abar Mid" pitchFamily="2" charset="-78"/>
                </a:rPr>
                <a:t>الملحقات</a:t>
              </a:r>
            </a:p>
          </p:txBody>
        </p:sp>
        <p:cxnSp>
          <p:nvCxnSpPr>
            <p:cNvPr id="5" name="Straight Connector 4">
              <a:extLst>
                <a:ext uri="{FF2B5EF4-FFF2-40B4-BE49-F238E27FC236}">
                  <a16:creationId xmlns:a16="http://schemas.microsoft.com/office/drawing/2014/main" id="{14FC2E42-3AF6-B2B8-D639-1E79DB01B430}"/>
                </a:ext>
              </a:extLst>
            </p:cNvPr>
            <p:cNvCxnSpPr>
              <a:cxnSpLocks/>
            </p:cNvCxnSpPr>
            <p:nvPr/>
          </p:nvCxnSpPr>
          <p:spPr>
            <a:xfrm>
              <a:off x="755055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spTree>
    <p:extLst>
      <p:ext uri="{BB962C8B-B14F-4D97-AF65-F5344CB8AC3E}">
        <p14:creationId xmlns:p14="http://schemas.microsoft.com/office/powerpoint/2010/main" val="14679594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213158-303B-A9B8-C6CF-BE44E48C2F4C}"/>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2DF2E980-05C2-9D4B-7B69-1919B0FCED5C}"/>
              </a:ext>
            </a:extLst>
          </p:cNvPr>
          <p:cNvGrpSpPr/>
          <p:nvPr/>
        </p:nvGrpSpPr>
        <p:grpSpPr>
          <a:xfrm>
            <a:off x="3857621" y="3256998"/>
            <a:ext cx="5724532" cy="1042296"/>
            <a:chOff x="1079493" y="4415868"/>
            <a:chExt cx="5724532" cy="1042296"/>
          </a:xfrm>
        </p:grpSpPr>
        <p:sp>
          <p:nvSpPr>
            <p:cNvPr id="3" name="btfpRowHeaderBoxText438126">
              <a:extLst>
                <a:ext uri="{FF2B5EF4-FFF2-40B4-BE49-F238E27FC236}">
                  <a16:creationId xmlns:a16="http://schemas.microsoft.com/office/drawing/2014/main" id="{679A4C63-37C6-11AB-076B-9B32320E1763}"/>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marL="0" marR="0" lvl="0" indent="0" algn="ctr" defTabSz="977875" rtl="1" eaLnBrk="1" fontAlgn="auto" latinLnBrk="0" hangingPunct="1">
                <a:lnSpc>
                  <a:spcPts val="3300"/>
                </a:lnSpc>
                <a:spcBef>
                  <a:spcPct val="0"/>
                </a:spcBef>
                <a:spcAft>
                  <a:spcPts val="0"/>
                </a:spcAft>
                <a:buClrTx/>
                <a:buSzTx/>
                <a:buFontTx/>
                <a:buNone/>
                <a:tabLst/>
                <a:defRPr/>
              </a:pPr>
              <a:r>
                <a:rPr kumimoji="0" lang="ar-SA" sz="4000" b="1" i="0" u="none" strike="noStrike" kern="1200" cap="none" spc="0" normalizeH="0" baseline="0" noProof="0" dirty="0">
                  <a:ln w="6350" cap="flat">
                    <a:noFill/>
                    <a:miter lim="800000"/>
                  </a:ln>
                  <a:solidFill>
                    <a:srgbClr val="FFFFFF"/>
                  </a:solidFill>
                  <a:effectLst/>
                  <a:uLnTx/>
                  <a:uFillTx/>
                  <a:latin typeface="Abar Mid" pitchFamily="2" charset="-78"/>
                  <a:ea typeface="Abar Mid" pitchFamily="2" charset="-78"/>
                  <a:cs typeface="Abar Mid" pitchFamily="2" charset="-78"/>
                </a:rPr>
                <a:t>تفاصيل المهام</a:t>
              </a:r>
            </a:p>
          </p:txBody>
        </p:sp>
        <p:cxnSp>
          <p:nvCxnSpPr>
            <p:cNvPr id="5" name="Straight Connector 4">
              <a:extLst>
                <a:ext uri="{FF2B5EF4-FFF2-40B4-BE49-F238E27FC236}">
                  <a16:creationId xmlns:a16="http://schemas.microsoft.com/office/drawing/2014/main" id="{535C29FC-02FA-6CB5-50C3-9AD150097EB7}"/>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spTree>
    <p:extLst>
      <p:ext uri="{BB962C8B-B14F-4D97-AF65-F5344CB8AC3E}">
        <p14:creationId xmlns:p14="http://schemas.microsoft.com/office/powerpoint/2010/main" val="21553803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B91250-9E5E-934C-45D1-F88DBDDC641C}"/>
            </a:ext>
          </a:extLst>
        </p:cNvPr>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E069BD99-741F-9DF6-828C-6DB5D6EE8735}"/>
              </a:ext>
            </a:extLst>
          </p:cNvPr>
          <p:cNvCxnSpPr>
            <a:cxnSpLocks/>
          </p:cNvCxnSpPr>
          <p:nvPr/>
        </p:nvCxnSpPr>
        <p:spPr>
          <a:xfrm>
            <a:off x="40462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sp>
        <p:nvSpPr>
          <p:cNvPr id="9" name="btfpRowHeaderBoxText438126">
            <a:extLst>
              <a:ext uri="{FF2B5EF4-FFF2-40B4-BE49-F238E27FC236}">
                <a16:creationId xmlns:a16="http://schemas.microsoft.com/office/drawing/2014/main" id="{06C34751-D5A8-89FA-3CEB-31EBF6CFE7AC}"/>
              </a:ext>
            </a:extLst>
          </p:cNvPr>
          <p:cNvSpPr txBox="1"/>
          <p:nvPr>
            <p:custDataLst>
              <p:tags r:id="rId1"/>
            </p:custDataLst>
          </p:nvPr>
        </p:nvSpPr>
        <p:spPr>
          <a:xfrm flipH="1">
            <a:off x="3671838" y="202522"/>
            <a:ext cx="5724532" cy="440980"/>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800" b="1">
                <a:solidFill>
                  <a:srgbClr val="000000"/>
                </a:solidFill>
                <a:latin typeface="Abar Mid" pitchFamily="2" charset="-78"/>
                <a:ea typeface="Abar Mid" pitchFamily="2" charset="-78"/>
                <a:cs typeface="Abar Mid" pitchFamily="2" charset="-78"/>
              </a:rPr>
              <a:t>تفاصيل المهام</a:t>
            </a:r>
          </a:p>
        </p:txBody>
      </p:sp>
      <p:cxnSp>
        <p:nvCxnSpPr>
          <p:cNvPr id="10" name="Straight Connector 9">
            <a:extLst>
              <a:ext uri="{FF2B5EF4-FFF2-40B4-BE49-F238E27FC236}">
                <a16:creationId xmlns:a16="http://schemas.microsoft.com/office/drawing/2014/main" id="{98EAD05E-03D7-55A8-9B06-5281E65C6E97}"/>
              </a:ext>
            </a:extLst>
          </p:cNvPr>
          <p:cNvCxnSpPr>
            <a:cxnSpLocks/>
          </p:cNvCxnSpPr>
          <p:nvPr/>
        </p:nvCxnSpPr>
        <p:spPr>
          <a:xfrm>
            <a:off x="77165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aphicFrame>
        <p:nvGraphicFramePr>
          <p:cNvPr id="13" name="Table 12">
            <a:extLst>
              <a:ext uri="{FF2B5EF4-FFF2-40B4-BE49-F238E27FC236}">
                <a16:creationId xmlns:a16="http://schemas.microsoft.com/office/drawing/2014/main" id="{9D9FE706-3C2E-2B60-BCEC-718A7D04BDF3}"/>
              </a:ext>
            </a:extLst>
          </p:cNvPr>
          <p:cNvGraphicFramePr>
            <a:graphicFrameLocks noGrp="1"/>
          </p:cNvGraphicFramePr>
          <p:nvPr>
            <p:extLst>
              <p:ext uri="{D42A27DB-BD31-4B8C-83A1-F6EECF244321}">
                <p14:modId xmlns:p14="http://schemas.microsoft.com/office/powerpoint/2010/main" val="2226302011"/>
              </p:ext>
            </p:extLst>
          </p:nvPr>
        </p:nvGraphicFramePr>
        <p:xfrm>
          <a:off x="183675" y="804347"/>
          <a:ext cx="13062099" cy="5544669"/>
        </p:xfrm>
        <a:graphic>
          <a:graphicData uri="http://schemas.openxmlformats.org/drawingml/2006/table">
            <a:tbl>
              <a:tblPr rtl="1"/>
              <a:tblGrid>
                <a:gridCol w="725606">
                  <a:extLst>
                    <a:ext uri="{9D8B030D-6E8A-4147-A177-3AD203B41FA5}">
                      <a16:colId xmlns:a16="http://schemas.microsoft.com/office/drawing/2014/main" val="20000"/>
                    </a:ext>
                  </a:extLst>
                </a:gridCol>
                <a:gridCol w="3748393">
                  <a:extLst>
                    <a:ext uri="{9D8B030D-6E8A-4147-A177-3AD203B41FA5}">
                      <a16:colId xmlns:a16="http://schemas.microsoft.com/office/drawing/2014/main" val="20001"/>
                    </a:ext>
                  </a:extLst>
                </a:gridCol>
                <a:gridCol w="1524355">
                  <a:extLst>
                    <a:ext uri="{9D8B030D-6E8A-4147-A177-3AD203B41FA5}">
                      <a16:colId xmlns:a16="http://schemas.microsoft.com/office/drawing/2014/main" val="20002"/>
                    </a:ext>
                  </a:extLst>
                </a:gridCol>
                <a:gridCol w="1519459">
                  <a:extLst>
                    <a:ext uri="{9D8B030D-6E8A-4147-A177-3AD203B41FA5}">
                      <a16:colId xmlns:a16="http://schemas.microsoft.com/office/drawing/2014/main" val="20003"/>
                    </a:ext>
                  </a:extLst>
                </a:gridCol>
                <a:gridCol w="615670">
                  <a:extLst>
                    <a:ext uri="{9D8B030D-6E8A-4147-A177-3AD203B41FA5}">
                      <a16:colId xmlns:a16="http://schemas.microsoft.com/office/drawing/2014/main" val="20004"/>
                    </a:ext>
                  </a:extLst>
                </a:gridCol>
                <a:gridCol w="4928616">
                  <a:extLst>
                    <a:ext uri="{9D8B030D-6E8A-4147-A177-3AD203B41FA5}">
                      <a16:colId xmlns:a16="http://schemas.microsoft.com/office/drawing/2014/main" val="20005"/>
                    </a:ext>
                  </a:extLst>
                </a:gridCol>
              </a:tblGrid>
              <a:tr h="219980">
                <a:tc gridSpan="6">
                  <a:txBody>
                    <a:body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JO" sz="1100" dirty="0">
                          <a:solidFill>
                            <a:srgbClr val="00080B"/>
                          </a:solidFill>
                          <a:latin typeface="Abar Mid" pitchFamily="50" charset="-78"/>
                          <a:ea typeface="Abar Mid" pitchFamily="50" charset="-78"/>
                          <a:cs typeface="Abar Mid" pitchFamily="50" charset="-78"/>
                        </a:rPr>
                        <a:t>تفاصيل المهام (اجتماع القيادات)</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239108">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en-US" sz="1100" b="1" kern="1200" dirty="0">
                          <a:solidFill>
                            <a:schemeClr val="bg1"/>
                          </a:solidFill>
                          <a:latin typeface="Abar Mid" pitchFamily="50" charset="-78"/>
                          <a:ea typeface="Abar Mid" pitchFamily="50" charset="-78"/>
                          <a:cs typeface="Abar Mid" pitchFamily="50" charset="-78"/>
                        </a:rPr>
                        <a:t>#</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100" b="1" kern="1200" dirty="0">
                          <a:solidFill>
                            <a:schemeClr val="bg1"/>
                          </a:solidFill>
                          <a:latin typeface="Abar Mid" pitchFamily="50" charset="-78"/>
                          <a:ea typeface="Abar Mid" pitchFamily="50" charset="-78"/>
                          <a:cs typeface="Abar Mid" pitchFamily="50" charset="-78"/>
                        </a:rPr>
                        <a:t>المهمة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dirty="0">
                          <a:solidFill>
                            <a:schemeClr val="bg1"/>
                          </a:solidFill>
                          <a:latin typeface="Abar Mid" pitchFamily="50" charset="-78"/>
                          <a:ea typeface="Abar Mid" pitchFamily="50" charset="-78"/>
                          <a:cs typeface="Abar Mid" pitchFamily="50" charset="-78"/>
                        </a:rPr>
                        <a:t>القطاع</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baseline="0" dirty="0">
                          <a:solidFill>
                            <a:schemeClr val="bg1"/>
                          </a:solidFill>
                          <a:latin typeface="Abar Mid" pitchFamily="50" charset="-78"/>
                          <a:ea typeface="Abar Mid" pitchFamily="50" charset="-78"/>
                          <a:cs typeface="Abar Mid" pitchFamily="50" charset="-78"/>
                        </a:rPr>
                        <a:t>تاريخ الإنجاز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dirty="0">
                          <a:solidFill>
                            <a:schemeClr val="bg1"/>
                          </a:solidFill>
                          <a:latin typeface="Abar Mid" pitchFamily="50" charset="-78"/>
                          <a:ea typeface="Abar Mid" pitchFamily="50" charset="-78"/>
                          <a:cs typeface="Abar Mid" pitchFamily="50" charset="-78"/>
                        </a:rPr>
                        <a:t>الحالة</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dirty="0">
                          <a:solidFill>
                            <a:schemeClr val="bg1"/>
                          </a:solidFill>
                          <a:latin typeface="Abar Mid" pitchFamily="50" charset="-78"/>
                          <a:ea typeface="Abar Mid" pitchFamily="50" charset="-78"/>
                          <a:cs typeface="Abar Mid" pitchFamily="50" charset="-78"/>
                        </a:rPr>
                        <a:t>ملاحظات</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466261">
                <a:tc>
                  <a:txBody>
                    <a:bodyPr/>
                    <a:lstStyle/>
                    <a:p>
                      <a:pPr algn="ctr" rtl="0" fontAlgn="ctr">
                        <a:buNone/>
                      </a:pPr>
                      <a:r>
                        <a:rPr lang="en-US" sz="1100" b="0" i="0" u="none" strike="noStrike" dirty="0">
                          <a:solidFill>
                            <a:srgbClr val="000000"/>
                          </a:solidFill>
                          <a:effectLst/>
                          <a:latin typeface="Abar Mid" pitchFamily="50" charset="-78"/>
                          <a:cs typeface="Abar Mid" pitchFamily="50" charset="-78"/>
                        </a:rPr>
                        <a:t>1</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إعداد ورفع تقرير إلى لجنة الحج العليا يسرد بصورة متكاملة قصة جاهزية الوزارة للتعامل مع الكوارث، ويبرز القدرات والإجراءات والاختبارات المنفذة ومستوى استمرارية الأنظمة والخدمات والتعافي منها</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التحول الرقمي وتقنية المعلومات</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100" b="0" i="0" u="none" strike="noStrike" dirty="0">
                          <a:solidFill>
                            <a:srgbClr val="000000"/>
                          </a:solidFill>
                          <a:effectLst/>
                          <a:latin typeface="Abar Mid" pitchFamily="50" charset="-78"/>
                          <a:cs typeface="Abar Mid" pitchFamily="50" charset="-78"/>
                        </a:rPr>
                        <a:t>30-09-2026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مكتملة</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algn="r" rtl="0" fontAlgn="ctr">
                        <a:buNone/>
                      </a:pPr>
                      <a:r>
                        <a:rPr lang="en-US" sz="1100" b="0" i="0" u="none" strike="noStrike" dirty="0">
                          <a:solidFill>
                            <a:srgbClr val="000000"/>
                          </a:solidFill>
                          <a:effectLst/>
                          <a:latin typeface="Abar Mid" pitchFamily="50" charset="-78"/>
                          <a:cs typeface="Abar Mid" pitchFamily="50" charset="-78"/>
                        </a:rPr>
                        <a:t>الوثيقة </a:t>
                      </a:r>
                      <a:r>
                        <a:rPr lang="en-US" sz="1100" b="0" i="0" u="none" strike="noStrike" dirty="0" err="1">
                          <a:solidFill>
                            <a:srgbClr val="000000"/>
                          </a:solidFill>
                          <a:effectLst/>
                          <a:latin typeface="Abar Mid" pitchFamily="50" charset="-78"/>
                          <a:cs typeface="Abar Mid" pitchFamily="50" charset="-78"/>
                        </a:rPr>
                        <a:t>الداعمة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اكتمال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أعمال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واختبارات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التعافي</a:t>
                      </a:r>
                      <a:r>
                        <a:rPr lang="en-US" sz="1100" b="0" i="0" u="none" strike="noStrike" dirty="0">
                          <a:solidFill>
                            <a:srgbClr val="000000"/>
                          </a:solidFill>
                          <a:effectLst/>
                          <a:latin typeface="Abar Mid" pitchFamily="50" charset="-78"/>
                          <a:cs typeface="Abar Mid" pitchFamily="50" charset="-78"/>
                        </a:rPr>
                        <a:t> من الكوارث</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844849">
                <a:tc>
                  <a:txBody>
                    <a:bodyPr/>
                    <a:lstStyle/>
                    <a:p>
                      <a:pPr algn="ctr" rtl="0" fontAlgn="ctr">
                        <a:buNone/>
                      </a:pPr>
                      <a:r>
                        <a:rPr lang="en-US" sz="1100" b="0" i="0" u="none" strike="noStrike">
                          <a:solidFill>
                            <a:srgbClr val="000000"/>
                          </a:solidFill>
                          <a:effectLst/>
                          <a:latin typeface="Abar Mid" pitchFamily="50" charset="-78"/>
                          <a:cs typeface="Abar Mid" pitchFamily="50" charset="-78"/>
                        </a:rPr>
                        <a:t>2</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دعوة شركات تقديم الخدمة إلى حضور المعرض المزمع إقامته يوم الإثنين الموافق 21 سبتمبر للاستفادة من النماذج الخاصة بالأسرة والمظلات</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شؤون الحج</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100" b="0" i="0" u="none" strike="noStrike" dirty="0">
                          <a:solidFill>
                            <a:srgbClr val="000000"/>
                          </a:solidFill>
                          <a:effectLst/>
                          <a:latin typeface="Abar Mid" pitchFamily="50" charset="-78"/>
                          <a:cs typeface="Abar Mid" pitchFamily="50" charset="-78"/>
                        </a:rPr>
                        <a:t>23-09-2026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مكتملة</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algn="r" rtl="0" fontAlgn="ctr">
                        <a:buNone/>
                      </a:pPr>
                      <a:r>
                        <a:rPr lang="en-US" sz="1100" b="0" i="0" u="none" strike="noStrike" dirty="0">
                          <a:solidFill>
                            <a:srgbClr val="000000"/>
                          </a:solidFill>
                          <a:effectLst/>
                          <a:latin typeface="Abar Mid" pitchFamily="50" charset="-78"/>
                          <a:cs typeface="Abar Mid" pitchFamily="50" charset="-78"/>
                        </a:rPr>
                        <a:t>تم دعوة </a:t>
                      </a:r>
                      <a:r>
                        <a:rPr lang="en-US" sz="1100" b="0" i="0" u="none" strike="noStrike" dirty="0" err="1">
                          <a:solidFill>
                            <a:srgbClr val="000000"/>
                          </a:solidFill>
                          <a:effectLst/>
                          <a:latin typeface="Abar Mid" pitchFamily="50" charset="-78"/>
                          <a:cs typeface="Abar Mid" pitchFamily="50" charset="-78"/>
                        </a:rPr>
                        <a:t>رئيس</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مجلس</a:t>
                      </a:r>
                      <a:r>
                        <a:rPr lang="en-US" sz="1100" b="0" i="0" u="none" strike="noStrike" dirty="0">
                          <a:solidFill>
                            <a:srgbClr val="000000"/>
                          </a:solidFill>
                          <a:effectLst/>
                          <a:latin typeface="Abar Mid" pitchFamily="50" charset="-78"/>
                          <a:cs typeface="Abar Mid" pitchFamily="50" charset="-78"/>
                        </a:rPr>
                        <a:t> إدارة </a:t>
                      </a:r>
                      <a:r>
                        <a:rPr lang="en-US" sz="1100" b="0" i="0" u="none" strike="noStrike" dirty="0" err="1">
                          <a:solidFill>
                            <a:srgbClr val="000000"/>
                          </a:solidFill>
                          <a:effectLst/>
                          <a:latin typeface="Abar Mid" pitchFamily="50" charset="-78"/>
                          <a:cs typeface="Abar Mid" pitchFamily="50" charset="-78"/>
                        </a:rPr>
                        <a:t>المجلس</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التنسيقي</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لشركات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الضيافة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ومقدمي</a:t>
                      </a:r>
                      <a:r>
                        <a:rPr lang="en-US" sz="1100" b="0" i="0" u="none" strike="noStrike" dirty="0">
                          <a:solidFill>
                            <a:srgbClr val="000000"/>
                          </a:solidFill>
                          <a:effectLst/>
                          <a:latin typeface="Abar Mid" pitchFamily="50" charset="-78"/>
                          <a:cs typeface="Abar Mid" pitchFamily="50" charset="-78"/>
                        </a:rPr>
                        <a:t> الخدمة </a:t>
                      </a:r>
                      <a:r>
                        <a:rPr lang="en-US" sz="1100" b="0" i="0" u="none" strike="noStrike" dirty="0" err="1">
                          <a:solidFill>
                            <a:srgbClr val="000000"/>
                          </a:solidFill>
                          <a:effectLst/>
                          <a:latin typeface="Abar Mid" pitchFamily="50" charset="-78"/>
                          <a:cs typeface="Abar Mid" pitchFamily="50" charset="-78"/>
                        </a:rPr>
                        <a:t>لحث</a:t>
                      </a:r>
                      <a:r>
                        <a:rPr lang="en-US" sz="1100" b="0" i="0" u="none" strike="noStrike" dirty="0">
                          <a:solidFill>
                            <a:srgbClr val="000000"/>
                          </a:solidFill>
                          <a:effectLst/>
                          <a:latin typeface="Abar Mid" pitchFamily="50" charset="-78"/>
                          <a:cs typeface="Abar Mid" pitchFamily="50" charset="-78"/>
                        </a:rPr>
                        <a:t> شركات تقديم الخدمة </a:t>
                      </a:r>
                      <a:r>
                        <a:rPr lang="en-US" sz="1100" b="0" i="0" u="none" strike="noStrike" dirty="0" err="1">
                          <a:solidFill>
                            <a:srgbClr val="000000"/>
                          </a:solidFill>
                          <a:effectLst/>
                          <a:latin typeface="Abar Mid" pitchFamily="50" charset="-78"/>
                          <a:cs typeface="Abar Mid" pitchFamily="50" charset="-78"/>
                        </a:rPr>
                        <a:t>لحضور</a:t>
                      </a:r>
                      <a:r>
                        <a:rPr lang="en-US" sz="1100" b="0" i="0" u="none" strike="noStrike" dirty="0">
                          <a:solidFill>
                            <a:srgbClr val="000000"/>
                          </a:solidFill>
                          <a:effectLst/>
                          <a:latin typeface="Abar Mid" pitchFamily="50" charset="-78"/>
                          <a:cs typeface="Abar Mid" pitchFamily="50" charset="-78"/>
                        </a:rPr>
                        <a:t> المعرض </a:t>
                      </a:r>
                      <a:r>
                        <a:rPr lang="en-US" sz="1100" b="0" i="0" u="none" strike="noStrike" dirty="0" err="1">
                          <a:solidFill>
                            <a:srgbClr val="000000"/>
                          </a:solidFill>
                          <a:effectLst/>
                          <a:latin typeface="Abar Mid" pitchFamily="50" charset="-78"/>
                          <a:cs typeface="Abar Mid" pitchFamily="50" charset="-78"/>
                        </a:rPr>
                        <a:t>بتاريخ</a:t>
                      </a:r>
                      <a:r>
                        <a:rPr lang="en-US" sz="1100" b="0" i="0" u="none" strike="noStrike" dirty="0">
                          <a:solidFill>
                            <a:srgbClr val="000000"/>
                          </a:solidFill>
                          <a:effectLst/>
                          <a:latin typeface="Abar Mid" pitchFamily="50" charset="-78"/>
                          <a:cs typeface="Abar Mid" pitchFamily="50" charset="-78"/>
                        </a:rPr>
                        <a:t> 3 سبتمبر 2026</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921599824"/>
                  </a:ext>
                </a:extLst>
              </a:tr>
              <a:tr h="605741">
                <a:tc>
                  <a:txBody>
                    <a:bodyPr/>
                    <a:lstStyle/>
                    <a:p>
                      <a:pPr algn="ctr" rtl="0" fontAlgn="ctr">
                        <a:buNone/>
                      </a:pPr>
                      <a:r>
                        <a:rPr lang="en-US" sz="1100" b="0" i="0" u="none" strike="noStrike">
                          <a:solidFill>
                            <a:srgbClr val="000000"/>
                          </a:solidFill>
                          <a:effectLst/>
                          <a:latin typeface="Abar Mid" pitchFamily="50" charset="-78"/>
                          <a:cs typeface="Abar Mid" pitchFamily="50" charset="-78"/>
                        </a:rPr>
                        <a:t>3</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متابعة </a:t>
                      </a:r>
                      <a:r>
                        <a:rPr lang="en-US" sz="1100" b="0" i="0" u="none" strike="noStrike" dirty="0" err="1">
                          <a:solidFill>
                            <a:srgbClr val="000000"/>
                          </a:solidFill>
                          <a:effectLst/>
                          <a:latin typeface="Abar Mid" pitchFamily="50" charset="-78"/>
                          <a:cs typeface="Abar Mid" pitchFamily="50" charset="-78"/>
                        </a:rPr>
                        <a:t>تنفيذ</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المبادرات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المرتبطة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برفع</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مؤشر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نضج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التجربة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الرقمية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وقياس</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مستوى</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الإنجاز</a:t>
                      </a:r>
                      <a:r>
                        <a:rPr lang="en-US" sz="1100" b="0" i="0" u="none" strike="noStrike" dirty="0">
                          <a:solidFill>
                            <a:srgbClr val="000000"/>
                          </a:solidFill>
                          <a:effectLst/>
                          <a:latin typeface="Abar Mid" pitchFamily="50" charset="-78"/>
                          <a:cs typeface="Abar Mid" pitchFamily="50" charset="-78"/>
                        </a:rPr>
                        <a:t>.</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err="1">
                          <a:solidFill>
                            <a:srgbClr val="000000"/>
                          </a:solidFill>
                          <a:effectLst/>
                          <a:latin typeface="Abar Mid" pitchFamily="50" charset="-78"/>
                          <a:cs typeface="Abar Mid" pitchFamily="50" charset="-78"/>
                        </a:rPr>
                        <a:t>مركز</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التخطيط</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الاستراتيجي</a:t>
                      </a:r>
                      <a:endParaRPr lang="en-US" sz="11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100" b="0" i="0" u="none" strike="noStrike" dirty="0">
                          <a:solidFill>
                            <a:srgbClr val="000000"/>
                          </a:solidFill>
                          <a:effectLst/>
                          <a:latin typeface="Abar Mid" pitchFamily="50" charset="-78"/>
                          <a:cs typeface="Abar Mid" pitchFamily="50" charset="-78"/>
                        </a:rPr>
                        <a:t>11-11-2026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endParaRPr sz="1100" dirty="0"/>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603239176"/>
                  </a:ext>
                </a:extLst>
              </a:tr>
              <a:tr h="605741">
                <a:tc>
                  <a:txBody>
                    <a:bodyPr/>
                    <a:lstStyle/>
                    <a:p>
                      <a:pPr algn="ctr" rtl="0" fontAlgn="ctr">
                        <a:buNone/>
                      </a:pPr>
                      <a:r>
                        <a:rPr lang="en-US" sz="1100" b="0" i="0" u="none" strike="noStrike">
                          <a:solidFill>
                            <a:srgbClr val="000000"/>
                          </a:solidFill>
                          <a:effectLst/>
                          <a:latin typeface="Abar Mid" pitchFamily="50" charset="-78"/>
                          <a:cs typeface="Abar Mid" pitchFamily="50" charset="-78"/>
                        </a:rPr>
                        <a:t>4</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ar-SA" sz="1100" b="0" i="0" u="none" strike="noStrike" dirty="0">
                          <a:solidFill>
                            <a:srgbClr val="000000"/>
                          </a:solidFill>
                          <a:effectLst/>
                          <a:latin typeface="Abar Mid" pitchFamily="50" charset="-78"/>
                          <a:cs typeface="Abar Mid" pitchFamily="50" charset="-78"/>
                        </a:rPr>
                        <a:t>إعداد خارطة طريق مرحلية بالتنسيق مع مركز منصة نسك لدمج وتوحيد منصات نسك، تشمل نسك الحج المباشر ونسك العمرة المباشرة ونسك مسار، وتحديد الجدول الزمني والمتطلبات التقنية لكل مرحلة، وصولا إلى منصة موحدة للدخول إلى الخدمات وتعزيز نضج التجربة الرقمية.</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التحول الرقمي وتقنية المعلومات</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100" b="0" i="0" u="none" strike="noStrike" dirty="0">
                          <a:solidFill>
                            <a:srgbClr val="000000"/>
                          </a:solidFill>
                          <a:effectLst/>
                          <a:latin typeface="Abar Mid" pitchFamily="50" charset="-78"/>
                          <a:cs typeface="Abar Mid" pitchFamily="50" charset="-78"/>
                        </a:rPr>
                        <a:t>02-12-2026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endParaRPr sz="1100" dirty="0"/>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607526794"/>
                  </a:ext>
                </a:extLst>
              </a:tr>
              <a:tr h="605741">
                <a:tc>
                  <a:txBody>
                    <a:bodyPr/>
                    <a:lstStyle/>
                    <a:p>
                      <a:pPr algn="ctr" rtl="0" fontAlgn="ctr">
                        <a:buNone/>
                      </a:pPr>
                      <a:r>
                        <a:rPr lang="en-US" sz="1100" b="0" i="0" u="none" strike="noStrike">
                          <a:solidFill>
                            <a:srgbClr val="000000"/>
                          </a:solidFill>
                          <a:effectLst/>
                          <a:latin typeface="Abar Mid" pitchFamily="50" charset="-78"/>
                          <a:cs typeface="Abar Mid" pitchFamily="50" charset="-78"/>
                        </a:rPr>
                        <a:t>5</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err="1">
                          <a:solidFill>
                            <a:srgbClr val="000000"/>
                          </a:solidFill>
                          <a:effectLst/>
                          <a:latin typeface="Abar Mid" pitchFamily="50" charset="-78"/>
                          <a:cs typeface="Abar Mid" pitchFamily="50" charset="-78"/>
                        </a:rPr>
                        <a:t>تنفيذ</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خطة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دمج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وتوحيد</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منصات</a:t>
                      </a:r>
                      <a:r>
                        <a:rPr lang="en-US" sz="1100" b="0" i="0" u="none" strike="noStrike" dirty="0">
                          <a:solidFill>
                            <a:srgbClr val="000000"/>
                          </a:solidFill>
                          <a:effectLst/>
                          <a:latin typeface="Abar Mid" pitchFamily="50" charset="-78"/>
                          <a:cs typeface="Abar Mid" pitchFamily="50" charset="-78"/>
                        </a:rPr>
                        <a:t> نسك، </a:t>
                      </a:r>
                      <a:r>
                        <a:rPr lang="en-US" sz="1100" b="0" i="0" u="none" strike="noStrike" dirty="0" err="1">
                          <a:solidFill>
                            <a:srgbClr val="000000"/>
                          </a:solidFill>
                          <a:effectLst/>
                          <a:latin typeface="Abar Mid" pitchFamily="50" charset="-78"/>
                          <a:cs typeface="Abar Mid" pitchFamily="50" charset="-78"/>
                        </a:rPr>
                        <a:t>واستكمال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المتطلبات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التقنية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اللازمة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لدمج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منصة</a:t>
                      </a:r>
                      <a:r>
                        <a:rPr lang="en-US" sz="1100" b="0" i="0" u="none" strike="noStrike" dirty="0">
                          <a:solidFill>
                            <a:srgbClr val="000000"/>
                          </a:solidFill>
                          <a:effectLst/>
                          <a:latin typeface="Abar Mid" pitchFamily="50" charset="-78"/>
                          <a:cs typeface="Abar Mid" pitchFamily="50" charset="-78"/>
                        </a:rPr>
                        <a:t> نسك </a:t>
                      </a:r>
                      <a:r>
                        <a:rPr lang="en-US" sz="1100" b="0" i="0" u="none" strike="noStrike" dirty="0" err="1">
                          <a:solidFill>
                            <a:srgbClr val="000000"/>
                          </a:solidFill>
                          <a:effectLst/>
                          <a:latin typeface="Abar Mid" pitchFamily="50" charset="-78"/>
                          <a:cs typeface="Abar Mid" pitchFamily="50" charset="-78"/>
                        </a:rPr>
                        <a:t>العمرة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ومنصة</a:t>
                      </a:r>
                      <a:r>
                        <a:rPr lang="en-US" sz="1100" b="0" i="0" u="none" strike="noStrike" dirty="0">
                          <a:solidFill>
                            <a:srgbClr val="000000"/>
                          </a:solidFill>
                          <a:effectLst/>
                          <a:latin typeface="Abar Mid" pitchFamily="50" charset="-78"/>
                          <a:cs typeface="Abar Mid" pitchFamily="50" charset="-78"/>
                        </a:rPr>
                        <a:t> نسك الحج، </a:t>
                      </a:r>
                      <a:r>
                        <a:rPr lang="en-US" sz="1100" b="0" i="0" u="none" strike="noStrike" dirty="0" err="1">
                          <a:solidFill>
                            <a:srgbClr val="000000"/>
                          </a:solidFill>
                          <a:effectLst/>
                          <a:latin typeface="Abar Mid" pitchFamily="50" charset="-78"/>
                          <a:cs typeface="Abar Mid" pitchFamily="50" charset="-78"/>
                        </a:rPr>
                        <a:t>بما</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يضمن</a:t>
                      </a:r>
                      <a:r>
                        <a:rPr lang="en-US" sz="1100" b="0" i="0" u="none" strike="noStrike" dirty="0">
                          <a:solidFill>
                            <a:srgbClr val="000000"/>
                          </a:solidFill>
                          <a:effectLst/>
                          <a:latin typeface="Abar Mid" pitchFamily="50" charset="-78"/>
                          <a:cs typeface="Abar Mid" pitchFamily="50" charset="-78"/>
                        </a:rPr>
                        <a:t> توحيد </a:t>
                      </a:r>
                      <a:r>
                        <a:rPr lang="en-US" sz="1100" b="0" i="0" u="none" strike="noStrike" dirty="0" err="1">
                          <a:solidFill>
                            <a:srgbClr val="000000"/>
                          </a:solidFill>
                          <a:effectLst/>
                          <a:latin typeface="Abar Mid" pitchFamily="50" charset="-78"/>
                          <a:cs typeface="Abar Mid" pitchFamily="50" charset="-78"/>
                        </a:rPr>
                        <a:t>التجربة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الرقمية</a:t>
                      </a:r>
                      <a:r>
                        <a:rPr lang="en-US" sz="1100" b="0" i="0" u="none" strike="noStrike" dirty="0">
                          <a:solidFill>
                            <a:srgbClr val="000000"/>
                          </a:solidFill>
                          <a:effectLst/>
                          <a:latin typeface="Abar Mid" pitchFamily="50" charset="-78"/>
                          <a:cs typeface="Abar Mid" pitchFamily="50" charset="-78"/>
                        </a:rPr>
                        <a:t> ورفع </a:t>
                      </a:r>
                      <a:r>
                        <a:rPr lang="en-US" sz="1100" b="0" i="0" u="none" strike="noStrike" dirty="0" err="1">
                          <a:solidFill>
                            <a:srgbClr val="000000"/>
                          </a:solidFill>
                          <a:effectLst/>
                          <a:latin typeface="Abar Mid" pitchFamily="50" charset="-78"/>
                          <a:cs typeface="Abar Mid" pitchFamily="50" charset="-78"/>
                        </a:rPr>
                        <a:t>مؤشر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نضج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التجربة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الرقمية</a:t>
                      </a:r>
                      <a:r>
                        <a:rPr lang="en-US" sz="1100" b="0" i="0" u="none" strike="noStrike" dirty="0">
                          <a:solidFill>
                            <a:srgbClr val="000000"/>
                          </a:solidFill>
                          <a:effectLst/>
                          <a:latin typeface="Abar Mid" pitchFamily="50" charset="-78"/>
                          <a:cs typeface="Abar Mid" pitchFamily="50" charset="-78"/>
                        </a:rPr>
                        <a:t>.</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التحول الرقمي وتقنية المعلومات</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100" b="0" i="0" u="none" strike="noStrike" dirty="0">
                          <a:solidFill>
                            <a:srgbClr val="000000"/>
                          </a:solidFill>
                          <a:effectLst/>
                          <a:latin typeface="Abar Mid" pitchFamily="50" charset="-78"/>
                          <a:cs typeface="Abar Mid" pitchFamily="50" charset="-78"/>
                        </a:rPr>
                        <a:t>13-01-2027</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endParaRPr sz="1100" dirty="0"/>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131933875"/>
                  </a:ext>
                </a:extLst>
              </a:tr>
              <a:tr h="605741">
                <a:tc>
                  <a:txBody>
                    <a:bodyPr/>
                    <a:lstStyle/>
                    <a:p>
                      <a:pPr algn="ctr" rtl="0" fontAlgn="ctr">
                        <a:buNone/>
                      </a:pPr>
                      <a:r>
                        <a:rPr lang="en-US" sz="1100" b="0" i="0" u="none" strike="noStrike">
                          <a:solidFill>
                            <a:srgbClr val="000000"/>
                          </a:solidFill>
                          <a:effectLst/>
                          <a:latin typeface="Abar Mid" pitchFamily="50" charset="-78"/>
                          <a:cs typeface="Abar Mid" pitchFamily="50" charset="-78"/>
                        </a:rPr>
                        <a:t>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إعداد </a:t>
                      </a:r>
                      <a:r>
                        <a:rPr lang="en-US" sz="1100" b="0" i="0" u="none" strike="noStrike" dirty="0" err="1">
                          <a:solidFill>
                            <a:srgbClr val="000000"/>
                          </a:solidFill>
                          <a:effectLst/>
                          <a:latin typeface="Abar Mid" pitchFamily="50" charset="-78"/>
                          <a:cs typeface="Abar Mid" pitchFamily="50" charset="-78"/>
                        </a:rPr>
                        <a:t>خطة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لمعالجة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عدد</a:t>
                      </a:r>
                      <a:r>
                        <a:rPr lang="en-US" sz="1100" b="0" i="0" u="none" strike="noStrike" dirty="0">
                          <a:solidFill>
                            <a:srgbClr val="000000"/>
                          </a:solidFill>
                          <a:effectLst/>
                          <a:latin typeface="Abar Mid" pitchFamily="50" charset="-78"/>
                          <a:cs typeface="Abar Mid" pitchFamily="50" charset="-78"/>
                        </a:rPr>
                        <a:t> من </a:t>
                      </a:r>
                      <a:r>
                        <a:rPr lang="en-US" sz="1100" b="0" i="0" u="none" strike="noStrike" dirty="0" err="1">
                          <a:solidFill>
                            <a:srgbClr val="000000"/>
                          </a:solidFill>
                          <a:effectLst/>
                          <a:latin typeface="Abar Mid" pitchFamily="50" charset="-78"/>
                          <a:cs typeface="Abar Mid" pitchFamily="50" charset="-78"/>
                        </a:rPr>
                        <a:t>الموضوعات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ذات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الأولوية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بما</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يشمل</a:t>
                      </a:r>
                      <a:r>
                        <a:rPr lang="en-US" sz="1100" b="0" i="0" u="none" strike="noStrike" dirty="0">
                          <a:solidFill>
                            <a:srgbClr val="000000"/>
                          </a:solidFill>
                          <a:effectLst/>
                          <a:latin typeface="Abar Mid" pitchFamily="50" charset="-78"/>
                          <a:cs typeface="Abar Mid" pitchFamily="50" charset="-78"/>
                        </a:rPr>
                        <a:t> (لجنة الحج العليا، </a:t>
                      </a:r>
                      <a:r>
                        <a:rPr lang="en-US" sz="1100" b="0" i="0" u="none" strike="noStrike" dirty="0" err="1">
                          <a:solidFill>
                            <a:srgbClr val="000000"/>
                          </a:solidFill>
                          <a:effectLst/>
                          <a:latin typeface="Abar Mid" pitchFamily="50" charset="-78"/>
                          <a:cs typeface="Abar Mid" pitchFamily="50" charset="-78"/>
                        </a:rPr>
                        <a:t>الدبلوماسيين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وعمرة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السعوديين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لضمان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وضوح</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المعالجة</a:t>
                      </a:r>
                      <a:endParaRPr lang="en-US" sz="1100" b="0" i="0" u="none" strike="noStrike" dirty="0">
                        <a:solidFill>
                          <a:srgbClr val="000000"/>
                        </a:solidFill>
                        <a:effectLst/>
                        <a:latin typeface="Abar Mid" pitchFamily="50" charset="-78"/>
                        <a:cs typeface="Abar Mid" pitchFamily="50" charset="-78"/>
                      </a:endParaRP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التعاون الدولي </a:t>
                      </a:r>
                      <a:r>
                        <a:rPr lang="en-US" sz="1100" b="0" i="0" u="none" strike="noStrike" dirty="0" err="1">
                          <a:solidFill>
                            <a:srgbClr val="000000"/>
                          </a:solidFill>
                          <a:effectLst/>
                          <a:latin typeface="Abar Mid" pitchFamily="50" charset="-78"/>
                          <a:cs typeface="Abar Mid" pitchFamily="50" charset="-78"/>
                        </a:rPr>
                        <a:t>والشراكات</a:t>
                      </a:r>
                      <a:endParaRPr lang="en-US" sz="11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100" b="0" i="0" u="none" strike="noStrike" dirty="0">
                          <a:solidFill>
                            <a:srgbClr val="000000"/>
                          </a:solidFill>
                          <a:effectLst/>
                          <a:latin typeface="Abar Mid" pitchFamily="50" charset="-78"/>
                          <a:cs typeface="Abar Mid" pitchFamily="50" charset="-78"/>
                        </a:rPr>
                        <a:t>23-09-2026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endParaRPr sz="1100" dirty="0"/>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054847024"/>
                  </a:ext>
                </a:extLst>
              </a:tr>
              <a:tr h="605741">
                <a:tc>
                  <a:txBody>
                    <a:bodyPr/>
                    <a:lstStyle/>
                    <a:p>
                      <a:pPr algn="ctr" rtl="0" fontAlgn="ctr">
                        <a:buNone/>
                      </a:pPr>
                      <a:r>
                        <a:rPr lang="en-US" sz="1100" b="0" i="0" u="none" strike="noStrike">
                          <a:solidFill>
                            <a:srgbClr val="000000"/>
                          </a:solidFill>
                          <a:effectLst/>
                          <a:latin typeface="Abar Mid" pitchFamily="50" charset="-78"/>
                          <a:cs typeface="Abar Mid" pitchFamily="50" charset="-78"/>
                        </a:rPr>
                        <a:t>7</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إعداد </a:t>
                      </a:r>
                      <a:r>
                        <a:rPr lang="en-US" sz="1100" b="0" i="0" u="none" strike="noStrike" dirty="0" err="1">
                          <a:solidFill>
                            <a:srgbClr val="000000"/>
                          </a:solidFill>
                          <a:effectLst/>
                          <a:latin typeface="Abar Mid" pitchFamily="50" charset="-78"/>
                          <a:cs typeface="Abar Mid" pitchFamily="50" charset="-78"/>
                        </a:rPr>
                        <a:t>مؤشر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معتمد</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لقياس</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العائد</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والأثر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المتحقق</a:t>
                      </a:r>
                      <a:r>
                        <a:rPr lang="en-US" sz="1100" b="0" i="0" u="none" strike="noStrike" dirty="0">
                          <a:solidFill>
                            <a:srgbClr val="000000"/>
                          </a:solidFill>
                          <a:effectLst/>
                          <a:latin typeface="Abar Mid" pitchFamily="50" charset="-78"/>
                          <a:cs typeface="Abar Mid" pitchFamily="50" charset="-78"/>
                        </a:rPr>
                        <a:t> من </a:t>
                      </a:r>
                      <a:r>
                        <a:rPr lang="en-US" sz="1100" b="0" i="0" u="none" strike="noStrike" dirty="0" err="1">
                          <a:solidFill>
                            <a:srgbClr val="000000"/>
                          </a:solidFill>
                          <a:effectLst/>
                          <a:latin typeface="Abar Mid" pitchFamily="50" charset="-78"/>
                          <a:cs typeface="Abar Mid" pitchFamily="50" charset="-78"/>
                        </a:rPr>
                        <a:t>الاستثمار</a:t>
                      </a:r>
                      <a:r>
                        <a:rPr lang="en-US" sz="1100" b="0" i="0" u="none" strike="noStrike" dirty="0">
                          <a:solidFill>
                            <a:srgbClr val="000000"/>
                          </a:solidFill>
                          <a:effectLst/>
                          <a:latin typeface="Abar Mid" pitchFamily="50" charset="-78"/>
                          <a:cs typeface="Abar Mid" pitchFamily="50" charset="-78"/>
                        </a:rPr>
                        <a:t> في </a:t>
                      </a:r>
                      <a:r>
                        <a:rPr lang="en-US" sz="1100" b="0" i="0" u="none" strike="noStrike" dirty="0" err="1">
                          <a:solidFill>
                            <a:srgbClr val="000000"/>
                          </a:solidFill>
                          <a:effectLst/>
                          <a:latin typeface="Abar Mid" pitchFamily="50" charset="-78"/>
                          <a:cs typeface="Abar Mid" pitchFamily="50" charset="-78"/>
                        </a:rPr>
                        <a:t>برامج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ومبادرات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الإبداع</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والابتكار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وريادة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الأعمال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وقياس</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انعكاسه</a:t>
                      </a:r>
                      <a:r>
                        <a:rPr lang="en-US" sz="1100" b="0" i="0" u="none" strike="noStrike" dirty="0">
                          <a:solidFill>
                            <a:srgbClr val="000000"/>
                          </a:solidFill>
                          <a:effectLst/>
                          <a:latin typeface="Abar Mid" pitchFamily="50" charset="-78"/>
                          <a:cs typeface="Abar Mid" pitchFamily="50" charset="-78"/>
                        </a:rPr>
                        <a:t> على </a:t>
                      </a:r>
                      <a:r>
                        <a:rPr lang="en-US" sz="1100" b="0" i="0" u="none" strike="noStrike" dirty="0" err="1">
                          <a:solidFill>
                            <a:srgbClr val="000000"/>
                          </a:solidFill>
                          <a:effectLst/>
                          <a:latin typeface="Abar Mid" pitchFamily="50" charset="-78"/>
                          <a:cs typeface="Abar Mid" pitchFamily="50" charset="-78"/>
                        </a:rPr>
                        <a:t>تجربة</a:t>
                      </a:r>
                      <a:r>
                        <a:rPr lang="en-US" sz="1100" b="0" i="0" u="none" strike="noStrike" dirty="0">
                          <a:solidFill>
                            <a:srgbClr val="000000"/>
                          </a:solidFill>
                          <a:effectLst/>
                          <a:latin typeface="Abar Mid" pitchFamily="50" charset="-78"/>
                          <a:cs typeface="Abar Mid" pitchFamily="50" charset="-78"/>
                        </a:rPr>
                        <a:t> ضيوف الرحمن</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a:t>
                      </a:r>
                      <a:r>
                        <a:rPr lang="en-US" sz="1100" b="0" i="0" u="none" strike="noStrike" dirty="0" err="1">
                          <a:solidFill>
                            <a:srgbClr val="000000"/>
                          </a:solidFill>
                          <a:effectLst/>
                          <a:latin typeface="Abar Mid" pitchFamily="50" charset="-78"/>
                          <a:cs typeface="Abar Mid" pitchFamily="50" charset="-78"/>
                        </a:rPr>
                        <a:t>تطوير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الاعمال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وخدمة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المستفيدين</a:t>
                      </a:r>
                      <a:endParaRPr lang="en-US" sz="11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100" b="0" i="0" u="none" strike="noStrike" dirty="0">
                          <a:solidFill>
                            <a:srgbClr val="000000"/>
                          </a:solidFill>
                          <a:effectLst/>
                          <a:latin typeface="Abar Mid" pitchFamily="50" charset="-78"/>
                          <a:cs typeface="Abar Mid" pitchFamily="50" charset="-78"/>
                        </a:rPr>
                        <a:t>23-09-2026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endParaRPr sz="1100" dirty="0"/>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70011766"/>
                  </a:ext>
                </a:extLst>
              </a:tr>
            </a:tbl>
          </a:graphicData>
        </a:graphic>
      </p:graphicFrame>
    </p:spTree>
    <p:extLst>
      <p:ext uri="{BB962C8B-B14F-4D97-AF65-F5344CB8AC3E}">
        <p14:creationId xmlns:p14="http://schemas.microsoft.com/office/powerpoint/2010/main" val="12287091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A7BAB4-5A77-9E50-A50E-3F17E6680C77}"/>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EDE84349-60CC-6BB4-DC78-8839D4675037}"/>
              </a:ext>
            </a:extLst>
          </p:cNvPr>
          <p:cNvGraphicFramePr>
            <a:graphicFrameLocks noGrp="1"/>
          </p:cNvGraphicFramePr>
          <p:nvPr>
            <p:extLst>
              <p:ext uri="{D42A27DB-BD31-4B8C-83A1-F6EECF244321}">
                <p14:modId xmlns:p14="http://schemas.microsoft.com/office/powerpoint/2010/main" val="2911018592"/>
              </p:ext>
            </p:extLst>
          </p:nvPr>
        </p:nvGraphicFramePr>
        <p:xfrm>
          <a:off x="183675" y="804347"/>
          <a:ext cx="13062099" cy="2786425"/>
        </p:xfrm>
        <a:graphic>
          <a:graphicData uri="http://schemas.openxmlformats.org/drawingml/2006/table">
            <a:tbl>
              <a:tblPr rtl="1"/>
              <a:tblGrid>
                <a:gridCol w="725606">
                  <a:extLst>
                    <a:ext uri="{9D8B030D-6E8A-4147-A177-3AD203B41FA5}">
                      <a16:colId xmlns:a16="http://schemas.microsoft.com/office/drawing/2014/main" val="20000"/>
                    </a:ext>
                  </a:extLst>
                </a:gridCol>
                <a:gridCol w="3748393">
                  <a:extLst>
                    <a:ext uri="{9D8B030D-6E8A-4147-A177-3AD203B41FA5}">
                      <a16:colId xmlns:a16="http://schemas.microsoft.com/office/drawing/2014/main" val="20001"/>
                    </a:ext>
                  </a:extLst>
                </a:gridCol>
                <a:gridCol w="1524355">
                  <a:extLst>
                    <a:ext uri="{9D8B030D-6E8A-4147-A177-3AD203B41FA5}">
                      <a16:colId xmlns:a16="http://schemas.microsoft.com/office/drawing/2014/main" val="20002"/>
                    </a:ext>
                  </a:extLst>
                </a:gridCol>
                <a:gridCol w="1519459">
                  <a:extLst>
                    <a:ext uri="{9D8B030D-6E8A-4147-A177-3AD203B41FA5}">
                      <a16:colId xmlns:a16="http://schemas.microsoft.com/office/drawing/2014/main" val="20003"/>
                    </a:ext>
                  </a:extLst>
                </a:gridCol>
                <a:gridCol w="615670">
                  <a:extLst>
                    <a:ext uri="{9D8B030D-6E8A-4147-A177-3AD203B41FA5}">
                      <a16:colId xmlns:a16="http://schemas.microsoft.com/office/drawing/2014/main" val="20004"/>
                    </a:ext>
                  </a:extLst>
                </a:gridCol>
                <a:gridCol w="4928616">
                  <a:extLst>
                    <a:ext uri="{9D8B030D-6E8A-4147-A177-3AD203B41FA5}">
                      <a16:colId xmlns:a16="http://schemas.microsoft.com/office/drawing/2014/main" val="20005"/>
                    </a:ext>
                  </a:extLst>
                </a:gridCol>
              </a:tblGrid>
              <a:tr h="219980">
                <a:tc gridSpan="6">
                  <a:txBody>
                    <a:body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JO" sz="1100" dirty="0">
                          <a:solidFill>
                            <a:srgbClr val="00080B"/>
                          </a:solidFill>
                          <a:latin typeface="Abar Mid" pitchFamily="50" charset="-78"/>
                          <a:ea typeface="Abar Mid" pitchFamily="50" charset="-78"/>
                          <a:cs typeface="Abar Mid" pitchFamily="50" charset="-78"/>
                        </a:rPr>
                        <a:t>تفاصيل المهام (اجتماع القيادات)</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239108">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en-US" sz="1100" b="1" kern="1200" dirty="0">
                          <a:solidFill>
                            <a:schemeClr val="bg1"/>
                          </a:solidFill>
                          <a:latin typeface="Abar Mid" pitchFamily="50" charset="-78"/>
                          <a:ea typeface="Abar Mid" pitchFamily="50" charset="-78"/>
                          <a:cs typeface="Abar Mid" pitchFamily="50" charset="-78"/>
                        </a:rPr>
                        <a:t>#</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100" b="1" kern="1200" dirty="0">
                          <a:solidFill>
                            <a:schemeClr val="bg1"/>
                          </a:solidFill>
                          <a:latin typeface="Abar Mid" pitchFamily="50" charset="-78"/>
                          <a:ea typeface="Abar Mid" pitchFamily="50" charset="-78"/>
                          <a:cs typeface="Abar Mid" pitchFamily="50" charset="-78"/>
                        </a:rPr>
                        <a:t>المهمة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dirty="0">
                          <a:solidFill>
                            <a:schemeClr val="bg1"/>
                          </a:solidFill>
                          <a:latin typeface="Abar Mid" pitchFamily="50" charset="-78"/>
                          <a:ea typeface="Abar Mid" pitchFamily="50" charset="-78"/>
                          <a:cs typeface="Abar Mid" pitchFamily="50" charset="-78"/>
                        </a:rPr>
                        <a:t>القطاع</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baseline="0" dirty="0">
                          <a:solidFill>
                            <a:schemeClr val="bg1"/>
                          </a:solidFill>
                          <a:latin typeface="Abar Mid" pitchFamily="50" charset="-78"/>
                          <a:ea typeface="Abar Mid" pitchFamily="50" charset="-78"/>
                          <a:cs typeface="Abar Mid" pitchFamily="50" charset="-78"/>
                        </a:rPr>
                        <a:t>تاريخ الإنجاز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dirty="0">
                          <a:solidFill>
                            <a:schemeClr val="bg1"/>
                          </a:solidFill>
                          <a:latin typeface="Abar Mid" pitchFamily="50" charset="-78"/>
                          <a:ea typeface="Abar Mid" pitchFamily="50" charset="-78"/>
                          <a:cs typeface="Abar Mid" pitchFamily="50" charset="-78"/>
                        </a:rPr>
                        <a:t>الحالة</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dirty="0">
                          <a:solidFill>
                            <a:schemeClr val="bg1"/>
                          </a:solidFill>
                          <a:latin typeface="Abar Mid" pitchFamily="50" charset="-78"/>
                          <a:ea typeface="Abar Mid" pitchFamily="50" charset="-78"/>
                          <a:cs typeface="Abar Mid" pitchFamily="50" charset="-78"/>
                        </a:rPr>
                        <a:t>ملاحظات</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466261">
                <a:tc>
                  <a:txBody>
                    <a:bodyPr/>
                    <a:lstStyle/>
                    <a:p>
                      <a:pPr algn="ctr" rtl="0" fontAlgn="ctr">
                        <a:buNone/>
                      </a:pPr>
                      <a:r>
                        <a:rPr lang="en-US" sz="1100" b="0" i="0" u="none" strike="noStrike" dirty="0">
                          <a:solidFill>
                            <a:srgbClr val="000000"/>
                          </a:solidFill>
                          <a:effectLst/>
                          <a:latin typeface="Abar Mid" pitchFamily="50" charset="-78"/>
                          <a:cs typeface="Abar Mid" pitchFamily="50" charset="-78"/>
                        </a:rPr>
                        <a:t>8</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إعداد دراسة </a:t>
                      </a:r>
                      <a:r>
                        <a:rPr lang="en-US" sz="1100" b="0" i="0" u="none" strike="noStrike" dirty="0" err="1">
                          <a:solidFill>
                            <a:srgbClr val="000000"/>
                          </a:solidFill>
                          <a:effectLst/>
                          <a:latin typeface="Abar Mid" pitchFamily="50" charset="-78"/>
                          <a:cs typeface="Abar Mid" pitchFamily="50" charset="-78"/>
                        </a:rPr>
                        <a:t>لتطوير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آلية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التحقق</a:t>
                      </a:r>
                      <a:r>
                        <a:rPr lang="en-US" sz="1100" b="0" i="0" u="none" strike="noStrike" dirty="0">
                          <a:solidFill>
                            <a:srgbClr val="000000"/>
                          </a:solidFill>
                          <a:effectLst/>
                          <a:latin typeface="Abar Mid" pitchFamily="50" charset="-78"/>
                          <a:cs typeface="Abar Mid" pitchFamily="50" charset="-78"/>
                        </a:rPr>
                        <a:t> من </a:t>
                      </a:r>
                      <a:r>
                        <a:rPr lang="en-US" sz="1100" b="0" i="0" u="none" strike="noStrike" dirty="0" err="1">
                          <a:solidFill>
                            <a:srgbClr val="000000"/>
                          </a:solidFill>
                          <a:effectLst/>
                          <a:latin typeface="Abar Mid" pitchFamily="50" charset="-78"/>
                          <a:cs typeface="Abar Mid" pitchFamily="50" charset="-78"/>
                        </a:rPr>
                        <a:t>حالات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عدم</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الاستطاعة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للحجاج</a:t>
                      </a:r>
                      <a:r>
                        <a:rPr lang="en-US" sz="1100" b="0" i="0" u="none" strike="noStrike" dirty="0">
                          <a:solidFill>
                            <a:srgbClr val="000000"/>
                          </a:solidFill>
                          <a:effectLst/>
                          <a:latin typeface="Abar Mid" pitchFamily="50" charset="-78"/>
                          <a:cs typeface="Abar Mid" pitchFamily="50" charset="-78"/>
                        </a:rPr>
                        <a:t>، على </a:t>
                      </a:r>
                      <a:r>
                        <a:rPr lang="en-US" sz="1100" b="0" i="0" u="none" strike="noStrike" dirty="0" err="1">
                          <a:solidFill>
                            <a:srgbClr val="000000"/>
                          </a:solidFill>
                          <a:effectLst/>
                          <a:latin typeface="Abar Mid" pitchFamily="50" charset="-78"/>
                          <a:cs typeface="Abar Mid" pitchFamily="50" charset="-78"/>
                        </a:rPr>
                        <a:t>أن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تتضمن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تقييم</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الحالات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والتحقق</a:t>
                      </a:r>
                      <a:r>
                        <a:rPr lang="en-US" sz="1100" b="0" i="0" u="none" strike="noStrike" dirty="0">
                          <a:solidFill>
                            <a:srgbClr val="000000"/>
                          </a:solidFill>
                          <a:effectLst/>
                          <a:latin typeface="Abar Mid" pitchFamily="50" charset="-78"/>
                          <a:cs typeface="Abar Mid" pitchFamily="50" charset="-78"/>
                        </a:rPr>
                        <a:t> من </a:t>
                      </a:r>
                      <a:r>
                        <a:rPr lang="en-US" sz="1100" b="0" i="0" u="none" strike="noStrike" dirty="0" err="1">
                          <a:solidFill>
                            <a:srgbClr val="000000"/>
                          </a:solidFill>
                          <a:effectLst/>
                          <a:latin typeface="Abar Mid" pitchFamily="50" charset="-78"/>
                          <a:cs typeface="Abar Mid" pitchFamily="50" charset="-78"/>
                        </a:rPr>
                        <a:t>مبرراتها</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وتطوير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آلية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تحقق</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واضحة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وموحدة</a:t>
                      </a:r>
                      <a:endParaRPr lang="en-US" sz="1100" b="0" i="0" u="none" strike="noStrike" dirty="0">
                        <a:solidFill>
                          <a:srgbClr val="000000"/>
                        </a:solidFill>
                        <a:effectLst/>
                        <a:latin typeface="Abar Mid" pitchFamily="50" charset="-78"/>
                        <a:cs typeface="Abar Mid" pitchFamily="50" charset="-78"/>
                      </a:endParaRP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a:t>
                      </a:r>
                      <a:r>
                        <a:rPr lang="en-US" sz="1100" b="0" i="0" u="none" strike="noStrike" dirty="0" err="1">
                          <a:solidFill>
                            <a:srgbClr val="000000"/>
                          </a:solidFill>
                          <a:effectLst/>
                          <a:latin typeface="Abar Mid" pitchFamily="50" charset="-78"/>
                          <a:cs typeface="Abar Mid" pitchFamily="50" charset="-78"/>
                        </a:rPr>
                        <a:t>تطوير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الاعمال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وخدمة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المستفيدين</a:t>
                      </a:r>
                      <a:endParaRPr lang="en-US" sz="11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100" b="0" i="0" u="none" strike="noStrike" dirty="0">
                          <a:solidFill>
                            <a:srgbClr val="000000"/>
                          </a:solidFill>
                          <a:effectLst/>
                          <a:latin typeface="Abar Mid" pitchFamily="50" charset="-78"/>
                          <a:cs typeface="Abar Mid" pitchFamily="50" charset="-78"/>
                        </a:rPr>
                        <a:t>07-10-2026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endParaRPr sz="1100" dirty="0"/>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844849">
                <a:tc>
                  <a:txBody>
                    <a:bodyPr/>
                    <a:lstStyle/>
                    <a:p>
                      <a:pPr algn="ctr" rtl="0" fontAlgn="ctr">
                        <a:buNone/>
                      </a:pPr>
                      <a:r>
                        <a:rPr lang="en-US" sz="1100" b="0" i="0" u="none" strike="noStrike" dirty="0">
                          <a:solidFill>
                            <a:srgbClr val="000000"/>
                          </a:solidFill>
                          <a:effectLst/>
                          <a:latin typeface="Abar Mid" pitchFamily="50" charset="-78"/>
                          <a:cs typeface="Abar Mid" pitchFamily="50" charset="-78"/>
                        </a:rPr>
                        <a:t>9</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إعداد </a:t>
                      </a:r>
                      <a:r>
                        <a:rPr lang="en-US" sz="1100" b="0" i="0" u="none" strike="noStrike" dirty="0" err="1">
                          <a:solidFill>
                            <a:srgbClr val="000000"/>
                          </a:solidFill>
                          <a:effectLst/>
                          <a:latin typeface="Abar Mid" pitchFamily="50" charset="-78"/>
                          <a:cs typeface="Abar Mid" pitchFamily="50" charset="-78"/>
                        </a:rPr>
                        <a:t>تحليل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معمق</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للشريحة</a:t>
                      </a:r>
                      <a:r>
                        <a:rPr lang="en-US" sz="1100" b="0" i="0" u="none" strike="noStrike" dirty="0">
                          <a:solidFill>
                            <a:srgbClr val="000000"/>
                          </a:solidFill>
                          <a:effectLst/>
                          <a:latin typeface="Abar Mid" pitchFamily="50" charset="-78"/>
                          <a:cs typeface="Abar Mid" pitchFamily="50" charset="-78"/>
                        </a:rPr>
                        <a:t> الخاصة </a:t>
                      </a:r>
                      <a:r>
                        <a:rPr lang="en-US" sz="1100" b="0" i="0" u="none" strike="noStrike" dirty="0" err="1">
                          <a:solidFill>
                            <a:srgbClr val="000000"/>
                          </a:solidFill>
                          <a:effectLst/>
                          <a:latin typeface="Abar Mid" pitchFamily="50" charset="-78"/>
                          <a:cs typeface="Abar Mid" pitchFamily="50" charset="-78"/>
                        </a:rPr>
                        <a:t>بالزيارات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والمخالفات</a:t>
                      </a:r>
                      <a:r>
                        <a:rPr lang="en-US" sz="1100" b="0" i="0" u="none" strike="noStrike" dirty="0">
                          <a:solidFill>
                            <a:srgbClr val="000000"/>
                          </a:solidFill>
                          <a:effectLst/>
                          <a:latin typeface="Abar Mid" pitchFamily="50" charset="-78"/>
                          <a:cs typeface="Abar Mid" pitchFamily="50" charset="-78"/>
                        </a:rPr>
                        <a:t> في </a:t>
                      </a:r>
                      <a:r>
                        <a:rPr lang="en-US" sz="1100" b="0" i="0" u="none" strike="noStrike" dirty="0" err="1">
                          <a:solidFill>
                            <a:srgbClr val="000000"/>
                          </a:solidFill>
                          <a:effectLst/>
                          <a:latin typeface="Abar Mid" pitchFamily="50" charset="-78"/>
                          <a:cs typeface="Abar Mid" pitchFamily="50" charset="-78"/>
                        </a:rPr>
                        <a:t>مواقع</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التشغيل</a:t>
                      </a:r>
                      <a:r>
                        <a:rPr lang="en-US" sz="1100" b="0" i="0" u="none" strike="noStrike" dirty="0">
                          <a:solidFill>
                            <a:srgbClr val="000000"/>
                          </a:solidFill>
                          <a:effectLst/>
                          <a:latin typeface="Abar Mid" pitchFamily="50" charset="-78"/>
                          <a:cs typeface="Abar Mid" pitchFamily="50" charset="-78"/>
                        </a:rPr>
                        <a:t> في </a:t>
                      </a:r>
                      <a:r>
                        <a:rPr lang="en-US" sz="1100" b="0" i="0" u="none" strike="noStrike" dirty="0" err="1">
                          <a:solidFill>
                            <a:srgbClr val="000000"/>
                          </a:solidFill>
                          <a:effectLst/>
                          <a:latin typeface="Abar Mid" pitchFamily="50" charset="-78"/>
                          <a:cs typeface="Abar Mid" pitchFamily="50" charset="-78"/>
                        </a:rPr>
                        <a:t>عرض</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مقارنة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المخالفات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بين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موسم</a:t>
                      </a:r>
                      <a:r>
                        <a:rPr lang="en-US" sz="1100" b="0" i="0" u="none" strike="noStrike" dirty="0">
                          <a:solidFill>
                            <a:srgbClr val="000000"/>
                          </a:solidFill>
                          <a:effectLst/>
                          <a:latin typeface="Abar Mid" pitchFamily="50" charset="-78"/>
                          <a:cs typeface="Abar Mid" pitchFamily="50" charset="-78"/>
                        </a:rPr>
                        <a:t> 47 </a:t>
                      </a:r>
                      <a:r>
                        <a:rPr lang="en-US" sz="1100" b="0" i="0" u="none" strike="noStrike" dirty="0" err="1">
                          <a:solidFill>
                            <a:srgbClr val="000000"/>
                          </a:solidFill>
                          <a:effectLst/>
                          <a:latin typeface="Abar Mid" pitchFamily="50" charset="-78"/>
                          <a:cs typeface="Abar Mid" pitchFamily="50" charset="-78"/>
                        </a:rPr>
                        <a:t>وموسم</a:t>
                      </a:r>
                      <a:r>
                        <a:rPr lang="en-US" sz="1100" b="0" i="0" u="none" strike="noStrike" dirty="0">
                          <a:solidFill>
                            <a:srgbClr val="000000"/>
                          </a:solidFill>
                          <a:effectLst/>
                          <a:latin typeface="Abar Mid" pitchFamily="50" charset="-78"/>
                          <a:cs typeface="Abar Mid" pitchFamily="50" charset="-78"/>
                        </a:rPr>
                        <a:t> 48، </a:t>
                      </a:r>
                      <a:r>
                        <a:rPr lang="en-US" sz="1100" b="0" i="0" u="none" strike="noStrike" dirty="0" err="1">
                          <a:solidFill>
                            <a:srgbClr val="000000"/>
                          </a:solidFill>
                          <a:effectLst/>
                          <a:latin typeface="Abar Mid" pitchFamily="50" charset="-78"/>
                          <a:cs typeface="Abar Mid" pitchFamily="50" charset="-78"/>
                        </a:rPr>
                        <a:t>للتحقق</a:t>
                      </a:r>
                      <a:r>
                        <a:rPr lang="en-US" sz="1100" b="0" i="0" u="none" strike="noStrike" dirty="0">
                          <a:solidFill>
                            <a:srgbClr val="000000"/>
                          </a:solidFill>
                          <a:effectLst/>
                          <a:latin typeface="Abar Mid" pitchFamily="50" charset="-78"/>
                          <a:cs typeface="Abar Mid" pitchFamily="50" charset="-78"/>
                        </a:rPr>
                        <a:t> من </a:t>
                      </a:r>
                      <a:r>
                        <a:rPr lang="en-US" sz="1100" b="0" i="0" u="none" strike="noStrike" dirty="0" err="1">
                          <a:solidFill>
                            <a:srgbClr val="000000"/>
                          </a:solidFill>
                          <a:effectLst/>
                          <a:latin typeface="Abar Mid" pitchFamily="50" charset="-78"/>
                          <a:cs typeface="Abar Mid" pitchFamily="50" charset="-78"/>
                        </a:rPr>
                        <a:t>دقة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الأرقام</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وواقعيتها</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والخروج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بقراءة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أدق</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تعكس</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الوضع</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الفعلي</a:t>
                      </a:r>
                      <a:endParaRPr lang="en-US" sz="1100" b="0" i="0" u="none" strike="noStrike" dirty="0">
                        <a:solidFill>
                          <a:srgbClr val="000000"/>
                        </a:solidFill>
                        <a:effectLst/>
                        <a:latin typeface="Abar Mid" pitchFamily="50" charset="-78"/>
                        <a:cs typeface="Abar Mid" pitchFamily="50" charset="-78"/>
                      </a:endParaRP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err="1">
                          <a:solidFill>
                            <a:srgbClr val="000000"/>
                          </a:solidFill>
                          <a:effectLst/>
                          <a:latin typeface="Abar Mid" pitchFamily="50" charset="-78"/>
                          <a:cs typeface="Abar Mid" pitchFamily="50" charset="-78"/>
                        </a:rPr>
                        <a:t>مركز</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امتثال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الأعمال</a:t>
                      </a:r>
                      <a:endParaRPr lang="en-US" sz="11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100" b="0" i="0" u="none" strike="noStrike" dirty="0">
                          <a:solidFill>
                            <a:srgbClr val="000000"/>
                          </a:solidFill>
                          <a:effectLst/>
                          <a:latin typeface="Abar Mid" pitchFamily="50" charset="-78"/>
                          <a:cs typeface="Abar Mid" pitchFamily="50" charset="-78"/>
                        </a:rPr>
                        <a:t>23-09-2026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endParaRPr sz="1100" dirty="0"/>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921599824"/>
                  </a:ext>
                </a:extLst>
              </a:tr>
              <a:tr h="605741">
                <a:tc>
                  <a:txBody>
                    <a:bodyPr/>
                    <a:lstStyle/>
                    <a:p>
                      <a:pPr algn="ctr" rtl="0" fontAlgn="ctr">
                        <a:buNone/>
                      </a:pPr>
                      <a:r>
                        <a:rPr lang="en-US" sz="1100" b="0" i="0" u="none" strike="noStrike">
                          <a:solidFill>
                            <a:srgbClr val="000000"/>
                          </a:solidFill>
                          <a:effectLst/>
                          <a:latin typeface="Abar Mid" pitchFamily="50" charset="-78"/>
                          <a:cs typeface="Abar Mid" pitchFamily="50" charset="-78"/>
                        </a:rPr>
                        <a:t>10</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err="1">
                          <a:solidFill>
                            <a:srgbClr val="000000"/>
                          </a:solidFill>
                          <a:effectLst/>
                          <a:latin typeface="Abar Mid" pitchFamily="50" charset="-78"/>
                          <a:cs typeface="Abar Mid" pitchFamily="50" charset="-78"/>
                        </a:rPr>
                        <a:t>تنظيم</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ورشة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عمل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لتطوير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آلية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عد</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المعتمرين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تبدأ</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باستعراض</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وشرح</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الآلية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الحالية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التي</a:t>
                      </a:r>
                      <a:r>
                        <a:rPr lang="en-US" sz="1100" b="0" i="0" u="none" strike="noStrike" dirty="0">
                          <a:solidFill>
                            <a:srgbClr val="000000"/>
                          </a:solidFill>
                          <a:effectLst/>
                          <a:latin typeface="Abar Mid" pitchFamily="50" charset="-78"/>
                          <a:cs typeface="Abar Mid" pitchFamily="50" charset="-78"/>
                        </a:rPr>
                        <a:t> تم </a:t>
                      </a:r>
                      <a:r>
                        <a:rPr lang="en-US" sz="1100" b="0" i="0" u="none" strike="noStrike" dirty="0" err="1">
                          <a:solidFill>
                            <a:srgbClr val="000000"/>
                          </a:solidFill>
                          <a:effectLst/>
                          <a:latin typeface="Abar Mid" pitchFamily="50" charset="-78"/>
                          <a:cs typeface="Abar Mid" pitchFamily="50" charset="-78"/>
                        </a:rPr>
                        <a:t>تطويرها</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سابقا</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ومنهجية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الاحتساب</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والتحقق</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ثم</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مناقشة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الأفكار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والفرص</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التطويرية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لتحسين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دقة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العد</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بمشاركة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الجهات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الداخلية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والخارجية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ذات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العلاقة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والقطاع</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الخاص</a:t>
                      </a:r>
                      <a:r>
                        <a:rPr lang="en-US" sz="1100" b="0" i="0" u="none" strike="noStrike" dirty="0">
                          <a:solidFill>
                            <a:srgbClr val="000000"/>
                          </a:solidFill>
                          <a:effectLst/>
                          <a:latin typeface="Abar Mid" pitchFamily="50" charset="-78"/>
                          <a:cs typeface="Abar Mid" pitchFamily="50" charset="-78"/>
                        </a:rPr>
                        <a:t>.</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برنامج خدمة ضيوف الرحمن</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100" b="0" i="0" u="none" strike="noStrike" dirty="0">
                          <a:solidFill>
                            <a:srgbClr val="000000"/>
                          </a:solidFill>
                          <a:effectLst/>
                          <a:latin typeface="Abar Mid" pitchFamily="50" charset="-78"/>
                          <a:cs typeface="Abar Mid" pitchFamily="50" charset="-78"/>
                        </a:rPr>
                        <a:t>01-10-2026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تم </a:t>
                      </a:r>
                      <a:r>
                        <a:rPr lang="en-US" sz="1100" b="0" i="0" u="none" strike="noStrike" dirty="0" err="1">
                          <a:solidFill>
                            <a:srgbClr val="000000"/>
                          </a:solidFill>
                          <a:effectLst/>
                          <a:latin typeface="Abar Mid" pitchFamily="50" charset="-78"/>
                          <a:cs typeface="Abar Mid" pitchFamily="50" charset="-78"/>
                        </a:rPr>
                        <a:t>التنسيق</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للورشة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والمقرر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عقدها</a:t>
                      </a:r>
                      <a:r>
                        <a:rPr lang="en-US" sz="1100" b="0" i="0" u="none" strike="noStrike" dirty="0">
                          <a:solidFill>
                            <a:srgbClr val="000000"/>
                          </a:solidFill>
                          <a:effectLst/>
                          <a:latin typeface="Abar Mid" pitchFamily="50" charset="-78"/>
                          <a:cs typeface="Abar Mid" pitchFamily="50" charset="-78"/>
                        </a:rPr>
                        <a:t> يوم </a:t>
                      </a:r>
                      <a:r>
                        <a:rPr lang="en-US" sz="1100" b="0" i="0" u="none" strike="noStrike" dirty="0" err="1">
                          <a:solidFill>
                            <a:srgbClr val="000000"/>
                          </a:solidFill>
                          <a:effectLst/>
                          <a:latin typeface="Abar Mid" pitchFamily="50" charset="-78"/>
                          <a:cs typeface="Abar Mid" pitchFamily="50" charset="-78"/>
                        </a:rPr>
                        <a:t>الأحد</a:t>
                      </a:r>
                      <a:r>
                        <a:rPr lang="en-US" sz="1100" b="0" i="0" u="none" strike="noStrike" dirty="0">
                          <a:solidFill>
                            <a:srgbClr val="000000"/>
                          </a:solidFill>
                          <a:effectLst/>
                          <a:latin typeface="Abar Mid" pitchFamily="50" charset="-78"/>
                          <a:cs typeface="Abar Mid" pitchFamily="50" charset="-78"/>
                        </a:rPr>
                        <a:t> 20 سبتمبر </a:t>
                      </a:r>
                      <a:r>
                        <a:rPr lang="en-US" sz="1100" b="0" i="0" u="none" strike="noStrike" dirty="0" err="1">
                          <a:solidFill>
                            <a:srgbClr val="000000"/>
                          </a:solidFill>
                          <a:effectLst/>
                          <a:latin typeface="Abar Mid" pitchFamily="50" charset="-78"/>
                          <a:cs typeface="Abar Mid" pitchFamily="50" charset="-78"/>
                        </a:rPr>
                        <a:t>وجاري</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موائمة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قائمة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المدعوين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تمهيدا</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لإرسال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الدعوات</a:t>
                      </a:r>
                      <a:endParaRPr lang="en-US" sz="1100" b="0" i="0" u="none" strike="noStrike" dirty="0">
                        <a:solidFill>
                          <a:srgbClr val="000000"/>
                        </a:solidFill>
                        <a:effectLst/>
                        <a:latin typeface="Abar Mid" pitchFamily="50" charset="-78"/>
                        <a:cs typeface="Abar Mid" pitchFamily="50" charset="-78"/>
                      </a:endParaRP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603239176"/>
                  </a:ext>
                </a:extLst>
              </a:tr>
            </a:tbl>
          </a:graphicData>
        </a:graphic>
      </p:graphicFrame>
      <p:cxnSp>
        <p:nvCxnSpPr>
          <p:cNvPr id="7" name="Straight Connector 6">
            <a:extLst>
              <a:ext uri="{FF2B5EF4-FFF2-40B4-BE49-F238E27FC236}">
                <a16:creationId xmlns:a16="http://schemas.microsoft.com/office/drawing/2014/main" id="{71274A05-6673-09DD-F282-722B2293D8E5}"/>
              </a:ext>
            </a:extLst>
          </p:cNvPr>
          <p:cNvCxnSpPr>
            <a:cxnSpLocks/>
          </p:cNvCxnSpPr>
          <p:nvPr/>
        </p:nvCxnSpPr>
        <p:spPr>
          <a:xfrm>
            <a:off x="40462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sp>
        <p:nvSpPr>
          <p:cNvPr id="9" name="btfpRowHeaderBoxText438126">
            <a:extLst>
              <a:ext uri="{FF2B5EF4-FFF2-40B4-BE49-F238E27FC236}">
                <a16:creationId xmlns:a16="http://schemas.microsoft.com/office/drawing/2014/main" id="{F88EB714-7066-90C3-CB71-1EBD969ECF08}"/>
              </a:ext>
            </a:extLst>
          </p:cNvPr>
          <p:cNvSpPr txBox="1"/>
          <p:nvPr>
            <p:custDataLst>
              <p:tags r:id="rId1"/>
            </p:custDataLst>
          </p:nvPr>
        </p:nvSpPr>
        <p:spPr>
          <a:xfrm flipH="1">
            <a:off x="3671838" y="202522"/>
            <a:ext cx="5724532" cy="440980"/>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800" b="1">
                <a:solidFill>
                  <a:srgbClr val="000000"/>
                </a:solidFill>
                <a:latin typeface="Abar Mid" pitchFamily="2" charset="-78"/>
                <a:ea typeface="Abar Mid" pitchFamily="2" charset="-78"/>
                <a:cs typeface="Abar Mid" pitchFamily="2" charset="-78"/>
              </a:rPr>
              <a:t>تفاصيل المهام</a:t>
            </a:r>
          </a:p>
        </p:txBody>
      </p:sp>
      <p:cxnSp>
        <p:nvCxnSpPr>
          <p:cNvPr id="10" name="Straight Connector 9">
            <a:extLst>
              <a:ext uri="{FF2B5EF4-FFF2-40B4-BE49-F238E27FC236}">
                <a16:creationId xmlns:a16="http://schemas.microsoft.com/office/drawing/2014/main" id="{3D6762F4-3D9B-93B9-62C0-8E54A04866A5}"/>
              </a:ext>
            </a:extLst>
          </p:cNvPr>
          <p:cNvCxnSpPr>
            <a:cxnSpLocks/>
          </p:cNvCxnSpPr>
          <p:nvPr/>
        </p:nvCxnSpPr>
        <p:spPr>
          <a:xfrm>
            <a:off x="77165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aphicFrame>
        <p:nvGraphicFramePr>
          <p:cNvPr id="8" name="Table 7">
            <a:extLst>
              <a:ext uri="{FF2B5EF4-FFF2-40B4-BE49-F238E27FC236}">
                <a16:creationId xmlns:a16="http://schemas.microsoft.com/office/drawing/2014/main" id="{B07FC504-1E90-283F-FA53-F5F64DD4E739}"/>
              </a:ext>
            </a:extLst>
          </p:cNvPr>
          <p:cNvGraphicFramePr>
            <a:graphicFrameLocks noGrp="1"/>
          </p:cNvGraphicFramePr>
          <p:nvPr>
            <p:extLst>
              <p:ext uri="{D42A27DB-BD31-4B8C-83A1-F6EECF244321}">
                <p14:modId xmlns:p14="http://schemas.microsoft.com/office/powerpoint/2010/main" val="550579186"/>
              </p:ext>
            </p:extLst>
          </p:nvPr>
        </p:nvGraphicFramePr>
        <p:xfrm>
          <a:off x="183675" y="3779837"/>
          <a:ext cx="13062099" cy="1051477"/>
        </p:xfrm>
        <a:graphic>
          <a:graphicData uri="http://schemas.openxmlformats.org/drawingml/2006/table">
            <a:tbl>
              <a:tblPr rtl="1"/>
              <a:tblGrid>
                <a:gridCol w="725606">
                  <a:extLst>
                    <a:ext uri="{9D8B030D-6E8A-4147-A177-3AD203B41FA5}">
                      <a16:colId xmlns:a16="http://schemas.microsoft.com/office/drawing/2014/main" val="20000"/>
                    </a:ext>
                  </a:extLst>
                </a:gridCol>
                <a:gridCol w="3748393">
                  <a:extLst>
                    <a:ext uri="{9D8B030D-6E8A-4147-A177-3AD203B41FA5}">
                      <a16:colId xmlns:a16="http://schemas.microsoft.com/office/drawing/2014/main" val="20001"/>
                    </a:ext>
                  </a:extLst>
                </a:gridCol>
                <a:gridCol w="1524355">
                  <a:extLst>
                    <a:ext uri="{9D8B030D-6E8A-4147-A177-3AD203B41FA5}">
                      <a16:colId xmlns:a16="http://schemas.microsoft.com/office/drawing/2014/main" val="20002"/>
                    </a:ext>
                  </a:extLst>
                </a:gridCol>
                <a:gridCol w="1519459">
                  <a:extLst>
                    <a:ext uri="{9D8B030D-6E8A-4147-A177-3AD203B41FA5}">
                      <a16:colId xmlns:a16="http://schemas.microsoft.com/office/drawing/2014/main" val="20003"/>
                    </a:ext>
                  </a:extLst>
                </a:gridCol>
                <a:gridCol w="615670">
                  <a:extLst>
                    <a:ext uri="{9D8B030D-6E8A-4147-A177-3AD203B41FA5}">
                      <a16:colId xmlns:a16="http://schemas.microsoft.com/office/drawing/2014/main" val="20004"/>
                    </a:ext>
                  </a:extLst>
                </a:gridCol>
                <a:gridCol w="4928616">
                  <a:extLst>
                    <a:ext uri="{9D8B030D-6E8A-4147-A177-3AD203B41FA5}">
                      <a16:colId xmlns:a16="http://schemas.microsoft.com/office/drawing/2014/main" val="20005"/>
                    </a:ext>
                  </a:extLst>
                </a:gridCol>
              </a:tblGrid>
              <a:tr h="219980">
                <a:tc gridSpan="6">
                  <a:txBody>
                    <a:body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JO" sz="1100" dirty="0">
                          <a:solidFill>
                            <a:srgbClr val="00080B"/>
                          </a:solidFill>
                          <a:latin typeface="Abar Mid" pitchFamily="50" charset="-78"/>
                          <a:ea typeface="Abar Mid" pitchFamily="50" charset="-78"/>
                          <a:cs typeface="Abar Mid" pitchFamily="50" charset="-78"/>
                        </a:rPr>
                        <a:t>تفاصيل المهام (اجتماع التجربة الرقمية)</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239108">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en-US" sz="1100" b="1" kern="1200" dirty="0">
                          <a:solidFill>
                            <a:schemeClr val="bg1"/>
                          </a:solidFill>
                          <a:latin typeface="Abar Mid" pitchFamily="50" charset="-78"/>
                          <a:ea typeface="Abar Mid" pitchFamily="50" charset="-78"/>
                          <a:cs typeface="Abar Mid" pitchFamily="50" charset="-78"/>
                        </a:rPr>
                        <a:t>#</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100" b="1" kern="1200" dirty="0">
                          <a:solidFill>
                            <a:schemeClr val="bg1"/>
                          </a:solidFill>
                          <a:latin typeface="Abar Mid" pitchFamily="50" charset="-78"/>
                          <a:ea typeface="Abar Mid" pitchFamily="50" charset="-78"/>
                          <a:cs typeface="Abar Mid" pitchFamily="50" charset="-78"/>
                        </a:rPr>
                        <a:t>المهمة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dirty="0">
                          <a:solidFill>
                            <a:schemeClr val="bg1"/>
                          </a:solidFill>
                          <a:latin typeface="Abar Mid" pitchFamily="50" charset="-78"/>
                          <a:ea typeface="Abar Mid" pitchFamily="50" charset="-78"/>
                          <a:cs typeface="Abar Mid" pitchFamily="50" charset="-78"/>
                        </a:rPr>
                        <a:t>القطاع</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baseline="0" dirty="0">
                          <a:solidFill>
                            <a:schemeClr val="bg1"/>
                          </a:solidFill>
                          <a:latin typeface="Abar Mid" pitchFamily="50" charset="-78"/>
                          <a:ea typeface="Abar Mid" pitchFamily="50" charset="-78"/>
                          <a:cs typeface="Abar Mid" pitchFamily="50" charset="-78"/>
                        </a:rPr>
                        <a:t>تاريخ الإنجاز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dirty="0">
                          <a:solidFill>
                            <a:schemeClr val="bg1"/>
                          </a:solidFill>
                          <a:latin typeface="Abar Mid" pitchFamily="50" charset="-78"/>
                          <a:ea typeface="Abar Mid" pitchFamily="50" charset="-78"/>
                          <a:cs typeface="Abar Mid" pitchFamily="50" charset="-78"/>
                        </a:rPr>
                        <a:t>الحالة</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dirty="0">
                          <a:solidFill>
                            <a:schemeClr val="bg1"/>
                          </a:solidFill>
                          <a:latin typeface="Abar Mid" pitchFamily="50" charset="-78"/>
                          <a:ea typeface="Abar Mid" pitchFamily="50" charset="-78"/>
                          <a:cs typeface="Abar Mid" pitchFamily="50" charset="-78"/>
                        </a:rPr>
                        <a:t>ملاحظات</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466261">
                <a:tc>
                  <a:txBody>
                    <a:bodyPr/>
                    <a:lstStyle/>
                    <a:p>
                      <a:pPr algn="ctr" rtl="0" fontAlgn="ctr">
                        <a:buNone/>
                      </a:pPr>
                      <a:r>
                        <a:rPr lang="en-US" sz="1100" b="0" i="0" u="none" strike="noStrike">
                          <a:solidFill>
                            <a:srgbClr val="000000"/>
                          </a:solidFill>
                          <a:effectLst/>
                          <a:latin typeface="Abar Mid" pitchFamily="50" charset="-78"/>
                          <a:cs typeface="Abar Mid" pitchFamily="50" charset="-78"/>
                        </a:rPr>
                        <a:t>1</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err="1">
                          <a:solidFill>
                            <a:srgbClr val="000000"/>
                          </a:solidFill>
                          <a:effectLst/>
                          <a:latin typeface="Abar Mid" pitchFamily="50" charset="-78"/>
                          <a:cs typeface="Abar Mid" pitchFamily="50" charset="-78"/>
                        </a:rPr>
                        <a:t>إتاحة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شراء</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باقات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العمرة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واختيار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وتغيير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شركة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العمرة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عبر</a:t>
                      </a:r>
                      <a:r>
                        <a:rPr lang="en-US" sz="1100" b="0" i="0" u="none" strike="noStrike" dirty="0">
                          <a:solidFill>
                            <a:srgbClr val="000000"/>
                          </a:solidFill>
                          <a:effectLst/>
                          <a:latin typeface="Abar Mid" pitchFamily="50" charset="-78"/>
                          <a:cs typeface="Abar Mid" pitchFamily="50" charset="-78"/>
                        </a:rPr>
                        <a:t> تطبيق نسك</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err="1">
                          <a:solidFill>
                            <a:srgbClr val="000000"/>
                          </a:solidFill>
                          <a:effectLst/>
                          <a:latin typeface="Abar Mid" pitchFamily="50" charset="-78"/>
                          <a:cs typeface="Abar Mid" pitchFamily="50" charset="-78"/>
                        </a:rPr>
                        <a:t>مركز</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منصة</a:t>
                      </a:r>
                      <a:r>
                        <a:rPr lang="en-US" sz="1100" b="0" i="0" u="none" strike="noStrike" dirty="0">
                          <a:solidFill>
                            <a:srgbClr val="000000"/>
                          </a:solidFill>
                          <a:effectLst/>
                          <a:latin typeface="Abar Mid" pitchFamily="50" charset="-78"/>
                          <a:cs typeface="Abar Mid" pitchFamily="50" charset="-78"/>
                        </a:rPr>
                        <a:t> نسك </a:t>
                      </a:r>
                      <a:r>
                        <a:rPr lang="en-US" sz="1100" b="0" i="0" u="none" strike="noStrike" dirty="0" err="1">
                          <a:solidFill>
                            <a:srgbClr val="000000"/>
                          </a:solidFill>
                          <a:effectLst/>
                          <a:latin typeface="Abar Mid" pitchFamily="50" charset="-78"/>
                          <a:cs typeface="Abar Mid" pitchFamily="50" charset="-78"/>
                        </a:rPr>
                        <a:t>الرقمية</a:t>
                      </a:r>
                      <a:endParaRPr lang="en-US" sz="11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100" b="0" i="0" u="none" strike="noStrike" dirty="0">
                          <a:solidFill>
                            <a:srgbClr val="000000"/>
                          </a:solidFill>
                          <a:effectLst/>
                          <a:latin typeface="Abar Mid" pitchFamily="50" charset="-78"/>
                          <a:cs typeface="Abar Mid" pitchFamily="50" charset="-78"/>
                        </a:rPr>
                        <a:t>30-09-2026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endParaRPr sz="1100" dirty="0"/>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bl>
          </a:graphicData>
        </a:graphic>
      </p:graphicFrame>
      <p:graphicFrame>
        <p:nvGraphicFramePr>
          <p:cNvPr id="11" name="Table 10">
            <a:extLst>
              <a:ext uri="{FF2B5EF4-FFF2-40B4-BE49-F238E27FC236}">
                <a16:creationId xmlns:a16="http://schemas.microsoft.com/office/drawing/2014/main" id="{494A5A4B-7F9B-4333-84F4-A7497E786746}"/>
              </a:ext>
            </a:extLst>
          </p:cNvPr>
          <p:cNvGraphicFramePr>
            <a:graphicFrameLocks noGrp="1"/>
          </p:cNvGraphicFramePr>
          <p:nvPr>
            <p:extLst>
              <p:ext uri="{D42A27DB-BD31-4B8C-83A1-F6EECF244321}">
                <p14:modId xmlns:p14="http://schemas.microsoft.com/office/powerpoint/2010/main" val="3463237351"/>
              </p:ext>
            </p:extLst>
          </p:nvPr>
        </p:nvGraphicFramePr>
        <p:xfrm>
          <a:off x="183675" y="5148478"/>
          <a:ext cx="13062099" cy="1051477"/>
        </p:xfrm>
        <a:graphic>
          <a:graphicData uri="http://schemas.openxmlformats.org/drawingml/2006/table">
            <a:tbl>
              <a:tblPr rtl="1"/>
              <a:tblGrid>
                <a:gridCol w="725606">
                  <a:extLst>
                    <a:ext uri="{9D8B030D-6E8A-4147-A177-3AD203B41FA5}">
                      <a16:colId xmlns:a16="http://schemas.microsoft.com/office/drawing/2014/main" val="20000"/>
                    </a:ext>
                  </a:extLst>
                </a:gridCol>
                <a:gridCol w="3748393">
                  <a:extLst>
                    <a:ext uri="{9D8B030D-6E8A-4147-A177-3AD203B41FA5}">
                      <a16:colId xmlns:a16="http://schemas.microsoft.com/office/drawing/2014/main" val="20001"/>
                    </a:ext>
                  </a:extLst>
                </a:gridCol>
                <a:gridCol w="1524355">
                  <a:extLst>
                    <a:ext uri="{9D8B030D-6E8A-4147-A177-3AD203B41FA5}">
                      <a16:colId xmlns:a16="http://schemas.microsoft.com/office/drawing/2014/main" val="20002"/>
                    </a:ext>
                  </a:extLst>
                </a:gridCol>
                <a:gridCol w="1519459">
                  <a:extLst>
                    <a:ext uri="{9D8B030D-6E8A-4147-A177-3AD203B41FA5}">
                      <a16:colId xmlns:a16="http://schemas.microsoft.com/office/drawing/2014/main" val="20003"/>
                    </a:ext>
                  </a:extLst>
                </a:gridCol>
                <a:gridCol w="615670">
                  <a:extLst>
                    <a:ext uri="{9D8B030D-6E8A-4147-A177-3AD203B41FA5}">
                      <a16:colId xmlns:a16="http://schemas.microsoft.com/office/drawing/2014/main" val="20004"/>
                    </a:ext>
                  </a:extLst>
                </a:gridCol>
                <a:gridCol w="4928616">
                  <a:extLst>
                    <a:ext uri="{9D8B030D-6E8A-4147-A177-3AD203B41FA5}">
                      <a16:colId xmlns:a16="http://schemas.microsoft.com/office/drawing/2014/main" val="20005"/>
                    </a:ext>
                  </a:extLst>
                </a:gridCol>
              </a:tblGrid>
              <a:tr h="219980">
                <a:tc gridSpan="6">
                  <a:txBody>
                    <a:body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JO" sz="1100" dirty="0">
                          <a:solidFill>
                            <a:srgbClr val="00080B"/>
                          </a:solidFill>
                          <a:latin typeface="Abar Mid" pitchFamily="50" charset="-78"/>
                          <a:ea typeface="Abar Mid" pitchFamily="50" charset="-78"/>
                          <a:cs typeface="Abar Mid" pitchFamily="50" charset="-78"/>
                        </a:rPr>
                        <a:t>تفاصيل المهام (لجنة المتابعة)</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239108">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en-US" sz="1100" b="1" kern="1200" dirty="0">
                          <a:solidFill>
                            <a:schemeClr val="bg1"/>
                          </a:solidFill>
                          <a:latin typeface="Abar Mid" pitchFamily="50" charset="-78"/>
                          <a:ea typeface="Abar Mid" pitchFamily="50" charset="-78"/>
                          <a:cs typeface="Abar Mid" pitchFamily="50" charset="-78"/>
                        </a:rPr>
                        <a:t>#</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المهمة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b="1" kern="1200" dirty="0">
                          <a:solidFill>
                            <a:schemeClr val="bg1"/>
                          </a:solidFill>
                          <a:latin typeface="Abar Mid" pitchFamily="50" charset="-78"/>
                          <a:ea typeface="Abar Mid" pitchFamily="50" charset="-78"/>
                          <a:cs typeface="Abar Mid" pitchFamily="50" charset="-78"/>
                        </a:rPr>
                        <a:t>القطاع</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b="1" kern="1200" baseline="0" dirty="0">
                          <a:solidFill>
                            <a:schemeClr val="bg1"/>
                          </a:solidFill>
                          <a:latin typeface="Abar Mid" pitchFamily="50" charset="-78"/>
                          <a:ea typeface="Abar Mid" pitchFamily="50" charset="-78"/>
                          <a:cs typeface="Abar Mid" pitchFamily="50" charset="-78"/>
                        </a:rPr>
                        <a:t>تاريخ الإنجاز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b="1" kern="1200" dirty="0">
                          <a:solidFill>
                            <a:schemeClr val="bg1"/>
                          </a:solidFill>
                          <a:latin typeface="Abar Mid" pitchFamily="50" charset="-78"/>
                          <a:ea typeface="Abar Mid" pitchFamily="50" charset="-78"/>
                          <a:cs typeface="Abar Mid" pitchFamily="50" charset="-78"/>
                        </a:rPr>
                        <a:t>الحالة</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b="1" kern="1200" dirty="0">
                          <a:solidFill>
                            <a:schemeClr val="bg1"/>
                          </a:solidFill>
                          <a:latin typeface="Abar Mid" pitchFamily="50" charset="-78"/>
                          <a:ea typeface="Abar Mid" pitchFamily="50" charset="-78"/>
                          <a:cs typeface="Abar Mid" pitchFamily="50" charset="-78"/>
                        </a:rPr>
                        <a:t>ملاحظات</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466261">
                <a:tc>
                  <a:txBody>
                    <a:bodyPr/>
                    <a:lstStyle/>
                    <a:p>
                      <a:pPr algn="ctr" rtl="0" fontAlgn="ctr">
                        <a:buNone/>
                      </a:pPr>
                      <a:r>
                        <a:rPr lang="en-US" sz="1100" b="0" i="0" u="none" strike="noStrike">
                          <a:solidFill>
                            <a:srgbClr val="000000"/>
                          </a:solidFill>
                          <a:effectLst/>
                          <a:latin typeface="Abar Mid" pitchFamily="50" charset="-78"/>
                          <a:cs typeface="Abar Mid" pitchFamily="50" charset="-78"/>
                        </a:rPr>
                        <a:t>1</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دراسة </a:t>
                      </a:r>
                      <a:r>
                        <a:rPr lang="en-US" sz="1100" b="0" i="0" u="none" strike="noStrike" dirty="0" err="1">
                          <a:solidFill>
                            <a:srgbClr val="000000"/>
                          </a:solidFill>
                          <a:effectLst/>
                          <a:latin typeface="Abar Mid" pitchFamily="50" charset="-78"/>
                          <a:cs typeface="Abar Mid" pitchFamily="50" charset="-78"/>
                        </a:rPr>
                        <a:t>مقترح</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المنظومة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الذكية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المعتمدة</a:t>
                      </a:r>
                      <a:r>
                        <a:rPr lang="en-US" sz="1100" b="0" i="0" u="none" strike="noStrike" dirty="0">
                          <a:solidFill>
                            <a:srgbClr val="000000"/>
                          </a:solidFill>
                          <a:effectLst/>
                          <a:latin typeface="Abar Mid" pitchFamily="50" charset="-78"/>
                          <a:cs typeface="Abar Mid" pitchFamily="50" charset="-78"/>
                        </a:rPr>
                        <a:t> على </a:t>
                      </a:r>
                      <a:r>
                        <a:rPr lang="en-US" sz="1100" b="0" i="0" u="none" strike="noStrike" dirty="0" err="1">
                          <a:solidFill>
                            <a:srgbClr val="000000"/>
                          </a:solidFill>
                          <a:effectLst/>
                          <a:latin typeface="Abar Mid" pitchFamily="50" charset="-78"/>
                          <a:cs typeface="Abar Mid" pitchFamily="50" charset="-78"/>
                        </a:rPr>
                        <a:t>الساعة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المعصمية</a:t>
                      </a:r>
                      <a:r>
                        <a:rPr lang="en-US" sz="1100" b="0" i="0" u="none" strike="noStrike" dirty="0">
                          <a:solidFill>
                            <a:srgbClr val="000000"/>
                          </a:solidFill>
                          <a:effectLst/>
                          <a:latin typeface="Abar Mid" pitchFamily="50" charset="-78"/>
                          <a:cs typeface="Abar Mid" pitchFamily="50" charset="-78"/>
                        </a:rPr>
                        <a:t> بالتنسيق مع </a:t>
                      </a:r>
                      <a:r>
                        <a:rPr lang="en-US" sz="1100" b="0" i="0" u="none" strike="noStrike" dirty="0" err="1">
                          <a:solidFill>
                            <a:srgbClr val="000000"/>
                          </a:solidFill>
                          <a:effectLst/>
                          <a:latin typeface="Abar Mid" pitchFamily="50" charset="-78"/>
                          <a:cs typeface="Abar Mid" pitchFamily="50" charset="-78"/>
                        </a:rPr>
                        <a:t>سدايا</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ومشاركة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ملخص</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تنفيذي</a:t>
                      </a:r>
                      <a:endParaRPr lang="en-US" sz="1100" b="0" i="0" u="none" strike="noStrike" dirty="0">
                        <a:solidFill>
                          <a:srgbClr val="000000"/>
                        </a:solidFill>
                        <a:effectLst/>
                        <a:latin typeface="Abar Mid" pitchFamily="50" charset="-78"/>
                        <a:cs typeface="Abar Mid" pitchFamily="50" charset="-78"/>
                      </a:endParaRP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التحول الرقمي وتقنية المعلومات</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ar-SA" sz="1100" b="0" i="0" u="none" strike="noStrike" dirty="0">
                          <a:solidFill>
                            <a:srgbClr val="000000"/>
                          </a:solidFill>
                          <a:effectLst/>
                          <a:latin typeface="Abar Mid" pitchFamily="50" charset="-78"/>
                          <a:cs typeface="Abar Mid" pitchFamily="50" charset="-78"/>
                        </a:rPr>
                        <a:t>30-09-2026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ar-SA" sz="1100" b="0" i="0" u="none" strike="noStrike" dirty="0">
                          <a:solidFill>
                            <a:srgbClr val="000000"/>
                          </a:solidFill>
                          <a:effectLst/>
                          <a:latin typeface="Abar Mid" pitchFamily="50" charset="-78"/>
                          <a:cs typeface="Abar Mid" pitchFamily="50" charset="-78"/>
                        </a:rPr>
                        <a:t>على المخطط</a:t>
                      </a:r>
                      <a:endParaRPr lang="en-US" sz="11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r>
                        <a:rPr lang="en-US" sz="1100" b="0" i="0" u="none" strike="noStrike" dirty="0">
                          <a:solidFill>
                            <a:srgbClr val="000000"/>
                          </a:solidFill>
                          <a:effectLst/>
                          <a:latin typeface="Abar Mid" pitchFamily="50" charset="-78"/>
                          <a:cs typeface="Abar Mid" pitchFamily="50" charset="-78"/>
                        </a:rPr>
                        <a:t>تم الانتهاء من دراسة </a:t>
                      </a:r>
                      <a:r>
                        <a:rPr lang="en-US" sz="1100" b="0" i="0" u="none" strike="noStrike" dirty="0" err="1">
                          <a:solidFill>
                            <a:srgbClr val="000000"/>
                          </a:solidFill>
                          <a:effectLst/>
                          <a:latin typeface="Abar Mid" pitchFamily="50" charset="-78"/>
                          <a:cs typeface="Abar Mid" pitchFamily="50" charset="-78"/>
                        </a:rPr>
                        <a:t>المبادرة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بالتعاون</a:t>
                      </a:r>
                      <a:r>
                        <a:rPr lang="en-US" sz="1100" b="0" i="0" u="none" strike="noStrike" dirty="0">
                          <a:solidFill>
                            <a:srgbClr val="000000"/>
                          </a:solidFill>
                          <a:effectLst/>
                          <a:latin typeface="Abar Mid" pitchFamily="50" charset="-78"/>
                          <a:cs typeface="Abar Mid" pitchFamily="50" charset="-78"/>
                        </a:rPr>
                        <a:t> مع </a:t>
                      </a:r>
                      <a:r>
                        <a:rPr lang="en-US" sz="1100" b="0" i="0" u="none" strike="noStrike" dirty="0" err="1">
                          <a:solidFill>
                            <a:srgbClr val="000000"/>
                          </a:solidFill>
                          <a:effectLst/>
                          <a:latin typeface="Abar Mid" pitchFamily="50" charset="-78"/>
                          <a:cs typeface="Abar Mid" pitchFamily="50" charset="-78"/>
                        </a:rPr>
                        <a:t>سدايا</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وتضمين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أبرز</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الملاحظات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والتوصيات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وبانتظار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اعتماد</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اكتمال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المهمة</a:t>
                      </a:r>
                      <a:r>
                        <a:rPr lang="en-US" sz="1100" b="0" i="0" u="none" strike="noStrike" dirty="0">
                          <a:solidFill>
                            <a:srgbClr val="000000"/>
                          </a:solidFill>
                          <a:effectLst/>
                          <a:latin typeface="Abar Mid" pitchFamily="50" charset="-78"/>
                          <a:cs typeface="Abar Mid" pitchFamily="50" charset="-78"/>
                        </a:rPr>
                        <a:t> من </a:t>
                      </a:r>
                      <a:r>
                        <a:rPr lang="en-US" sz="1100" b="0" i="0" u="none" strike="noStrike" dirty="0" err="1">
                          <a:solidFill>
                            <a:srgbClr val="000000"/>
                          </a:solidFill>
                          <a:effectLst/>
                          <a:latin typeface="Abar Mid" pitchFamily="50" charset="-78"/>
                          <a:cs typeface="Abar Mid" pitchFamily="50" charset="-78"/>
                        </a:rPr>
                        <a:t>أمانة</a:t>
                      </a:r>
                      <a:r>
                        <a:rPr lang="en-US" sz="1100" b="0" i="0" u="none" strike="noStrike" dirty="0">
                          <a:solidFill>
                            <a:srgbClr val="000000"/>
                          </a:solidFill>
                          <a:effectLst/>
                          <a:latin typeface="Abar Mid" pitchFamily="50" charset="-78"/>
                          <a:cs typeface="Abar Mid" pitchFamily="50" charset="-78"/>
                        </a:rPr>
                        <a:t> لجنة </a:t>
                      </a:r>
                      <a:r>
                        <a:rPr lang="en-US" sz="1100" b="0" i="0" u="none" strike="noStrike" dirty="0" err="1">
                          <a:solidFill>
                            <a:srgbClr val="000000"/>
                          </a:solidFill>
                          <a:effectLst/>
                          <a:latin typeface="Abar Mid" pitchFamily="50" charset="-78"/>
                          <a:cs typeface="Abar Mid" pitchFamily="50" charset="-78"/>
                        </a:rPr>
                        <a:t>المتابعة</a:t>
                      </a:r>
                      <a:endParaRPr lang="en-US" sz="1100" b="0" i="0" u="none" strike="noStrike" dirty="0">
                        <a:solidFill>
                          <a:srgbClr val="000000"/>
                        </a:solidFill>
                        <a:effectLst/>
                        <a:latin typeface="Abar Mid" pitchFamily="50" charset="-78"/>
                        <a:cs typeface="Abar Mid" pitchFamily="50" charset="-78"/>
                      </a:endParaRP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0000955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F4A514-4816-1A24-1D4C-4A2FE6F82E7F}"/>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CCA5D1B7-2A73-4181-9399-9A54876BAC9F}"/>
              </a:ext>
            </a:extLst>
          </p:cNvPr>
          <p:cNvGrpSpPr/>
          <p:nvPr/>
        </p:nvGrpSpPr>
        <p:grpSpPr>
          <a:xfrm>
            <a:off x="3857621" y="3256998"/>
            <a:ext cx="5724532" cy="1042296"/>
            <a:chOff x="1079493" y="4415868"/>
            <a:chExt cx="5724532" cy="1042296"/>
          </a:xfrm>
        </p:grpSpPr>
        <p:sp>
          <p:nvSpPr>
            <p:cNvPr id="3" name="btfpRowHeaderBoxText438126">
              <a:extLst>
                <a:ext uri="{FF2B5EF4-FFF2-40B4-BE49-F238E27FC236}">
                  <a16:creationId xmlns:a16="http://schemas.microsoft.com/office/drawing/2014/main" id="{8805D0B9-DCA1-BE2A-C056-FF6AAC2D6630}"/>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marL="0" marR="0" lvl="0" indent="0" algn="ctr" defTabSz="977875" rtl="1" eaLnBrk="1" fontAlgn="auto" latinLnBrk="0" hangingPunct="1">
                <a:lnSpc>
                  <a:spcPts val="3300"/>
                </a:lnSpc>
                <a:spcBef>
                  <a:spcPct val="0"/>
                </a:spcBef>
                <a:spcAft>
                  <a:spcPts val="0"/>
                </a:spcAft>
                <a:buClrTx/>
                <a:buSzTx/>
                <a:buFontTx/>
                <a:buNone/>
                <a:tabLst/>
                <a:defRPr/>
              </a:pPr>
              <a:r>
                <a:rPr kumimoji="0" lang="ar-SA" sz="4000" b="1" i="0" u="none" strike="noStrike" kern="1200" cap="none" spc="0" normalizeH="0" baseline="0" noProof="0">
                  <a:ln w="6350" cap="flat">
                    <a:noFill/>
                    <a:miter lim="800000"/>
                  </a:ln>
                  <a:solidFill>
                    <a:srgbClr val="FFFFFF"/>
                  </a:solidFill>
                  <a:effectLst/>
                  <a:uLnTx/>
                  <a:uFillTx/>
                  <a:latin typeface="Abar Mid" pitchFamily="2" charset="-78"/>
                  <a:ea typeface="Abar Mid" pitchFamily="2" charset="-78"/>
                  <a:cs typeface="Abar Mid" pitchFamily="2" charset="-78"/>
                </a:rPr>
                <a:t>تفاصيل مشاريع سهيل</a:t>
              </a:r>
            </a:p>
          </p:txBody>
        </p:sp>
        <p:cxnSp>
          <p:nvCxnSpPr>
            <p:cNvPr id="5" name="Straight Connector 4">
              <a:extLst>
                <a:ext uri="{FF2B5EF4-FFF2-40B4-BE49-F238E27FC236}">
                  <a16:creationId xmlns:a16="http://schemas.microsoft.com/office/drawing/2014/main" id="{F520C681-587E-E9A1-4554-ECEFA40D15B2}"/>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spTree>
    <p:extLst>
      <p:ext uri="{BB962C8B-B14F-4D97-AF65-F5344CB8AC3E}">
        <p14:creationId xmlns:p14="http://schemas.microsoft.com/office/powerpoint/2010/main" val="8576157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93">
            <a:extLst>
              <a:ext uri="{FF2B5EF4-FFF2-40B4-BE49-F238E27FC236}">
                <a16:creationId xmlns:a16="http://schemas.microsoft.com/office/drawing/2014/main" id="{6FF3D568-332A-064C-9FCA-1DF707AF6E73}"/>
              </a:ext>
            </a:extLst>
          </p:cNvPr>
          <p:cNvSpPr/>
          <p:nvPr/>
        </p:nvSpPr>
        <p:spPr>
          <a:xfrm>
            <a:off x="10227453" y="2424572"/>
            <a:ext cx="3067049" cy="4349942"/>
          </a:xfrm>
          <a:prstGeom prst="roundRect">
            <a:avLst>
              <a:gd name="adj" fmla="val 3573"/>
            </a:avLst>
          </a:prstGeom>
          <a:solidFill>
            <a:srgbClr val="FFFFFF"/>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endParaRPr lang="en-US" sz="900" kern="0">
              <a:solidFill>
                <a:srgbClr val="F2F2F2"/>
              </a:solidFill>
              <a:latin typeface="Century Gothic" panose="020B0502020202020204" pitchFamily="34" charset="0"/>
            </a:endParaRPr>
          </a:p>
        </p:txBody>
      </p:sp>
      <p:sp>
        <p:nvSpPr>
          <p:cNvPr id="3" name="Rounded Rectangle 93">
            <a:extLst>
              <a:ext uri="{FF2B5EF4-FFF2-40B4-BE49-F238E27FC236}">
                <a16:creationId xmlns:a16="http://schemas.microsoft.com/office/drawing/2014/main" id="{A92FF0C8-3E4B-AED7-CAEC-FB6EB0EDB456}"/>
              </a:ext>
            </a:extLst>
          </p:cNvPr>
          <p:cNvSpPr/>
          <p:nvPr/>
        </p:nvSpPr>
        <p:spPr>
          <a:xfrm>
            <a:off x="10173543" y="802096"/>
            <a:ext cx="3120959" cy="1566454"/>
          </a:xfrm>
          <a:prstGeom prst="roundRect">
            <a:avLst>
              <a:gd name="adj" fmla="val 3573"/>
            </a:avLst>
          </a:prstGeom>
          <a:solidFill>
            <a:srgbClr val="FFFFFF"/>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endParaRPr lang="en-US" sz="900" kern="0">
              <a:solidFill>
                <a:srgbClr val="F2F2F2"/>
              </a:solidFill>
              <a:latin typeface="Century Gothic" panose="020B0502020202020204" pitchFamily="34" charset="0"/>
            </a:endParaRPr>
          </a:p>
        </p:txBody>
      </p:sp>
      <p:sp>
        <p:nvSpPr>
          <p:cNvPr id="4" name="TextBox 8">
            <a:extLst>
              <a:ext uri="{FF2B5EF4-FFF2-40B4-BE49-F238E27FC236}">
                <a16:creationId xmlns:a16="http://schemas.microsoft.com/office/drawing/2014/main" id="{CB26C45B-2781-05AE-60E9-BFE4E8B4101F}"/>
              </a:ext>
            </a:extLst>
          </p:cNvPr>
          <p:cNvSpPr txBox="1"/>
          <p:nvPr/>
        </p:nvSpPr>
        <p:spPr>
          <a:xfrm>
            <a:off x="12171586" y="1828047"/>
            <a:ext cx="1101743" cy="26161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1100">
                <a:solidFill>
                  <a:srgbClr val="D9A86A"/>
                </a:solidFill>
                <a:latin typeface="Abar Mid" pitchFamily="50" charset="-78"/>
                <a:ea typeface="Abar Mid" pitchFamily="50" charset="-78"/>
                <a:cs typeface="Abar Mid" pitchFamily="50" charset="-78"/>
              </a:rPr>
              <a:t>إجمالي المشاريع</a:t>
            </a:r>
          </a:p>
        </p:txBody>
      </p:sp>
      <p:sp>
        <p:nvSpPr>
          <p:cNvPr id="5" name="TextBox 10">
            <a:extLst>
              <a:ext uri="{FF2B5EF4-FFF2-40B4-BE49-F238E27FC236}">
                <a16:creationId xmlns:a16="http://schemas.microsoft.com/office/drawing/2014/main" id="{B0562E82-9DC8-CFE5-9756-9F7D28D98DC3}"/>
              </a:ext>
            </a:extLst>
          </p:cNvPr>
          <p:cNvSpPr txBox="1"/>
          <p:nvPr/>
        </p:nvSpPr>
        <p:spPr>
          <a:xfrm>
            <a:off x="12262622" y="1216935"/>
            <a:ext cx="919654" cy="769441"/>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4400" b="1">
                <a:solidFill>
                  <a:srgbClr val="D9A86A"/>
                </a:solidFill>
                <a:latin typeface="Abar Mid" pitchFamily="50" charset="-78"/>
                <a:ea typeface="Abar Mid" pitchFamily="50" charset="-78"/>
                <a:cs typeface="Abar Mid" pitchFamily="50" charset="-78"/>
              </a:rPr>
              <a:t>20</a:t>
            </a:r>
          </a:p>
        </p:txBody>
      </p:sp>
      <p:grpSp>
        <p:nvGrpSpPr>
          <p:cNvPr id="6" name="Group 5">
            <a:extLst>
              <a:ext uri="{FF2B5EF4-FFF2-40B4-BE49-F238E27FC236}">
                <a16:creationId xmlns:a16="http://schemas.microsoft.com/office/drawing/2014/main" id="{3D81127D-6D05-85D7-020A-A3D325340050}"/>
              </a:ext>
            </a:extLst>
          </p:cNvPr>
          <p:cNvGrpSpPr/>
          <p:nvPr/>
        </p:nvGrpSpPr>
        <p:grpSpPr>
          <a:xfrm>
            <a:off x="11082638" y="935209"/>
            <a:ext cx="1101743" cy="645663"/>
            <a:chOff x="10628895" y="894190"/>
            <a:chExt cx="1101743" cy="645663"/>
          </a:xfrm>
        </p:grpSpPr>
        <p:sp>
          <p:nvSpPr>
            <p:cNvPr id="7" name="TextBox 12">
              <a:extLst>
                <a:ext uri="{FF2B5EF4-FFF2-40B4-BE49-F238E27FC236}">
                  <a16:creationId xmlns:a16="http://schemas.microsoft.com/office/drawing/2014/main" id="{E8A8677C-53B1-6A47-E2FB-777B834A6E69}"/>
                </a:ext>
              </a:extLst>
            </p:cNvPr>
            <p:cNvSpPr txBox="1"/>
            <p:nvPr/>
          </p:nvSpPr>
          <p:spPr>
            <a:xfrm>
              <a:off x="10628895" y="1278243"/>
              <a:ext cx="1101743" cy="26161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1100">
                  <a:solidFill>
                    <a:srgbClr val="174766"/>
                  </a:solidFill>
                  <a:latin typeface="Abar Mid" pitchFamily="50" charset="-78"/>
                  <a:ea typeface="Abar Mid" pitchFamily="50" charset="-78"/>
                  <a:cs typeface="Abar Mid" pitchFamily="50" charset="-78"/>
                </a:rPr>
                <a:t>مكتملة</a:t>
              </a:r>
            </a:p>
          </p:txBody>
        </p:sp>
        <p:sp>
          <p:nvSpPr>
            <p:cNvPr id="8" name="TextBox 13">
              <a:extLst>
                <a:ext uri="{FF2B5EF4-FFF2-40B4-BE49-F238E27FC236}">
                  <a16:creationId xmlns:a16="http://schemas.microsoft.com/office/drawing/2014/main" id="{5506223F-2C9C-324D-092C-5FB1FD42CBEA}"/>
                </a:ext>
              </a:extLst>
            </p:cNvPr>
            <p:cNvSpPr txBox="1"/>
            <p:nvPr/>
          </p:nvSpPr>
          <p:spPr>
            <a:xfrm>
              <a:off x="10719935" y="894190"/>
              <a:ext cx="919654" cy="523220"/>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2800" b="1">
                  <a:solidFill>
                    <a:srgbClr val="174766"/>
                  </a:solidFill>
                  <a:latin typeface="Abar Mid" pitchFamily="50" charset="-78"/>
                  <a:ea typeface="Abar Mid" pitchFamily="50" charset="-78"/>
                  <a:cs typeface="Abar Mid" pitchFamily="50" charset="-78"/>
                </a:rPr>
                <a:t>4</a:t>
              </a:r>
            </a:p>
          </p:txBody>
        </p:sp>
      </p:grpSp>
      <p:grpSp>
        <p:nvGrpSpPr>
          <p:cNvPr id="9" name="Group 8">
            <a:extLst>
              <a:ext uri="{FF2B5EF4-FFF2-40B4-BE49-F238E27FC236}">
                <a16:creationId xmlns:a16="http://schemas.microsoft.com/office/drawing/2014/main" id="{BE1A493B-BF12-1DAB-15C2-B5B7F0A038B8}"/>
              </a:ext>
            </a:extLst>
          </p:cNvPr>
          <p:cNvGrpSpPr/>
          <p:nvPr/>
        </p:nvGrpSpPr>
        <p:grpSpPr>
          <a:xfrm>
            <a:off x="10253177" y="941282"/>
            <a:ext cx="1101743" cy="645663"/>
            <a:chOff x="9373185" y="894190"/>
            <a:chExt cx="1101743" cy="645663"/>
          </a:xfrm>
        </p:grpSpPr>
        <p:sp>
          <p:nvSpPr>
            <p:cNvPr id="10" name="TextBox 14">
              <a:extLst>
                <a:ext uri="{FF2B5EF4-FFF2-40B4-BE49-F238E27FC236}">
                  <a16:creationId xmlns:a16="http://schemas.microsoft.com/office/drawing/2014/main" id="{6B140558-96E2-B303-22C9-FF391049D14C}"/>
                </a:ext>
              </a:extLst>
            </p:cNvPr>
            <p:cNvSpPr txBox="1"/>
            <p:nvPr/>
          </p:nvSpPr>
          <p:spPr>
            <a:xfrm>
              <a:off x="9373185" y="1278243"/>
              <a:ext cx="1101743" cy="26161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1100">
                  <a:solidFill>
                    <a:srgbClr val="0A8062"/>
                  </a:solidFill>
                  <a:latin typeface="Abar Mid" pitchFamily="50" charset="-78"/>
                  <a:ea typeface="Abar Mid" pitchFamily="50" charset="-78"/>
                  <a:cs typeface="Abar Mid" pitchFamily="50" charset="-78"/>
                </a:rPr>
                <a:t>على المخطط</a:t>
              </a:r>
            </a:p>
          </p:txBody>
        </p:sp>
        <p:sp>
          <p:nvSpPr>
            <p:cNvPr id="11" name="TextBox 15">
              <a:extLst>
                <a:ext uri="{FF2B5EF4-FFF2-40B4-BE49-F238E27FC236}">
                  <a16:creationId xmlns:a16="http://schemas.microsoft.com/office/drawing/2014/main" id="{FCA70254-E4D2-3ADE-ED36-6110089977C1}"/>
                </a:ext>
              </a:extLst>
            </p:cNvPr>
            <p:cNvSpPr txBox="1"/>
            <p:nvPr/>
          </p:nvSpPr>
          <p:spPr>
            <a:xfrm>
              <a:off x="9464225" y="894190"/>
              <a:ext cx="919654" cy="523220"/>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2800" b="1">
                  <a:solidFill>
                    <a:srgbClr val="0A8062"/>
                  </a:solidFill>
                  <a:latin typeface="Abar Mid" pitchFamily="50" charset="-78"/>
                  <a:ea typeface="Abar Mid" pitchFamily="50" charset="-78"/>
                  <a:cs typeface="Abar Mid" pitchFamily="50" charset="-78"/>
                </a:rPr>
                <a:t>16</a:t>
              </a:r>
              <a:endParaRPr lang="ar-SA" sz="2800" b="1">
                <a:solidFill>
                  <a:srgbClr val="0A8062"/>
                </a:solidFill>
                <a:latin typeface="Abar Mid" pitchFamily="50" charset="-78"/>
                <a:ea typeface="Abar Mid" pitchFamily="50" charset="-78"/>
                <a:cs typeface="Abar Mid" pitchFamily="50" charset="-78"/>
              </a:endParaRPr>
            </a:p>
          </p:txBody>
        </p:sp>
      </p:grpSp>
      <p:grpSp>
        <p:nvGrpSpPr>
          <p:cNvPr id="12" name="Group 11">
            <a:extLst>
              <a:ext uri="{FF2B5EF4-FFF2-40B4-BE49-F238E27FC236}">
                <a16:creationId xmlns:a16="http://schemas.microsoft.com/office/drawing/2014/main" id="{2C1932A3-3D21-504A-0537-A1D1E2D1B0CB}"/>
              </a:ext>
            </a:extLst>
          </p:cNvPr>
          <p:cNvGrpSpPr/>
          <p:nvPr/>
        </p:nvGrpSpPr>
        <p:grpSpPr>
          <a:xfrm>
            <a:off x="10205308" y="1632095"/>
            <a:ext cx="1101743" cy="645663"/>
            <a:chOff x="6855895" y="894190"/>
            <a:chExt cx="1101743" cy="645663"/>
          </a:xfrm>
        </p:grpSpPr>
        <p:sp>
          <p:nvSpPr>
            <p:cNvPr id="13" name="TextBox 5">
              <a:extLst>
                <a:ext uri="{FF2B5EF4-FFF2-40B4-BE49-F238E27FC236}">
                  <a16:creationId xmlns:a16="http://schemas.microsoft.com/office/drawing/2014/main" id="{927434AF-3531-9712-8DEF-C7A789B01ADE}"/>
                </a:ext>
              </a:extLst>
            </p:cNvPr>
            <p:cNvSpPr txBox="1"/>
            <p:nvPr/>
          </p:nvSpPr>
          <p:spPr>
            <a:xfrm>
              <a:off x="6946935" y="894190"/>
              <a:ext cx="919654" cy="523220"/>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2800" b="1">
                  <a:solidFill>
                    <a:schemeClr val="bg1">
                      <a:lumMod val="65000"/>
                    </a:schemeClr>
                  </a:solidFill>
                  <a:latin typeface="Abar Mid" pitchFamily="50" charset="-78"/>
                  <a:ea typeface="Abar Mid" pitchFamily="50" charset="-78"/>
                  <a:cs typeface="Abar Mid" pitchFamily="50" charset="-78"/>
                </a:rPr>
                <a:t>0</a:t>
              </a:r>
              <a:endParaRPr lang="ar-SA" sz="2800" b="1">
                <a:solidFill>
                  <a:schemeClr val="bg1">
                    <a:lumMod val="65000"/>
                  </a:schemeClr>
                </a:solidFill>
                <a:latin typeface="Abar Mid" pitchFamily="50" charset="-78"/>
                <a:ea typeface="Abar Mid" pitchFamily="50" charset="-78"/>
                <a:cs typeface="Abar Mid" pitchFamily="50" charset="-78"/>
              </a:endParaRPr>
            </a:p>
          </p:txBody>
        </p:sp>
        <p:sp>
          <p:nvSpPr>
            <p:cNvPr id="14" name="TextBox 16">
              <a:extLst>
                <a:ext uri="{FF2B5EF4-FFF2-40B4-BE49-F238E27FC236}">
                  <a16:creationId xmlns:a16="http://schemas.microsoft.com/office/drawing/2014/main" id="{7A6BC16F-8C11-C6D0-490A-B547CDBEC09D}"/>
                </a:ext>
              </a:extLst>
            </p:cNvPr>
            <p:cNvSpPr txBox="1"/>
            <p:nvPr/>
          </p:nvSpPr>
          <p:spPr>
            <a:xfrm>
              <a:off x="6855895" y="1278243"/>
              <a:ext cx="1101743" cy="26161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1100">
                  <a:solidFill>
                    <a:schemeClr val="bg1">
                      <a:lumMod val="50000"/>
                    </a:schemeClr>
                  </a:solidFill>
                  <a:latin typeface="Abar Mid" pitchFamily="50" charset="-78"/>
                  <a:ea typeface="Abar Mid" pitchFamily="50" charset="-78"/>
                  <a:cs typeface="Abar Mid" pitchFamily="50" charset="-78"/>
                </a:rPr>
                <a:t>لم تبدأ</a:t>
              </a:r>
            </a:p>
          </p:txBody>
        </p:sp>
      </p:grpSp>
      <p:sp>
        <p:nvSpPr>
          <p:cNvPr id="15" name="Freeform: Shape 14">
            <a:extLst>
              <a:ext uri="{FF2B5EF4-FFF2-40B4-BE49-F238E27FC236}">
                <a16:creationId xmlns:a16="http://schemas.microsoft.com/office/drawing/2014/main" id="{9D9A87A6-F8C2-61A9-A2F3-933C7E2B2A81}"/>
              </a:ext>
            </a:extLst>
          </p:cNvPr>
          <p:cNvSpPr/>
          <p:nvPr/>
        </p:nvSpPr>
        <p:spPr>
          <a:xfrm rot="16200000">
            <a:off x="11994868" y="1506652"/>
            <a:ext cx="331805" cy="225085"/>
          </a:xfrm>
          <a:custGeom>
            <a:avLst/>
            <a:gdLst>
              <a:gd name="csX0" fmla="*/ 1388479 w 1388479"/>
              <a:gd name="csY0" fmla="*/ 1359450 h 1359452"/>
              <a:gd name="csX1" fmla="*/ 694241 w 1388479"/>
              <a:gd name="csY1" fmla="*/ 746051 h 1359452"/>
              <a:gd name="csX2" fmla="*/ 0 w 1388479"/>
              <a:gd name="csY2" fmla="*/ 1359452 h 1359452"/>
              <a:gd name="csX3" fmla="*/ 694241 w 1388479"/>
              <a:gd name="csY3" fmla="*/ 0 h 1359452"/>
              <a:gd name="csX4" fmla="*/ 1388479 w 1388479"/>
              <a:gd name="csY4" fmla="*/ 1359450 h 1359452"/>
            </a:gdLst>
            <a:ahLst/>
            <a:cxnLst>
              <a:cxn ang="0">
                <a:pos x="csX0" y="csY0"/>
              </a:cxn>
              <a:cxn ang="0">
                <a:pos x="csX1" y="csY1"/>
              </a:cxn>
              <a:cxn ang="0">
                <a:pos x="csX2" y="csY2"/>
              </a:cxn>
              <a:cxn ang="0">
                <a:pos x="csX3" y="csY3"/>
              </a:cxn>
              <a:cxn ang="0">
                <a:pos x="csX4" y="csY4"/>
              </a:cxn>
            </a:cxnLst>
            <a:rect l="l" t="t" r="r" b="b"/>
            <a:pathLst>
              <a:path w="1388479" h="1359452">
                <a:moveTo>
                  <a:pt x="1388479" y="1359450"/>
                </a:moveTo>
                <a:lnTo>
                  <a:pt x="694241" y="746051"/>
                </a:lnTo>
                <a:lnTo>
                  <a:pt x="0" y="1359452"/>
                </a:lnTo>
                <a:lnTo>
                  <a:pt x="694241" y="0"/>
                </a:lnTo>
                <a:lnTo>
                  <a:pt x="1388479" y="1359450"/>
                </a:lnTo>
                <a:close/>
              </a:path>
            </a:pathLst>
          </a:custGeom>
          <a:solidFill>
            <a:srgbClr val="D9A86A"/>
          </a:solidFill>
          <a:ln w="6350" cap="sq" cmpd="sng" algn="ctr">
            <a:noFill/>
            <a:prstDash val="solid"/>
            <a:miter lim="800000"/>
          </a:ln>
          <a:effectLst/>
        </p:spPr>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defTabSz="914514">
              <a:spcBef>
                <a:spcPts val="300"/>
              </a:spcBef>
              <a:spcAft>
                <a:spcPts val="300"/>
              </a:spcAft>
              <a:defRPr/>
            </a:pPr>
            <a:endParaRPr lang="en-GB" sz="1600" kern="0">
              <a:solidFill>
                <a:srgbClr val="FBF7F4"/>
              </a:solidFill>
              <a:latin typeface="Sakkal Majalla"/>
            </a:endParaRPr>
          </a:p>
        </p:txBody>
      </p:sp>
      <p:grpSp>
        <p:nvGrpSpPr>
          <p:cNvPr id="16" name="Group 15">
            <a:extLst>
              <a:ext uri="{FF2B5EF4-FFF2-40B4-BE49-F238E27FC236}">
                <a16:creationId xmlns:a16="http://schemas.microsoft.com/office/drawing/2014/main" id="{691AB0C9-60E0-50E6-867B-CF7F1858080B}"/>
              </a:ext>
            </a:extLst>
          </p:cNvPr>
          <p:cNvGrpSpPr/>
          <p:nvPr/>
        </p:nvGrpSpPr>
        <p:grpSpPr>
          <a:xfrm>
            <a:off x="11082633" y="1632095"/>
            <a:ext cx="1101743" cy="645663"/>
            <a:chOff x="8079040" y="894190"/>
            <a:chExt cx="1101743" cy="645663"/>
          </a:xfrm>
        </p:grpSpPr>
        <p:sp>
          <p:nvSpPr>
            <p:cNvPr id="17" name="TextBox 6">
              <a:extLst>
                <a:ext uri="{FF2B5EF4-FFF2-40B4-BE49-F238E27FC236}">
                  <a16:creationId xmlns:a16="http://schemas.microsoft.com/office/drawing/2014/main" id="{2D1DA97E-88AA-B328-EEE1-0D64F62B3BFD}"/>
                </a:ext>
              </a:extLst>
            </p:cNvPr>
            <p:cNvSpPr txBox="1"/>
            <p:nvPr/>
          </p:nvSpPr>
          <p:spPr>
            <a:xfrm>
              <a:off x="8170080" y="894190"/>
              <a:ext cx="919654" cy="523220"/>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2800" b="1">
                  <a:solidFill>
                    <a:srgbClr val="87452B"/>
                  </a:solidFill>
                  <a:latin typeface="Abar Mid" pitchFamily="50" charset="-78"/>
                  <a:ea typeface="Abar Mid" pitchFamily="50" charset="-78"/>
                  <a:cs typeface="Abar Mid" pitchFamily="50" charset="-78"/>
                </a:rPr>
                <a:t>0</a:t>
              </a:r>
              <a:endParaRPr lang="ar-SA" sz="2800" b="1">
                <a:solidFill>
                  <a:srgbClr val="87452B"/>
                </a:solidFill>
                <a:latin typeface="Abar Mid" pitchFamily="50" charset="-78"/>
                <a:ea typeface="Abar Mid" pitchFamily="50" charset="-78"/>
                <a:cs typeface="Abar Mid" pitchFamily="50" charset="-78"/>
              </a:endParaRPr>
            </a:p>
          </p:txBody>
        </p:sp>
        <p:sp>
          <p:nvSpPr>
            <p:cNvPr id="18" name="TextBox 18">
              <a:extLst>
                <a:ext uri="{FF2B5EF4-FFF2-40B4-BE49-F238E27FC236}">
                  <a16:creationId xmlns:a16="http://schemas.microsoft.com/office/drawing/2014/main" id="{FD6B1E39-5908-7A7A-4EB5-FBB37541B3BB}"/>
                </a:ext>
              </a:extLst>
            </p:cNvPr>
            <p:cNvSpPr txBox="1"/>
            <p:nvPr/>
          </p:nvSpPr>
          <p:spPr>
            <a:xfrm>
              <a:off x="8079040" y="1278243"/>
              <a:ext cx="1101743" cy="26161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1100">
                  <a:solidFill>
                    <a:srgbClr val="87452B"/>
                  </a:solidFill>
                  <a:latin typeface="Abar Mid" pitchFamily="50" charset="-78"/>
                  <a:ea typeface="Abar Mid" pitchFamily="50" charset="-78"/>
                  <a:cs typeface="Abar Mid" pitchFamily="50" charset="-78"/>
                </a:rPr>
                <a:t>متأخرة</a:t>
              </a:r>
            </a:p>
          </p:txBody>
        </p:sp>
      </p:grpSp>
      <p:cxnSp>
        <p:nvCxnSpPr>
          <p:cNvPr id="19" name="Straight Connector 18">
            <a:extLst>
              <a:ext uri="{FF2B5EF4-FFF2-40B4-BE49-F238E27FC236}">
                <a16:creationId xmlns:a16="http://schemas.microsoft.com/office/drawing/2014/main" id="{D970DD83-FB4D-8502-15DE-4C056DD66847}"/>
              </a:ext>
            </a:extLst>
          </p:cNvPr>
          <p:cNvCxnSpPr>
            <a:cxnSpLocks/>
          </p:cNvCxnSpPr>
          <p:nvPr/>
        </p:nvCxnSpPr>
        <p:spPr>
          <a:xfrm flipV="1">
            <a:off x="11263871" y="969962"/>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cxnSp>
        <p:nvCxnSpPr>
          <p:cNvPr id="20" name="Straight Connector 19">
            <a:extLst>
              <a:ext uri="{FF2B5EF4-FFF2-40B4-BE49-F238E27FC236}">
                <a16:creationId xmlns:a16="http://schemas.microsoft.com/office/drawing/2014/main" id="{C1BCC06F-4186-4E3C-EC95-B9A497A6B8F1}"/>
              </a:ext>
            </a:extLst>
          </p:cNvPr>
          <p:cNvCxnSpPr>
            <a:cxnSpLocks/>
          </p:cNvCxnSpPr>
          <p:nvPr/>
        </p:nvCxnSpPr>
        <p:spPr>
          <a:xfrm>
            <a:off x="10520551" y="1603520"/>
            <a:ext cx="514457" cy="0"/>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cxnSp>
        <p:nvCxnSpPr>
          <p:cNvPr id="21" name="Straight Connector 20">
            <a:extLst>
              <a:ext uri="{FF2B5EF4-FFF2-40B4-BE49-F238E27FC236}">
                <a16:creationId xmlns:a16="http://schemas.microsoft.com/office/drawing/2014/main" id="{ADE3029B-0603-C7EA-9AD2-7D8ABC113E65}"/>
              </a:ext>
            </a:extLst>
          </p:cNvPr>
          <p:cNvCxnSpPr>
            <a:cxnSpLocks/>
          </p:cNvCxnSpPr>
          <p:nvPr/>
        </p:nvCxnSpPr>
        <p:spPr>
          <a:xfrm flipV="1">
            <a:off x="11263871" y="1632095"/>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cxnSp>
        <p:nvCxnSpPr>
          <p:cNvPr id="22" name="Straight Connector 21">
            <a:extLst>
              <a:ext uri="{FF2B5EF4-FFF2-40B4-BE49-F238E27FC236}">
                <a16:creationId xmlns:a16="http://schemas.microsoft.com/office/drawing/2014/main" id="{6D204708-969D-8155-6E4A-079D07FA1B72}"/>
              </a:ext>
            </a:extLst>
          </p:cNvPr>
          <p:cNvCxnSpPr>
            <a:cxnSpLocks/>
          </p:cNvCxnSpPr>
          <p:nvPr/>
        </p:nvCxnSpPr>
        <p:spPr>
          <a:xfrm>
            <a:off x="11444476" y="1603520"/>
            <a:ext cx="514457" cy="0"/>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cxnSp>
        <p:nvCxnSpPr>
          <p:cNvPr id="26" name="Straight Connector 25">
            <a:extLst>
              <a:ext uri="{FF2B5EF4-FFF2-40B4-BE49-F238E27FC236}">
                <a16:creationId xmlns:a16="http://schemas.microsoft.com/office/drawing/2014/main" id="{59BDE4AC-AA69-5036-9894-E5CD8516FE81}"/>
              </a:ext>
            </a:extLst>
          </p:cNvPr>
          <p:cNvCxnSpPr>
            <a:cxnSpLocks/>
          </p:cNvCxnSpPr>
          <p:nvPr/>
        </p:nvCxnSpPr>
        <p:spPr>
          <a:xfrm>
            <a:off x="34747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sp>
        <p:nvSpPr>
          <p:cNvPr id="30" name="btfpRowHeaderBoxText438126">
            <a:extLst>
              <a:ext uri="{FF2B5EF4-FFF2-40B4-BE49-F238E27FC236}">
                <a16:creationId xmlns:a16="http://schemas.microsoft.com/office/drawing/2014/main" id="{76CA9262-CB5F-A175-31AD-9438F5C9AA90}"/>
              </a:ext>
            </a:extLst>
          </p:cNvPr>
          <p:cNvSpPr txBox="1"/>
          <p:nvPr>
            <p:custDataLst>
              <p:tags r:id="rId1"/>
            </p:custDataLst>
          </p:nvPr>
        </p:nvSpPr>
        <p:spPr>
          <a:xfrm flipH="1">
            <a:off x="3671838" y="202522"/>
            <a:ext cx="5724532" cy="440980"/>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800" b="1">
                <a:solidFill>
                  <a:srgbClr val="000000"/>
                </a:solidFill>
                <a:latin typeface="Abar Mid" pitchFamily="2" charset="-78"/>
                <a:ea typeface="Abar Mid" pitchFamily="2" charset="-78"/>
                <a:cs typeface="Abar Mid" pitchFamily="2" charset="-78"/>
              </a:rPr>
              <a:t>ملخص مشاريع سهيل</a:t>
            </a:r>
          </a:p>
        </p:txBody>
      </p:sp>
      <p:graphicFrame>
        <p:nvGraphicFramePr>
          <p:cNvPr id="24" name="Chart 23">
            <a:extLst>
              <a:ext uri="{FF2B5EF4-FFF2-40B4-BE49-F238E27FC236}">
                <a16:creationId xmlns:a16="http://schemas.microsoft.com/office/drawing/2014/main" id="{6D88DC71-7A27-FCD1-CAB3-5F0B0797728D}"/>
              </a:ext>
            </a:extLst>
          </p:cNvPr>
          <p:cNvGraphicFramePr/>
          <p:nvPr>
            <p:extLst>
              <p:ext uri="{D42A27DB-BD31-4B8C-83A1-F6EECF244321}">
                <p14:modId xmlns:p14="http://schemas.microsoft.com/office/powerpoint/2010/main" val="1607817837"/>
              </p:ext>
            </p:extLst>
          </p:nvPr>
        </p:nvGraphicFramePr>
        <p:xfrm>
          <a:off x="10253177" y="2518860"/>
          <a:ext cx="3041325" cy="4238719"/>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44" name="Table 43">
            <a:extLst>
              <a:ext uri="{FF2B5EF4-FFF2-40B4-BE49-F238E27FC236}">
                <a16:creationId xmlns:a16="http://schemas.microsoft.com/office/drawing/2014/main" id="{588A520A-F53B-B1B0-9BB7-03F70263EBFD}"/>
              </a:ext>
            </a:extLst>
          </p:cNvPr>
          <p:cNvGraphicFramePr>
            <a:graphicFrameLocks noGrp="1"/>
          </p:cNvGraphicFramePr>
          <p:nvPr>
            <p:extLst>
              <p:ext uri="{D42A27DB-BD31-4B8C-83A1-F6EECF244321}">
                <p14:modId xmlns:p14="http://schemas.microsoft.com/office/powerpoint/2010/main" val="2850347180"/>
              </p:ext>
            </p:extLst>
          </p:nvPr>
        </p:nvGraphicFramePr>
        <p:xfrm>
          <a:off x="193999" y="742395"/>
          <a:ext cx="9784835" cy="1436372"/>
        </p:xfrm>
        <a:graphic>
          <a:graphicData uri="http://schemas.openxmlformats.org/drawingml/2006/table">
            <a:tbl>
              <a:tblPr/>
              <a:tblGrid>
                <a:gridCol w="5317801">
                  <a:extLst>
                    <a:ext uri="{9D8B030D-6E8A-4147-A177-3AD203B41FA5}">
                      <a16:colId xmlns:a16="http://schemas.microsoft.com/office/drawing/2014/main" val="3562085196"/>
                    </a:ext>
                  </a:extLst>
                </a:gridCol>
                <a:gridCol w="1092200">
                  <a:extLst>
                    <a:ext uri="{9D8B030D-6E8A-4147-A177-3AD203B41FA5}">
                      <a16:colId xmlns:a16="http://schemas.microsoft.com/office/drawing/2014/main" val="20000"/>
                    </a:ext>
                  </a:extLst>
                </a:gridCol>
                <a:gridCol w="2867374">
                  <a:extLst>
                    <a:ext uri="{9D8B030D-6E8A-4147-A177-3AD203B41FA5}">
                      <a16:colId xmlns:a16="http://schemas.microsoft.com/office/drawing/2014/main" val="20001"/>
                    </a:ext>
                  </a:extLst>
                </a:gridCol>
                <a:gridCol w="507460">
                  <a:extLst>
                    <a:ext uri="{9D8B030D-6E8A-4147-A177-3AD203B41FA5}">
                      <a16:colId xmlns:a16="http://schemas.microsoft.com/office/drawing/2014/main" val="20002"/>
                    </a:ext>
                  </a:extLst>
                </a:gridCol>
              </a:tblGrid>
              <a:tr h="253441">
                <a:tc gridSpan="4">
                  <a:txBody>
                    <a:bodyPr/>
                    <a:lstStyle/>
                    <a:p>
                      <a:pPr algn="r" rtl="1">
                        <a:lnSpc>
                          <a:spcPct val="105000"/>
                        </a:lnSpc>
                      </a:pPr>
                      <a:r>
                        <a:rPr lang="ar-SA" sz="1100" b="1" dirty="0">
                          <a:solidFill>
                            <a:srgbClr val="000000"/>
                          </a:solidFill>
                          <a:latin typeface="Abar Mid" pitchFamily="50" charset="-78"/>
                          <a:ea typeface="Abar Mid" pitchFamily="50" charset="-78"/>
                          <a:cs typeface="Abar Mid" pitchFamily="50" charset="-78"/>
                        </a:rPr>
                        <a:t>أبرز التحديثات</a:t>
                      </a:r>
                    </a:p>
                  </a:txBody>
                  <a:tcPr marL="45720" anchor="ctr">
                    <a:lnL w="12700" cap="flat" cmpd="sng" algn="ctr">
                      <a:noFill/>
                      <a:prstDash val="solid"/>
                      <a:round/>
                      <a:headEnd type="none" w="med" len="med"/>
                      <a:tailEnd type="none" w="med" len="med"/>
                    </a:lnL>
                    <a:lnR w="57150" cap="flat" cmpd="sng" algn="ctr">
                      <a:solidFill>
                        <a:srgbClr val="DCB077"/>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50292" marR="50292" marT="50400" marB="504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C9E0D7"/>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extLst>
                  <a:ext uri="{0D108BD9-81ED-4DB2-BD59-A6C34878D82A}">
                    <a16:rowId xmlns:a16="http://schemas.microsoft.com/office/drawing/2014/main" val="3671772843"/>
                  </a:ext>
                </a:extLst>
              </a:tr>
              <a:tr h="253441">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514350" rtl="1" eaLnBrk="1" fontAlgn="auto" latinLnBrk="0" hangingPunct="1">
                        <a:lnSpc>
                          <a:spcPct val="105000"/>
                        </a:lnSpc>
                        <a:spcBef>
                          <a:spcPts val="0"/>
                        </a:spcBef>
                        <a:spcAft>
                          <a:spcPts val="0"/>
                        </a:spcAft>
                        <a:buClrTx/>
                        <a:buSzTx/>
                        <a:buFontTx/>
                        <a:buNone/>
                        <a:tabLst/>
                        <a:defRPr/>
                      </a:pPr>
                      <a:r>
                        <a:rPr lang="ar-SA" sz="1100" b="1" dirty="0">
                          <a:solidFill>
                            <a:srgbClr val="FFFFFF"/>
                          </a:solidFill>
                          <a:latin typeface="Abar Mid" pitchFamily="2" charset="-78"/>
                          <a:ea typeface="Abar Mid" pitchFamily="2" charset="-78"/>
                          <a:cs typeface="Abar Mid" pitchFamily="2" charset="-78"/>
                        </a:rPr>
                        <a:t>التحديث</a:t>
                      </a:r>
                      <a:endParaRPr lang="ar-AE" sz="1100" b="1" dirty="0">
                        <a:solidFill>
                          <a:srgbClr val="FFFFFF"/>
                        </a:solidFill>
                        <a:latin typeface="Abar Mid" pitchFamily="2" charset="-78"/>
                        <a:ea typeface="Abar Mid" pitchFamily="2" charset="-78"/>
                        <a:cs typeface="Abar Mid" pitchFamily="2"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err="1">
                          <a:solidFill>
                            <a:srgbClr val="FFFFFF"/>
                          </a:solidFill>
                          <a:latin typeface="Abar Mid" pitchFamily="50" charset="-78"/>
                          <a:ea typeface="Abar Mid" pitchFamily="50" charset="-78"/>
                          <a:cs typeface="Abar Mid" pitchFamily="50" charset="-78"/>
                        </a:rPr>
                        <a:t>القطاع</a:t>
                      </a:r>
                      <a:endParaRPr sz="1100" b="1">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100" b="1" dirty="0">
                          <a:solidFill>
                            <a:srgbClr val="FFFFFF"/>
                          </a:solidFill>
                          <a:latin typeface="Abar Mid" pitchFamily="50" charset="-78"/>
                          <a:ea typeface="Abar Mid" pitchFamily="50" charset="-78"/>
                          <a:cs typeface="Abar Mid" pitchFamily="50" charset="-78"/>
                        </a:rPr>
                        <a:t>المشروع</a:t>
                      </a:r>
                      <a:endParaRPr sz="11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a:solidFill>
                            <a:srgbClr val="FFFFFF"/>
                          </a:solidFill>
                          <a:latin typeface="Abar Mid" pitchFamily="50" charset="-78"/>
                          <a:ea typeface="Abar Mid" pitchFamily="50" charset="-78"/>
                          <a:cs typeface="Abar Mid" pitchFamily="50" charset="-78"/>
                        </a:rPr>
                        <a:t>#</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901448">
                <a:tc>
                  <a:txBody>
                    <a:bodyPr/>
                    <a:lstStyle/>
                    <a:p>
                      <a:pPr algn="r" rtl="1" fontAlgn="ctr">
                        <a:buNone/>
                      </a:pPr>
                      <a:r>
                        <a:rPr lang="ar-SA" sz="1100" b="1" i="0" u="none" strike="noStrike" dirty="0">
                          <a:solidFill>
                            <a:srgbClr val="000000"/>
                          </a:solidFill>
                          <a:effectLst/>
                          <a:latin typeface="Abar Mid" pitchFamily="50" charset="-78"/>
                          <a:cs typeface="Abar Mid" pitchFamily="50" charset="-78"/>
                        </a:rPr>
                        <a:t>تاريخ التحديث 16 سبتمبر 2026</a:t>
                      </a:r>
                    </a:p>
                    <a:p>
                      <a:pPr algn="r" rtl="1" fontAlgn="ctr">
                        <a:buNone/>
                      </a:pPr>
                      <a:r>
                        <a:rPr lang="ar-SA" sz="1100" b="0" i="0" u="none" strike="noStrike" dirty="0">
                          <a:solidFill>
                            <a:srgbClr val="000000"/>
                          </a:solidFill>
                          <a:effectLst/>
                          <a:latin typeface="Abar Mid" pitchFamily="50" charset="-78"/>
                          <a:cs typeface="Abar Mid" pitchFamily="50" charset="-78"/>
                        </a:rPr>
                        <a:t>تم تجهيز النماذج للمظلات المبتكرة حيث بلغ عدد النماذج المستلمة ١٧ نموذج لأكثر من ١٠ شركات مشاركة في التحدي. وجاري تجهيز المساحة المخصصة للعرض في المعرض  يوم الاثنين القادم الموافق  ٢١ سبتمبر2026  لاستعراض المظلات لأصحاب المعالي والسعادة</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100" b="0" dirty="0">
                          <a:solidFill>
                            <a:srgbClr val="2B2B2B"/>
                          </a:solidFill>
                          <a:latin typeface="Abar Mid" pitchFamily="50" charset="-78"/>
                          <a:ea typeface="Abar Mid" pitchFamily="50" charset="-78"/>
                          <a:cs typeface="Abar Mid" pitchFamily="50" charset="-78"/>
                        </a:rPr>
                        <a:t>وكالة تطوير الأعمال وخدمة المستفيدين</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r" rtl="1">
                        <a:lnSpc>
                          <a:spcPct val="105000"/>
                        </a:lnSpc>
                      </a:pPr>
                      <a:r>
                        <a:rPr lang="ar-SA" sz="1100" b="0" dirty="0">
                          <a:solidFill>
                            <a:srgbClr val="2B2B2B"/>
                          </a:solidFill>
                          <a:latin typeface="Abar Mid" pitchFamily="50" charset="-78"/>
                          <a:ea typeface="Abar Mid" pitchFamily="50" charset="-78"/>
                          <a:cs typeface="Abar Mid" pitchFamily="50" charset="-78"/>
                        </a:rPr>
                        <a:t>تطوير تجربة مظلات مبتكرة لضيوف الرحمن</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0" dirty="0">
                          <a:solidFill>
                            <a:srgbClr val="2B2B2B"/>
                          </a:solidFill>
                          <a:latin typeface="Abar Mid" pitchFamily="50" charset="-78"/>
                          <a:ea typeface="Abar Mid" pitchFamily="50" charset="-78"/>
                          <a:cs typeface="Abar Mid" pitchFamily="50" charset="-78"/>
                        </a:rPr>
                        <a:t>1</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bl>
          </a:graphicData>
        </a:graphic>
      </p:graphicFrame>
      <p:cxnSp>
        <p:nvCxnSpPr>
          <p:cNvPr id="46" name="Straight Connector 45">
            <a:extLst>
              <a:ext uri="{FF2B5EF4-FFF2-40B4-BE49-F238E27FC236}">
                <a16:creationId xmlns:a16="http://schemas.microsoft.com/office/drawing/2014/main" id="{38D7B911-BA6A-81C3-1A36-C54508A555F0}"/>
              </a:ext>
            </a:extLst>
          </p:cNvPr>
          <p:cNvCxnSpPr>
            <a:cxnSpLocks/>
          </p:cNvCxnSpPr>
          <p:nvPr/>
        </p:nvCxnSpPr>
        <p:spPr>
          <a:xfrm>
            <a:off x="82880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aphicFrame>
        <p:nvGraphicFramePr>
          <p:cNvPr id="23" name="Table 22">
            <a:extLst>
              <a:ext uri="{FF2B5EF4-FFF2-40B4-BE49-F238E27FC236}">
                <a16:creationId xmlns:a16="http://schemas.microsoft.com/office/drawing/2014/main" id="{142E4F55-4C37-00E5-E996-BB74374C5317}"/>
              </a:ext>
            </a:extLst>
          </p:cNvPr>
          <p:cNvGraphicFramePr>
            <a:graphicFrameLocks noGrp="1"/>
          </p:cNvGraphicFramePr>
          <p:nvPr>
            <p:extLst>
              <p:ext uri="{D42A27DB-BD31-4B8C-83A1-F6EECF244321}">
                <p14:modId xmlns:p14="http://schemas.microsoft.com/office/powerpoint/2010/main" val="3337776023"/>
              </p:ext>
            </p:extLst>
          </p:nvPr>
        </p:nvGraphicFramePr>
        <p:xfrm>
          <a:off x="193999" y="2343465"/>
          <a:ext cx="9784835" cy="1436372"/>
        </p:xfrm>
        <a:graphic>
          <a:graphicData uri="http://schemas.openxmlformats.org/drawingml/2006/table">
            <a:tbl>
              <a:tblPr/>
              <a:tblGrid>
                <a:gridCol w="5317801">
                  <a:extLst>
                    <a:ext uri="{9D8B030D-6E8A-4147-A177-3AD203B41FA5}">
                      <a16:colId xmlns:a16="http://schemas.microsoft.com/office/drawing/2014/main" val="3562085196"/>
                    </a:ext>
                  </a:extLst>
                </a:gridCol>
                <a:gridCol w="1092200">
                  <a:extLst>
                    <a:ext uri="{9D8B030D-6E8A-4147-A177-3AD203B41FA5}">
                      <a16:colId xmlns:a16="http://schemas.microsoft.com/office/drawing/2014/main" val="20000"/>
                    </a:ext>
                  </a:extLst>
                </a:gridCol>
                <a:gridCol w="2867374">
                  <a:extLst>
                    <a:ext uri="{9D8B030D-6E8A-4147-A177-3AD203B41FA5}">
                      <a16:colId xmlns:a16="http://schemas.microsoft.com/office/drawing/2014/main" val="20001"/>
                    </a:ext>
                  </a:extLst>
                </a:gridCol>
                <a:gridCol w="507460">
                  <a:extLst>
                    <a:ext uri="{9D8B030D-6E8A-4147-A177-3AD203B41FA5}">
                      <a16:colId xmlns:a16="http://schemas.microsoft.com/office/drawing/2014/main" val="20002"/>
                    </a:ext>
                  </a:extLst>
                </a:gridCol>
              </a:tblGrid>
              <a:tr h="253441">
                <a:tc gridSpan="4">
                  <a:txBody>
                    <a:bodyPr/>
                    <a:lstStyle/>
                    <a:p>
                      <a:pPr algn="r" rtl="1">
                        <a:lnSpc>
                          <a:spcPct val="105000"/>
                        </a:lnSpc>
                      </a:pPr>
                      <a:r>
                        <a:rPr lang="ar-SA" sz="1100" b="1" dirty="0">
                          <a:solidFill>
                            <a:srgbClr val="000000"/>
                          </a:solidFill>
                          <a:latin typeface="Abar Mid" pitchFamily="50" charset="-78"/>
                          <a:ea typeface="Abar Mid" pitchFamily="50" charset="-78"/>
                          <a:cs typeface="Abar Mid" pitchFamily="50" charset="-78"/>
                        </a:rPr>
                        <a:t>المشاريع المتأخرة</a:t>
                      </a:r>
                    </a:p>
                  </a:txBody>
                  <a:tcPr marL="45720" anchor="ctr">
                    <a:lnL w="12700" cap="flat" cmpd="sng" algn="ctr">
                      <a:noFill/>
                      <a:prstDash val="solid"/>
                      <a:round/>
                      <a:headEnd type="none" w="med" len="med"/>
                      <a:tailEnd type="none" w="med" len="med"/>
                    </a:lnL>
                    <a:lnR w="57150" cap="flat" cmpd="sng" algn="ctr">
                      <a:solidFill>
                        <a:srgbClr val="87452B"/>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50292" marR="50292" marT="50400" marB="504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C9E0D7"/>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extLst>
                  <a:ext uri="{0D108BD9-81ED-4DB2-BD59-A6C34878D82A}">
                    <a16:rowId xmlns:a16="http://schemas.microsoft.com/office/drawing/2014/main" val="3671772843"/>
                  </a:ext>
                </a:extLst>
              </a:tr>
              <a:tr h="253441">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514350" rtl="1" eaLnBrk="1" fontAlgn="auto" latinLnBrk="0" hangingPunct="1">
                        <a:lnSpc>
                          <a:spcPct val="105000"/>
                        </a:lnSpc>
                        <a:spcBef>
                          <a:spcPts val="0"/>
                        </a:spcBef>
                        <a:spcAft>
                          <a:spcPts val="0"/>
                        </a:spcAft>
                        <a:buClrTx/>
                        <a:buSzTx/>
                        <a:buFontTx/>
                        <a:buNone/>
                        <a:tabLst/>
                        <a:defRPr/>
                      </a:pPr>
                      <a:r>
                        <a:rPr lang="ar-SA" sz="1100" b="1" dirty="0">
                          <a:solidFill>
                            <a:srgbClr val="FFFFFF"/>
                          </a:solidFill>
                          <a:latin typeface="Abar Mid" pitchFamily="2" charset="-78"/>
                          <a:ea typeface="Abar Mid" pitchFamily="2" charset="-78"/>
                          <a:cs typeface="Abar Mid" pitchFamily="2" charset="-78"/>
                        </a:rPr>
                        <a:t>ملاحظات</a:t>
                      </a:r>
                      <a:endParaRPr lang="ar-AE" sz="1100" b="1" dirty="0">
                        <a:solidFill>
                          <a:srgbClr val="FFFFFF"/>
                        </a:solidFill>
                        <a:latin typeface="Abar Mid" pitchFamily="2" charset="-78"/>
                        <a:ea typeface="Abar Mid" pitchFamily="2" charset="-78"/>
                        <a:cs typeface="Abar Mid" pitchFamily="2"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err="1">
                          <a:solidFill>
                            <a:srgbClr val="FFFFFF"/>
                          </a:solidFill>
                          <a:latin typeface="Abar Mid" pitchFamily="50" charset="-78"/>
                          <a:ea typeface="Abar Mid" pitchFamily="50" charset="-78"/>
                          <a:cs typeface="Abar Mid" pitchFamily="50" charset="-78"/>
                        </a:rPr>
                        <a:t>القطاع</a:t>
                      </a:r>
                      <a:endParaRPr sz="1100" b="1">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100" b="1" dirty="0">
                          <a:solidFill>
                            <a:srgbClr val="FFFFFF"/>
                          </a:solidFill>
                          <a:latin typeface="Abar Mid" pitchFamily="50" charset="-78"/>
                          <a:ea typeface="Abar Mid" pitchFamily="50" charset="-78"/>
                          <a:cs typeface="Abar Mid" pitchFamily="50" charset="-78"/>
                        </a:rPr>
                        <a:t>المشروع</a:t>
                      </a:r>
                      <a:endParaRPr sz="11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a:solidFill>
                            <a:srgbClr val="FFFFFF"/>
                          </a:solidFill>
                          <a:latin typeface="Abar Mid" pitchFamily="50" charset="-78"/>
                          <a:ea typeface="Abar Mid" pitchFamily="50" charset="-78"/>
                          <a:cs typeface="Abar Mid" pitchFamily="50" charset="-78"/>
                        </a:rPr>
                        <a:t>#</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901448">
                <a:tc>
                  <a:txBody>
                    <a:bodyPr/>
                    <a:lstStyle/>
                    <a:p>
                      <a:pPr algn="r" rtl="1" fontAlgn="ctr">
                        <a:buNone/>
                      </a:pPr>
                      <a:r>
                        <a:rPr lang="ar-SA" sz="1100" b="1" i="0" u="none" strike="noStrike" dirty="0">
                          <a:solidFill>
                            <a:srgbClr val="000000"/>
                          </a:solidFill>
                          <a:effectLst/>
                          <a:latin typeface="Abar Mid" pitchFamily="50" charset="-78"/>
                          <a:cs typeface="Abar Mid" pitchFamily="50" charset="-78"/>
                        </a:rPr>
                        <a:t>تاريخ التحديث 16 سبتمبر 2026</a:t>
                      </a:r>
                    </a:p>
                    <a:p>
                      <a:pPr algn="r" rtl="1" fontAlgn="ctr">
                        <a:buNone/>
                      </a:pPr>
                      <a:r>
                        <a:rPr lang="ar-SA" sz="1100" b="0" i="0" u="none" strike="noStrike" dirty="0">
                          <a:solidFill>
                            <a:srgbClr val="000000"/>
                          </a:solidFill>
                          <a:effectLst/>
                          <a:latin typeface="Abar Mid" pitchFamily="50" charset="-78"/>
                          <a:cs typeface="Abar Mid" pitchFamily="50" charset="-78"/>
                        </a:rPr>
                        <a:t>تم تجهيز النماذج للمظلات المبتكرة حيث بلغ عدد النماذج المستلمة ١٧ نموذج لأكثر من ١٠ شركات مشاركة في التحدي. وجاري تجهيز المساحة المخصصة للعرض في المعرض  يوم الاثنين القادم الموافق  ٢١ سبتمبر2026  لاستعراض المظلات لأصحاب المعالي والسعادة</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100" b="0" dirty="0">
                          <a:solidFill>
                            <a:srgbClr val="2B2B2B"/>
                          </a:solidFill>
                          <a:latin typeface="Abar Mid" pitchFamily="50" charset="-78"/>
                          <a:ea typeface="Abar Mid" pitchFamily="50" charset="-78"/>
                          <a:cs typeface="Abar Mid" pitchFamily="50" charset="-78"/>
                        </a:rPr>
                        <a:t>وكالة تطوير الأعمال وخدمة المستفيدين</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r" rtl="1">
                        <a:lnSpc>
                          <a:spcPct val="105000"/>
                        </a:lnSpc>
                      </a:pPr>
                      <a:r>
                        <a:rPr lang="ar-SA" sz="1100" b="0" dirty="0">
                          <a:solidFill>
                            <a:srgbClr val="2B2B2B"/>
                          </a:solidFill>
                          <a:latin typeface="Abar Mid" pitchFamily="50" charset="-78"/>
                          <a:ea typeface="Abar Mid" pitchFamily="50" charset="-78"/>
                          <a:cs typeface="Abar Mid" pitchFamily="50" charset="-78"/>
                        </a:rPr>
                        <a:t>تطوير تجربة مظلات مبتكرة لضيوف الرحمن</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0" dirty="0">
                          <a:solidFill>
                            <a:srgbClr val="2B2B2B"/>
                          </a:solidFill>
                          <a:latin typeface="Abar Mid" pitchFamily="50" charset="-78"/>
                          <a:ea typeface="Abar Mid" pitchFamily="50" charset="-78"/>
                          <a:cs typeface="Abar Mid" pitchFamily="50" charset="-78"/>
                        </a:rPr>
                        <a:t>1</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bl>
          </a:graphicData>
        </a:graphic>
      </p:graphicFrame>
      <p:graphicFrame>
        <p:nvGraphicFramePr>
          <p:cNvPr id="25" name="Table 24">
            <a:extLst>
              <a:ext uri="{FF2B5EF4-FFF2-40B4-BE49-F238E27FC236}">
                <a16:creationId xmlns:a16="http://schemas.microsoft.com/office/drawing/2014/main" id="{5B818A72-84E1-60F5-7930-258061412BF5}"/>
              </a:ext>
            </a:extLst>
          </p:cNvPr>
          <p:cNvGraphicFramePr>
            <a:graphicFrameLocks noGrp="1"/>
          </p:cNvGraphicFramePr>
          <p:nvPr>
            <p:extLst>
              <p:ext uri="{D42A27DB-BD31-4B8C-83A1-F6EECF244321}">
                <p14:modId xmlns:p14="http://schemas.microsoft.com/office/powerpoint/2010/main" val="4189560498"/>
              </p:ext>
            </p:extLst>
          </p:nvPr>
        </p:nvGraphicFramePr>
        <p:xfrm>
          <a:off x="193999" y="3944535"/>
          <a:ext cx="9784835" cy="1436372"/>
        </p:xfrm>
        <a:graphic>
          <a:graphicData uri="http://schemas.openxmlformats.org/drawingml/2006/table">
            <a:tbl>
              <a:tblPr/>
              <a:tblGrid>
                <a:gridCol w="5317801">
                  <a:extLst>
                    <a:ext uri="{9D8B030D-6E8A-4147-A177-3AD203B41FA5}">
                      <a16:colId xmlns:a16="http://schemas.microsoft.com/office/drawing/2014/main" val="3562085196"/>
                    </a:ext>
                  </a:extLst>
                </a:gridCol>
                <a:gridCol w="1092200">
                  <a:extLst>
                    <a:ext uri="{9D8B030D-6E8A-4147-A177-3AD203B41FA5}">
                      <a16:colId xmlns:a16="http://schemas.microsoft.com/office/drawing/2014/main" val="20000"/>
                    </a:ext>
                  </a:extLst>
                </a:gridCol>
                <a:gridCol w="2867374">
                  <a:extLst>
                    <a:ext uri="{9D8B030D-6E8A-4147-A177-3AD203B41FA5}">
                      <a16:colId xmlns:a16="http://schemas.microsoft.com/office/drawing/2014/main" val="20001"/>
                    </a:ext>
                  </a:extLst>
                </a:gridCol>
                <a:gridCol w="507460">
                  <a:extLst>
                    <a:ext uri="{9D8B030D-6E8A-4147-A177-3AD203B41FA5}">
                      <a16:colId xmlns:a16="http://schemas.microsoft.com/office/drawing/2014/main" val="20002"/>
                    </a:ext>
                  </a:extLst>
                </a:gridCol>
              </a:tblGrid>
              <a:tr h="253441">
                <a:tc gridSpan="4">
                  <a:txBody>
                    <a:bodyPr/>
                    <a:lstStyle/>
                    <a:p>
                      <a:pPr algn="r" rtl="1">
                        <a:lnSpc>
                          <a:spcPct val="105000"/>
                        </a:lnSpc>
                      </a:pPr>
                      <a:r>
                        <a:rPr lang="ar-SA" sz="1100" b="1" dirty="0">
                          <a:solidFill>
                            <a:srgbClr val="000000"/>
                          </a:solidFill>
                          <a:latin typeface="Abar Mid" pitchFamily="50" charset="-78"/>
                          <a:ea typeface="Abar Mid" pitchFamily="50" charset="-78"/>
                          <a:cs typeface="Abar Mid" pitchFamily="50" charset="-78"/>
                        </a:rPr>
                        <a:t>التحديات</a:t>
                      </a:r>
                    </a:p>
                  </a:txBody>
                  <a:tcPr marL="45720" anchor="ctr">
                    <a:lnL w="12700" cap="flat" cmpd="sng" algn="ctr">
                      <a:noFill/>
                      <a:prstDash val="solid"/>
                      <a:round/>
                      <a:headEnd type="none" w="med" len="med"/>
                      <a:tailEnd type="none" w="med" len="med"/>
                    </a:lnL>
                    <a:lnR w="57150" cap="flat" cmpd="sng" algn="ctr">
                      <a:solidFill>
                        <a:srgbClr val="DCB077"/>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50292" marR="50292" marT="50400" marB="504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C9E0D7"/>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extLst>
                  <a:ext uri="{0D108BD9-81ED-4DB2-BD59-A6C34878D82A}">
                    <a16:rowId xmlns:a16="http://schemas.microsoft.com/office/drawing/2014/main" val="3671772843"/>
                  </a:ext>
                </a:extLst>
              </a:tr>
              <a:tr h="253441">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514350" rtl="1" eaLnBrk="1" fontAlgn="auto" latinLnBrk="0" hangingPunct="1">
                        <a:lnSpc>
                          <a:spcPct val="105000"/>
                        </a:lnSpc>
                        <a:spcBef>
                          <a:spcPts val="0"/>
                        </a:spcBef>
                        <a:spcAft>
                          <a:spcPts val="0"/>
                        </a:spcAft>
                        <a:buClrTx/>
                        <a:buSzTx/>
                        <a:buFontTx/>
                        <a:buNone/>
                        <a:tabLst/>
                        <a:defRPr/>
                      </a:pPr>
                      <a:r>
                        <a:rPr lang="ar-SA" sz="1100" b="1" dirty="0">
                          <a:solidFill>
                            <a:srgbClr val="FFFFFF"/>
                          </a:solidFill>
                          <a:latin typeface="Abar Mid" pitchFamily="2" charset="-78"/>
                          <a:ea typeface="Abar Mid" pitchFamily="2" charset="-78"/>
                          <a:cs typeface="Abar Mid" pitchFamily="2" charset="-78"/>
                        </a:rPr>
                        <a:t>التحدي</a:t>
                      </a:r>
                      <a:endParaRPr lang="ar-AE" sz="1100" b="1" dirty="0">
                        <a:solidFill>
                          <a:srgbClr val="FFFFFF"/>
                        </a:solidFill>
                        <a:latin typeface="Abar Mid" pitchFamily="2" charset="-78"/>
                        <a:ea typeface="Abar Mid" pitchFamily="2" charset="-78"/>
                        <a:cs typeface="Abar Mid" pitchFamily="2"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err="1">
                          <a:solidFill>
                            <a:srgbClr val="FFFFFF"/>
                          </a:solidFill>
                          <a:latin typeface="Abar Mid" pitchFamily="50" charset="-78"/>
                          <a:ea typeface="Abar Mid" pitchFamily="50" charset="-78"/>
                          <a:cs typeface="Abar Mid" pitchFamily="50" charset="-78"/>
                        </a:rPr>
                        <a:t>القطاع</a:t>
                      </a:r>
                      <a:endParaRPr sz="1100" b="1">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100" b="1" dirty="0">
                          <a:solidFill>
                            <a:srgbClr val="FFFFFF"/>
                          </a:solidFill>
                          <a:latin typeface="Abar Mid" pitchFamily="50" charset="-78"/>
                          <a:ea typeface="Abar Mid" pitchFamily="50" charset="-78"/>
                          <a:cs typeface="Abar Mid" pitchFamily="50" charset="-78"/>
                        </a:rPr>
                        <a:t>المشروع</a:t>
                      </a:r>
                      <a:endParaRPr sz="11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a:solidFill>
                            <a:srgbClr val="FFFFFF"/>
                          </a:solidFill>
                          <a:latin typeface="Abar Mid" pitchFamily="50" charset="-78"/>
                          <a:ea typeface="Abar Mid" pitchFamily="50" charset="-78"/>
                          <a:cs typeface="Abar Mid" pitchFamily="50" charset="-78"/>
                        </a:rPr>
                        <a:t>#</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901448">
                <a:tc>
                  <a:txBody>
                    <a:bodyPr/>
                    <a:lstStyle/>
                    <a:p>
                      <a:pPr algn="r" rtl="1" fontAlgn="ctr">
                        <a:buNone/>
                      </a:pPr>
                      <a:r>
                        <a:rPr lang="ar-SA" sz="1100" b="1" i="0" u="none" strike="noStrike" dirty="0">
                          <a:solidFill>
                            <a:srgbClr val="000000"/>
                          </a:solidFill>
                          <a:effectLst/>
                          <a:latin typeface="Abar Mid" pitchFamily="50" charset="-78"/>
                          <a:cs typeface="Abar Mid" pitchFamily="50" charset="-78"/>
                        </a:rPr>
                        <a:t>تاريخ التحديث 16 سبتمبر 2026</a:t>
                      </a:r>
                    </a:p>
                    <a:p>
                      <a:pPr algn="r" rtl="1" fontAlgn="ctr">
                        <a:buNone/>
                      </a:pPr>
                      <a:r>
                        <a:rPr lang="ar-SA" sz="1100" b="0" i="0" u="none" strike="noStrike" dirty="0">
                          <a:solidFill>
                            <a:srgbClr val="000000"/>
                          </a:solidFill>
                          <a:effectLst/>
                          <a:latin typeface="Abar Mid" pitchFamily="50" charset="-78"/>
                          <a:cs typeface="Abar Mid" pitchFamily="50" charset="-78"/>
                        </a:rPr>
                        <a:t>تم تجهيز النماذج للمظلات المبتكرة حيث بلغ عدد النماذج المستلمة ١٧ نموذج لأكثر من ١٠ شركات مشاركة في التحدي. وجاري تجهيز المساحة المخصصة للعرض في المعرض  يوم الاثنين القادم الموافق  ٢١ سبتمبر2026  لاستعراض المظلات لأصحاب المعالي والسعادة</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100" b="0" dirty="0">
                          <a:solidFill>
                            <a:srgbClr val="2B2B2B"/>
                          </a:solidFill>
                          <a:latin typeface="Abar Mid" pitchFamily="50" charset="-78"/>
                          <a:ea typeface="Abar Mid" pitchFamily="50" charset="-78"/>
                          <a:cs typeface="Abar Mid" pitchFamily="50" charset="-78"/>
                        </a:rPr>
                        <a:t>وكالة تطوير الأعمال وخدمة المستفيدين</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r" rtl="1">
                        <a:lnSpc>
                          <a:spcPct val="105000"/>
                        </a:lnSpc>
                      </a:pPr>
                      <a:r>
                        <a:rPr lang="ar-SA" sz="1100" b="0" dirty="0">
                          <a:solidFill>
                            <a:srgbClr val="2B2B2B"/>
                          </a:solidFill>
                          <a:latin typeface="Abar Mid" pitchFamily="50" charset="-78"/>
                          <a:ea typeface="Abar Mid" pitchFamily="50" charset="-78"/>
                          <a:cs typeface="Abar Mid" pitchFamily="50" charset="-78"/>
                        </a:rPr>
                        <a:t>تطوير تجربة مظلات مبتكرة لضيوف الرحمن</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0" dirty="0">
                          <a:solidFill>
                            <a:srgbClr val="2B2B2B"/>
                          </a:solidFill>
                          <a:latin typeface="Abar Mid" pitchFamily="50" charset="-78"/>
                          <a:ea typeface="Abar Mid" pitchFamily="50" charset="-78"/>
                          <a:cs typeface="Abar Mid" pitchFamily="50" charset="-78"/>
                        </a:rPr>
                        <a:t>1</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66BE78-DD9B-3428-750C-B5BA0F514258}"/>
            </a:ext>
          </a:extLst>
        </p:cNvPr>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246124B1-0F75-A851-99F8-3F1DD425793C}"/>
              </a:ext>
            </a:extLst>
          </p:cNvPr>
          <p:cNvCxnSpPr>
            <a:cxnSpLocks/>
          </p:cNvCxnSpPr>
          <p:nvPr/>
        </p:nvCxnSpPr>
        <p:spPr>
          <a:xfrm>
            <a:off x="34747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sp>
        <p:nvSpPr>
          <p:cNvPr id="9" name="btfpRowHeaderBoxText438126">
            <a:extLst>
              <a:ext uri="{FF2B5EF4-FFF2-40B4-BE49-F238E27FC236}">
                <a16:creationId xmlns:a16="http://schemas.microsoft.com/office/drawing/2014/main" id="{572C5796-86E5-2F5F-DAC6-A0CDF3FA0BE7}"/>
              </a:ext>
            </a:extLst>
          </p:cNvPr>
          <p:cNvSpPr txBox="1"/>
          <p:nvPr>
            <p:custDataLst>
              <p:tags r:id="rId1"/>
            </p:custDataLst>
          </p:nvPr>
        </p:nvSpPr>
        <p:spPr>
          <a:xfrm flipH="1">
            <a:off x="3671838" y="202522"/>
            <a:ext cx="5724532" cy="440980"/>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800" b="1">
                <a:solidFill>
                  <a:srgbClr val="000000"/>
                </a:solidFill>
                <a:latin typeface="Abar Mid" pitchFamily="2" charset="-78"/>
                <a:ea typeface="Abar Mid" pitchFamily="2" charset="-78"/>
                <a:cs typeface="Abar Mid" pitchFamily="2" charset="-78"/>
              </a:rPr>
              <a:t>تفاصيل مشاريع سهيل</a:t>
            </a:r>
          </a:p>
        </p:txBody>
      </p:sp>
      <p:cxnSp>
        <p:nvCxnSpPr>
          <p:cNvPr id="11" name="Straight Connector 10">
            <a:extLst>
              <a:ext uri="{FF2B5EF4-FFF2-40B4-BE49-F238E27FC236}">
                <a16:creationId xmlns:a16="http://schemas.microsoft.com/office/drawing/2014/main" id="{3B72F06B-6DE2-5D85-519D-BC862B49A7D0}"/>
              </a:ext>
            </a:extLst>
          </p:cNvPr>
          <p:cNvCxnSpPr>
            <a:cxnSpLocks/>
          </p:cNvCxnSpPr>
          <p:nvPr/>
        </p:nvCxnSpPr>
        <p:spPr>
          <a:xfrm>
            <a:off x="82880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aphicFrame>
        <p:nvGraphicFramePr>
          <p:cNvPr id="3" name="Table 2">
            <a:extLst>
              <a:ext uri="{FF2B5EF4-FFF2-40B4-BE49-F238E27FC236}">
                <a16:creationId xmlns:a16="http://schemas.microsoft.com/office/drawing/2014/main" id="{CC92F5C2-76D1-F275-7860-16DEEF8182D0}"/>
              </a:ext>
            </a:extLst>
          </p:cNvPr>
          <p:cNvGraphicFramePr>
            <a:graphicFrameLocks noGrp="1"/>
          </p:cNvGraphicFramePr>
          <p:nvPr>
            <p:extLst>
              <p:ext uri="{D42A27DB-BD31-4B8C-83A1-F6EECF244321}">
                <p14:modId xmlns:p14="http://schemas.microsoft.com/office/powerpoint/2010/main" val="1114639905"/>
              </p:ext>
            </p:extLst>
          </p:nvPr>
        </p:nvGraphicFramePr>
        <p:xfrm>
          <a:off x="193932" y="804347"/>
          <a:ext cx="13051848" cy="5583936"/>
        </p:xfrm>
        <a:graphic>
          <a:graphicData uri="http://schemas.openxmlformats.org/drawingml/2006/table">
            <a:tbl>
              <a:tblPr rtl="1"/>
              <a:tblGrid>
                <a:gridCol w="797682">
                  <a:extLst>
                    <a:ext uri="{9D8B030D-6E8A-4147-A177-3AD203B41FA5}">
                      <a16:colId xmlns:a16="http://schemas.microsoft.com/office/drawing/2014/main" val="20000"/>
                    </a:ext>
                  </a:extLst>
                </a:gridCol>
                <a:gridCol w="2912140">
                  <a:extLst>
                    <a:ext uri="{9D8B030D-6E8A-4147-A177-3AD203B41FA5}">
                      <a16:colId xmlns:a16="http://schemas.microsoft.com/office/drawing/2014/main" val="20001"/>
                    </a:ext>
                  </a:extLst>
                </a:gridCol>
                <a:gridCol w="982962">
                  <a:extLst>
                    <a:ext uri="{9D8B030D-6E8A-4147-A177-3AD203B41FA5}">
                      <a16:colId xmlns:a16="http://schemas.microsoft.com/office/drawing/2014/main" val="20002"/>
                    </a:ext>
                  </a:extLst>
                </a:gridCol>
                <a:gridCol w="982962">
                  <a:extLst>
                    <a:ext uri="{9D8B030D-6E8A-4147-A177-3AD203B41FA5}">
                      <a16:colId xmlns:a16="http://schemas.microsoft.com/office/drawing/2014/main" val="20003"/>
                    </a:ext>
                  </a:extLst>
                </a:gridCol>
                <a:gridCol w="620377">
                  <a:extLst>
                    <a:ext uri="{9D8B030D-6E8A-4147-A177-3AD203B41FA5}">
                      <a16:colId xmlns:a16="http://schemas.microsoft.com/office/drawing/2014/main" val="20005"/>
                    </a:ext>
                  </a:extLst>
                </a:gridCol>
                <a:gridCol w="6755725">
                  <a:extLst>
                    <a:ext uri="{9D8B030D-6E8A-4147-A177-3AD203B41FA5}">
                      <a16:colId xmlns:a16="http://schemas.microsoft.com/office/drawing/2014/main" val="20006"/>
                    </a:ext>
                  </a:extLst>
                </a:gridCol>
              </a:tblGrid>
              <a:tr h="251862">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dirty="0">
                          <a:solidFill>
                            <a:srgbClr val="00080B"/>
                          </a:solidFill>
                          <a:latin typeface="Abar Mid" pitchFamily="2" charset="-78"/>
                          <a:ea typeface="Abar Mid" pitchFamily="2" charset="-78"/>
                          <a:cs typeface="Abar Mid" pitchFamily="2" charset="-78"/>
                        </a:rPr>
                        <a:t>وكالة شؤون الحج</a:t>
                      </a:r>
                      <a:endParaRPr lang="ar-JO" sz="1100" dirty="0">
                        <a:solidFill>
                          <a:srgbClr val="00080B"/>
                        </a:solidFill>
                        <a:latin typeface="Abar Mid" pitchFamily="2" charset="-78"/>
                        <a:ea typeface="Abar Mid" pitchFamily="2" charset="-78"/>
                        <a:cs typeface="Abar Mid" pitchFamily="2"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251862">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100" b="1" kern="1200">
                          <a:solidFill>
                            <a:schemeClr val="bg1"/>
                          </a:solidFill>
                          <a:latin typeface="Abar Mid" pitchFamily="50" charset="-78"/>
                          <a:ea typeface="Abar Mid" pitchFamily="50" charset="-78"/>
                          <a:cs typeface="Abar Mid" pitchFamily="50" charset="-78"/>
                        </a:rPr>
                        <a:t>#</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اسم المشروع</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baseline="0" dirty="0">
                          <a:solidFill>
                            <a:schemeClr val="bg1"/>
                          </a:solidFill>
                          <a:latin typeface="Abar Mid" pitchFamily="50" charset="-78"/>
                          <a:ea typeface="Abar Mid" pitchFamily="50" charset="-78"/>
                          <a:cs typeface="Abar Mid" pitchFamily="50" charset="-78"/>
                        </a:rPr>
                        <a:t>تاريخ البداية</a:t>
                      </a:r>
                      <a:endParaRPr sz="1100" b="1" kern="1200" baseline="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تاريخ النهاية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الحالة</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ما تم حتى تاريخه</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503725">
                <a:tc>
                  <a:txBody>
                    <a:bodyPr/>
                    <a:lstStyle/>
                    <a:p>
                      <a:pPr marL="0" algn="ctr" defTabSz="914400" rtl="0" eaLnBrk="1" latinLnBrk="0" hangingPunct="1">
                        <a:lnSpc>
                          <a:spcPct val="105000"/>
                        </a:lnSpc>
                      </a:pPr>
                      <a:r>
                        <a:rPr lang="ar-SA" sz="1100" kern="0" baseline="0">
                          <a:solidFill>
                            <a:schemeClr val="tx1"/>
                          </a:solidFill>
                          <a:latin typeface="Abar Mid" pitchFamily="50" charset="-78"/>
                          <a:ea typeface="Abar Mid" pitchFamily="50" charset="-78"/>
                          <a:cs typeface="Abar Mid" pitchFamily="50" charset="-78"/>
                        </a:rPr>
                        <a:t>1</a:t>
                      </a:r>
                      <a:endParaRPr sz="1100" kern="0" baseline="0">
                        <a:solidFill>
                          <a:schemeClr val="tx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457200"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مشروع </a:t>
                      </a:r>
                      <a:r>
                        <a:rPr lang="en-US" sz="1100" b="0" i="0" u="none" strike="noStrike" kern="1200" dirty="0" err="1">
                          <a:solidFill>
                            <a:srgbClr val="000000"/>
                          </a:solidFill>
                          <a:effectLst/>
                          <a:latin typeface="Abar Mid" pitchFamily="50" charset="-78"/>
                          <a:ea typeface="Abar Mid" pitchFamily="50" charset="-78"/>
                          <a:cs typeface="Abar Mid" pitchFamily="50" charset="-78"/>
                        </a:rPr>
                        <a:t>رحلة</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الحاج</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المتكاملة</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لموسم</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حج</a:t>
                      </a:r>
                      <a:r>
                        <a:rPr lang="en-US" sz="1100" b="0" i="0" u="none" strike="noStrike" kern="1200" dirty="0">
                          <a:solidFill>
                            <a:srgbClr val="000000"/>
                          </a:solidFill>
                          <a:effectLst/>
                          <a:latin typeface="Abar Mid" pitchFamily="50" charset="-78"/>
                          <a:ea typeface="Abar Mid" pitchFamily="50" charset="-78"/>
                          <a:cs typeface="Abar Mid" pitchFamily="50" charset="-78"/>
                        </a:rPr>
                        <a:t> 1448هـ</a:t>
                      </a:r>
                    </a:p>
                  </a:txBody>
                  <a:tcPr marL="7620" marR="18288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457200"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30-08-2026</a:t>
                      </a:r>
                    </a:p>
                  </a:txBody>
                  <a:tcPr marL="7620" marR="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457200"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19-11-2027</a:t>
                      </a:r>
                    </a:p>
                  </a:txBody>
                  <a:tcPr marL="7620" marR="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7620" marR="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indent="0" algn="r" rtl="1" fontAlgn="ctr">
                        <a:buFont typeface="Arial" panose="020B0604020202020204" pitchFamily="34" charset="0"/>
                        <a:buNone/>
                      </a:pPr>
                      <a:r>
                        <a:rPr lang="en-US" sz="1100" b="1" i="0" u="none" strike="noStrike" dirty="0">
                          <a:solidFill>
                            <a:srgbClr val="000000"/>
                          </a:solidFill>
                          <a:effectLst/>
                          <a:latin typeface="Abar Mid" pitchFamily="50" charset="-78"/>
                          <a:cs typeface="Abar Mid" pitchFamily="50" charset="-78"/>
                        </a:rPr>
                        <a:t>تاريخ التحديث 16 سبتمبر 2026</a:t>
                      </a:r>
                      <a:endParaRPr lang="ar-SA" sz="1100" b="0" i="0" u="none" strike="noStrike" dirty="0">
                        <a:solidFill>
                          <a:srgbClr val="000000"/>
                        </a:solidFill>
                        <a:effectLst/>
                        <a:latin typeface="Abar Mid" pitchFamily="50" charset="-78"/>
                        <a:cs typeface="Abar Mid" pitchFamily="50" charset="-78"/>
                      </a:endParaRPr>
                    </a:p>
                    <a:p>
                      <a:pPr marL="171450" indent="-171450" algn="r" rtl="1" fontAlgn="ctr">
                        <a:buFont typeface="Arial" panose="020B0604020202020204" pitchFamily="34" charset="0"/>
                        <a:buChar char="•"/>
                      </a:pPr>
                      <a:r>
                        <a:rPr lang="ar-SA" sz="1100" b="0" i="0" u="none" strike="noStrike" dirty="0">
                          <a:solidFill>
                            <a:srgbClr val="000000"/>
                          </a:solidFill>
                          <a:effectLst/>
                          <a:latin typeface="Abar Mid" pitchFamily="50" charset="-78"/>
                          <a:cs typeface="Abar Mid" pitchFamily="50" charset="-78"/>
                        </a:rPr>
                        <a:t>تم الانتهاء من دراسة الوضع الراهن لرحلة الحاج شاملا الفجوات وتوصيات التطوير وجار العمل على دليل بيانات رحلة الحاج المتكاملة شاملا مصادر البيانات والجهات المالكة ومسؤوليات التحديث والتحقق وقواعد جودة البيانات والاكتمال والدقة على أن يتم الانتهاء من الدليل بتاريخ 27 سبتمبر 2026</a:t>
                      </a:r>
                    </a:p>
                  </a:txBody>
                  <a:tcPr marL="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572283336"/>
                  </a:ext>
                </a:extLst>
              </a:tr>
              <a:tr h="503725">
                <a:tc>
                  <a:txBody>
                    <a:bodyPr/>
                    <a:lstStyle/>
                    <a:p>
                      <a:pPr marL="0" algn="ctr" defTabSz="914400" rtl="0" eaLnBrk="1" latinLnBrk="0" hangingPunct="1">
                        <a:lnSpc>
                          <a:spcPct val="105000"/>
                        </a:lnSpc>
                      </a:pPr>
                      <a:r>
                        <a:rPr lang="ar-SA" sz="1100" kern="0" baseline="0">
                          <a:solidFill>
                            <a:schemeClr val="tx1"/>
                          </a:solidFill>
                          <a:latin typeface="Abar Mid" pitchFamily="50" charset="-78"/>
                          <a:ea typeface="Abar Mid" pitchFamily="50" charset="-78"/>
                          <a:cs typeface="Abar Mid" pitchFamily="50" charset="-78"/>
                        </a:rPr>
                        <a:t>2</a:t>
                      </a:r>
                      <a:endParaRPr sz="1100" kern="0" baseline="0">
                        <a:solidFill>
                          <a:schemeClr val="tx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457200"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دراسة </a:t>
                      </a:r>
                      <a:r>
                        <a:rPr lang="en-US" sz="1100" b="0" i="0" u="none" strike="noStrike" kern="1200" dirty="0" err="1">
                          <a:solidFill>
                            <a:srgbClr val="000000"/>
                          </a:solidFill>
                          <a:effectLst/>
                          <a:latin typeface="Abar Mid" pitchFamily="50" charset="-78"/>
                          <a:ea typeface="Abar Mid" pitchFamily="50" charset="-78"/>
                          <a:cs typeface="Abar Mid" pitchFamily="50" charset="-78"/>
                        </a:rPr>
                        <a:t>إمكانية</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تسكين</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الحجاج</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بمكة</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المكرمة</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خلال</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أيام</a:t>
                      </a:r>
                      <a:r>
                        <a:rPr lang="en-US" sz="1100" b="0" i="0" u="none" strike="noStrike" kern="1200" dirty="0">
                          <a:solidFill>
                            <a:srgbClr val="000000"/>
                          </a:solidFill>
                          <a:effectLst/>
                          <a:latin typeface="Abar Mid" pitchFamily="50" charset="-78"/>
                          <a:ea typeface="Abar Mid" pitchFamily="50" charset="-78"/>
                          <a:cs typeface="Abar Mid" pitchFamily="50" charset="-78"/>
                        </a:rPr>
                        <a:t> التشريق</a:t>
                      </a:r>
                    </a:p>
                  </a:txBody>
                  <a:tcPr marL="7620" marR="18288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457200"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15-09-2026</a:t>
                      </a:r>
                    </a:p>
                  </a:txBody>
                  <a:tcPr marL="7620" marR="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457200"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30-11-2026</a:t>
                      </a:r>
                    </a:p>
                  </a:txBody>
                  <a:tcPr marL="7620" marR="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7620" marR="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indent="0" algn="r" rtl="1" fontAlgn="ctr">
                        <a:buFont typeface="Arial" panose="020B0604020202020204" pitchFamily="34" charset="0"/>
                        <a:buNone/>
                      </a:pPr>
                      <a:r>
                        <a:rPr lang="en-US" sz="1100" b="1" i="0" u="none" strike="noStrike" dirty="0">
                          <a:solidFill>
                            <a:srgbClr val="000000"/>
                          </a:solidFill>
                          <a:effectLst/>
                          <a:latin typeface="Abar Mid" pitchFamily="50" charset="-78"/>
                          <a:cs typeface="Abar Mid" pitchFamily="50" charset="-78"/>
                        </a:rPr>
                        <a:t>تاريخ التحديث 23 </a:t>
                      </a:r>
                      <a:r>
                        <a:rPr lang="en-US" sz="1100" b="1" i="0" u="none" strike="noStrike" dirty="0" err="1">
                          <a:solidFill>
                            <a:srgbClr val="000000"/>
                          </a:solidFill>
                          <a:effectLst/>
                          <a:latin typeface="Abar Mid" pitchFamily="50" charset="-78"/>
                          <a:cs typeface="Abar Mid" pitchFamily="50" charset="-78"/>
                        </a:rPr>
                        <a:t>أغسطس</a:t>
                      </a:r>
                      <a:r>
                        <a:rPr lang="en-US" sz="1100" b="1" i="0" u="none" strike="noStrike" dirty="0">
                          <a:solidFill>
                            <a:srgbClr val="000000"/>
                          </a:solidFill>
                          <a:effectLst/>
                          <a:latin typeface="Abar Mid" pitchFamily="50" charset="-78"/>
                          <a:cs typeface="Abar Mid" pitchFamily="50" charset="-78"/>
                        </a:rPr>
                        <a:t> 2026</a:t>
                      </a:r>
                      <a:endParaRPr lang="ar-SA" sz="1100" b="0" i="0" u="none" strike="noStrike" dirty="0">
                        <a:solidFill>
                          <a:srgbClr val="000000"/>
                        </a:solidFill>
                        <a:effectLst/>
                        <a:latin typeface="Abar Mid" pitchFamily="50" charset="-78"/>
                        <a:cs typeface="Abar Mid" pitchFamily="50" charset="-78"/>
                      </a:endParaRPr>
                    </a:p>
                    <a:p>
                      <a:pPr marL="171450" indent="-171450" algn="r" rtl="1" fontAlgn="ctr">
                        <a:buFont typeface="Arial" panose="020B0604020202020204" pitchFamily="34" charset="0"/>
                        <a:buChar char="•"/>
                      </a:pPr>
                      <a:r>
                        <a:rPr lang="en-US" sz="1100" b="0" i="0" u="none" strike="noStrike" dirty="0" err="1">
                          <a:solidFill>
                            <a:srgbClr val="000000"/>
                          </a:solidFill>
                          <a:effectLst/>
                          <a:latin typeface="Abar Mid" pitchFamily="50" charset="-78"/>
                          <a:cs typeface="Abar Mid" pitchFamily="50" charset="-78"/>
                        </a:rPr>
                        <a:t>جار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العمل</a:t>
                      </a:r>
                      <a:r>
                        <a:rPr lang="en-US" sz="1100" b="0" i="0" u="none" strike="noStrike" dirty="0">
                          <a:solidFill>
                            <a:srgbClr val="000000"/>
                          </a:solidFill>
                          <a:effectLst/>
                          <a:latin typeface="Abar Mid" pitchFamily="50" charset="-78"/>
                          <a:cs typeface="Abar Mid" pitchFamily="50" charset="-78"/>
                        </a:rPr>
                        <a:t> على </a:t>
                      </a:r>
                      <a:r>
                        <a:rPr lang="en-US" sz="1100" b="0" i="0" u="none" strike="noStrike" dirty="0" err="1">
                          <a:solidFill>
                            <a:srgbClr val="000000"/>
                          </a:solidFill>
                          <a:effectLst/>
                          <a:latin typeface="Abar Mid" pitchFamily="50" charset="-78"/>
                          <a:cs typeface="Abar Mid" pitchFamily="50" charset="-78"/>
                        </a:rPr>
                        <a:t>استبيان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يوضح</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عدد</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الحجاج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الراغبين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بالسكن</a:t>
                      </a:r>
                      <a:r>
                        <a:rPr lang="en-US" sz="1100" b="0" i="0" u="none" strike="noStrike" dirty="0">
                          <a:solidFill>
                            <a:srgbClr val="000000"/>
                          </a:solidFill>
                          <a:effectLst/>
                          <a:latin typeface="Abar Mid" pitchFamily="50" charset="-78"/>
                          <a:cs typeface="Abar Mid" pitchFamily="50" charset="-78"/>
                        </a:rPr>
                        <a:t> في </a:t>
                      </a:r>
                      <a:r>
                        <a:rPr lang="en-US" sz="1100" b="0" i="0" u="none" strike="noStrike" dirty="0" err="1">
                          <a:solidFill>
                            <a:srgbClr val="000000"/>
                          </a:solidFill>
                          <a:effectLst/>
                          <a:latin typeface="Abar Mid" pitchFamily="50" charset="-78"/>
                          <a:cs typeface="Abar Mid" pitchFamily="50" charset="-78"/>
                        </a:rPr>
                        <a:t>مكة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خلال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أيام</a:t>
                      </a:r>
                      <a:r>
                        <a:rPr lang="en-US" sz="1100" b="0" i="0" u="none" strike="noStrike" dirty="0">
                          <a:solidFill>
                            <a:srgbClr val="000000"/>
                          </a:solidFill>
                          <a:effectLst/>
                          <a:latin typeface="Abar Mid" pitchFamily="50" charset="-78"/>
                          <a:cs typeface="Abar Mid" pitchFamily="50" charset="-78"/>
                        </a:rPr>
                        <a:t> التشريق </a:t>
                      </a:r>
                      <a:r>
                        <a:rPr lang="en-US" sz="1100" b="0" i="0" u="none" strike="noStrike" dirty="0" err="1">
                          <a:solidFill>
                            <a:srgbClr val="000000"/>
                          </a:solidFill>
                          <a:effectLst/>
                          <a:latin typeface="Abar Mid" pitchFamily="50" charset="-78"/>
                          <a:cs typeface="Abar Mid" pitchFamily="50" charset="-78"/>
                        </a:rPr>
                        <a:t>والانتهاء</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بتاريخ</a:t>
                      </a:r>
                      <a:r>
                        <a:rPr lang="en-US" sz="1100" b="0" i="0" u="none" strike="noStrike" dirty="0">
                          <a:solidFill>
                            <a:srgbClr val="000000"/>
                          </a:solidFill>
                          <a:effectLst/>
                          <a:latin typeface="Abar Mid" pitchFamily="50" charset="-78"/>
                          <a:cs typeface="Abar Mid" pitchFamily="50" charset="-78"/>
                        </a:rPr>
                        <a:t> 6 </a:t>
                      </a:r>
                      <a:r>
                        <a:rPr lang="en-US" sz="1100" b="0" i="0" u="none" strike="noStrike" dirty="0" err="1">
                          <a:solidFill>
                            <a:srgbClr val="000000"/>
                          </a:solidFill>
                          <a:effectLst/>
                          <a:latin typeface="Abar Mid" pitchFamily="50" charset="-78"/>
                          <a:cs typeface="Abar Mid" pitchFamily="50" charset="-78"/>
                        </a:rPr>
                        <a:t>أكتوبر</a:t>
                      </a:r>
                      <a:r>
                        <a:rPr lang="en-US" sz="1100" b="0" i="0" u="none" strike="noStrike" dirty="0">
                          <a:solidFill>
                            <a:srgbClr val="000000"/>
                          </a:solidFill>
                          <a:effectLst/>
                          <a:latin typeface="Abar Mid" pitchFamily="50" charset="-78"/>
                          <a:cs typeface="Abar Mid" pitchFamily="50" charset="-78"/>
                        </a:rPr>
                        <a:t> 2026</a:t>
                      </a:r>
                      <a:endParaRPr lang="ar-SA" sz="1100" b="0" i="0" u="none" strike="noStrike" dirty="0">
                        <a:solidFill>
                          <a:srgbClr val="000000"/>
                        </a:solidFill>
                        <a:effectLst/>
                        <a:latin typeface="Abar Mid" pitchFamily="50" charset="-78"/>
                        <a:cs typeface="Abar Mid" pitchFamily="50" charset="-78"/>
                      </a:endParaRPr>
                    </a:p>
                    <a:p>
                      <a:pPr marL="171450" indent="-171450" algn="r" rtl="1" fontAlgn="ctr">
                        <a:buFont typeface="Arial" panose="020B0604020202020204" pitchFamily="34" charset="0"/>
                        <a:buChar char="•"/>
                      </a:pPr>
                      <a:r>
                        <a:rPr lang="en-US" sz="1100" b="0" i="0" u="none" strike="noStrike" dirty="0" err="1">
                          <a:solidFill>
                            <a:srgbClr val="000000"/>
                          </a:solidFill>
                          <a:effectLst/>
                          <a:latin typeface="Abar Mid" pitchFamily="50" charset="-78"/>
                          <a:cs typeface="Abar Mid" pitchFamily="50" charset="-78"/>
                        </a:rPr>
                        <a:t>جار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العمل</a:t>
                      </a:r>
                      <a:r>
                        <a:rPr lang="en-US" sz="1100" b="0" i="0" u="none" strike="noStrike" dirty="0">
                          <a:solidFill>
                            <a:srgbClr val="000000"/>
                          </a:solidFill>
                          <a:effectLst/>
                          <a:latin typeface="Abar Mid" pitchFamily="50" charset="-78"/>
                          <a:cs typeface="Abar Mid" pitchFamily="50" charset="-78"/>
                        </a:rPr>
                        <a:t> إعداد </a:t>
                      </a:r>
                      <a:r>
                        <a:rPr lang="en-US" sz="1100" b="0" i="0" u="none" strike="noStrike" dirty="0" err="1">
                          <a:solidFill>
                            <a:srgbClr val="000000"/>
                          </a:solidFill>
                          <a:effectLst/>
                          <a:latin typeface="Abar Mid" pitchFamily="50" charset="-78"/>
                          <a:cs typeface="Abar Mid" pitchFamily="50" charset="-78"/>
                        </a:rPr>
                        <a:t>السيناريوهات</a:t>
                      </a:r>
                      <a:r>
                        <a:rPr lang="en-US" sz="1100" b="0" i="0" u="none" strike="noStrike" dirty="0">
                          <a:solidFill>
                            <a:srgbClr val="000000"/>
                          </a:solidFill>
                          <a:effectLst/>
                          <a:latin typeface="Abar Mid" pitchFamily="50" charset="-78"/>
                          <a:cs typeface="Abar Mid" pitchFamily="50" charset="-78"/>
                        </a:rPr>
                        <a:t> المتوقعة </a:t>
                      </a:r>
                      <a:r>
                        <a:rPr lang="en-US" sz="1100" b="0" i="0" u="none" strike="noStrike" dirty="0" err="1">
                          <a:solidFill>
                            <a:srgbClr val="000000"/>
                          </a:solidFill>
                          <a:effectLst/>
                          <a:latin typeface="Abar Mid" pitchFamily="50" charset="-78"/>
                          <a:cs typeface="Abar Mid" pitchFamily="50" charset="-78"/>
                        </a:rPr>
                        <a:t>لاستغلال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المساحات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مثال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زيادة</a:t>
                      </a:r>
                      <a:r>
                        <a:rPr lang="en-US" sz="1100" b="0" i="0" u="none" strike="noStrike" dirty="0">
                          <a:solidFill>
                            <a:srgbClr val="000000"/>
                          </a:solidFill>
                          <a:effectLst/>
                          <a:latin typeface="Abar Mid" pitchFamily="50" charset="-78"/>
                          <a:cs typeface="Abar Mid" pitchFamily="50" charset="-78"/>
                        </a:rPr>
                        <a:t> إعداد </a:t>
                      </a:r>
                      <a:r>
                        <a:rPr lang="en-US" sz="1100" b="0" i="0" u="none" strike="noStrike" dirty="0" err="1">
                          <a:solidFill>
                            <a:srgbClr val="000000"/>
                          </a:solidFill>
                          <a:effectLst/>
                          <a:latin typeface="Abar Mid" pitchFamily="50" charset="-78"/>
                          <a:cs typeface="Abar Mid" pitchFamily="50" charset="-78"/>
                        </a:rPr>
                        <a:t>الحجاج-تسكين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العمالة-زيادة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المساحة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المخصصة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للحاج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لاعتمادها</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بتاريخ</a:t>
                      </a:r>
                      <a:r>
                        <a:rPr lang="en-US" sz="1100" b="0" i="0" u="none" strike="noStrike" dirty="0">
                          <a:solidFill>
                            <a:srgbClr val="000000"/>
                          </a:solidFill>
                          <a:effectLst/>
                          <a:latin typeface="Abar Mid" pitchFamily="50" charset="-78"/>
                          <a:cs typeface="Abar Mid" pitchFamily="50" charset="-78"/>
                        </a:rPr>
                        <a:t> 23 </a:t>
                      </a:r>
                      <a:r>
                        <a:rPr lang="en-US" sz="1100" b="0" i="0" u="none" strike="noStrike" dirty="0" err="1">
                          <a:solidFill>
                            <a:srgbClr val="000000"/>
                          </a:solidFill>
                          <a:effectLst/>
                          <a:latin typeface="Abar Mid" pitchFamily="50" charset="-78"/>
                          <a:cs typeface="Abar Mid" pitchFamily="50" charset="-78"/>
                        </a:rPr>
                        <a:t>أكتوبر</a:t>
                      </a:r>
                      <a:r>
                        <a:rPr lang="en-US" sz="1100" b="0" i="0" u="none" strike="noStrike" dirty="0">
                          <a:solidFill>
                            <a:srgbClr val="000000"/>
                          </a:solidFill>
                          <a:effectLst/>
                          <a:latin typeface="Abar Mid" pitchFamily="50" charset="-78"/>
                          <a:cs typeface="Abar Mid" pitchFamily="50" charset="-78"/>
                        </a:rPr>
                        <a:t> 2026</a:t>
                      </a:r>
                      <a:endParaRPr lang="ar-SA" sz="1100" b="0" i="0" u="none" strike="noStrike" dirty="0">
                        <a:solidFill>
                          <a:srgbClr val="000000"/>
                        </a:solidFill>
                        <a:effectLst/>
                        <a:latin typeface="Abar Mid" pitchFamily="50" charset="-78"/>
                        <a:cs typeface="Abar Mid" pitchFamily="50" charset="-78"/>
                      </a:endParaRPr>
                    </a:p>
                  </a:txBody>
                  <a:tcPr marL="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800805841"/>
                  </a:ext>
                </a:extLst>
              </a:tr>
              <a:tr h="503725">
                <a:tc>
                  <a:txBody>
                    <a:bodyPr/>
                    <a:lstStyle/>
                    <a:p>
                      <a:pPr marL="0" algn="ctr" defTabSz="914400" rtl="0" eaLnBrk="1" latinLnBrk="0" hangingPunct="1">
                        <a:lnSpc>
                          <a:spcPct val="105000"/>
                        </a:lnSpc>
                      </a:pPr>
                      <a:r>
                        <a:rPr lang="ar-SA" sz="1100" kern="0" baseline="0" dirty="0">
                          <a:solidFill>
                            <a:schemeClr val="tx1"/>
                          </a:solidFill>
                          <a:latin typeface="Abar Mid" pitchFamily="50" charset="-78"/>
                          <a:ea typeface="Abar Mid" pitchFamily="50" charset="-78"/>
                          <a:cs typeface="Abar Mid" pitchFamily="50" charset="-78"/>
                        </a:rPr>
                        <a:t>3</a:t>
                      </a:r>
                      <a:endParaRPr sz="1100" kern="0" baseline="0" dirty="0">
                        <a:solidFill>
                          <a:schemeClr val="tx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457200" rtl="1" eaLnBrk="1" fontAlgn="ctr" latinLnBrk="0" hangingPunct="1">
                        <a:buNone/>
                      </a:pPr>
                      <a:r>
                        <a:rPr lang="en-US" sz="1100" b="0" i="0" u="none" strike="noStrike" kern="1200" dirty="0" err="1">
                          <a:solidFill>
                            <a:srgbClr val="000000"/>
                          </a:solidFill>
                          <a:effectLst/>
                          <a:latin typeface="Abar Mid" pitchFamily="50" charset="-78"/>
                          <a:ea typeface="Abar Mid" pitchFamily="50" charset="-78"/>
                          <a:cs typeface="Abar Mid" pitchFamily="50" charset="-78"/>
                        </a:rPr>
                        <a:t>أعمال</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وتنظيمات</a:t>
                      </a:r>
                      <a:r>
                        <a:rPr lang="en-US" sz="1100" b="0" i="0" u="none" strike="noStrike" kern="1200" dirty="0">
                          <a:solidFill>
                            <a:srgbClr val="000000"/>
                          </a:solidFill>
                          <a:effectLst/>
                          <a:latin typeface="Abar Mid" pitchFamily="50" charset="-78"/>
                          <a:ea typeface="Abar Mid" pitchFamily="50" charset="-78"/>
                          <a:cs typeface="Abar Mid" pitchFamily="50" charset="-78"/>
                        </a:rPr>
                        <a:t> شركات تقديم الخدمة </a:t>
                      </a:r>
                      <a:r>
                        <a:rPr lang="en-US" sz="1100" b="0" i="0" u="none" strike="noStrike" kern="1200" dirty="0" err="1">
                          <a:solidFill>
                            <a:srgbClr val="000000"/>
                          </a:solidFill>
                          <a:effectLst/>
                          <a:latin typeface="Abar Mid" pitchFamily="50" charset="-78"/>
                          <a:ea typeface="Abar Mid" pitchFamily="50" charset="-78"/>
                          <a:cs typeface="Abar Mid" pitchFamily="50" charset="-78"/>
                        </a:rPr>
                        <a:t>للحجاج</a:t>
                      </a:r>
                      <a:endParaRPr lang="en-US" sz="1100" b="0" i="0" u="none" strike="noStrike" kern="1200" dirty="0">
                        <a:solidFill>
                          <a:srgbClr val="000000"/>
                        </a:solidFill>
                        <a:effectLst/>
                        <a:latin typeface="Abar Mid" pitchFamily="50" charset="-78"/>
                        <a:ea typeface="Abar Mid" pitchFamily="50" charset="-78"/>
                        <a:cs typeface="Abar Mid" pitchFamily="50" charset="-78"/>
                      </a:endParaRPr>
                    </a:p>
                  </a:txBody>
                  <a:tcPr marL="7620" marR="18288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457200"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16-06-2026</a:t>
                      </a:r>
                    </a:p>
                  </a:txBody>
                  <a:tcPr marL="7620" marR="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457200" rtl="1" eaLnBrk="1" fontAlgn="ctr" latinLnBrk="0" hangingPunct="1">
                        <a:buNone/>
                      </a:pPr>
                      <a:r>
                        <a:rPr lang="en-US" sz="1100" b="0" i="0" u="none" strike="noStrike" kern="1200">
                          <a:solidFill>
                            <a:srgbClr val="000000"/>
                          </a:solidFill>
                          <a:effectLst/>
                          <a:latin typeface="Abar Mid" pitchFamily="50" charset="-78"/>
                          <a:ea typeface="Abar Mid" pitchFamily="50" charset="-78"/>
                          <a:cs typeface="Abar Mid" pitchFamily="50" charset="-78"/>
                        </a:rPr>
                        <a:t>05-11-2026</a:t>
                      </a:r>
                    </a:p>
                  </a:txBody>
                  <a:tcPr marL="7620" marR="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7620" marR="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100" b="1" i="0" u="none" strike="noStrike" dirty="0">
                          <a:solidFill>
                            <a:srgbClr val="000000"/>
                          </a:solidFill>
                          <a:effectLst/>
                          <a:latin typeface="Abar Mid" pitchFamily="50" charset="-78"/>
                          <a:cs typeface="Abar Mid" pitchFamily="50" charset="-78"/>
                        </a:rPr>
                        <a:t>تاريخ التحديث  3 سبتمبر 2026</a:t>
                      </a:r>
                    </a:p>
                    <a:p>
                      <a:pPr algn="r" rtl="1" fontAlgn="ctr">
                        <a:buNone/>
                      </a:pPr>
                      <a:r>
                        <a:rPr lang="en-US" sz="1100" b="0" i="0" u="none" strike="noStrike" dirty="0" err="1">
                          <a:solidFill>
                            <a:srgbClr val="000000"/>
                          </a:solidFill>
                          <a:effectLst/>
                          <a:latin typeface="Abar Mid" pitchFamily="50" charset="-78"/>
                          <a:cs typeface="Abar Mid" pitchFamily="50" charset="-78"/>
                        </a:rPr>
                        <a:t>جار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العمل</a:t>
                      </a:r>
                      <a:r>
                        <a:rPr lang="en-US" sz="1100" b="0" i="0" u="none" strike="noStrike" dirty="0">
                          <a:solidFill>
                            <a:srgbClr val="000000"/>
                          </a:solidFill>
                          <a:effectLst/>
                          <a:latin typeface="Abar Mid" pitchFamily="50" charset="-78"/>
                          <a:cs typeface="Abar Mid" pitchFamily="50" charset="-78"/>
                        </a:rPr>
                        <a:t> على دراسة </a:t>
                      </a:r>
                      <a:r>
                        <a:rPr lang="en-US" sz="1100" b="0" i="0" u="none" strike="noStrike" dirty="0" err="1">
                          <a:solidFill>
                            <a:srgbClr val="000000"/>
                          </a:solidFill>
                          <a:effectLst/>
                          <a:latin typeface="Abar Mid" pitchFamily="50" charset="-78"/>
                          <a:cs typeface="Abar Mid" pitchFamily="50" charset="-78"/>
                        </a:rPr>
                        <a:t>وتحليل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نتائج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استبيان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نموذج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تشغيل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مراكز</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الضيافة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لموسم</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حج</a:t>
                      </a:r>
                      <a:r>
                        <a:rPr lang="en-US" sz="1100" b="0" i="0" u="none" strike="noStrike" dirty="0">
                          <a:solidFill>
                            <a:srgbClr val="000000"/>
                          </a:solidFill>
                          <a:effectLst/>
                          <a:latin typeface="Abar Mid" pitchFamily="50" charset="-78"/>
                          <a:cs typeface="Abar Mid" pitchFamily="50" charset="-78"/>
                        </a:rPr>
                        <a:t> 1447هـ، على </a:t>
                      </a:r>
                      <a:r>
                        <a:rPr lang="en-US" sz="1100" b="0" i="0" u="none" strike="noStrike" dirty="0" err="1">
                          <a:solidFill>
                            <a:srgbClr val="000000"/>
                          </a:solidFill>
                          <a:effectLst/>
                          <a:latin typeface="Abar Mid" pitchFamily="50" charset="-78"/>
                          <a:cs typeface="Abar Mid" pitchFamily="50" charset="-78"/>
                        </a:rPr>
                        <a:t>أن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يتم</a:t>
                      </a:r>
                      <a:r>
                        <a:rPr lang="en-US" sz="1100" b="0" i="0" u="none" strike="noStrike" dirty="0">
                          <a:solidFill>
                            <a:srgbClr val="000000"/>
                          </a:solidFill>
                          <a:effectLst/>
                          <a:latin typeface="Abar Mid" pitchFamily="50" charset="-78"/>
                          <a:cs typeface="Abar Mid" pitchFamily="50" charset="-78"/>
                        </a:rPr>
                        <a:t> الانتهاء من </a:t>
                      </a:r>
                      <a:r>
                        <a:rPr lang="en-US" sz="1100" b="0" i="0" u="none" strike="noStrike" dirty="0" err="1">
                          <a:solidFill>
                            <a:srgbClr val="000000"/>
                          </a:solidFill>
                          <a:effectLst/>
                          <a:latin typeface="Abar Mid" pitchFamily="50" charset="-78"/>
                          <a:cs typeface="Abar Mid" pitchFamily="50" charset="-78"/>
                        </a:rPr>
                        <a:t>تحليل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النتائج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بتاريخ</a:t>
                      </a:r>
                      <a:r>
                        <a:rPr lang="en-US" sz="1100" b="0" i="0" u="none" strike="noStrike" dirty="0">
                          <a:solidFill>
                            <a:srgbClr val="000000"/>
                          </a:solidFill>
                          <a:effectLst/>
                          <a:latin typeface="Abar Mid" pitchFamily="50" charset="-78"/>
                          <a:cs typeface="Abar Mid" pitchFamily="50" charset="-78"/>
                        </a:rPr>
                        <a:t> 20 </a:t>
                      </a:r>
                      <a:r>
                        <a:rPr lang="en-US" sz="1100" b="0" i="0" u="none" strike="noStrike" dirty="0" err="1">
                          <a:solidFill>
                            <a:srgbClr val="000000"/>
                          </a:solidFill>
                          <a:effectLst/>
                          <a:latin typeface="Abar Mid" pitchFamily="50" charset="-78"/>
                          <a:cs typeface="Abar Mid" pitchFamily="50" charset="-78"/>
                        </a:rPr>
                        <a:t>أكتوبر</a:t>
                      </a:r>
                      <a:r>
                        <a:rPr lang="en-US" sz="1100" b="0" i="0" u="none" strike="noStrike" dirty="0">
                          <a:solidFill>
                            <a:srgbClr val="000000"/>
                          </a:solidFill>
                          <a:effectLst/>
                          <a:latin typeface="Abar Mid" pitchFamily="50" charset="-78"/>
                          <a:cs typeface="Abar Mid" pitchFamily="50" charset="-78"/>
                        </a:rPr>
                        <a:t> 2026م</a:t>
                      </a:r>
                    </a:p>
                  </a:txBody>
                  <a:tcPr marL="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490736528"/>
                  </a:ext>
                </a:extLst>
              </a:tr>
              <a:tr h="503725">
                <a:tc>
                  <a:txBody>
                    <a:bodyPr/>
                    <a:lstStyle/>
                    <a:p>
                      <a:pPr marL="0" algn="ctr" defTabSz="914400" rtl="0" eaLnBrk="1" latinLnBrk="0" hangingPunct="1">
                        <a:lnSpc>
                          <a:spcPct val="105000"/>
                        </a:lnSpc>
                      </a:pPr>
                      <a:r>
                        <a:rPr lang="ar-SA" sz="1100" kern="0" baseline="0">
                          <a:solidFill>
                            <a:schemeClr val="tx1"/>
                          </a:solidFill>
                          <a:latin typeface="Abar Mid" pitchFamily="50" charset="-78"/>
                          <a:ea typeface="Abar Mid" pitchFamily="50" charset="-78"/>
                          <a:cs typeface="Abar Mid" pitchFamily="50" charset="-78"/>
                        </a:rPr>
                        <a:t>4</a:t>
                      </a:r>
                      <a:endParaRPr sz="1100" kern="0" baseline="0">
                        <a:solidFill>
                          <a:schemeClr val="tx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457200" rtl="1" eaLnBrk="1" fontAlgn="ctr" latinLnBrk="0" hangingPunct="1">
                        <a:buNone/>
                      </a:pPr>
                      <a:r>
                        <a:rPr lang="en-US" sz="1100" b="0" i="0" u="none" strike="noStrike" kern="1200" dirty="0" err="1">
                          <a:solidFill>
                            <a:srgbClr val="000000"/>
                          </a:solidFill>
                          <a:effectLst/>
                          <a:latin typeface="Abar Mid" pitchFamily="50" charset="-78"/>
                          <a:ea typeface="Abar Mid" pitchFamily="50" charset="-78"/>
                          <a:cs typeface="Abar Mid" pitchFamily="50" charset="-78"/>
                        </a:rPr>
                        <a:t>تطوير</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نموذج</a:t>
                      </a:r>
                      <a:r>
                        <a:rPr lang="en-US" sz="1100" b="0" i="0" u="none" strike="noStrike" kern="1200" dirty="0">
                          <a:solidFill>
                            <a:srgbClr val="000000"/>
                          </a:solidFill>
                          <a:effectLst/>
                          <a:latin typeface="Abar Mid" pitchFamily="50" charset="-78"/>
                          <a:ea typeface="Abar Mid" pitchFamily="50" charset="-78"/>
                          <a:cs typeface="Abar Mid" pitchFamily="50" charset="-78"/>
                        </a:rPr>
                        <a:t> شركات </a:t>
                      </a:r>
                      <a:r>
                        <a:rPr lang="en-US" sz="1100" b="0" i="0" u="none" strike="noStrike" kern="1200" dirty="0" err="1">
                          <a:solidFill>
                            <a:srgbClr val="000000"/>
                          </a:solidFill>
                          <a:effectLst/>
                          <a:latin typeface="Abar Mid" pitchFamily="50" charset="-78"/>
                          <a:ea typeface="Abar Mid" pitchFamily="50" charset="-78"/>
                          <a:cs typeface="Abar Mid" pitchFamily="50" charset="-78"/>
                        </a:rPr>
                        <a:t>حجاج</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الداخل</a:t>
                      </a:r>
                      <a:endParaRPr lang="en-US" sz="1100" b="0" i="0" u="none" strike="noStrike" kern="1200" dirty="0">
                        <a:solidFill>
                          <a:srgbClr val="000000"/>
                        </a:solidFill>
                        <a:effectLst/>
                        <a:latin typeface="Abar Mid" pitchFamily="50" charset="-78"/>
                        <a:ea typeface="Abar Mid" pitchFamily="50" charset="-78"/>
                        <a:cs typeface="Abar Mid" pitchFamily="50" charset="-78"/>
                      </a:endParaRPr>
                    </a:p>
                  </a:txBody>
                  <a:tcPr marL="7620" marR="18288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457200" rtl="1" eaLnBrk="1" fontAlgn="ctr" latinLnBrk="0" hangingPunct="1">
                        <a:buNone/>
                      </a:pPr>
                      <a:r>
                        <a:rPr lang="en-US" sz="1100" b="0" i="0" u="none" strike="noStrike" kern="1200">
                          <a:solidFill>
                            <a:srgbClr val="000000"/>
                          </a:solidFill>
                          <a:effectLst/>
                          <a:latin typeface="Abar Mid" pitchFamily="50" charset="-78"/>
                          <a:ea typeface="Abar Mid" pitchFamily="50" charset="-78"/>
                          <a:cs typeface="Abar Mid" pitchFamily="50" charset="-78"/>
                        </a:rPr>
                        <a:t>16-06-2026</a:t>
                      </a:r>
                    </a:p>
                  </a:txBody>
                  <a:tcPr marL="7620" marR="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457200"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04-10-2026</a:t>
                      </a:r>
                    </a:p>
                  </a:txBody>
                  <a:tcPr marL="7620" marR="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7620" marR="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100" b="1" i="0" u="none" strike="noStrike" dirty="0">
                          <a:solidFill>
                            <a:srgbClr val="000000"/>
                          </a:solidFill>
                          <a:effectLst/>
                          <a:latin typeface="Abar Mid" pitchFamily="50" charset="-78"/>
                          <a:cs typeface="Abar Mid" pitchFamily="50" charset="-78"/>
                        </a:rPr>
                        <a:t>تاريخ التحديث 16 سبتمبر 2026</a:t>
                      </a:r>
                    </a:p>
                    <a:p>
                      <a:pPr algn="r" rtl="1" fontAlgn="ctr">
                        <a:buNone/>
                      </a:pPr>
                      <a:r>
                        <a:rPr lang="en-US" sz="1100" b="0" i="0" u="none" strike="noStrike" dirty="0">
                          <a:solidFill>
                            <a:srgbClr val="000000"/>
                          </a:solidFill>
                          <a:effectLst/>
                          <a:latin typeface="Abar Mid" pitchFamily="50" charset="-78"/>
                          <a:cs typeface="Abar Mid" pitchFamily="50" charset="-78"/>
                        </a:rPr>
                        <a:t>تم </a:t>
                      </a:r>
                      <a:r>
                        <a:rPr lang="en-US" sz="1100" b="0" i="0" u="none" strike="noStrike" dirty="0" err="1">
                          <a:solidFill>
                            <a:srgbClr val="000000"/>
                          </a:solidFill>
                          <a:effectLst/>
                          <a:latin typeface="Abar Mid" pitchFamily="50" charset="-78"/>
                          <a:cs typeface="Abar Mid" pitchFamily="50" charset="-78"/>
                        </a:rPr>
                        <a:t>الاجتماع</a:t>
                      </a:r>
                      <a:r>
                        <a:rPr lang="en-US" sz="1100" b="0" i="0" u="none" strike="noStrike" dirty="0">
                          <a:solidFill>
                            <a:srgbClr val="000000"/>
                          </a:solidFill>
                          <a:effectLst/>
                          <a:latin typeface="Abar Mid" pitchFamily="50" charset="-78"/>
                          <a:cs typeface="Abar Mid" pitchFamily="50" charset="-78"/>
                        </a:rPr>
                        <a:t> مع </a:t>
                      </a:r>
                      <a:r>
                        <a:rPr lang="en-US" sz="1100" b="0" i="0" u="none" strike="noStrike" dirty="0" err="1">
                          <a:solidFill>
                            <a:srgbClr val="000000"/>
                          </a:solidFill>
                          <a:effectLst/>
                          <a:latin typeface="Abar Mid" pitchFamily="50" charset="-78"/>
                          <a:cs typeface="Abar Mid" pitchFamily="50" charset="-78"/>
                        </a:rPr>
                        <a:t>المجلس</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التنسيقي</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لحجاج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الداخل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لاستعراض</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مستجدات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موسم</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حج</a:t>
                      </a:r>
                      <a:r>
                        <a:rPr lang="en-US" sz="1100" b="0" i="0" u="none" strike="noStrike" dirty="0">
                          <a:solidFill>
                            <a:srgbClr val="000000"/>
                          </a:solidFill>
                          <a:effectLst/>
                          <a:latin typeface="Abar Mid" pitchFamily="50" charset="-78"/>
                          <a:cs typeface="Abar Mid" pitchFamily="50" charset="-78"/>
                        </a:rPr>
                        <a:t> 1448 هـ  وتم </a:t>
                      </a:r>
                      <a:r>
                        <a:rPr lang="en-US" sz="1100" b="0" i="0" u="none" strike="noStrike" dirty="0" err="1">
                          <a:solidFill>
                            <a:srgbClr val="000000"/>
                          </a:solidFill>
                          <a:effectLst/>
                          <a:latin typeface="Abar Mid" pitchFamily="50" charset="-78"/>
                          <a:cs typeface="Abar Mid" pitchFamily="50" charset="-78"/>
                        </a:rPr>
                        <a:t>التوصل</a:t>
                      </a:r>
                      <a:r>
                        <a:rPr lang="en-US" sz="1100" b="0" i="0" u="none" strike="noStrike" dirty="0">
                          <a:solidFill>
                            <a:srgbClr val="000000"/>
                          </a:solidFill>
                          <a:effectLst/>
                          <a:latin typeface="Abar Mid" pitchFamily="50" charset="-78"/>
                          <a:cs typeface="Abar Mid" pitchFamily="50" charset="-78"/>
                        </a:rPr>
                        <a:t> إلى </a:t>
                      </a:r>
                      <a:r>
                        <a:rPr lang="en-US" sz="1100" b="0" i="0" u="none" strike="noStrike" dirty="0" err="1">
                          <a:solidFill>
                            <a:srgbClr val="000000"/>
                          </a:solidFill>
                          <a:effectLst/>
                          <a:latin typeface="Abar Mid" pitchFamily="50" charset="-78"/>
                          <a:cs typeface="Abar Mid" pitchFamily="50" charset="-78"/>
                        </a:rPr>
                        <a:t>إضافة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بعض</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المتطلبات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لتحسين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وتجويد</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الخدمات</a:t>
                      </a:r>
                      <a:endParaRPr lang="en-US" sz="1100" b="0" i="0" u="none" strike="noStrike" dirty="0">
                        <a:solidFill>
                          <a:srgbClr val="000000"/>
                        </a:solidFill>
                        <a:effectLst/>
                        <a:latin typeface="Abar Mid" pitchFamily="50" charset="-78"/>
                        <a:cs typeface="Abar Mid" pitchFamily="50" charset="-78"/>
                      </a:endParaRPr>
                    </a:p>
                    <a:p>
                      <a:pPr algn="r" rtl="1" fontAlgn="ctr">
                        <a:buNone/>
                      </a:pPr>
                      <a:r>
                        <a:rPr lang="en-US" sz="1100" b="0" i="0" u="none" strike="noStrike" dirty="0">
                          <a:solidFill>
                            <a:srgbClr val="000000"/>
                          </a:solidFill>
                          <a:effectLst/>
                          <a:latin typeface="Abar Mid" pitchFamily="50" charset="-78"/>
                          <a:cs typeface="Abar Mid" pitchFamily="50" charset="-78"/>
                        </a:rPr>
                        <a:t>تم </a:t>
                      </a:r>
                      <a:r>
                        <a:rPr lang="en-US" sz="1100" b="0" i="0" u="none" strike="noStrike" dirty="0" err="1">
                          <a:solidFill>
                            <a:srgbClr val="000000"/>
                          </a:solidFill>
                          <a:effectLst/>
                          <a:latin typeface="Abar Mid" pitchFamily="50" charset="-78"/>
                          <a:cs typeface="Abar Mid" pitchFamily="50" charset="-78"/>
                        </a:rPr>
                        <a:t>تحديث</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بنود</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النموذج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التشغيلي</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لشركات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حجاج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الداخل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وفي</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طور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اعتمادها</a:t>
                      </a:r>
                      <a:endParaRPr lang="en-US" sz="1100" b="0" i="0" u="none" strike="noStrike" dirty="0">
                        <a:solidFill>
                          <a:srgbClr val="000000"/>
                        </a:solidFill>
                        <a:effectLst/>
                        <a:latin typeface="Abar Mid" pitchFamily="50" charset="-78"/>
                        <a:cs typeface="Abar Mid" pitchFamily="50" charset="-78"/>
                      </a:endParaRPr>
                    </a:p>
                  </a:txBody>
                  <a:tcPr marL="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173659202"/>
                  </a:ext>
                </a:extLst>
              </a:tr>
              <a:tr h="503725">
                <a:tc>
                  <a:txBody>
                    <a:bodyPr/>
                    <a:lstStyle/>
                    <a:p>
                      <a:pPr marL="0" algn="ctr" defTabSz="914400" rtl="0" eaLnBrk="1" latinLnBrk="0" hangingPunct="1">
                        <a:lnSpc>
                          <a:spcPct val="105000"/>
                        </a:lnSpc>
                      </a:pPr>
                      <a:r>
                        <a:rPr lang="ar-SA" sz="1100" kern="0" baseline="0">
                          <a:solidFill>
                            <a:schemeClr val="tx1"/>
                          </a:solidFill>
                          <a:latin typeface="Abar Mid" pitchFamily="50" charset="-78"/>
                          <a:ea typeface="Abar Mid" pitchFamily="50" charset="-78"/>
                          <a:cs typeface="Abar Mid" pitchFamily="50" charset="-78"/>
                        </a:rPr>
                        <a:t>5</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a:solidFill>
                            <a:srgbClr val="000000"/>
                          </a:solidFill>
                          <a:effectLst/>
                          <a:latin typeface="Abar Mid" pitchFamily="50" charset="-78"/>
                          <a:ea typeface="Abar Mid" pitchFamily="50" charset="-78"/>
                          <a:cs typeface="Abar Mid" pitchFamily="50" charset="-78"/>
                        </a:rPr>
                        <a:t>أعمال تطوير رغبات الحجاج لأداء النسك بمشعر مزدلفة لموسم حج 1448 هجري</a:t>
                      </a: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a:solidFill>
                            <a:srgbClr val="000000"/>
                          </a:solidFill>
                          <a:effectLst/>
                          <a:latin typeface="Abar Mid" pitchFamily="50" charset="-78"/>
                          <a:ea typeface="Abar Mid" pitchFamily="50" charset="-78"/>
                          <a:cs typeface="Abar Mid" pitchFamily="50" charset="-78"/>
                        </a:rPr>
                        <a:t>25-06-2026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a:solidFill>
                            <a:srgbClr val="000000"/>
                          </a:solidFill>
                          <a:effectLst/>
                          <a:latin typeface="Abar Mid" pitchFamily="50" charset="-78"/>
                          <a:ea typeface="Abar Mid" pitchFamily="50" charset="-78"/>
                          <a:cs typeface="Abar Mid" pitchFamily="50" charset="-78"/>
                        </a:rPr>
                        <a:t>25-07-2026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ar-SA" sz="1100" b="0" i="0" u="none" strike="noStrike" kern="1200" dirty="0">
                          <a:solidFill>
                            <a:srgbClr val="000000"/>
                          </a:solidFill>
                          <a:effectLst/>
                          <a:latin typeface="Abar Mid" pitchFamily="50" charset="-78"/>
                          <a:ea typeface="Abar Mid" pitchFamily="50" charset="-78"/>
                          <a:cs typeface="Abar Mid" pitchFamily="50" charset="-78"/>
                        </a:rPr>
                        <a:t>مكتمل</a:t>
                      </a:r>
                      <a:endParaRPr lang="en-US" sz="1100" b="0" i="0" u="none" strike="noStrike" kern="1200" dirty="0">
                        <a:solidFill>
                          <a:srgbClr val="000000"/>
                        </a:solidFill>
                        <a:effectLst/>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marL="0" indent="0" algn="r" rtl="1" fontAlgn="ctr">
                        <a:buFont typeface="Arial" panose="020B0604020202020204" pitchFamily="34" charset="0"/>
                        <a:buNone/>
                      </a:pPr>
                      <a:r>
                        <a:rPr lang="en-US" sz="1100" b="1" i="0" u="none" strike="noStrike" dirty="0">
                          <a:solidFill>
                            <a:srgbClr val="000000"/>
                          </a:solidFill>
                          <a:effectLst/>
                          <a:latin typeface="Abar Mid" pitchFamily="50" charset="-78"/>
                          <a:ea typeface="Abar Mid" pitchFamily="50" charset="-78"/>
                          <a:cs typeface="Abar Mid" pitchFamily="50" charset="-78"/>
                        </a:rPr>
                        <a:t>تاريخ التحديث  30 </a:t>
                      </a:r>
                      <a:r>
                        <a:rPr lang="en-US" sz="1100" b="1" i="0" u="none" strike="noStrike" dirty="0" err="1">
                          <a:solidFill>
                            <a:srgbClr val="000000"/>
                          </a:solidFill>
                          <a:effectLst/>
                          <a:latin typeface="Abar Mid" pitchFamily="50" charset="-78"/>
                          <a:ea typeface="Abar Mid" pitchFamily="50" charset="-78"/>
                          <a:cs typeface="Abar Mid" pitchFamily="50" charset="-78"/>
                        </a:rPr>
                        <a:t>أغسطس</a:t>
                      </a:r>
                      <a:r>
                        <a:rPr lang="en-US" sz="1100" b="1" i="0" u="none" strike="noStrike" dirty="0">
                          <a:solidFill>
                            <a:srgbClr val="000000"/>
                          </a:solidFill>
                          <a:effectLst/>
                          <a:latin typeface="Abar Mid" pitchFamily="50" charset="-78"/>
                          <a:ea typeface="Abar Mid" pitchFamily="50" charset="-78"/>
                          <a:cs typeface="Abar Mid" pitchFamily="50" charset="-78"/>
                        </a:rPr>
                        <a:t> 2026</a:t>
                      </a:r>
                      <a:endParaRPr lang="ar-SA" sz="1100" b="0" i="0" u="none" strike="noStrike" dirty="0">
                        <a:solidFill>
                          <a:srgbClr val="000000"/>
                        </a:solidFill>
                        <a:effectLst/>
                        <a:latin typeface="Abar Mid" pitchFamily="50" charset="-78"/>
                        <a:ea typeface="Abar Mid" pitchFamily="50" charset="-78"/>
                        <a:cs typeface="Abar Mid" pitchFamily="50" charset="-78"/>
                      </a:endParaRPr>
                    </a:p>
                    <a:p>
                      <a:pPr marL="171450" indent="-171450" algn="r" rtl="1" fontAlgn="ctr">
                        <a:buFont typeface="Arial" panose="020B0604020202020204" pitchFamily="34" charset="0"/>
                        <a:buChar char="•"/>
                      </a:pPr>
                      <a:r>
                        <a:rPr lang="en-US" sz="1100" b="0" i="0" u="none" strike="noStrike" dirty="0">
                          <a:solidFill>
                            <a:srgbClr val="000000"/>
                          </a:solidFill>
                          <a:effectLst/>
                          <a:latin typeface="Abar Mid" pitchFamily="50" charset="-78"/>
                          <a:ea typeface="Abar Mid" pitchFamily="50" charset="-78"/>
                          <a:cs typeface="Abar Mid" pitchFamily="50" charset="-78"/>
                        </a:rPr>
                        <a:t>تم </a:t>
                      </a:r>
                      <a:r>
                        <a:rPr lang="en-US" sz="1100" b="0" i="0" u="none" strike="noStrike" dirty="0" err="1">
                          <a:solidFill>
                            <a:srgbClr val="000000"/>
                          </a:solidFill>
                          <a:effectLst/>
                          <a:latin typeface="Abar Mid" pitchFamily="50" charset="-78"/>
                          <a:ea typeface="Abar Mid" pitchFamily="50" charset="-78"/>
                          <a:cs typeface="Abar Mid" pitchFamily="50" charset="-78"/>
                        </a:rPr>
                        <a:t>استعراض</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المخرجات</a:t>
                      </a:r>
                      <a:r>
                        <a:rPr lang="en-US" sz="1100" b="0" i="0" u="none" strike="noStrike" dirty="0">
                          <a:solidFill>
                            <a:srgbClr val="000000"/>
                          </a:solidFill>
                          <a:effectLst/>
                          <a:latin typeface="Abar Mid" pitchFamily="50" charset="-78"/>
                          <a:ea typeface="Abar Mid" pitchFamily="50" charset="-78"/>
                          <a:cs typeface="Abar Mid" pitchFamily="50" charset="-78"/>
                        </a:rPr>
                        <a:t> في </a:t>
                      </a:r>
                      <a:r>
                        <a:rPr lang="en-US" sz="1100" b="0" i="0" u="none" strike="noStrike" dirty="0" err="1">
                          <a:solidFill>
                            <a:srgbClr val="000000"/>
                          </a:solidFill>
                          <a:effectLst/>
                          <a:latin typeface="Abar Mid" pitchFamily="50" charset="-78"/>
                          <a:ea typeface="Abar Mid" pitchFamily="50" charset="-78"/>
                          <a:cs typeface="Abar Mid" pitchFamily="50" charset="-78"/>
                        </a:rPr>
                        <a:t>اجتماع</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القيادات</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بتاريخ</a:t>
                      </a:r>
                      <a:r>
                        <a:rPr lang="en-US" sz="1100" b="0" i="0" u="none" strike="noStrike" dirty="0">
                          <a:solidFill>
                            <a:srgbClr val="000000"/>
                          </a:solidFill>
                          <a:effectLst/>
                          <a:latin typeface="Abar Mid" pitchFamily="50" charset="-78"/>
                          <a:ea typeface="Abar Mid" pitchFamily="50" charset="-78"/>
                          <a:cs typeface="Abar Mid" pitchFamily="50" charset="-78"/>
                        </a:rPr>
                        <a:t> 24 </a:t>
                      </a:r>
                      <a:r>
                        <a:rPr lang="en-US" sz="1100" b="0" i="0" u="none" strike="noStrike" dirty="0" err="1">
                          <a:solidFill>
                            <a:srgbClr val="000000"/>
                          </a:solidFill>
                          <a:effectLst/>
                          <a:latin typeface="Abar Mid" pitchFamily="50" charset="-78"/>
                          <a:ea typeface="Abar Mid" pitchFamily="50" charset="-78"/>
                          <a:cs typeface="Abar Mid" pitchFamily="50" charset="-78"/>
                        </a:rPr>
                        <a:t>أغسطس</a:t>
                      </a:r>
                      <a:r>
                        <a:rPr lang="en-US" sz="1100" b="0" i="0" u="none" strike="noStrike" dirty="0">
                          <a:solidFill>
                            <a:srgbClr val="000000"/>
                          </a:solidFill>
                          <a:effectLst/>
                          <a:latin typeface="Abar Mid" pitchFamily="50" charset="-78"/>
                          <a:ea typeface="Abar Mid" pitchFamily="50" charset="-78"/>
                          <a:cs typeface="Abar Mid" pitchFamily="50" charset="-78"/>
                        </a:rPr>
                        <a:t> 2026</a:t>
                      </a:r>
                      <a:endParaRPr lang="ar-SA" sz="1100" b="0" i="0" u="none" strike="noStrike" dirty="0">
                        <a:solidFill>
                          <a:srgbClr val="000000"/>
                        </a:solidFill>
                        <a:effectLst/>
                        <a:latin typeface="Abar Mid" pitchFamily="50" charset="-78"/>
                        <a:ea typeface="Abar Mid" pitchFamily="50" charset="-78"/>
                        <a:cs typeface="Abar Mid" pitchFamily="50" charset="-78"/>
                      </a:endParaRPr>
                    </a:p>
                    <a:p>
                      <a:pPr marL="171450" indent="-171450" algn="r" rtl="1" fontAlgn="ctr">
                        <a:buFont typeface="Arial" panose="020B0604020202020204" pitchFamily="34" charset="0"/>
                        <a:buChar char="•"/>
                      </a:pPr>
                      <a:r>
                        <a:rPr lang="en-US" sz="1100" b="0" i="0" u="none" strike="noStrike" dirty="0">
                          <a:solidFill>
                            <a:srgbClr val="000000"/>
                          </a:solidFill>
                          <a:effectLst/>
                          <a:latin typeface="Abar Mid" pitchFamily="50" charset="-78"/>
                          <a:ea typeface="Abar Mid" pitchFamily="50" charset="-78"/>
                          <a:cs typeface="Abar Mid" pitchFamily="50" charset="-78"/>
                        </a:rPr>
                        <a:t>تمت المواءمة مع وكالة التعاون الدولي </a:t>
                      </a:r>
                      <a:r>
                        <a:rPr lang="en-US" sz="1100" b="0" i="0" u="none" strike="noStrike" dirty="0" err="1">
                          <a:solidFill>
                            <a:srgbClr val="000000"/>
                          </a:solidFill>
                          <a:effectLst/>
                          <a:latin typeface="Abar Mid" pitchFamily="50" charset="-78"/>
                          <a:ea typeface="Abar Mid" pitchFamily="50" charset="-78"/>
                          <a:cs typeface="Abar Mid" pitchFamily="50" charset="-78"/>
                        </a:rPr>
                        <a:t>لتضمين</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شرح</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توضيحي</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لمكاتب</a:t>
                      </a:r>
                      <a:r>
                        <a:rPr lang="en-US" sz="1100" b="0" i="0" u="none" strike="noStrike" dirty="0">
                          <a:solidFill>
                            <a:srgbClr val="000000"/>
                          </a:solidFill>
                          <a:effectLst/>
                          <a:latin typeface="Abar Mid" pitchFamily="50" charset="-78"/>
                          <a:ea typeface="Abar Mid" pitchFamily="50" charset="-78"/>
                          <a:cs typeface="Abar Mid" pitchFamily="50" charset="-78"/>
                        </a:rPr>
                        <a:t> شؤون الحج </a:t>
                      </a:r>
                      <a:r>
                        <a:rPr lang="en-US" sz="1100" b="0" i="0" u="none" strike="noStrike" dirty="0" err="1">
                          <a:solidFill>
                            <a:srgbClr val="000000"/>
                          </a:solidFill>
                          <a:effectLst/>
                          <a:latin typeface="Abar Mid" pitchFamily="50" charset="-78"/>
                          <a:ea typeface="Abar Mid" pitchFamily="50" charset="-78"/>
                          <a:cs typeface="Abar Mid" pitchFamily="50" charset="-78"/>
                        </a:rPr>
                        <a:t>لمواقع</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مشعر</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مزدلفة</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حسب</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الرخص</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الشرعية</a:t>
                      </a:r>
                      <a:r>
                        <a:rPr lang="en-US" sz="1100" b="0" i="0" u="none" strike="noStrike" dirty="0">
                          <a:solidFill>
                            <a:srgbClr val="000000"/>
                          </a:solidFill>
                          <a:effectLst/>
                          <a:latin typeface="Abar Mid" pitchFamily="50" charset="-78"/>
                          <a:ea typeface="Abar Mid" pitchFamily="50" charset="-78"/>
                          <a:cs typeface="Abar Mid" pitchFamily="50" charset="-78"/>
                        </a:rPr>
                        <a:t> في </a:t>
                      </a:r>
                      <a:r>
                        <a:rPr lang="en-US" sz="1100" b="0" i="0" u="none" strike="noStrike" dirty="0" err="1">
                          <a:solidFill>
                            <a:srgbClr val="000000"/>
                          </a:solidFill>
                          <a:effectLst/>
                          <a:latin typeface="Abar Mid" pitchFamily="50" charset="-78"/>
                          <a:ea typeface="Abar Mid" pitchFamily="50" charset="-78"/>
                          <a:cs typeface="Abar Mid" pitchFamily="50" charset="-78"/>
                        </a:rPr>
                        <a:t>الاجتماعات</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التحضيرية</a:t>
                      </a:r>
                      <a:r>
                        <a:rPr lang="en-US" sz="1100" b="0" i="0" u="none" strike="noStrike" dirty="0">
                          <a:solidFill>
                            <a:srgbClr val="000000"/>
                          </a:solidFill>
                          <a:effectLst/>
                          <a:latin typeface="Abar Mid" pitchFamily="50" charset="-78"/>
                          <a:ea typeface="Abar Mid" pitchFamily="50" charset="-78"/>
                          <a:cs typeface="Abar Mid" pitchFamily="50" charset="-78"/>
                        </a:rPr>
                        <a:t> وتم </a:t>
                      </a:r>
                      <a:r>
                        <a:rPr lang="en-US" sz="1100" b="0" i="0" u="none" strike="noStrike" dirty="0" err="1">
                          <a:solidFill>
                            <a:srgbClr val="000000"/>
                          </a:solidFill>
                          <a:effectLst/>
                          <a:latin typeface="Abar Mid" pitchFamily="50" charset="-78"/>
                          <a:ea typeface="Abar Mid" pitchFamily="50" charset="-78"/>
                          <a:cs typeface="Abar Mid" pitchFamily="50" charset="-78"/>
                        </a:rPr>
                        <a:t>استعراضها</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ضمن</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الاجتماع</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التحضيري</a:t>
                      </a:r>
                      <a:r>
                        <a:rPr lang="en-US" sz="1100" b="0" i="0" u="none" strike="noStrike" dirty="0">
                          <a:solidFill>
                            <a:srgbClr val="000000"/>
                          </a:solidFill>
                          <a:effectLst/>
                          <a:latin typeface="Abar Mid" pitchFamily="50" charset="-78"/>
                          <a:ea typeface="Abar Mid" pitchFamily="50" charset="-78"/>
                          <a:cs typeface="Abar Mid" pitchFamily="50" charset="-78"/>
                        </a:rPr>
                        <a:t> مع </a:t>
                      </a:r>
                      <a:r>
                        <a:rPr lang="en-US" sz="1100" b="0" i="0" u="none" strike="noStrike" dirty="0" err="1">
                          <a:solidFill>
                            <a:srgbClr val="000000"/>
                          </a:solidFill>
                          <a:effectLst/>
                          <a:latin typeface="Abar Mid" pitchFamily="50" charset="-78"/>
                          <a:ea typeface="Abar Mid" pitchFamily="50" charset="-78"/>
                          <a:cs typeface="Abar Mid" pitchFamily="50" charset="-78"/>
                        </a:rPr>
                        <a:t>مكتب</a:t>
                      </a:r>
                      <a:r>
                        <a:rPr lang="en-US" sz="1100" b="0" i="0" u="none" strike="noStrike" dirty="0">
                          <a:solidFill>
                            <a:srgbClr val="000000"/>
                          </a:solidFill>
                          <a:effectLst/>
                          <a:latin typeface="Abar Mid" pitchFamily="50" charset="-78"/>
                          <a:ea typeface="Abar Mid" pitchFamily="50" charset="-78"/>
                          <a:cs typeface="Abar Mid" pitchFamily="50" charset="-78"/>
                        </a:rPr>
                        <a:t> شؤون </a:t>
                      </a:r>
                      <a:r>
                        <a:rPr lang="en-US" sz="1100" b="0" i="0" u="none" strike="noStrike" dirty="0" err="1">
                          <a:solidFill>
                            <a:srgbClr val="000000"/>
                          </a:solidFill>
                          <a:effectLst/>
                          <a:latin typeface="Abar Mid" pitchFamily="50" charset="-78"/>
                          <a:ea typeface="Abar Mid" pitchFamily="50" charset="-78"/>
                          <a:cs typeface="Abar Mid" pitchFamily="50" charset="-78"/>
                        </a:rPr>
                        <a:t>حجاج</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تونس</a:t>
                      </a:r>
                      <a:endParaRPr lang="ar-SA" sz="1100" b="0" i="0" u="none" strike="noStrike" dirty="0">
                        <a:solidFill>
                          <a:srgbClr val="000000"/>
                        </a:solidFill>
                        <a:effectLst/>
                        <a:latin typeface="Abar Mid" pitchFamily="50" charset="-78"/>
                        <a:ea typeface="Abar Mid" pitchFamily="50" charset="-78"/>
                        <a:cs typeface="Abar Mid" pitchFamily="50" charset="-78"/>
                      </a:endParaRP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851824227"/>
                  </a:ext>
                </a:extLst>
              </a:tr>
              <a:tr h="503725">
                <a:tc>
                  <a:txBody>
                    <a:bodyPr/>
                    <a:lstStyle/>
                    <a:p>
                      <a:pPr marL="0" algn="ctr" defTabSz="914400" rtl="0" eaLnBrk="1" latinLnBrk="0" hangingPunct="1">
                        <a:lnSpc>
                          <a:spcPct val="105000"/>
                        </a:lnSpc>
                      </a:pPr>
                      <a:r>
                        <a:rPr lang="ar-SA" sz="1100" kern="0" baseline="0">
                          <a:solidFill>
                            <a:schemeClr val="tx1"/>
                          </a:solidFill>
                          <a:latin typeface="Abar Mid" pitchFamily="50" charset="-78"/>
                          <a:ea typeface="Abar Mid" pitchFamily="50" charset="-78"/>
                          <a:cs typeface="Abar Mid" pitchFamily="50" charset="-78"/>
                        </a:rPr>
                        <a:t>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err="1">
                          <a:solidFill>
                            <a:srgbClr val="000000"/>
                          </a:solidFill>
                          <a:effectLst/>
                          <a:latin typeface="Abar Mid" pitchFamily="50" charset="-78"/>
                          <a:ea typeface="Abar Mid" pitchFamily="50" charset="-78"/>
                          <a:cs typeface="Abar Mid" pitchFamily="50" charset="-78"/>
                        </a:rPr>
                        <a:t>أعمال</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تطوير</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رغبات</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الحجاج</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لأداء</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النسك</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لموسم</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حج</a:t>
                      </a:r>
                      <a:r>
                        <a:rPr lang="en-US" sz="1100" b="0" i="0" u="none" strike="noStrike" dirty="0">
                          <a:solidFill>
                            <a:srgbClr val="000000"/>
                          </a:solidFill>
                          <a:effectLst/>
                          <a:latin typeface="Abar Mid" pitchFamily="50" charset="-78"/>
                          <a:ea typeface="Abar Mid" pitchFamily="50" charset="-78"/>
                          <a:cs typeface="Abar Mid" pitchFamily="50" charset="-78"/>
                        </a:rPr>
                        <a:t> 1448 </a:t>
                      </a:r>
                      <a:r>
                        <a:rPr lang="en-US" sz="1100" b="0" i="0" u="none" strike="noStrike" dirty="0" err="1">
                          <a:solidFill>
                            <a:srgbClr val="000000"/>
                          </a:solidFill>
                          <a:effectLst/>
                          <a:latin typeface="Abar Mid" pitchFamily="50" charset="-78"/>
                          <a:ea typeface="Abar Mid" pitchFamily="50" charset="-78"/>
                          <a:cs typeface="Abar Mid" pitchFamily="50" charset="-78"/>
                        </a:rPr>
                        <a:t>هجري</a:t>
                      </a:r>
                      <a:endParaRPr lang="en-US" sz="1100" b="0" i="0" u="none" strike="noStrike" dirty="0">
                        <a:solidFill>
                          <a:srgbClr val="000000"/>
                        </a:solidFill>
                        <a:effectLst/>
                        <a:latin typeface="Abar Mid" pitchFamily="50" charset="-78"/>
                        <a:ea typeface="Abar Mid" pitchFamily="50" charset="-78"/>
                        <a:cs typeface="Abar Mid" pitchFamily="50" charset="-78"/>
                      </a:endParaRP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25-06-2026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a:solidFill>
                            <a:srgbClr val="000000"/>
                          </a:solidFill>
                          <a:effectLst/>
                          <a:latin typeface="Abar Mid" pitchFamily="50" charset="-78"/>
                          <a:ea typeface="Abar Mid" pitchFamily="50" charset="-78"/>
                          <a:cs typeface="Abar Mid" pitchFamily="50" charset="-78"/>
                        </a:rPr>
                        <a:t>25-07-2026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kumimoji="0" lang="ar-SA" sz="1100" b="0" i="0" u="none" strike="noStrike" kern="1200" cap="none" spc="0" normalizeH="0" baseline="0" noProof="0">
                          <a:ln>
                            <a:noFill/>
                          </a:ln>
                          <a:solidFill>
                            <a:srgbClr val="000000"/>
                          </a:solidFill>
                          <a:effectLst/>
                          <a:uLnTx/>
                          <a:uFillTx/>
                          <a:latin typeface="Abar Mid" pitchFamily="50" charset="-78"/>
                          <a:ea typeface="Abar Mid" pitchFamily="50" charset="-78"/>
                          <a:cs typeface="Abar Mid" pitchFamily="50" charset="-78"/>
                        </a:rPr>
                        <a:t>مكتمل</a:t>
                      </a:r>
                      <a:endParaRPr lang="en-US" sz="1100" b="0" i="0" u="none" strike="noStrike" kern="1200" dirty="0">
                        <a:solidFill>
                          <a:srgbClr val="000000"/>
                        </a:solidFill>
                        <a:effectLst/>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marL="0" indent="0" algn="r" rtl="1" fontAlgn="ctr">
                        <a:buFont typeface="Arial" panose="020B0604020202020204" pitchFamily="34" charset="0"/>
                        <a:buNone/>
                      </a:pPr>
                      <a:r>
                        <a:rPr lang="en-US" sz="1100" b="1" i="0" u="none" strike="noStrike" dirty="0">
                          <a:solidFill>
                            <a:srgbClr val="000000"/>
                          </a:solidFill>
                          <a:effectLst/>
                          <a:latin typeface="Abar Mid" pitchFamily="50" charset="-78"/>
                          <a:ea typeface="Abar Mid" pitchFamily="50" charset="-78"/>
                          <a:cs typeface="Abar Mid" pitchFamily="50" charset="-78"/>
                        </a:rPr>
                        <a:t>تاريخ التحديث 3 سبتمبر 2026</a:t>
                      </a:r>
                      <a:endParaRPr lang="ar-SA" sz="1100" b="0" i="0" u="none" strike="noStrike" dirty="0">
                        <a:solidFill>
                          <a:srgbClr val="000000"/>
                        </a:solidFill>
                        <a:effectLst/>
                        <a:latin typeface="Abar Mid" pitchFamily="50" charset="-78"/>
                        <a:ea typeface="Abar Mid" pitchFamily="50" charset="-78"/>
                        <a:cs typeface="Abar Mid" pitchFamily="50" charset="-78"/>
                      </a:endParaRPr>
                    </a:p>
                    <a:p>
                      <a:pPr marL="171450" indent="-171450" algn="r" rtl="1" fontAlgn="ctr">
                        <a:buFont typeface="Arial" panose="020B0604020202020204" pitchFamily="34" charset="0"/>
                        <a:buChar char="•"/>
                      </a:pPr>
                      <a:r>
                        <a:rPr lang="en-US" sz="1100" b="0" i="0" u="none" strike="noStrike" dirty="0">
                          <a:solidFill>
                            <a:srgbClr val="000000"/>
                          </a:solidFill>
                          <a:effectLst/>
                          <a:latin typeface="Abar Mid" pitchFamily="50" charset="-78"/>
                          <a:ea typeface="Abar Mid" pitchFamily="50" charset="-78"/>
                          <a:cs typeface="Abar Mid" pitchFamily="50" charset="-78"/>
                        </a:rPr>
                        <a:t>تم </a:t>
                      </a:r>
                      <a:r>
                        <a:rPr lang="en-US" sz="1100" b="0" i="0" u="none" strike="noStrike" dirty="0" err="1">
                          <a:solidFill>
                            <a:srgbClr val="000000"/>
                          </a:solidFill>
                          <a:effectLst/>
                          <a:latin typeface="Abar Mid" pitchFamily="50" charset="-78"/>
                          <a:ea typeface="Abar Mid" pitchFamily="50" charset="-78"/>
                          <a:cs typeface="Abar Mid" pitchFamily="50" charset="-78"/>
                        </a:rPr>
                        <a:t>استعراض</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مخرجات</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المشروع</a:t>
                      </a:r>
                      <a:r>
                        <a:rPr lang="en-US" sz="1100" b="0" i="0" u="none" strike="noStrike" dirty="0">
                          <a:solidFill>
                            <a:srgbClr val="000000"/>
                          </a:solidFill>
                          <a:effectLst/>
                          <a:latin typeface="Abar Mid" pitchFamily="50" charset="-78"/>
                          <a:ea typeface="Abar Mid" pitchFamily="50" charset="-78"/>
                          <a:cs typeface="Abar Mid" pitchFamily="50" charset="-78"/>
                        </a:rPr>
                        <a:t> في </a:t>
                      </a:r>
                      <a:r>
                        <a:rPr lang="en-US" sz="1100" b="0" i="0" u="none" strike="noStrike" dirty="0" err="1">
                          <a:solidFill>
                            <a:srgbClr val="000000"/>
                          </a:solidFill>
                          <a:effectLst/>
                          <a:latin typeface="Abar Mid" pitchFamily="50" charset="-78"/>
                          <a:ea typeface="Abar Mid" pitchFamily="50" charset="-78"/>
                          <a:cs typeface="Abar Mid" pitchFamily="50" charset="-78"/>
                        </a:rPr>
                        <a:t>اجتماع</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القيادات</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بتاريخ</a:t>
                      </a:r>
                      <a:r>
                        <a:rPr lang="en-US" sz="1100" b="0" i="0" u="none" strike="noStrike" dirty="0">
                          <a:solidFill>
                            <a:srgbClr val="000000"/>
                          </a:solidFill>
                          <a:effectLst/>
                          <a:latin typeface="Abar Mid" pitchFamily="50" charset="-78"/>
                          <a:ea typeface="Abar Mid" pitchFamily="50" charset="-78"/>
                          <a:cs typeface="Abar Mid" pitchFamily="50" charset="-78"/>
                        </a:rPr>
                        <a:t> 31 </a:t>
                      </a:r>
                      <a:r>
                        <a:rPr lang="en-US" sz="1100" b="0" i="0" u="none" strike="noStrike" dirty="0" err="1">
                          <a:solidFill>
                            <a:srgbClr val="000000"/>
                          </a:solidFill>
                          <a:effectLst/>
                          <a:latin typeface="Abar Mid" pitchFamily="50" charset="-78"/>
                          <a:ea typeface="Abar Mid" pitchFamily="50" charset="-78"/>
                          <a:cs typeface="Abar Mid" pitchFamily="50" charset="-78"/>
                        </a:rPr>
                        <a:t>أغسطس</a:t>
                      </a:r>
                      <a:r>
                        <a:rPr lang="en-US" sz="1100" b="0" i="0" u="none" strike="noStrike" dirty="0">
                          <a:solidFill>
                            <a:srgbClr val="000000"/>
                          </a:solidFill>
                          <a:effectLst/>
                          <a:latin typeface="Abar Mid" pitchFamily="50" charset="-78"/>
                          <a:ea typeface="Abar Mid" pitchFamily="50" charset="-78"/>
                          <a:cs typeface="Abar Mid" pitchFamily="50" charset="-78"/>
                        </a:rPr>
                        <a:t> 2026</a:t>
                      </a:r>
                      <a:endParaRPr lang="ar-SA" sz="1100" b="0" i="0" u="none" strike="noStrike" dirty="0">
                        <a:solidFill>
                          <a:srgbClr val="000000"/>
                        </a:solidFill>
                        <a:effectLst/>
                        <a:latin typeface="Abar Mid" pitchFamily="50" charset="-78"/>
                        <a:ea typeface="Abar Mid" pitchFamily="50" charset="-78"/>
                        <a:cs typeface="Abar Mid" pitchFamily="50" charset="-78"/>
                      </a:endParaRPr>
                    </a:p>
                    <a:p>
                      <a:pPr marL="171450" indent="-171450" algn="r" rtl="1" fontAlgn="ctr">
                        <a:buFont typeface="Arial" panose="020B0604020202020204" pitchFamily="34" charset="0"/>
                        <a:buChar char="•"/>
                      </a:pPr>
                      <a:r>
                        <a:rPr lang="en-US" sz="1100" b="0" i="0" u="none" strike="noStrike" dirty="0">
                          <a:solidFill>
                            <a:srgbClr val="000000"/>
                          </a:solidFill>
                          <a:effectLst/>
                          <a:latin typeface="Abar Mid" pitchFamily="50" charset="-78"/>
                          <a:ea typeface="Abar Mid" pitchFamily="50" charset="-78"/>
                          <a:cs typeface="Abar Mid" pitchFamily="50" charset="-78"/>
                        </a:rPr>
                        <a:t>تم </a:t>
                      </a:r>
                      <a:r>
                        <a:rPr lang="en-US" sz="1100" b="0" i="0" u="none" strike="noStrike" dirty="0" err="1">
                          <a:solidFill>
                            <a:srgbClr val="000000"/>
                          </a:solidFill>
                          <a:effectLst/>
                          <a:latin typeface="Abar Mid" pitchFamily="50" charset="-78"/>
                          <a:ea typeface="Abar Mid" pitchFamily="50" charset="-78"/>
                          <a:cs typeface="Abar Mid" pitchFamily="50" charset="-78"/>
                        </a:rPr>
                        <a:t>اعتماد</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أعمال</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تطوير</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رغبات</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الحجاج</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لأداء</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النسك</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لموسم</a:t>
                      </a:r>
                      <a:r>
                        <a:rPr lang="en-US" sz="1100" b="0" i="0" u="none" strike="noStrike" dirty="0">
                          <a:solidFill>
                            <a:srgbClr val="000000"/>
                          </a:solidFill>
                          <a:effectLst/>
                          <a:latin typeface="Abar Mid" pitchFamily="50" charset="-78"/>
                          <a:ea typeface="Abar Mid" pitchFamily="50" charset="-78"/>
                          <a:cs typeface="Abar Mid" pitchFamily="50" charset="-78"/>
                        </a:rPr>
                        <a:t> 1448هـ</a:t>
                      </a:r>
                      <a:endParaRPr lang="ar-SA" sz="1100" b="0" i="0" u="none" strike="noStrike" dirty="0">
                        <a:solidFill>
                          <a:srgbClr val="000000"/>
                        </a:solidFill>
                        <a:effectLst/>
                        <a:latin typeface="Abar Mid" pitchFamily="50" charset="-78"/>
                        <a:ea typeface="Abar Mid" pitchFamily="50" charset="-78"/>
                        <a:cs typeface="Abar Mid" pitchFamily="50" charset="-78"/>
                      </a:endParaRP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71286878"/>
                  </a:ext>
                </a:extLst>
              </a:tr>
              <a:tr h="503725">
                <a:tc>
                  <a:txBody>
                    <a:bodyPr/>
                    <a:lstStyle/>
                    <a:p>
                      <a:pPr marL="0" algn="ctr" defTabSz="914400" rtl="0" eaLnBrk="1" latinLnBrk="0" hangingPunct="1">
                        <a:lnSpc>
                          <a:spcPct val="105000"/>
                        </a:lnSpc>
                      </a:pPr>
                      <a:r>
                        <a:rPr lang="ar-SA" sz="1100" kern="0" baseline="0">
                          <a:solidFill>
                            <a:schemeClr val="tx1"/>
                          </a:solidFill>
                          <a:latin typeface="Abar Mid" pitchFamily="50" charset="-78"/>
                          <a:ea typeface="Abar Mid" pitchFamily="50" charset="-78"/>
                          <a:cs typeface="Abar Mid" pitchFamily="50" charset="-78"/>
                        </a:rPr>
                        <a:t>7</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err="1">
                          <a:solidFill>
                            <a:srgbClr val="000000"/>
                          </a:solidFill>
                          <a:effectLst/>
                          <a:latin typeface="Abar Mid" pitchFamily="50" charset="-78"/>
                          <a:ea typeface="Abar Mid" pitchFamily="50" charset="-78"/>
                          <a:cs typeface="Abar Mid" pitchFamily="50" charset="-78"/>
                        </a:rPr>
                        <a:t>النموذج التشغيلي لقادة الأفواج</a:t>
                      </a:r>
                      <a:endParaRPr lang="en-US" sz="1100" b="0" i="0" u="none" strike="noStrike">
                        <a:solidFill>
                          <a:srgbClr val="000000"/>
                        </a:solidFill>
                        <a:effectLst/>
                        <a:latin typeface="Abar Mid" pitchFamily="50" charset="-78"/>
                        <a:ea typeface="Abar Mid" pitchFamily="50" charset="-78"/>
                        <a:cs typeface="Abar Mid" pitchFamily="50" charset="-78"/>
                      </a:endParaRP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16-06-2026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13-08-2026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kumimoji="0" lang="ar-SA" sz="1100" b="0" i="0" u="none" strike="noStrike" kern="1200" cap="none" spc="0" normalizeH="0" baseline="0" noProof="0" dirty="0">
                          <a:ln>
                            <a:noFill/>
                          </a:ln>
                          <a:solidFill>
                            <a:srgbClr val="000000"/>
                          </a:solidFill>
                          <a:effectLst/>
                          <a:uLnTx/>
                          <a:uFillTx/>
                          <a:latin typeface="Abar Mid" pitchFamily="50" charset="-78"/>
                          <a:ea typeface="Abar Mid" pitchFamily="50" charset="-78"/>
                          <a:cs typeface="Abar Mid" pitchFamily="50" charset="-78"/>
                        </a:rPr>
                        <a:t>مكتمل</a:t>
                      </a:r>
                      <a:endParaRPr lang="en-US" sz="1100" b="0" i="0" u="none" strike="noStrike" kern="1200" dirty="0">
                        <a:solidFill>
                          <a:srgbClr val="000000"/>
                        </a:solidFill>
                        <a:effectLst/>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marL="0" indent="0" algn="r" rtl="1" fontAlgn="ctr">
                        <a:buFont typeface="Arial" panose="020B0604020202020204" pitchFamily="34" charset="0"/>
                        <a:buNone/>
                      </a:pPr>
                      <a:r>
                        <a:rPr lang="en-US" sz="1100" b="1" i="0" u="none" strike="noStrike" dirty="0">
                          <a:solidFill>
                            <a:srgbClr val="000000"/>
                          </a:solidFill>
                          <a:effectLst/>
                          <a:latin typeface="Abar Mid" pitchFamily="50" charset="-78"/>
                          <a:ea typeface="Abar Mid" pitchFamily="50" charset="-78"/>
                          <a:cs typeface="Abar Mid" pitchFamily="50" charset="-78"/>
                        </a:rPr>
                        <a:t>تاريخ التحديث 3سبتمبر 2026</a:t>
                      </a:r>
                      <a:endParaRPr lang="ar-SA" sz="1100" b="0" i="0" u="none" strike="noStrike" dirty="0">
                        <a:solidFill>
                          <a:srgbClr val="000000"/>
                        </a:solidFill>
                        <a:effectLst/>
                        <a:latin typeface="Abar Mid" pitchFamily="50" charset="-78"/>
                        <a:ea typeface="Abar Mid" pitchFamily="50" charset="-78"/>
                        <a:cs typeface="Abar Mid" pitchFamily="50" charset="-78"/>
                      </a:endParaRPr>
                    </a:p>
                    <a:p>
                      <a:pPr marL="171450" indent="-171450" algn="r" rtl="1" fontAlgn="ctr">
                        <a:buFont typeface="Arial" panose="020B0604020202020204" pitchFamily="34" charset="0"/>
                        <a:buChar char="•"/>
                      </a:pPr>
                      <a:r>
                        <a:rPr lang="en-US" sz="1100" b="0" i="0" u="none" strike="noStrike" dirty="0">
                          <a:solidFill>
                            <a:srgbClr val="000000"/>
                          </a:solidFill>
                          <a:effectLst/>
                          <a:latin typeface="Abar Mid" pitchFamily="50" charset="-78"/>
                          <a:ea typeface="Abar Mid" pitchFamily="50" charset="-78"/>
                          <a:cs typeface="Abar Mid" pitchFamily="50" charset="-78"/>
                        </a:rPr>
                        <a:t>تم </a:t>
                      </a:r>
                      <a:r>
                        <a:rPr lang="en-US" sz="1100" b="0" i="0" u="none" strike="noStrike" dirty="0" err="1">
                          <a:solidFill>
                            <a:srgbClr val="000000"/>
                          </a:solidFill>
                          <a:effectLst/>
                          <a:latin typeface="Abar Mid" pitchFamily="50" charset="-78"/>
                          <a:ea typeface="Abar Mid" pitchFamily="50" charset="-78"/>
                          <a:cs typeface="Abar Mid" pitchFamily="50" charset="-78"/>
                        </a:rPr>
                        <a:t>استعراض</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مخرجات</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المشروع</a:t>
                      </a:r>
                      <a:r>
                        <a:rPr lang="en-US" sz="1100" b="0" i="0" u="none" strike="noStrike" dirty="0">
                          <a:solidFill>
                            <a:srgbClr val="000000"/>
                          </a:solidFill>
                          <a:effectLst/>
                          <a:latin typeface="Abar Mid" pitchFamily="50" charset="-78"/>
                          <a:ea typeface="Abar Mid" pitchFamily="50" charset="-78"/>
                          <a:cs typeface="Abar Mid" pitchFamily="50" charset="-78"/>
                        </a:rPr>
                        <a:t> في </a:t>
                      </a:r>
                      <a:r>
                        <a:rPr lang="en-US" sz="1100" b="0" i="0" u="none" strike="noStrike" dirty="0" err="1">
                          <a:solidFill>
                            <a:srgbClr val="000000"/>
                          </a:solidFill>
                          <a:effectLst/>
                          <a:latin typeface="Abar Mid" pitchFamily="50" charset="-78"/>
                          <a:ea typeface="Abar Mid" pitchFamily="50" charset="-78"/>
                          <a:cs typeface="Abar Mid" pitchFamily="50" charset="-78"/>
                        </a:rPr>
                        <a:t>اجتماع</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القيادات</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بتاريخ</a:t>
                      </a:r>
                      <a:r>
                        <a:rPr lang="en-US" sz="1100" b="0" i="0" u="none" strike="noStrike" dirty="0">
                          <a:solidFill>
                            <a:srgbClr val="000000"/>
                          </a:solidFill>
                          <a:effectLst/>
                          <a:latin typeface="Abar Mid" pitchFamily="50" charset="-78"/>
                          <a:ea typeface="Abar Mid" pitchFamily="50" charset="-78"/>
                          <a:cs typeface="Abar Mid" pitchFamily="50" charset="-78"/>
                        </a:rPr>
                        <a:t> 31 </a:t>
                      </a:r>
                      <a:r>
                        <a:rPr lang="en-US" sz="1100" b="0" i="0" u="none" strike="noStrike" dirty="0" err="1">
                          <a:solidFill>
                            <a:srgbClr val="000000"/>
                          </a:solidFill>
                          <a:effectLst/>
                          <a:latin typeface="Abar Mid" pitchFamily="50" charset="-78"/>
                          <a:ea typeface="Abar Mid" pitchFamily="50" charset="-78"/>
                          <a:cs typeface="Abar Mid" pitchFamily="50" charset="-78"/>
                        </a:rPr>
                        <a:t>أغسطس</a:t>
                      </a:r>
                      <a:r>
                        <a:rPr lang="en-US" sz="1100" b="0" i="0" u="none" strike="noStrike" dirty="0">
                          <a:solidFill>
                            <a:srgbClr val="000000"/>
                          </a:solidFill>
                          <a:effectLst/>
                          <a:latin typeface="Abar Mid" pitchFamily="50" charset="-78"/>
                          <a:ea typeface="Abar Mid" pitchFamily="50" charset="-78"/>
                          <a:cs typeface="Abar Mid" pitchFamily="50" charset="-78"/>
                        </a:rPr>
                        <a:t> 2026</a:t>
                      </a:r>
                      <a:endParaRPr lang="ar-SA" sz="1100" b="0" i="0" u="none" strike="noStrike" dirty="0">
                        <a:solidFill>
                          <a:srgbClr val="000000"/>
                        </a:solidFill>
                        <a:effectLst/>
                        <a:latin typeface="Abar Mid" pitchFamily="50" charset="-78"/>
                        <a:ea typeface="Abar Mid" pitchFamily="50" charset="-78"/>
                        <a:cs typeface="Abar Mid" pitchFamily="50" charset="-78"/>
                      </a:endParaRPr>
                    </a:p>
                    <a:p>
                      <a:pPr marL="171450" indent="-171450" algn="r" rtl="1" fontAlgn="ctr">
                        <a:buFont typeface="Arial" panose="020B0604020202020204" pitchFamily="34" charset="0"/>
                        <a:buChar char="•"/>
                      </a:pPr>
                      <a:r>
                        <a:rPr lang="en-US" sz="1100" b="0" i="0" u="none" strike="noStrike" dirty="0">
                          <a:solidFill>
                            <a:srgbClr val="000000"/>
                          </a:solidFill>
                          <a:effectLst/>
                          <a:latin typeface="Abar Mid" pitchFamily="50" charset="-78"/>
                          <a:ea typeface="Abar Mid" pitchFamily="50" charset="-78"/>
                          <a:cs typeface="Abar Mid" pitchFamily="50" charset="-78"/>
                        </a:rPr>
                        <a:t>تم </a:t>
                      </a:r>
                      <a:r>
                        <a:rPr lang="en-US" sz="1100" b="0" i="0" u="none" strike="noStrike" dirty="0" err="1">
                          <a:solidFill>
                            <a:srgbClr val="000000"/>
                          </a:solidFill>
                          <a:effectLst/>
                          <a:latin typeface="Abar Mid" pitchFamily="50" charset="-78"/>
                          <a:ea typeface="Abar Mid" pitchFamily="50" charset="-78"/>
                          <a:cs typeface="Abar Mid" pitchFamily="50" charset="-78"/>
                        </a:rPr>
                        <a:t>اعتماد</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النموذج</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التشغيلي</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لقادة</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الأفواج</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وخطة</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استقطاب</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وتأهيل</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قادة</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الأفواج</a:t>
                      </a:r>
                      <a:endParaRPr lang="ar-SA" sz="1100" b="0" i="0" u="none" strike="noStrike" dirty="0">
                        <a:solidFill>
                          <a:srgbClr val="000000"/>
                        </a:solidFill>
                        <a:effectLst/>
                        <a:latin typeface="Abar Mid" pitchFamily="50" charset="-78"/>
                        <a:ea typeface="Abar Mid" pitchFamily="50" charset="-78"/>
                        <a:cs typeface="Abar Mid" pitchFamily="50" charset="-78"/>
                      </a:endParaRPr>
                    </a:p>
                    <a:p>
                      <a:pPr marL="171450" indent="-171450" algn="r" rtl="1" fontAlgn="ctr">
                        <a:buFont typeface="Arial" panose="020B0604020202020204" pitchFamily="34" charset="0"/>
                        <a:buChar char="•"/>
                      </a:pPr>
                      <a:r>
                        <a:rPr lang="en-US" sz="1100" b="0" i="0" u="none" strike="noStrike" dirty="0">
                          <a:solidFill>
                            <a:srgbClr val="000000"/>
                          </a:solidFill>
                          <a:effectLst/>
                          <a:latin typeface="Abar Mid" pitchFamily="50" charset="-78"/>
                          <a:ea typeface="Abar Mid" pitchFamily="50" charset="-78"/>
                          <a:cs typeface="Abar Mid" pitchFamily="50" charset="-78"/>
                        </a:rPr>
                        <a:t>تم </a:t>
                      </a:r>
                      <a:r>
                        <a:rPr lang="en-US" sz="1100" b="0" i="0" u="none" strike="noStrike" dirty="0" err="1">
                          <a:solidFill>
                            <a:srgbClr val="000000"/>
                          </a:solidFill>
                          <a:effectLst/>
                          <a:latin typeface="Abar Mid" pitchFamily="50" charset="-78"/>
                          <a:ea typeface="Abar Mid" pitchFamily="50" charset="-78"/>
                          <a:cs typeface="Abar Mid" pitchFamily="50" charset="-78"/>
                        </a:rPr>
                        <a:t>اعتماد</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النموذج</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التشغيلي</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لقادة</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الأفواج</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وخطة</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استقطابهم</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وتأهيلهم</a:t>
                      </a:r>
                      <a:r>
                        <a:rPr lang="en-US" sz="1100" b="0" i="0" u="none" strike="noStrike" dirty="0">
                          <a:solidFill>
                            <a:srgbClr val="000000"/>
                          </a:solidFill>
                          <a:effectLst/>
                          <a:latin typeface="Abar Mid" pitchFamily="50" charset="-78"/>
                          <a:ea typeface="Abar Mid" pitchFamily="50" charset="-78"/>
                          <a:cs typeface="Abar Mid" pitchFamily="50" charset="-78"/>
                        </a:rPr>
                        <a:t>، على </a:t>
                      </a:r>
                      <a:r>
                        <a:rPr lang="en-US" sz="1100" b="0" i="0" u="none" strike="noStrike" dirty="0" err="1">
                          <a:solidFill>
                            <a:srgbClr val="000000"/>
                          </a:solidFill>
                          <a:effectLst/>
                          <a:latin typeface="Abar Mid" pitchFamily="50" charset="-78"/>
                          <a:ea typeface="Abar Mid" pitchFamily="50" charset="-78"/>
                          <a:cs typeface="Abar Mid" pitchFamily="50" charset="-78"/>
                        </a:rPr>
                        <a:t>أن</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يتم</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إنشاء</a:t>
                      </a:r>
                      <a:r>
                        <a:rPr lang="en-US" sz="1100" b="0" i="0" u="none" strike="noStrike" dirty="0">
                          <a:solidFill>
                            <a:srgbClr val="000000"/>
                          </a:solidFill>
                          <a:effectLst/>
                          <a:latin typeface="Abar Mid" pitchFamily="50" charset="-78"/>
                          <a:ea typeface="Abar Mid" pitchFamily="50" charset="-78"/>
                          <a:cs typeface="Abar Mid" pitchFamily="50" charset="-78"/>
                        </a:rPr>
                        <a:t> مشروع </a:t>
                      </a:r>
                      <a:r>
                        <a:rPr lang="en-US" sz="1100" b="0" i="0" u="none" strike="noStrike" dirty="0" err="1">
                          <a:solidFill>
                            <a:srgbClr val="000000"/>
                          </a:solidFill>
                          <a:effectLst/>
                          <a:latin typeface="Abar Mid" pitchFamily="50" charset="-78"/>
                          <a:ea typeface="Abar Mid" pitchFamily="50" charset="-78"/>
                          <a:cs typeface="Abar Mid" pitchFamily="50" charset="-78"/>
                        </a:rPr>
                        <a:t>مستقل</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لمتابعة</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تنفيذ</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خطة</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الاستقطاب</a:t>
                      </a:r>
                      <a:r>
                        <a:rPr lang="en-US" sz="1100" b="0" i="0" u="none" strike="noStrike" dirty="0">
                          <a:solidFill>
                            <a:srgbClr val="000000"/>
                          </a:solidFill>
                          <a:effectLst/>
                          <a:latin typeface="Abar Mid" pitchFamily="50" charset="-78"/>
                          <a:ea typeface="Abar Mid" pitchFamily="50" charset="-78"/>
                          <a:cs typeface="Abar Mid" pitchFamily="50" charset="-78"/>
                        </a:rPr>
                        <a:t> والتأهيل </a:t>
                      </a:r>
                      <a:r>
                        <a:rPr lang="en-US" sz="1100" b="0" i="0" u="none" strike="noStrike" dirty="0" err="1">
                          <a:solidFill>
                            <a:srgbClr val="000000"/>
                          </a:solidFill>
                          <a:effectLst/>
                          <a:latin typeface="Abar Mid" pitchFamily="50" charset="-78"/>
                          <a:ea typeface="Abar Mid" pitchFamily="50" charset="-78"/>
                          <a:cs typeface="Abar Mid" pitchFamily="50" charset="-78"/>
                        </a:rPr>
                        <a:t>وفق</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الخطة</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المعتمدة</a:t>
                      </a:r>
                      <a:endParaRPr lang="ar-SA" sz="1100" b="0" i="0" u="none" strike="noStrike" dirty="0">
                        <a:solidFill>
                          <a:srgbClr val="000000"/>
                        </a:solidFill>
                        <a:effectLst/>
                        <a:latin typeface="Abar Mid" pitchFamily="50" charset="-78"/>
                        <a:ea typeface="Abar Mid" pitchFamily="50" charset="-78"/>
                        <a:cs typeface="Abar Mid" pitchFamily="50" charset="-78"/>
                      </a:endParaRP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4114199285"/>
                  </a:ext>
                </a:extLst>
              </a:tr>
            </a:tbl>
          </a:graphicData>
        </a:graphic>
      </p:graphicFrame>
    </p:spTree>
    <p:extLst>
      <p:ext uri="{BB962C8B-B14F-4D97-AF65-F5344CB8AC3E}">
        <p14:creationId xmlns:p14="http://schemas.microsoft.com/office/powerpoint/2010/main" val="35153844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C4B5A7-003E-5DEC-84E9-B55A25823A76}"/>
            </a:ext>
          </a:extLst>
        </p:cNvPr>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96837880-E51B-7361-16B6-387FB40B8B71}"/>
              </a:ext>
            </a:extLst>
          </p:cNvPr>
          <p:cNvCxnSpPr>
            <a:cxnSpLocks/>
          </p:cNvCxnSpPr>
          <p:nvPr/>
        </p:nvCxnSpPr>
        <p:spPr>
          <a:xfrm>
            <a:off x="34747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sp>
        <p:nvSpPr>
          <p:cNvPr id="9" name="btfpRowHeaderBoxText438126">
            <a:extLst>
              <a:ext uri="{FF2B5EF4-FFF2-40B4-BE49-F238E27FC236}">
                <a16:creationId xmlns:a16="http://schemas.microsoft.com/office/drawing/2014/main" id="{1795A2EF-AC87-149F-3131-9F3562995787}"/>
              </a:ext>
            </a:extLst>
          </p:cNvPr>
          <p:cNvSpPr txBox="1"/>
          <p:nvPr>
            <p:custDataLst>
              <p:tags r:id="rId1"/>
            </p:custDataLst>
          </p:nvPr>
        </p:nvSpPr>
        <p:spPr>
          <a:xfrm flipH="1">
            <a:off x="3671838" y="202522"/>
            <a:ext cx="5724532" cy="440980"/>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800" b="1">
                <a:solidFill>
                  <a:srgbClr val="000000"/>
                </a:solidFill>
                <a:latin typeface="Abar Mid" pitchFamily="2" charset="-78"/>
                <a:ea typeface="Abar Mid" pitchFamily="2" charset="-78"/>
                <a:cs typeface="Abar Mid" pitchFamily="2" charset="-78"/>
              </a:rPr>
              <a:t>تفاصيل مشاريع سهيل</a:t>
            </a:r>
          </a:p>
        </p:txBody>
      </p:sp>
      <p:cxnSp>
        <p:nvCxnSpPr>
          <p:cNvPr id="11" name="Straight Connector 10">
            <a:extLst>
              <a:ext uri="{FF2B5EF4-FFF2-40B4-BE49-F238E27FC236}">
                <a16:creationId xmlns:a16="http://schemas.microsoft.com/office/drawing/2014/main" id="{D49C43BA-B7AF-5718-EA79-309A9B1E67B0}"/>
              </a:ext>
            </a:extLst>
          </p:cNvPr>
          <p:cNvCxnSpPr>
            <a:cxnSpLocks/>
          </p:cNvCxnSpPr>
          <p:nvPr/>
        </p:nvCxnSpPr>
        <p:spPr>
          <a:xfrm>
            <a:off x="82880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aphicFrame>
        <p:nvGraphicFramePr>
          <p:cNvPr id="6" name="Table 5">
            <a:extLst>
              <a:ext uri="{FF2B5EF4-FFF2-40B4-BE49-F238E27FC236}">
                <a16:creationId xmlns:a16="http://schemas.microsoft.com/office/drawing/2014/main" id="{BB642828-958B-9DCB-92F0-C20EC69E8D02}"/>
              </a:ext>
            </a:extLst>
          </p:cNvPr>
          <p:cNvGraphicFramePr>
            <a:graphicFrameLocks noGrp="1"/>
          </p:cNvGraphicFramePr>
          <p:nvPr>
            <p:extLst>
              <p:ext uri="{D42A27DB-BD31-4B8C-83A1-F6EECF244321}">
                <p14:modId xmlns:p14="http://schemas.microsoft.com/office/powerpoint/2010/main" val="1719666019"/>
              </p:ext>
            </p:extLst>
          </p:nvPr>
        </p:nvGraphicFramePr>
        <p:xfrm>
          <a:off x="193932" y="2195297"/>
          <a:ext cx="13051848" cy="1632462"/>
        </p:xfrm>
        <a:graphic>
          <a:graphicData uri="http://schemas.openxmlformats.org/drawingml/2006/table">
            <a:tbl>
              <a:tblPr rtl="1"/>
              <a:tblGrid>
                <a:gridCol w="797826">
                  <a:extLst>
                    <a:ext uri="{9D8B030D-6E8A-4147-A177-3AD203B41FA5}">
                      <a16:colId xmlns:a16="http://schemas.microsoft.com/office/drawing/2014/main" val="20000"/>
                    </a:ext>
                  </a:extLst>
                </a:gridCol>
                <a:gridCol w="2911117">
                  <a:extLst>
                    <a:ext uri="{9D8B030D-6E8A-4147-A177-3AD203B41FA5}">
                      <a16:colId xmlns:a16="http://schemas.microsoft.com/office/drawing/2014/main" val="20001"/>
                    </a:ext>
                  </a:extLst>
                </a:gridCol>
                <a:gridCol w="982617">
                  <a:extLst>
                    <a:ext uri="{9D8B030D-6E8A-4147-A177-3AD203B41FA5}">
                      <a16:colId xmlns:a16="http://schemas.microsoft.com/office/drawing/2014/main" val="20002"/>
                    </a:ext>
                  </a:extLst>
                </a:gridCol>
                <a:gridCol w="982617">
                  <a:extLst>
                    <a:ext uri="{9D8B030D-6E8A-4147-A177-3AD203B41FA5}">
                      <a16:colId xmlns:a16="http://schemas.microsoft.com/office/drawing/2014/main" val="20003"/>
                    </a:ext>
                  </a:extLst>
                </a:gridCol>
                <a:gridCol w="620176">
                  <a:extLst>
                    <a:ext uri="{9D8B030D-6E8A-4147-A177-3AD203B41FA5}">
                      <a16:colId xmlns:a16="http://schemas.microsoft.com/office/drawing/2014/main" val="20005"/>
                    </a:ext>
                  </a:extLst>
                </a:gridCol>
                <a:gridCol w="6757495">
                  <a:extLst>
                    <a:ext uri="{9D8B030D-6E8A-4147-A177-3AD203B41FA5}">
                      <a16:colId xmlns:a16="http://schemas.microsoft.com/office/drawing/2014/main" val="20006"/>
                    </a:ext>
                  </a:extLst>
                </a:gridCol>
              </a:tblGrid>
              <a:tr h="27432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dirty="0">
                          <a:solidFill>
                            <a:srgbClr val="00080B"/>
                          </a:solidFill>
                          <a:latin typeface="Abar Mid" pitchFamily="2" charset="-78"/>
                          <a:ea typeface="Abar Mid" pitchFamily="2" charset="-78"/>
                          <a:cs typeface="Abar Mid" pitchFamily="2" charset="-78"/>
                        </a:rPr>
                        <a:t>وكالة تطوير الأعمال وخدمة المستفيدين</a:t>
                      </a:r>
                      <a:endParaRPr lang="ar-JO" sz="1100" dirty="0">
                        <a:solidFill>
                          <a:srgbClr val="00080B"/>
                        </a:solidFill>
                        <a:latin typeface="Abar Mid" pitchFamily="2" charset="-78"/>
                        <a:ea typeface="Abar Mid" pitchFamily="2" charset="-78"/>
                        <a:cs typeface="Abar Mid" pitchFamily="2"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27432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100" b="1" kern="1200">
                          <a:solidFill>
                            <a:schemeClr val="bg1"/>
                          </a:solidFill>
                          <a:latin typeface="Abar Mid" pitchFamily="50" charset="-78"/>
                          <a:ea typeface="Abar Mid" pitchFamily="50" charset="-78"/>
                          <a:cs typeface="Abar Mid" pitchFamily="50" charset="-78"/>
                        </a:rPr>
                        <a:t>#</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اسم المشروع</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baseline="0" dirty="0">
                          <a:solidFill>
                            <a:schemeClr val="bg1"/>
                          </a:solidFill>
                          <a:latin typeface="Abar Mid" pitchFamily="50" charset="-78"/>
                          <a:ea typeface="Abar Mid" pitchFamily="50" charset="-78"/>
                          <a:cs typeface="Abar Mid" pitchFamily="50" charset="-78"/>
                        </a:rPr>
                        <a:t>تاريخ البداية</a:t>
                      </a:r>
                      <a:endParaRPr sz="1100" b="1" kern="1200" baseline="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تاريخ النهاية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الحالة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ما تم حتى تاريخه</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1047246">
                <a:tc>
                  <a:txBody>
                    <a:bodyPr/>
                    <a:lstStyle/>
                    <a:p>
                      <a:pPr algn="ctr" rtl="1" fontAlgn="ctr">
                        <a:buNone/>
                      </a:pPr>
                      <a:r>
                        <a:rPr lang="en-US" sz="1100" b="0" i="0" u="none" strike="noStrike">
                          <a:solidFill>
                            <a:srgbClr val="000000"/>
                          </a:solidFill>
                          <a:effectLst/>
                          <a:latin typeface="Abar Mid" pitchFamily="50" charset="-78"/>
                          <a:ea typeface="Abar Mid" pitchFamily="50" charset="-78"/>
                          <a:cs typeface="Abar Mid" pitchFamily="50" charset="-78"/>
                        </a:rPr>
                        <a:t>1</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err="1">
                          <a:solidFill>
                            <a:srgbClr val="000000"/>
                          </a:solidFill>
                          <a:effectLst/>
                          <a:latin typeface="Abar Mid" pitchFamily="50" charset="-78"/>
                          <a:ea typeface="Abar Mid" pitchFamily="50" charset="-78"/>
                          <a:cs typeface="Abar Mid" pitchFamily="50" charset="-78"/>
                        </a:rPr>
                        <a:t>تطوير</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تجربة</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مظلات</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مبتكرة</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لضيوف</a:t>
                      </a:r>
                      <a:r>
                        <a:rPr lang="en-US" sz="1100" b="0" i="0" u="none" strike="noStrike" dirty="0">
                          <a:solidFill>
                            <a:srgbClr val="000000"/>
                          </a:solidFill>
                          <a:effectLst/>
                          <a:latin typeface="Abar Mid" pitchFamily="50" charset="-78"/>
                          <a:ea typeface="Abar Mid" pitchFamily="50" charset="-78"/>
                          <a:cs typeface="Abar Mid" pitchFamily="50" charset="-78"/>
                        </a:rPr>
                        <a:t> الرحمن</a:t>
                      </a: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a:solidFill>
                            <a:srgbClr val="000000"/>
                          </a:solidFill>
                          <a:effectLst/>
                          <a:latin typeface="Abar Mid" pitchFamily="50" charset="-78"/>
                          <a:ea typeface="Abar Mid" pitchFamily="50" charset="-78"/>
                          <a:cs typeface="Abar Mid" pitchFamily="50" charset="-78"/>
                        </a:rPr>
                        <a:t>11-06-2026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a:solidFill>
                            <a:srgbClr val="000000"/>
                          </a:solidFill>
                          <a:effectLst/>
                          <a:latin typeface="Abar Mid" pitchFamily="50" charset="-78"/>
                          <a:ea typeface="Abar Mid" pitchFamily="50" charset="-78"/>
                          <a:cs typeface="Abar Mid" pitchFamily="50" charset="-78"/>
                        </a:rPr>
                        <a:t>15-11-2026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ar-SA" sz="11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p>
                    <a:p>
                      <a:pPr algn="r" rtl="1" fontAlgn="ctr">
                        <a:buNone/>
                      </a:pPr>
                      <a:r>
                        <a:rPr lang="ar-SA" sz="1100" b="0" i="0" u="none" strike="noStrike" dirty="0">
                          <a:solidFill>
                            <a:srgbClr val="000000"/>
                          </a:solidFill>
                          <a:effectLst/>
                          <a:latin typeface="Abar Mid" pitchFamily="50" charset="-78"/>
                          <a:ea typeface="Abar Mid" pitchFamily="50" charset="-78"/>
                          <a:cs typeface="Abar Mid" pitchFamily="50" charset="-78"/>
                        </a:rPr>
                        <a:t>تم تجهيز النماذج للمظلات المبتكرة حيث بلغ عدد النماذج المستلمة ١٧ نموذج لأكثر من ١٠ شركات مشاركة في التحدي. وجاري تجهيز المساحة المخصصة للعرض في المعرض  يوم الاثنين القادم الموافق  ٢١ سبتمبر2026  لاستعراض المظلات لأصحاب المعالي والسعادة</a:t>
                      </a: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bl>
          </a:graphicData>
        </a:graphic>
      </p:graphicFrame>
      <p:graphicFrame>
        <p:nvGraphicFramePr>
          <p:cNvPr id="10" name="Table 9">
            <a:extLst>
              <a:ext uri="{FF2B5EF4-FFF2-40B4-BE49-F238E27FC236}">
                <a16:creationId xmlns:a16="http://schemas.microsoft.com/office/drawing/2014/main" id="{A8407863-CB40-C593-FC42-245E840B5E3B}"/>
              </a:ext>
            </a:extLst>
          </p:cNvPr>
          <p:cNvGraphicFramePr>
            <a:graphicFrameLocks noGrp="1"/>
          </p:cNvGraphicFramePr>
          <p:nvPr>
            <p:extLst>
              <p:ext uri="{D42A27DB-BD31-4B8C-83A1-F6EECF244321}">
                <p14:modId xmlns:p14="http://schemas.microsoft.com/office/powerpoint/2010/main" val="2577416490"/>
              </p:ext>
            </p:extLst>
          </p:nvPr>
        </p:nvGraphicFramePr>
        <p:xfrm>
          <a:off x="193933" y="4031754"/>
          <a:ext cx="13051848" cy="2628035"/>
        </p:xfrm>
        <a:graphic>
          <a:graphicData uri="http://schemas.openxmlformats.org/drawingml/2006/table">
            <a:tbl>
              <a:tblPr rtl="1"/>
              <a:tblGrid>
                <a:gridCol w="797826">
                  <a:extLst>
                    <a:ext uri="{9D8B030D-6E8A-4147-A177-3AD203B41FA5}">
                      <a16:colId xmlns:a16="http://schemas.microsoft.com/office/drawing/2014/main" val="20000"/>
                    </a:ext>
                  </a:extLst>
                </a:gridCol>
                <a:gridCol w="2911117">
                  <a:extLst>
                    <a:ext uri="{9D8B030D-6E8A-4147-A177-3AD203B41FA5}">
                      <a16:colId xmlns:a16="http://schemas.microsoft.com/office/drawing/2014/main" val="20001"/>
                    </a:ext>
                  </a:extLst>
                </a:gridCol>
                <a:gridCol w="982617">
                  <a:extLst>
                    <a:ext uri="{9D8B030D-6E8A-4147-A177-3AD203B41FA5}">
                      <a16:colId xmlns:a16="http://schemas.microsoft.com/office/drawing/2014/main" val="20002"/>
                    </a:ext>
                  </a:extLst>
                </a:gridCol>
                <a:gridCol w="982617">
                  <a:extLst>
                    <a:ext uri="{9D8B030D-6E8A-4147-A177-3AD203B41FA5}">
                      <a16:colId xmlns:a16="http://schemas.microsoft.com/office/drawing/2014/main" val="20003"/>
                    </a:ext>
                  </a:extLst>
                </a:gridCol>
                <a:gridCol w="620176">
                  <a:extLst>
                    <a:ext uri="{9D8B030D-6E8A-4147-A177-3AD203B41FA5}">
                      <a16:colId xmlns:a16="http://schemas.microsoft.com/office/drawing/2014/main" val="20005"/>
                    </a:ext>
                  </a:extLst>
                </a:gridCol>
                <a:gridCol w="6757495">
                  <a:extLst>
                    <a:ext uri="{9D8B030D-6E8A-4147-A177-3AD203B41FA5}">
                      <a16:colId xmlns:a16="http://schemas.microsoft.com/office/drawing/2014/main" val="20006"/>
                    </a:ext>
                  </a:extLst>
                </a:gridCol>
              </a:tblGrid>
              <a:tr h="27432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dirty="0">
                          <a:solidFill>
                            <a:srgbClr val="00080B"/>
                          </a:solidFill>
                          <a:latin typeface="Abar Mid" pitchFamily="2" charset="-78"/>
                          <a:ea typeface="Abar Mid" pitchFamily="2" charset="-78"/>
                          <a:cs typeface="Abar Mid" pitchFamily="2" charset="-78"/>
                        </a:rPr>
                        <a:t>وكالة التعاون الدولي والشراكات</a:t>
                      </a:r>
                      <a:endParaRPr lang="ar-JO" sz="1100" dirty="0">
                        <a:solidFill>
                          <a:srgbClr val="00080B"/>
                        </a:solidFill>
                        <a:latin typeface="Abar Mid" pitchFamily="2" charset="-78"/>
                        <a:ea typeface="Abar Mid" pitchFamily="2" charset="-78"/>
                        <a:cs typeface="Abar Mid" pitchFamily="2"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27432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100" b="1" kern="1200">
                          <a:solidFill>
                            <a:schemeClr val="bg1"/>
                          </a:solidFill>
                          <a:latin typeface="Abar Mid" pitchFamily="50" charset="-78"/>
                          <a:ea typeface="Abar Mid" pitchFamily="50" charset="-78"/>
                          <a:cs typeface="Abar Mid" pitchFamily="50" charset="-78"/>
                        </a:rPr>
                        <a:t>#</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اسم المشروع</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baseline="0" dirty="0">
                          <a:solidFill>
                            <a:schemeClr val="bg1"/>
                          </a:solidFill>
                          <a:latin typeface="Abar Mid" pitchFamily="50" charset="-78"/>
                          <a:ea typeface="Abar Mid" pitchFamily="50" charset="-78"/>
                          <a:cs typeface="Abar Mid" pitchFamily="50" charset="-78"/>
                        </a:rPr>
                        <a:t>تاريخ البداية</a:t>
                      </a:r>
                      <a:endParaRPr sz="1100" b="1" kern="1200" baseline="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تاريخ النهاية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الحالة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ما تم حتى تاريخه</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623233">
                <a:tc>
                  <a:txBody>
                    <a:bodyPr/>
                    <a:lstStyle/>
                    <a:p>
                      <a:pPr algn="ctr" rtl="1" fontAlgn="ctr">
                        <a:buNone/>
                      </a:pPr>
                      <a:r>
                        <a:rPr lang="en-US" sz="1100" b="0" i="0" u="none" strike="noStrike" dirty="0">
                          <a:solidFill>
                            <a:srgbClr val="000000"/>
                          </a:solidFill>
                          <a:effectLst/>
                          <a:latin typeface="+mn-lt"/>
                          <a:ea typeface="+mn-lt"/>
                          <a:cs typeface="+mn-lt"/>
                          <a:sym typeface="+mn-lt"/>
                        </a:rPr>
                        <a:t>1</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نسك </a:t>
                      </a:r>
                      <a:r>
                        <a:rPr lang="en-US" sz="1100" b="0" i="0" u="none" strike="noStrike" kern="1200" dirty="0" err="1">
                          <a:solidFill>
                            <a:srgbClr val="000000"/>
                          </a:solidFill>
                          <a:effectLst/>
                          <a:latin typeface="Abar Mid" pitchFamily="50" charset="-78"/>
                          <a:ea typeface="Abar Mid" pitchFamily="50" charset="-78"/>
                          <a:cs typeface="Abar Mid" pitchFamily="50" charset="-78"/>
                        </a:rPr>
                        <a:t>امتثال</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مراكز</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الضيافة</a:t>
                      </a:r>
                      <a:endParaRPr lang="en-US" sz="1100" b="0" i="0" u="none" strike="noStrike" kern="1200" dirty="0">
                        <a:solidFill>
                          <a:srgbClr val="000000"/>
                        </a:solidFill>
                        <a:effectLst/>
                        <a:latin typeface="Abar Mid" pitchFamily="50" charset="-78"/>
                        <a:ea typeface="Abar Mid" pitchFamily="50" charset="-78"/>
                        <a:cs typeface="Abar Mid" pitchFamily="50" charset="-78"/>
                      </a:endParaRP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14-06-2026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22-02-2027</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algn="r" defTabSz="914415" rtl="1" eaLnBrk="1" fontAlgn="ctr" latinLnBrk="0" hangingPunct="1">
                        <a:buNone/>
                      </a:pPr>
                      <a:r>
                        <a:rPr lang="en-US" sz="11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endParaRPr lang="ar-SA" sz="1100" b="0" i="0" u="none" strike="noStrike" kern="1200" dirty="0">
                        <a:solidFill>
                          <a:srgbClr val="000000"/>
                        </a:solidFill>
                        <a:effectLst/>
                        <a:latin typeface="Abar Mid" pitchFamily="50" charset="-78"/>
                        <a:ea typeface="Abar Mid" pitchFamily="50" charset="-78"/>
                        <a:cs typeface="Abar Mid" pitchFamily="50" charset="-78"/>
                      </a:endParaRPr>
                    </a:p>
                    <a:p>
                      <a:pPr marL="0" algn="r" defTabSz="914415" rtl="1" eaLnBrk="1" fontAlgn="ctr" latinLnBrk="0" hangingPunct="1">
                        <a:buNone/>
                      </a:pPr>
                      <a:r>
                        <a:rPr lang="ar-SA" sz="1100" b="0" i="0" u="none" strike="noStrike" kern="1200" dirty="0">
                          <a:solidFill>
                            <a:srgbClr val="000000"/>
                          </a:solidFill>
                          <a:effectLst/>
                          <a:latin typeface="Abar Mid" pitchFamily="50" charset="-78"/>
                          <a:ea typeface="Abar Mid" pitchFamily="50" charset="-78"/>
                          <a:cs typeface="Abar Mid" pitchFamily="50" charset="-78"/>
                        </a:rPr>
                        <a:t>تم إعادة إرسال كراسة الشروط والمواصفات بعد معالجات الملاحظات لإدارة المشتريات لاستكمال  إجراءات الطرح</a:t>
                      </a:r>
                      <a:endParaRPr lang="en-US" sz="1100" b="0" i="0" u="none" strike="noStrike" kern="1200" dirty="0">
                        <a:solidFill>
                          <a:srgbClr val="000000"/>
                        </a:solidFill>
                        <a:effectLst/>
                        <a:latin typeface="Abar Mid" pitchFamily="50" charset="-78"/>
                        <a:ea typeface="Abar Mid" pitchFamily="50" charset="-78"/>
                        <a:cs typeface="Abar Mid" pitchFamily="50" charset="-78"/>
                      </a:endParaRP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r h="796353">
                <a:tc>
                  <a:txBody>
                    <a:bodyPr/>
                    <a:lstStyle/>
                    <a:p>
                      <a:pPr algn="ctr" rtl="1" fontAlgn="ctr">
                        <a:buNone/>
                      </a:pPr>
                      <a:r>
                        <a:rPr lang="en-US" sz="1100" b="0" i="0" u="none" strike="noStrike">
                          <a:solidFill>
                            <a:srgbClr val="000000"/>
                          </a:solidFill>
                          <a:effectLst/>
                          <a:latin typeface="+mn-lt"/>
                          <a:ea typeface="+mn-lt"/>
                          <a:cs typeface="+mn-lt"/>
                          <a:sym typeface="+mn-lt"/>
                        </a:rPr>
                        <a:t>2</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دراسة </a:t>
                      </a:r>
                      <a:r>
                        <a:rPr lang="en-US" sz="1100" b="0" i="0" u="none" strike="noStrike" kern="1200" dirty="0" err="1">
                          <a:solidFill>
                            <a:srgbClr val="000000"/>
                          </a:solidFill>
                          <a:effectLst/>
                          <a:latin typeface="Abar Mid" pitchFamily="50" charset="-78"/>
                          <a:ea typeface="Abar Mid" pitchFamily="50" charset="-78"/>
                          <a:cs typeface="Abar Mid" pitchFamily="50" charset="-78"/>
                        </a:rPr>
                        <a:t>تحسين</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نموذج</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عمل</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آلية</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تنظيم</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قدوم</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حجاج</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الخليج</a:t>
                      </a:r>
                      <a:endParaRPr lang="en-US" sz="1100" b="0" i="0" u="none" strike="noStrike" kern="1200" dirty="0">
                        <a:solidFill>
                          <a:srgbClr val="000000"/>
                        </a:solidFill>
                        <a:effectLst/>
                        <a:latin typeface="Abar Mid" pitchFamily="50" charset="-78"/>
                        <a:ea typeface="Abar Mid" pitchFamily="50" charset="-78"/>
                        <a:cs typeface="Abar Mid" pitchFamily="50" charset="-78"/>
                      </a:endParaRP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a:solidFill>
                            <a:srgbClr val="000000"/>
                          </a:solidFill>
                          <a:effectLst/>
                          <a:latin typeface="Abar Mid" pitchFamily="50" charset="-78"/>
                          <a:ea typeface="Abar Mid" pitchFamily="50" charset="-78"/>
                          <a:cs typeface="Abar Mid" pitchFamily="50" charset="-78"/>
                        </a:rPr>
                        <a:t>14-06-2026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a:solidFill>
                            <a:srgbClr val="000000"/>
                          </a:solidFill>
                          <a:effectLst/>
                          <a:latin typeface="Abar Mid" pitchFamily="50" charset="-78"/>
                          <a:ea typeface="Abar Mid" pitchFamily="50" charset="-78"/>
                          <a:cs typeface="Abar Mid" pitchFamily="50" charset="-78"/>
                        </a:rPr>
                        <a:t>28-03-2027</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marR="0" lvl="0" indent="0" algn="r" defTabSz="914415" rtl="1" eaLnBrk="1" fontAlgn="ctr" latinLnBrk="0" hangingPunct="1">
                        <a:lnSpc>
                          <a:spcPct val="100000"/>
                        </a:lnSpc>
                        <a:spcBef>
                          <a:spcPts val="0"/>
                        </a:spcBef>
                        <a:spcAft>
                          <a:spcPts val="0"/>
                        </a:spcAft>
                        <a:buClrTx/>
                        <a:buSzTx/>
                        <a:buFontTx/>
                        <a:buNone/>
                        <a:tabLst/>
                        <a:defRPr/>
                      </a:pPr>
                      <a:r>
                        <a:rPr lang="en-US" sz="11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endParaRPr lang="ar-SA" sz="1100" b="0" i="0" u="none" strike="noStrike" kern="1200" dirty="0">
                        <a:solidFill>
                          <a:srgbClr val="000000"/>
                        </a:solidFill>
                        <a:effectLst/>
                        <a:latin typeface="Abar Mid" pitchFamily="50" charset="-78"/>
                        <a:ea typeface="Abar Mid" pitchFamily="50" charset="-78"/>
                        <a:cs typeface="Abar Mid" pitchFamily="50" charset="-78"/>
                      </a:endParaRPr>
                    </a:p>
                    <a:p>
                      <a:pPr marL="0" algn="r" defTabSz="914415" rtl="1" eaLnBrk="1" fontAlgn="ctr" latinLnBrk="0" hangingPunct="1">
                        <a:buNone/>
                      </a:pPr>
                      <a:r>
                        <a:rPr lang="ar-SA" sz="1100" b="0" i="0" u="none" strike="noStrike" kern="1200" dirty="0">
                          <a:solidFill>
                            <a:srgbClr val="000000"/>
                          </a:solidFill>
                          <a:effectLst/>
                          <a:latin typeface="Abar Mid" pitchFamily="50" charset="-78"/>
                          <a:ea typeface="Abar Mid" pitchFamily="50" charset="-78"/>
                          <a:cs typeface="Abar Mid" pitchFamily="50" charset="-78"/>
                        </a:rPr>
                        <a:t>جاري العمل على تحليل المخاطر السياسية للنموذج الجديد وعرضه على مستوى الوكلاء والوزارات المعنية في دول الخليج في معرض ومؤتمر الحج</a:t>
                      </a:r>
                      <a:endParaRPr lang="en-US" sz="1100" b="0" i="0" u="none" strike="noStrike" kern="1200" dirty="0">
                        <a:solidFill>
                          <a:srgbClr val="000000"/>
                        </a:solidFill>
                        <a:effectLst/>
                        <a:latin typeface="Abar Mid" pitchFamily="50" charset="-78"/>
                        <a:ea typeface="Abar Mid" pitchFamily="50" charset="-78"/>
                        <a:cs typeface="Abar Mid" pitchFamily="50" charset="-78"/>
                      </a:endParaRP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308184649"/>
                  </a:ext>
                </a:extLst>
              </a:tr>
              <a:tr h="623233">
                <a:tc>
                  <a:txBody>
                    <a:bodyPr/>
                    <a:lstStyle/>
                    <a:p>
                      <a:pPr algn="ctr" rtl="1" fontAlgn="ctr">
                        <a:buNone/>
                      </a:pPr>
                      <a:r>
                        <a:rPr lang="en-US" sz="1100" b="0" i="0" u="none" strike="noStrike">
                          <a:solidFill>
                            <a:srgbClr val="000000"/>
                          </a:solidFill>
                          <a:effectLst/>
                          <a:latin typeface="+mn-lt"/>
                          <a:ea typeface="+mn-lt"/>
                          <a:cs typeface="+mn-lt"/>
                          <a:sym typeface="+mn-lt"/>
                        </a:rPr>
                        <a:t>3</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برنامج </a:t>
                      </a:r>
                      <a:r>
                        <a:rPr lang="en-US" sz="1100" b="0" i="0" u="none" strike="noStrike" kern="1200" dirty="0" err="1">
                          <a:solidFill>
                            <a:srgbClr val="000000"/>
                          </a:solidFill>
                          <a:effectLst/>
                          <a:latin typeface="Abar Mid" pitchFamily="50" charset="-78"/>
                          <a:ea typeface="Abar Mid" pitchFamily="50" charset="-78"/>
                          <a:cs typeface="Abar Mid" pitchFamily="50" charset="-78"/>
                        </a:rPr>
                        <a:t>اعتماد</a:t>
                      </a:r>
                      <a:r>
                        <a:rPr lang="en-US" sz="1100" b="0" i="0" u="none" strike="noStrike" kern="1200" dirty="0">
                          <a:solidFill>
                            <a:srgbClr val="000000"/>
                          </a:solidFill>
                          <a:effectLst/>
                          <a:latin typeface="Abar Mid" pitchFamily="50" charset="-78"/>
                          <a:ea typeface="Abar Mid" pitchFamily="50" charset="-78"/>
                          <a:cs typeface="Abar Mid" pitchFamily="50" charset="-78"/>
                        </a:rPr>
                        <a:t> مكاتب شؤون الحج</a:t>
                      </a: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a:solidFill>
                            <a:srgbClr val="000000"/>
                          </a:solidFill>
                          <a:effectLst/>
                          <a:latin typeface="Abar Mid" pitchFamily="50" charset="-78"/>
                          <a:ea typeface="Abar Mid" pitchFamily="50" charset="-78"/>
                          <a:cs typeface="Abar Mid" pitchFamily="50" charset="-78"/>
                        </a:rPr>
                        <a:t>15-07-2026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a:solidFill>
                            <a:srgbClr val="000000"/>
                          </a:solidFill>
                          <a:effectLst/>
                          <a:latin typeface="Abar Mid" pitchFamily="50" charset="-78"/>
                          <a:ea typeface="Abar Mid" pitchFamily="50" charset="-78"/>
                          <a:cs typeface="Abar Mid" pitchFamily="50" charset="-78"/>
                        </a:rPr>
                        <a:t>22-02-2027</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marR="0" lvl="0" indent="0" algn="r" defTabSz="914415" rtl="1" eaLnBrk="1" fontAlgn="ctr" latinLnBrk="0" hangingPunct="1">
                        <a:lnSpc>
                          <a:spcPct val="100000"/>
                        </a:lnSpc>
                        <a:spcBef>
                          <a:spcPts val="0"/>
                        </a:spcBef>
                        <a:spcAft>
                          <a:spcPts val="0"/>
                        </a:spcAft>
                        <a:buClrTx/>
                        <a:buSzTx/>
                        <a:buFontTx/>
                        <a:buNone/>
                        <a:tabLst/>
                        <a:defRPr/>
                      </a:pPr>
                      <a:r>
                        <a:rPr lang="en-US" sz="11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endParaRPr lang="ar-SA" sz="1100" b="0" i="0" u="none" strike="noStrike" kern="1200" dirty="0">
                        <a:solidFill>
                          <a:srgbClr val="000000"/>
                        </a:solidFill>
                        <a:effectLst/>
                        <a:latin typeface="Abar Mid" pitchFamily="50" charset="-78"/>
                        <a:ea typeface="Abar Mid" pitchFamily="50" charset="-78"/>
                        <a:cs typeface="Abar Mid" pitchFamily="50" charset="-78"/>
                      </a:endParaRPr>
                    </a:p>
                    <a:p>
                      <a:pPr marL="0" algn="r" defTabSz="914415" rtl="1" eaLnBrk="1" fontAlgn="ctr" latinLnBrk="0" hangingPunct="1">
                        <a:buNone/>
                      </a:pPr>
                      <a:r>
                        <a:rPr lang="ar-SA" sz="1100" b="0" i="0" u="none" strike="noStrike" kern="1200" dirty="0">
                          <a:solidFill>
                            <a:srgbClr val="000000"/>
                          </a:solidFill>
                          <a:effectLst/>
                          <a:latin typeface="Abar Mid" pitchFamily="50" charset="-78"/>
                          <a:ea typeface="Abar Mid" pitchFamily="50" charset="-78"/>
                          <a:cs typeface="Abar Mid" pitchFamily="50" charset="-78"/>
                        </a:rPr>
                        <a:t>تم استلام العروض الفنية والمالية على أن يتم الانتهاء من تقييم العروض بتاريخ 1 أكتوبر 2026</a:t>
                      </a:r>
                      <a:endParaRPr lang="en-US" sz="1100" b="0" i="0" u="none" strike="noStrike" kern="1200" dirty="0">
                        <a:solidFill>
                          <a:srgbClr val="000000"/>
                        </a:solidFill>
                        <a:effectLst/>
                        <a:latin typeface="Abar Mid" pitchFamily="50" charset="-78"/>
                        <a:ea typeface="Abar Mid" pitchFamily="50" charset="-78"/>
                        <a:cs typeface="Abar Mid" pitchFamily="50" charset="-78"/>
                      </a:endParaRP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53229000"/>
                  </a:ext>
                </a:extLst>
              </a:tr>
            </a:tbl>
          </a:graphicData>
        </a:graphic>
      </p:graphicFrame>
      <p:graphicFrame>
        <p:nvGraphicFramePr>
          <p:cNvPr id="15" name="Table 14">
            <a:extLst>
              <a:ext uri="{FF2B5EF4-FFF2-40B4-BE49-F238E27FC236}">
                <a16:creationId xmlns:a16="http://schemas.microsoft.com/office/drawing/2014/main" id="{2E895623-494A-A68F-D8FA-B0DEB08E139C}"/>
              </a:ext>
            </a:extLst>
          </p:cNvPr>
          <p:cNvGraphicFramePr>
            <a:graphicFrameLocks noGrp="1"/>
          </p:cNvGraphicFramePr>
          <p:nvPr>
            <p:extLst>
              <p:ext uri="{D42A27DB-BD31-4B8C-83A1-F6EECF244321}">
                <p14:modId xmlns:p14="http://schemas.microsoft.com/office/powerpoint/2010/main" val="4218910213"/>
              </p:ext>
            </p:extLst>
          </p:nvPr>
        </p:nvGraphicFramePr>
        <p:xfrm>
          <a:off x="193932" y="804347"/>
          <a:ext cx="13051848" cy="1088941"/>
        </p:xfrm>
        <a:graphic>
          <a:graphicData uri="http://schemas.openxmlformats.org/drawingml/2006/table">
            <a:tbl>
              <a:tblPr rtl="1"/>
              <a:tblGrid>
                <a:gridCol w="797682">
                  <a:extLst>
                    <a:ext uri="{9D8B030D-6E8A-4147-A177-3AD203B41FA5}">
                      <a16:colId xmlns:a16="http://schemas.microsoft.com/office/drawing/2014/main" val="20000"/>
                    </a:ext>
                  </a:extLst>
                </a:gridCol>
                <a:gridCol w="2912140">
                  <a:extLst>
                    <a:ext uri="{9D8B030D-6E8A-4147-A177-3AD203B41FA5}">
                      <a16:colId xmlns:a16="http://schemas.microsoft.com/office/drawing/2014/main" val="20001"/>
                    </a:ext>
                  </a:extLst>
                </a:gridCol>
                <a:gridCol w="982962">
                  <a:extLst>
                    <a:ext uri="{9D8B030D-6E8A-4147-A177-3AD203B41FA5}">
                      <a16:colId xmlns:a16="http://schemas.microsoft.com/office/drawing/2014/main" val="20002"/>
                    </a:ext>
                  </a:extLst>
                </a:gridCol>
                <a:gridCol w="982962">
                  <a:extLst>
                    <a:ext uri="{9D8B030D-6E8A-4147-A177-3AD203B41FA5}">
                      <a16:colId xmlns:a16="http://schemas.microsoft.com/office/drawing/2014/main" val="20003"/>
                    </a:ext>
                  </a:extLst>
                </a:gridCol>
                <a:gridCol w="620377">
                  <a:extLst>
                    <a:ext uri="{9D8B030D-6E8A-4147-A177-3AD203B41FA5}">
                      <a16:colId xmlns:a16="http://schemas.microsoft.com/office/drawing/2014/main" val="20005"/>
                    </a:ext>
                  </a:extLst>
                </a:gridCol>
                <a:gridCol w="6755725">
                  <a:extLst>
                    <a:ext uri="{9D8B030D-6E8A-4147-A177-3AD203B41FA5}">
                      <a16:colId xmlns:a16="http://schemas.microsoft.com/office/drawing/2014/main" val="20006"/>
                    </a:ext>
                  </a:extLst>
                </a:gridCol>
              </a:tblGrid>
              <a:tr h="251862">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dirty="0">
                          <a:solidFill>
                            <a:srgbClr val="00080B"/>
                          </a:solidFill>
                          <a:latin typeface="Abar Mid" pitchFamily="2" charset="-78"/>
                          <a:ea typeface="Abar Mid" pitchFamily="2" charset="-78"/>
                          <a:cs typeface="Abar Mid" pitchFamily="2" charset="-78"/>
                        </a:rPr>
                        <a:t>وكالة شؤون الحج</a:t>
                      </a:r>
                      <a:endParaRPr lang="ar-JO" sz="1100" dirty="0">
                        <a:solidFill>
                          <a:srgbClr val="00080B"/>
                        </a:solidFill>
                        <a:latin typeface="Abar Mid" pitchFamily="2" charset="-78"/>
                        <a:ea typeface="Abar Mid" pitchFamily="2" charset="-78"/>
                        <a:cs typeface="Abar Mid" pitchFamily="2"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251862">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100" b="1" kern="1200">
                          <a:solidFill>
                            <a:schemeClr val="bg1"/>
                          </a:solidFill>
                          <a:latin typeface="Abar Mid" pitchFamily="50" charset="-78"/>
                          <a:ea typeface="Abar Mid" pitchFamily="50" charset="-78"/>
                          <a:cs typeface="Abar Mid" pitchFamily="50" charset="-78"/>
                        </a:rPr>
                        <a:t>#</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اسم المشروع</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baseline="0" dirty="0">
                          <a:solidFill>
                            <a:schemeClr val="bg1"/>
                          </a:solidFill>
                          <a:latin typeface="Abar Mid" pitchFamily="50" charset="-78"/>
                          <a:ea typeface="Abar Mid" pitchFamily="50" charset="-78"/>
                          <a:cs typeface="Abar Mid" pitchFamily="50" charset="-78"/>
                        </a:rPr>
                        <a:t>تاريخ البداية</a:t>
                      </a:r>
                      <a:endParaRPr sz="1100" b="1" kern="1200" baseline="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تاريخ النهاية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الحالة</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ما تم حتى تاريخه</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503725">
                <a:tc>
                  <a:txBody>
                    <a:bodyPr/>
                    <a:lstStyle/>
                    <a:p>
                      <a:pPr marL="0" algn="ctr" defTabSz="914400" rtl="0" eaLnBrk="1" latinLnBrk="0" hangingPunct="1">
                        <a:lnSpc>
                          <a:spcPct val="105000"/>
                        </a:lnSpc>
                      </a:pPr>
                      <a:r>
                        <a:rPr lang="ar-SA" sz="1100" kern="0" baseline="0" dirty="0">
                          <a:solidFill>
                            <a:schemeClr val="tx1"/>
                          </a:solidFill>
                          <a:latin typeface="Abar Mid" pitchFamily="50" charset="-78"/>
                          <a:ea typeface="Abar Mid" pitchFamily="50" charset="-78"/>
                          <a:cs typeface="Abar Mid" pitchFamily="50" charset="-78"/>
                        </a:rPr>
                        <a:t>8</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err="1">
                          <a:solidFill>
                            <a:srgbClr val="000000"/>
                          </a:solidFill>
                          <a:effectLst/>
                          <a:latin typeface="Abar Mid" pitchFamily="50" charset="-78"/>
                          <a:ea typeface="Abar Mid" pitchFamily="50" charset="-78"/>
                          <a:cs typeface="Abar Mid" pitchFamily="50" charset="-78"/>
                        </a:rPr>
                        <a:t>إصدار</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دليل</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تصنيف</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الخدمات</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المحدث</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لموسم</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حج</a:t>
                      </a:r>
                      <a:r>
                        <a:rPr lang="en-US" sz="1100" b="0" i="0" u="none" strike="noStrike" dirty="0">
                          <a:solidFill>
                            <a:srgbClr val="000000"/>
                          </a:solidFill>
                          <a:effectLst/>
                          <a:latin typeface="Abar Mid" pitchFamily="50" charset="-78"/>
                          <a:ea typeface="Abar Mid" pitchFamily="50" charset="-78"/>
                          <a:cs typeface="Abar Mid" pitchFamily="50" charset="-78"/>
                        </a:rPr>
                        <a:t> 1448 </a:t>
                      </a:r>
                      <a:r>
                        <a:rPr lang="en-US" sz="1100" b="0" i="0" u="none" strike="noStrike" dirty="0" err="1">
                          <a:solidFill>
                            <a:srgbClr val="000000"/>
                          </a:solidFill>
                          <a:effectLst/>
                          <a:latin typeface="Abar Mid" pitchFamily="50" charset="-78"/>
                          <a:ea typeface="Abar Mid" pitchFamily="50" charset="-78"/>
                          <a:cs typeface="Abar Mid" pitchFamily="50" charset="-78"/>
                        </a:rPr>
                        <a:t>هجري</a:t>
                      </a:r>
                      <a:endParaRPr lang="en-US" sz="1100" b="0" i="0" u="none" strike="noStrike" dirty="0">
                        <a:solidFill>
                          <a:srgbClr val="000000"/>
                        </a:solidFill>
                        <a:effectLst/>
                        <a:latin typeface="Abar Mid" pitchFamily="50" charset="-78"/>
                        <a:ea typeface="Abar Mid" pitchFamily="50" charset="-78"/>
                        <a:cs typeface="Abar Mid" pitchFamily="50" charset="-78"/>
                      </a:endParaRP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16-06-2026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31-07-2026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ar-SA" sz="1100" b="0" i="0" u="none" strike="noStrike" kern="1200" dirty="0">
                          <a:solidFill>
                            <a:srgbClr val="000000"/>
                          </a:solidFill>
                          <a:effectLst/>
                          <a:latin typeface="Abar Mid" pitchFamily="50" charset="-78"/>
                          <a:ea typeface="Abar Mid" pitchFamily="50" charset="-78"/>
                          <a:cs typeface="Abar Mid" pitchFamily="50" charset="-78"/>
                        </a:rPr>
                        <a:t>مكتمل</a:t>
                      </a:r>
                      <a:endParaRPr lang="en-US" sz="1100" b="0" i="0" u="none" strike="noStrike" kern="1200" dirty="0">
                        <a:solidFill>
                          <a:srgbClr val="000000"/>
                        </a:solidFill>
                        <a:effectLst/>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algn="r" rtl="1" fontAlgn="ctr">
                        <a:buNone/>
                      </a:pPr>
                      <a:r>
                        <a:rPr lang="en-US" sz="1100" b="1" i="0" u="none" strike="noStrike" dirty="0">
                          <a:solidFill>
                            <a:srgbClr val="000000"/>
                          </a:solidFill>
                          <a:effectLst/>
                          <a:latin typeface="Abar Mid" pitchFamily="50" charset="-78"/>
                          <a:ea typeface="Abar Mid" pitchFamily="50" charset="-78"/>
                          <a:cs typeface="Abar Mid" pitchFamily="50" charset="-78"/>
                        </a:rPr>
                        <a:t>تاريخ التحديث   30 </a:t>
                      </a:r>
                      <a:r>
                        <a:rPr lang="en-US" sz="1100" b="1" i="0" u="none" strike="noStrike" dirty="0" err="1">
                          <a:solidFill>
                            <a:srgbClr val="000000"/>
                          </a:solidFill>
                          <a:effectLst/>
                          <a:latin typeface="Abar Mid" pitchFamily="50" charset="-78"/>
                          <a:ea typeface="Abar Mid" pitchFamily="50" charset="-78"/>
                          <a:cs typeface="Abar Mid" pitchFamily="50" charset="-78"/>
                        </a:rPr>
                        <a:t>أغسطس</a:t>
                      </a:r>
                      <a:r>
                        <a:rPr lang="en-US" sz="1100" b="1" i="0" u="none" strike="noStrike" dirty="0">
                          <a:solidFill>
                            <a:srgbClr val="000000"/>
                          </a:solidFill>
                          <a:effectLst/>
                          <a:latin typeface="Abar Mid" pitchFamily="50" charset="-78"/>
                          <a:ea typeface="Abar Mid" pitchFamily="50" charset="-78"/>
                          <a:cs typeface="Abar Mid" pitchFamily="50" charset="-78"/>
                        </a:rPr>
                        <a:t> 2026</a:t>
                      </a:r>
                    </a:p>
                    <a:p>
                      <a:pPr algn="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تم </a:t>
                      </a:r>
                      <a:r>
                        <a:rPr lang="en-US" sz="1100" b="0" i="0" u="none" strike="noStrike" dirty="0" err="1">
                          <a:solidFill>
                            <a:srgbClr val="000000"/>
                          </a:solidFill>
                          <a:effectLst/>
                          <a:latin typeface="Abar Mid" pitchFamily="50" charset="-78"/>
                          <a:ea typeface="Abar Mid" pitchFamily="50" charset="-78"/>
                          <a:cs typeface="Abar Mid" pitchFamily="50" charset="-78"/>
                        </a:rPr>
                        <a:t>اعتماد</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التصنيف</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الكمي</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والنوعي</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لموسم</a:t>
                      </a:r>
                      <a:r>
                        <a:rPr lang="en-US" sz="1100" b="0" i="0" u="none" strike="noStrike" dirty="0">
                          <a:solidFill>
                            <a:srgbClr val="000000"/>
                          </a:solidFill>
                          <a:effectLst/>
                          <a:latin typeface="Abar Mid" pitchFamily="50" charset="-78"/>
                          <a:ea typeface="Abar Mid" pitchFamily="50" charset="-78"/>
                          <a:cs typeface="Abar Mid" pitchFamily="50" charset="-78"/>
                        </a:rPr>
                        <a:t> 1448 هـ </a:t>
                      </a:r>
                      <a:r>
                        <a:rPr lang="en-US" sz="1100" b="0" i="0" u="none" strike="noStrike" dirty="0" err="1">
                          <a:solidFill>
                            <a:srgbClr val="000000"/>
                          </a:solidFill>
                          <a:effectLst/>
                          <a:latin typeface="Abar Mid" pitchFamily="50" charset="-78"/>
                          <a:ea typeface="Abar Mid" pitchFamily="50" charset="-78"/>
                          <a:cs typeface="Abar Mid" pitchFamily="50" charset="-78"/>
                        </a:rPr>
                        <a:t>بالقرار</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الوزاري</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رقم</a:t>
                      </a:r>
                      <a:r>
                        <a:rPr lang="en-US" sz="1100" b="0" i="0" u="none" strike="noStrike" dirty="0">
                          <a:solidFill>
                            <a:srgbClr val="000000"/>
                          </a:solidFill>
                          <a:effectLst/>
                          <a:latin typeface="Abar Mid" pitchFamily="50" charset="-78"/>
                          <a:ea typeface="Abar Mid" pitchFamily="50" charset="-78"/>
                          <a:cs typeface="Abar Mid" pitchFamily="50" charset="-78"/>
                        </a:rPr>
                        <a:t> 480212055  </a:t>
                      </a:r>
                      <a:r>
                        <a:rPr lang="en-US" sz="1100" b="0" i="0" u="none" strike="noStrike" dirty="0" err="1">
                          <a:solidFill>
                            <a:srgbClr val="000000"/>
                          </a:solidFill>
                          <a:effectLst/>
                          <a:latin typeface="Abar Mid" pitchFamily="50" charset="-78"/>
                          <a:ea typeface="Abar Mid" pitchFamily="50" charset="-78"/>
                          <a:cs typeface="Abar Mid" pitchFamily="50" charset="-78"/>
                        </a:rPr>
                        <a:t>وتاريخ</a:t>
                      </a:r>
                      <a:r>
                        <a:rPr lang="en-US" sz="1100" b="0" i="0" u="none" strike="noStrike" dirty="0">
                          <a:solidFill>
                            <a:srgbClr val="000000"/>
                          </a:solidFill>
                          <a:effectLst/>
                          <a:latin typeface="Abar Mid" pitchFamily="50" charset="-78"/>
                          <a:ea typeface="Abar Mid" pitchFamily="50" charset="-78"/>
                          <a:cs typeface="Abar Mid" pitchFamily="50" charset="-78"/>
                        </a:rPr>
                        <a:t> 1448/02/16 هـ</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572283336"/>
                  </a:ext>
                </a:extLst>
              </a:tr>
            </a:tbl>
          </a:graphicData>
        </a:graphic>
      </p:graphicFrame>
    </p:spTree>
    <p:extLst>
      <p:ext uri="{BB962C8B-B14F-4D97-AF65-F5344CB8AC3E}">
        <p14:creationId xmlns:p14="http://schemas.microsoft.com/office/powerpoint/2010/main" val="32188962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5A8015-1CA4-B9EF-1B94-4A71B8657253}"/>
            </a:ext>
          </a:extLst>
        </p:cNvPr>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97ABFDDD-19EE-FE2A-AE11-26F788943687}"/>
              </a:ext>
            </a:extLst>
          </p:cNvPr>
          <p:cNvCxnSpPr>
            <a:cxnSpLocks/>
          </p:cNvCxnSpPr>
          <p:nvPr/>
        </p:nvCxnSpPr>
        <p:spPr>
          <a:xfrm>
            <a:off x="34747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sp>
        <p:nvSpPr>
          <p:cNvPr id="9" name="btfpRowHeaderBoxText438126">
            <a:extLst>
              <a:ext uri="{FF2B5EF4-FFF2-40B4-BE49-F238E27FC236}">
                <a16:creationId xmlns:a16="http://schemas.microsoft.com/office/drawing/2014/main" id="{98098073-5702-E342-F117-21B1B2C0C507}"/>
              </a:ext>
            </a:extLst>
          </p:cNvPr>
          <p:cNvSpPr txBox="1"/>
          <p:nvPr>
            <p:custDataLst>
              <p:tags r:id="rId1"/>
            </p:custDataLst>
          </p:nvPr>
        </p:nvSpPr>
        <p:spPr>
          <a:xfrm flipH="1">
            <a:off x="3671838" y="202522"/>
            <a:ext cx="5724532" cy="440980"/>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800" b="1" dirty="0">
                <a:solidFill>
                  <a:srgbClr val="000000"/>
                </a:solidFill>
                <a:latin typeface="Abar Mid" pitchFamily="2" charset="-78"/>
                <a:ea typeface="Abar Mid" pitchFamily="2" charset="-78"/>
                <a:cs typeface="Abar Mid" pitchFamily="2" charset="-78"/>
              </a:rPr>
              <a:t>تفاصيل مشاريع سهيل</a:t>
            </a:r>
          </a:p>
        </p:txBody>
      </p:sp>
      <p:cxnSp>
        <p:nvCxnSpPr>
          <p:cNvPr id="11" name="Straight Connector 10">
            <a:extLst>
              <a:ext uri="{FF2B5EF4-FFF2-40B4-BE49-F238E27FC236}">
                <a16:creationId xmlns:a16="http://schemas.microsoft.com/office/drawing/2014/main" id="{D280ED46-B3D8-54A8-8D03-A4E9B4595D82}"/>
              </a:ext>
            </a:extLst>
          </p:cNvPr>
          <p:cNvCxnSpPr>
            <a:cxnSpLocks/>
          </p:cNvCxnSpPr>
          <p:nvPr/>
        </p:nvCxnSpPr>
        <p:spPr>
          <a:xfrm>
            <a:off x="82880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aphicFrame>
        <p:nvGraphicFramePr>
          <p:cNvPr id="3" name="Table 2">
            <a:extLst>
              <a:ext uri="{FF2B5EF4-FFF2-40B4-BE49-F238E27FC236}">
                <a16:creationId xmlns:a16="http://schemas.microsoft.com/office/drawing/2014/main" id="{DC8EC721-451E-4D5B-7A6E-7825D472F3DE}"/>
              </a:ext>
            </a:extLst>
          </p:cNvPr>
          <p:cNvGraphicFramePr>
            <a:graphicFrameLocks noGrp="1"/>
          </p:cNvGraphicFramePr>
          <p:nvPr>
            <p:extLst>
              <p:ext uri="{D42A27DB-BD31-4B8C-83A1-F6EECF244321}">
                <p14:modId xmlns:p14="http://schemas.microsoft.com/office/powerpoint/2010/main" val="2346019959"/>
              </p:ext>
            </p:extLst>
          </p:nvPr>
        </p:nvGraphicFramePr>
        <p:xfrm>
          <a:off x="193928" y="4269624"/>
          <a:ext cx="13051847" cy="2424266"/>
        </p:xfrm>
        <a:graphic>
          <a:graphicData uri="http://schemas.openxmlformats.org/drawingml/2006/table">
            <a:tbl>
              <a:tblPr rtl="1"/>
              <a:tblGrid>
                <a:gridCol w="797902">
                  <a:extLst>
                    <a:ext uri="{9D8B030D-6E8A-4147-A177-3AD203B41FA5}">
                      <a16:colId xmlns:a16="http://schemas.microsoft.com/office/drawing/2014/main" val="20000"/>
                    </a:ext>
                  </a:extLst>
                </a:gridCol>
                <a:gridCol w="2911191">
                  <a:extLst>
                    <a:ext uri="{9D8B030D-6E8A-4147-A177-3AD203B41FA5}">
                      <a16:colId xmlns:a16="http://schemas.microsoft.com/office/drawing/2014/main" val="20001"/>
                    </a:ext>
                  </a:extLst>
                </a:gridCol>
                <a:gridCol w="982642">
                  <a:extLst>
                    <a:ext uri="{9D8B030D-6E8A-4147-A177-3AD203B41FA5}">
                      <a16:colId xmlns:a16="http://schemas.microsoft.com/office/drawing/2014/main" val="20002"/>
                    </a:ext>
                  </a:extLst>
                </a:gridCol>
                <a:gridCol w="982642">
                  <a:extLst>
                    <a:ext uri="{9D8B030D-6E8A-4147-A177-3AD203B41FA5}">
                      <a16:colId xmlns:a16="http://schemas.microsoft.com/office/drawing/2014/main" val="20003"/>
                    </a:ext>
                  </a:extLst>
                </a:gridCol>
                <a:gridCol w="619341">
                  <a:extLst>
                    <a:ext uri="{9D8B030D-6E8A-4147-A177-3AD203B41FA5}">
                      <a16:colId xmlns:a16="http://schemas.microsoft.com/office/drawing/2014/main" val="20005"/>
                    </a:ext>
                  </a:extLst>
                </a:gridCol>
                <a:gridCol w="6758129">
                  <a:extLst>
                    <a:ext uri="{9D8B030D-6E8A-4147-A177-3AD203B41FA5}">
                      <a16:colId xmlns:a16="http://schemas.microsoft.com/office/drawing/2014/main" val="20006"/>
                    </a:ext>
                  </a:extLst>
                </a:gridCol>
              </a:tblGrid>
              <a:tr h="27432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dirty="0">
                          <a:solidFill>
                            <a:srgbClr val="00080B"/>
                          </a:solidFill>
                          <a:latin typeface="Abar Mid" pitchFamily="2" charset="-78"/>
                          <a:ea typeface="Abar Mid" pitchFamily="2" charset="-78"/>
                          <a:cs typeface="Abar Mid" pitchFamily="2" charset="-78"/>
                        </a:rPr>
                        <a:t>وكالة التحول الرقمي وتقنية المعلومات</a:t>
                      </a:r>
                      <a:endParaRPr lang="ar-JO" sz="1100" dirty="0">
                        <a:solidFill>
                          <a:srgbClr val="00080B"/>
                        </a:solidFill>
                        <a:latin typeface="Abar Mid" pitchFamily="2" charset="-78"/>
                        <a:ea typeface="Abar Mid" pitchFamily="2" charset="-78"/>
                        <a:cs typeface="Abar Mid" pitchFamily="2"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27432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100" b="1" kern="1200" dirty="0">
                          <a:solidFill>
                            <a:schemeClr val="bg1"/>
                          </a:solidFill>
                          <a:latin typeface="Abar Mid" pitchFamily="50" charset="-78"/>
                          <a:ea typeface="Abar Mid" pitchFamily="50" charset="-78"/>
                          <a:cs typeface="Abar Mid" pitchFamily="50" charset="-78"/>
                        </a:rPr>
                        <a:t>#</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اسم المشروع</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baseline="0" dirty="0">
                          <a:solidFill>
                            <a:schemeClr val="bg1"/>
                          </a:solidFill>
                          <a:latin typeface="Abar Mid" pitchFamily="50" charset="-78"/>
                          <a:ea typeface="Abar Mid" pitchFamily="50" charset="-78"/>
                          <a:cs typeface="Abar Mid" pitchFamily="50" charset="-78"/>
                        </a:rPr>
                        <a:t>تاريخ البداية</a:t>
                      </a:r>
                      <a:endParaRPr sz="1100" b="1" kern="1200" baseline="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تاريخ النهاية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الحالة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ما تم حتى تاريخه</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1244690">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1</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مشروع دراسة وتوسعة منظومة المستشعرات والرصد الذكي للحج والعمرة.</a:t>
                      </a: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19-07-2026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20-06-2027</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ar-SA" sz="1100" b="1" i="0" u="none" strike="noStrike" dirty="0">
                          <a:solidFill>
                            <a:srgbClr val="000000"/>
                          </a:solidFill>
                          <a:effectLst/>
                          <a:latin typeface="Abar Mid" pitchFamily="50" charset="-78"/>
                          <a:ea typeface="Abar Mid" pitchFamily="50" charset="-78"/>
                          <a:cs typeface="Abar Mid" pitchFamily="50" charset="-78"/>
                        </a:rPr>
                        <a:t>تاريخ التحديث 10 سبتمبر 2026</a:t>
                      </a:r>
                    </a:p>
                    <a:p>
                      <a:pPr algn="r" rtl="1" fontAlgn="ctr">
                        <a:buNone/>
                      </a:pPr>
                      <a:r>
                        <a:rPr lang="ar-SA" sz="1100" b="0" i="0" u="none" strike="noStrike" dirty="0">
                          <a:solidFill>
                            <a:srgbClr val="000000"/>
                          </a:solidFill>
                          <a:effectLst/>
                          <a:latin typeface="Abar Mid" pitchFamily="50" charset="-78"/>
                          <a:ea typeface="Abar Mid" pitchFamily="50" charset="-78"/>
                          <a:cs typeface="Abar Mid" pitchFamily="50" charset="-78"/>
                        </a:rPr>
                        <a:t>تم الانتهاء من إعداد وثيقة الدراسة وجمع المتطلبات لإصدار التصاريح لدخول المشاعر المقدسة لفريق العمل مع شركة كدانه ، وجار العمل على الانتهاء من التصور للتوسع بمستشعرات الرصد بتاريخ 15 أكتوبر 2026</a:t>
                      </a:r>
                      <a:endParaRPr lang="en-US" sz="1100" b="0" i="0" u="none" strike="noStrike" dirty="0">
                        <a:solidFill>
                          <a:srgbClr val="000000"/>
                        </a:solidFill>
                        <a:effectLst/>
                        <a:latin typeface="Abar Mid" pitchFamily="50" charset="-78"/>
                        <a:ea typeface="Abar Mid" pitchFamily="50" charset="-78"/>
                        <a:cs typeface="Abar Mid" pitchFamily="50" charset="-78"/>
                      </a:endParaRP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r h="530395">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2</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المنصة الموحدة للعاملين</a:t>
                      </a: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01-07-2026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01-07-2027</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ar-SA" sz="1100" b="1" i="0" u="none" strike="noStrike" dirty="0">
                          <a:solidFill>
                            <a:srgbClr val="000000"/>
                          </a:solidFill>
                          <a:effectLst/>
                          <a:latin typeface="Abar Mid" pitchFamily="50" charset="-78"/>
                          <a:ea typeface="Abar Mid" pitchFamily="50" charset="-78"/>
                          <a:cs typeface="Abar Mid" pitchFamily="50" charset="-78"/>
                        </a:rPr>
                        <a:t>تاريخ التحديث 10 سبتمبر 2026 </a:t>
                      </a:r>
                    </a:p>
                    <a:p>
                      <a:pPr algn="r" rtl="1" fontAlgn="ctr">
                        <a:buNone/>
                      </a:pPr>
                      <a:r>
                        <a:rPr lang="ar-SA" sz="1100" b="0" i="0" u="none" strike="noStrike" dirty="0">
                          <a:solidFill>
                            <a:srgbClr val="000000"/>
                          </a:solidFill>
                          <a:effectLst/>
                          <a:latin typeface="Abar Mid" pitchFamily="50" charset="-78"/>
                          <a:ea typeface="Abar Mid" pitchFamily="50" charset="-78"/>
                          <a:cs typeface="Abar Mid" pitchFamily="50" charset="-78"/>
                        </a:rPr>
                        <a:t>تم الانتهاء من بناء واعتماد وثائق التطوير وجار العمل على تطوير المنصة الموحدة للعاملين  على أن يتم الانتهاء من التطوير بتاريخ 2 فبراير 2027</a:t>
                      </a:r>
                      <a:endParaRPr lang="en-US" sz="1100" b="0" i="0" u="none" strike="noStrike" dirty="0">
                        <a:solidFill>
                          <a:srgbClr val="000000"/>
                        </a:solidFill>
                        <a:effectLst/>
                        <a:latin typeface="Abar Mid" pitchFamily="50" charset="-78"/>
                        <a:ea typeface="Abar Mid" pitchFamily="50" charset="-78"/>
                        <a:cs typeface="Abar Mid" pitchFamily="50" charset="-78"/>
                      </a:endParaRP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308184649"/>
                  </a:ext>
                </a:extLst>
              </a:tr>
            </a:tbl>
          </a:graphicData>
        </a:graphic>
      </p:graphicFrame>
      <p:graphicFrame>
        <p:nvGraphicFramePr>
          <p:cNvPr id="14" name="Table 13">
            <a:extLst>
              <a:ext uri="{FF2B5EF4-FFF2-40B4-BE49-F238E27FC236}">
                <a16:creationId xmlns:a16="http://schemas.microsoft.com/office/drawing/2014/main" id="{AB28733B-7EA0-D370-A56A-D6FF23BA9719}"/>
              </a:ext>
            </a:extLst>
          </p:cNvPr>
          <p:cNvGraphicFramePr>
            <a:graphicFrameLocks noGrp="1"/>
          </p:cNvGraphicFramePr>
          <p:nvPr>
            <p:extLst>
              <p:ext uri="{D42A27DB-BD31-4B8C-83A1-F6EECF244321}">
                <p14:modId xmlns:p14="http://schemas.microsoft.com/office/powerpoint/2010/main" val="3112190959"/>
              </p:ext>
            </p:extLst>
          </p:nvPr>
        </p:nvGraphicFramePr>
        <p:xfrm>
          <a:off x="193932" y="804347"/>
          <a:ext cx="13051847" cy="3216373"/>
        </p:xfrm>
        <a:graphic>
          <a:graphicData uri="http://schemas.openxmlformats.org/drawingml/2006/table">
            <a:tbl>
              <a:tblPr rtl="1"/>
              <a:tblGrid>
                <a:gridCol w="797901">
                  <a:extLst>
                    <a:ext uri="{9D8B030D-6E8A-4147-A177-3AD203B41FA5}">
                      <a16:colId xmlns:a16="http://schemas.microsoft.com/office/drawing/2014/main" val="20000"/>
                    </a:ext>
                  </a:extLst>
                </a:gridCol>
                <a:gridCol w="2911191">
                  <a:extLst>
                    <a:ext uri="{9D8B030D-6E8A-4147-A177-3AD203B41FA5}">
                      <a16:colId xmlns:a16="http://schemas.microsoft.com/office/drawing/2014/main" val="20001"/>
                    </a:ext>
                  </a:extLst>
                </a:gridCol>
                <a:gridCol w="982642">
                  <a:extLst>
                    <a:ext uri="{9D8B030D-6E8A-4147-A177-3AD203B41FA5}">
                      <a16:colId xmlns:a16="http://schemas.microsoft.com/office/drawing/2014/main" val="20002"/>
                    </a:ext>
                  </a:extLst>
                </a:gridCol>
                <a:gridCol w="982642">
                  <a:extLst>
                    <a:ext uri="{9D8B030D-6E8A-4147-A177-3AD203B41FA5}">
                      <a16:colId xmlns:a16="http://schemas.microsoft.com/office/drawing/2014/main" val="20003"/>
                    </a:ext>
                  </a:extLst>
                </a:gridCol>
                <a:gridCol w="619340">
                  <a:extLst>
                    <a:ext uri="{9D8B030D-6E8A-4147-A177-3AD203B41FA5}">
                      <a16:colId xmlns:a16="http://schemas.microsoft.com/office/drawing/2014/main" val="20005"/>
                    </a:ext>
                  </a:extLst>
                </a:gridCol>
                <a:gridCol w="6758131">
                  <a:extLst>
                    <a:ext uri="{9D8B030D-6E8A-4147-A177-3AD203B41FA5}">
                      <a16:colId xmlns:a16="http://schemas.microsoft.com/office/drawing/2014/main" val="20006"/>
                    </a:ext>
                  </a:extLst>
                </a:gridCol>
              </a:tblGrid>
              <a:tr h="185574">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dirty="0">
                          <a:solidFill>
                            <a:srgbClr val="00080B"/>
                          </a:solidFill>
                          <a:latin typeface="Abar Mid" pitchFamily="2" charset="-78"/>
                          <a:ea typeface="Abar Mid" pitchFamily="2" charset="-78"/>
                          <a:cs typeface="Abar Mid" pitchFamily="2" charset="-78"/>
                        </a:rPr>
                        <a:t>وكالة التوعية وتنمية المهارات</a:t>
                      </a:r>
                      <a:endParaRPr lang="ar-JO" sz="1100" dirty="0">
                        <a:solidFill>
                          <a:srgbClr val="00080B"/>
                        </a:solidFill>
                        <a:latin typeface="Abar Mid" pitchFamily="2" charset="-78"/>
                        <a:ea typeface="Abar Mid" pitchFamily="2" charset="-78"/>
                        <a:cs typeface="Abar Mid" pitchFamily="2"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185574">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100" b="1" kern="1200" dirty="0">
                          <a:solidFill>
                            <a:schemeClr val="bg1"/>
                          </a:solidFill>
                          <a:latin typeface="Abar Mid" pitchFamily="50" charset="-78"/>
                          <a:ea typeface="Abar Mid" pitchFamily="50" charset="-78"/>
                          <a:cs typeface="Abar Mid" pitchFamily="50" charset="-78"/>
                        </a:rPr>
                        <a:t>#</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اسم المشروع</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baseline="0" dirty="0">
                          <a:solidFill>
                            <a:schemeClr val="bg1"/>
                          </a:solidFill>
                          <a:latin typeface="Abar Mid" pitchFamily="50" charset="-78"/>
                          <a:ea typeface="Abar Mid" pitchFamily="50" charset="-78"/>
                          <a:cs typeface="Abar Mid" pitchFamily="50" charset="-78"/>
                        </a:rPr>
                        <a:t>تاريخ البداية</a:t>
                      </a:r>
                      <a:endParaRPr sz="1100" b="1" kern="1200" baseline="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تاريخ النهاية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الحالة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ما تم حتى تاريخه</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268051">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1</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توحيد الهوية المؤسسية داخليا وخارجيا</a:t>
                      </a: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25-08-2026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22-02-2027</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ar-SA" sz="11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p>
                    <a:p>
                      <a:pPr algn="r" rtl="1" fontAlgn="ctr">
                        <a:buNone/>
                      </a:pPr>
                      <a:r>
                        <a:rPr lang="ar-SA" sz="1100" b="0" i="0" u="none" strike="noStrike" dirty="0">
                          <a:solidFill>
                            <a:srgbClr val="000000"/>
                          </a:solidFill>
                          <a:effectLst/>
                          <a:latin typeface="Abar Mid" pitchFamily="50" charset="-78"/>
                          <a:ea typeface="Abar Mid" pitchFamily="50" charset="-78"/>
                          <a:cs typeface="Abar Mid" pitchFamily="50" charset="-78"/>
                        </a:rPr>
                        <a:t>تمت المواءمة واستلام الخطة الزمنية من المركز العام للنقل بشأن توحيد الهوية على الحافلات، وجار عكس الملاحظات وتطوير التصاميم تمهيدا لاعتمادها بتاريخ 9 نوفمبر 2026، على أن يتولى المركز العام للنقل الطباعة والتنفيذ بإشراف وزارة الحج والعمرة</a:t>
                      </a:r>
                      <a:endParaRPr lang="en-US" sz="1100" b="0" i="0" u="none" strike="noStrike" dirty="0">
                        <a:solidFill>
                          <a:srgbClr val="000000"/>
                        </a:solidFill>
                        <a:effectLst/>
                        <a:latin typeface="Abar Mid" pitchFamily="50" charset="-78"/>
                        <a:ea typeface="Abar Mid" pitchFamily="50" charset="-78"/>
                        <a:cs typeface="Abar Mid" pitchFamily="50" charset="-78"/>
                      </a:endParaRP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r h="680437">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2</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برنامج التوعية بخدمات وأوقات النقل للحرم المكي بأيام التشريق</a:t>
                      </a: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16-06-2026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22-02-2027</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ar-SA" sz="11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p>
                    <a:p>
                      <a:pPr algn="r" rtl="1" fontAlgn="ctr">
                        <a:buNone/>
                      </a:pPr>
                      <a:r>
                        <a:rPr lang="ar-SA" sz="1100" b="0" i="0" u="none" strike="noStrike" dirty="0">
                          <a:solidFill>
                            <a:srgbClr val="000000"/>
                          </a:solidFill>
                          <a:effectLst/>
                          <a:latin typeface="Abar Mid" pitchFamily="50" charset="-78"/>
                          <a:ea typeface="Abar Mid" pitchFamily="50" charset="-78"/>
                          <a:cs typeface="Abar Mid" pitchFamily="50" charset="-78"/>
                        </a:rPr>
                        <a:t>جار حاليا دراسة وتحليل الوضع الراهن، على أن يتم الانتهاء بتاريخ 11 يناير 2027، تمهيدا  لإعداد خطة توعوية متكاملة تشمل المنتجات التوعوية، وقنوات النشر الرقمية والمكانية والمباشرة، والجدول الزمني للتنفيذ والنشر.</a:t>
                      </a: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308184649"/>
                  </a:ext>
                </a:extLst>
              </a:tr>
              <a:tr h="371148">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3</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برنامج التعريف والتأهيل للمسؤولين في مكاتب شؤون الحج</a:t>
                      </a: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15-07-2026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22-07-2027</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ar-SA" sz="11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p>
                    <a:p>
                      <a:pPr algn="r" rtl="1" fontAlgn="ctr">
                        <a:buNone/>
                      </a:pPr>
                      <a:r>
                        <a:rPr lang="ar-SA" sz="1100" b="0" i="0" u="none" strike="noStrike" dirty="0">
                          <a:solidFill>
                            <a:srgbClr val="000000"/>
                          </a:solidFill>
                          <a:effectLst/>
                          <a:latin typeface="Abar Mid" pitchFamily="50" charset="-78"/>
                          <a:ea typeface="Abar Mid" pitchFamily="50" charset="-78"/>
                          <a:cs typeface="Abar Mid" pitchFamily="50" charset="-78"/>
                        </a:rPr>
                        <a:t>تم الانتهاء من إعداد كراسة الشروط والمواصفات ويتم دراستها من قبل شركة علم على أن يتم طرحها  بتاريخ  30 سبتمبر 2026</a:t>
                      </a:r>
                      <a:endParaRPr lang="en-US" sz="1100" b="0" i="0" u="none" strike="noStrike" dirty="0">
                        <a:solidFill>
                          <a:srgbClr val="000000"/>
                        </a:solidFill>
                        <a:effectLst/>
                        <a:latin typeface="Abar Mid" pitchFamily="50" charset="-78"/>
                        <a:ea typeface="Abar Mid" pitchFamily="50" charset="-78"/>
                        <a:cs typeface="Abar Mid" pitchFamily="50" charset="-78"/>
                      </a:endParaRP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53229000"/>
                  </a:ext>
                </a:extLst>
              </a:tr>
              <a:tr h="371148">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4</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برنامج زمالة قيادات مكاتب شؤون الحج</a:t>
                      </a: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15-07-2026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22-02-2027</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ar-SA" sz="11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p>
                    <a:p>
                      <a:pPr algn="r" rtl="1" fontAlgn="ctr">
                        <a:buNone/>
                      </a:pPr>
                      <a:r>
                        <a:rPr lang="ar-SA" sz="1100" b="0" i="0" u="none" strike="noStrike" dirty="0">
                          <a:solidFill>
                            <a:srgbClr val="000000"/>
                          </a:solidFill>
                          <a:effectLst/>
                          <a:latin typeface="Abar Mid" pitchFamily="50" charset="-78"/>
                          <a:ea typeface="Abar Mid" pitchFamily="50" charset="-78"/>
                          <a:cs typeface="Abar Mid" pitchFamily="50" charset="-78"/>
                        </a:rPr>
                        <a:t>تم الانتهاء من إعداد كراسة الشروط والمواصفات ويتم دراستها من قبل شركة علم على أن يتم طرحها  بتاريخ  30 سبتمبر 2026</a:t>
                      </a:r>
                      <a:endParaRPr lang="en-US" sz="1100" b="0" i="0" u="none" strike="noStrike" dirty="0">
                        <a:solidFill>
                          <a:srgbClr val="000000"/>
                        </a:solidFill>
                        <a:effectLst/>
                        <a:latin typeface="Abar Mid" pitchFamily="50" charset="-78"/>
                        <a:ea typeface="Abar Mid" pitchFamily="50" charset="-78"/>
                        <a:cs typeface="Abar Mid" pitchFamily="50" charset="-78"/>
                      </a:endParaRP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249293351"/>
                  </a:ext>
                </a:extLst>
              </a:tr>
            </a:tbl>
          </a:graphicData>
        </a:graphic>
      </p:graphicFrame>
    </p:spTree>
    <p:extLst>
      <p:ext uri="{BB962C8B-B14F-4D97-AF65-F5344CB8AC3E}">
        <p14:creationId xmlns:p14="http://schemas.microsoft.com/office/powerpoint/2010/main" val="23448315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8F041-BC4B-2029-A5F7-97F2C19194B1}"/>
            </a:ext>
          </a:extLst>
        </p:cNvPr>
        <p:cNvGrpSpPr/>
        <p:nvPr/>
      </p:nvGrpSpPr>
      <p:grpSpPr>
        <a:xfrm>
          <a:off x="0" y="0"/>
          <a:ext cx="0" cy="0"/>
          <a:chOff x="0" y="0"/>
          <a:chExt cx="0" cy="0"/>
        </a:xfrm>
      </p:grpSpPr>
      <p:graphicFrame>
        <p:nvGraphicFramePr>
          <p:cNvPr id="8" name="Table 7">
            <a:extLst>
              <a:ext uri="{FF2B5EF4-FFF2-40B4-BE49-F238E27FC236}">
                <a16:creationId xmlns:a16="http://schemas.microsoft.com/office/drawing/2014/main" id="{0F663E0E-2AEF-A2B7-9490-1B73E2A8BBE9}"/>
              </a:ext>
            </a:extLst>
          </p:cNvPr>
          <p:cNvGraphicFramePr>
            <a:graphicFrameLocks noGrp="1"/>
          </p:cNvGraphicFramePr>
          <p:nvPr>
            <p:extLst>
              <p:ext uri="{D42A27DB-BD31-4B8C-83A1-F6EECF244321}">
                <p14:modId xmlns:p14="http://schemas.microsoft.com/office/powerpoint/2010/main" val="525232860"/>
              </p:ext>
            </p:extLst>
          </p:nvPr>
        </p:nvGraphicFramePr>
        <p:xfrm>
          <a:off x="193935" y="804347"/>
          <a:ext cx="13051844" cy="1492444"/>
        </p:xfrm>
        <a:graphic>
          <a:graphicData uri="http://schemas.openxmlformats.org/drawingml/2006/table">
            <a:tbl>
              <a:tblPr rtl="1"/>
              <a:tblGrid>
                <a:gridCol w="797826">
                  <a:extLst>
                    <a:ext uri="{9D8B030D-6E8A-4147-A177-3AD203B41FA5}">
                      <a16:colId xmlns:a16="http://schemas.microsoft.com/office/drawing/2014/main" val="20000"/>
                    </a:ext>
                  </a:extLst>
                </a:gridCol>
                <a:gridCol w="2911116">
                  <a:extLst>
                    <a:ext uri="{9D8B030D-6E8A-4147-A177-3AD203B41FA5}">
                      <a16:colId xmlns:a16="http://schemas.microsoft.com/office/drawing/2014/main" val="20001"/>
                    </a:ext>
                  </a:extLst>
                </a:gridCol>
                <a:gridCol w="982616">
                  <a:extLst>
                    <a:ext uri="{9D8B030D-6E8A-4147-A177-3AD203B41FA5}">
                      <a16:colId xmlns:a16="http://schemas.microsoft.com/office/drawing/2014/main" val="20002"/>
                    </a:ext>
                  </a:extLst>
                </a:gridCol>
                <a:gridCol w="982616">
                  <a:extLst>
                    <a:ext uri="{9D8B030D-6E8A-4147-A177-3AD203B41FA5}">
                      <a16:colId xmlns:a16="http://schemas.microsoft.com/office/drawing/2014/main" val="20003"/>
                    </a:ext>
                  </a:extLst>
                </a:gridCol>
                <a:gridCol w="620176">
                  <a:extLst>
                    <a:ext uri="{9D8B030D-6E8A-4147-A177-3AD203B41FA5}">
                      <a16:colId xmlns:a16="http://schemas.microsoft.com/office/drawing/2014/main" val="20005"/>
                    </a:ext>
                  </a:extLst>
                </a:gridCol>
                <a:gridCol w="6757494">
                  <a:extLst>
                    <a:ext uri="{9D8B030D-6E8A-4147-A177-3AD203B41FA5}">
                      <a16:colId xmlns:a16="http://schemas.microsoft.com/office/drawing/2014/main" val="20006"/>
                    </a:ext>
                  </a:extLst>
                </a:gridCol>
              </a:tblGrid>
              <a:tr h="27432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dirty="0">
                          <a:solidFill>
                            <a:srgbClr val="00080B"/>
                          </a:solidFill>
                          <a:latin typeface="Abar Mid" pitchFamily="2" charset="-78"/>
                          <a:ea typeface="Abar Mid" pitchFamily="2" charset="-78"/>
                          <a:cs typeface="Abar Mid" pitchFamily="2" charset="-78"/>
                        </a:rPr>
                        <a:t>مركز منصة نسك الرقمية</a:t>
                      </a:r>
                      <a:endParaRPr lang="ar-JO" sz="1100" dirty="0">
                        <a:solidFill>
                          <a:srgbClr val="00080B"/>
                        </a:solidFill>
                        <a:latin typeface="Abar Mid" pitchFamily="2" charset="-78"/>
                        <a:ea typeface="Abar Mid" pitchFamily="2" charset="-78"/>
                        <a:cs typeface="Abar Mid" pitchFamily="2"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27432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100" b="1" kern="1200" dirty="0">
                          <a:solidFill>
                            <a:schemeClr val="bg1"/>
                          </a:solidFill>
                          <a:latin typeface="Abar Mid" pitchFamily="50" charset="-78"/>
                          <a:ea typeface="Abar Mid" pitchFamily="50" charset="-78"/>
                          <a:cs typeface="Abar Mid" pitchFamily="50" charset="-78"/>
                        </a:rPr>
                        <a:t>#</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اسم المشروع</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baseline="0" dirty="0">
                          <a:solidFill>
                            <a:schemeClr val="bg1"/>
                          </a:solidFill>
                          <a:latin typeface="Abar Mid" pitchFamily="50" charset="-78"/>
                          <a:ea typeface="Abar Mid" pitchFamily="50" charset="-78"/>
                          <a:cs typeface="Abar Mid" pitchFamily="50" charset="-78"/>
                        </a:rPr>
                        <a:t>تاريخ البداية</a:t>
                      </a:r>
                      <a:endParaRPr sz="1100" b="1" kern="1200" baseline="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تاريخ النهاية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الحالة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ما تم حتى تاريخه</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907228">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1</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تسويق تطبيق نسك</a:t>
                      </a: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30-06-2026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01-08-2027</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100" b="1" i="0" u="none" strike="noStrike" dirty="0">
                          <a:solidFill>
                            <a:srgbClr val="000000"/>
                          </a:solidFill>
                          <a:effectLst/>
                          <a:latin typeface="Abar Mid" pitchFamily="50" charset="-78"/>
                          <a:cs typeface="Abar Mid" pitchFamily="50" charset="-78"/>
                        </a:rPr>
                        <a:t>تاريخ التحديث 16 سبتمبر 2026</a:t>
                      </a:r>
                      <a:endParaRPr lang="ar-SA" sz="1100" b="1" i="0" u="none" strike="noStrike" dirty="0">
                        <a:solidFill>
                          <a:srgbClr val="000000"/>
                        </a:solidFill>
                        <a:effectLst/>
                        <a:latin typeface="Abar Mid" pitchFamily="50" charset="-78"/>
                        <a:ea typeface="Abar Mid" pitchFamily="50" charset="-78"/>
                        <a:cs typeface="Abar Mid" pitchFamily="50" charset="-78"/>
                      </a:endParaRPr>
                    </a:p>
                    <a:p>
                      <a:pPr algn="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تم الانتهاء  من إعداد كراسة الشروط والمواصفات والأحكام الخاصة بالمشروع والميزانية المتوقعة للمشروع  وتم مشاركتها مع إدارة المشتريات لأخذ مرئياتهم</a:t>
                      </a: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bl>
          </a:graphicData>
        </a:graphic>
      </p:graphicFrame>
      <p:cxnSp>
        <p:nvCxnSpPr>
          <p:cNvPr id="7" name="Straight Connector 6">
            <a:extLst>
              <a:ext uri="{FF2B5EF4-FFF2-40B4-BE49-F238E27FC236}">
                <a16:creationId xmlns:a16="http://schemas.microsoft.com/office/drawing/2014/main" id="{18B39E20-C636-1F86-1B4B-D5D1B1F86C3D}"/>
              </a:ext>
            </a:extLst>
          </p:cNvPr>
          <p:cNvCxnSpPr>
            <a:cxnSpLocks/>
          </p:cNvCxnSpPr>
          <p:nvPr/>
        </p:nvCxnSpPr>
        <p:spPr>
          <a:xfrm>
            <a:off x="34747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sp>
        <p:nvSpPr>
          <p:cNvPr id="9" name="btfpRowHeaderBoxText438126">
            <a:extLst>
              <a:ext uri="{FF2B5EF4-FFF2-40B4-BE49-F238E27FC236}">
                <a16:creationId xmlns:a16="http://schemas.microsoft.com/office/drawing/2014/main" id="{699353A4-A111-4F06-AA8C-E500A9E78209}"/>
              </a:ext>
            </a:extLst>
          </p:cNvPr>
          <p:cNvSpPr txBox="1"/>
          <p:nvPr>
            <p:custDataLst>
              <p:tags r:id="rId1"/>
            </p:custDataLst>
          </p:nvPr>
        </p:nvSpPr>
        <p:spPr>
          <a:xfrm flipH="1">
            <a:off x="3671838" y="202522"/>
            <a:ext cx="5724532" cy="440980"/>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800" b="1" dirty="0">
                <a:solidFill>
                  <a:srgbClr val="000000"/>
                </a:solidFill>
                <a:latin typeface="Abar Mid" pitchFamily="2" charset="-78"/>
                <a:ea typeface="Abar Mid" pitchFamily="2" charset="-78"/>
                <a:cs typeface="Abar Mid" pitchFamily="2" charset="-78"/>
              </a:rPr>
              <a:t>تفاصيل مشاريع سهيل</a:t>
            </a:r>
          </a:p>
        </p:txBody>
      </p:sp>
      <p:cxnSp>
        <p:nvCxnSpPr>
          <p:cNvPr id="11" name="Straight Connector 10">
            <a:extLst>
              <a:ext uri="{FF2B5EF4-FFF2-40B4-BE49-F238E27FC236}">
                <a16:creationId xmlns:a16="http://schemas.microsoft.com/office/drawing/2014/main" id="{A4F52DFF-C77B-8A7D-C67C-7A783713D4F6}"/>
              </a:ext>
            </a:extLst>
          </p:cNvPr>
          <p:cNvCxnSpPr>
            <a:cxnSpLocks/>
          </p:cNvCxnSpPr>
          <p:nvPr/>
        </p:nvCxnSpPr>
        <p:spPr>
          <a:xfrm>
            <a:off x="82880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aphicFrame>
        <p:nvGraphicFramePr>
          <p:cNvPr id="4" name="Table 3">
            <a:extLst>
              <a:ext uri="{FF2B5EF4-FFF2-40B4-BE49-F238E27FC236}">
                <a16:creationId xmlns:a16="http://schemas.microsoft.com/office/drawing/2014/main" id="{72FA7B05-776D-49FC-E24C-8AB16F77CF8B}"/>
              </a:ext>
            </a:extLst>
          </p:cNvPr>
          <p:cNvGraphicFramePr>
            <a:graphicFrameLocks noGrp="1"/>
          </p:cNvGraphicFramePr>
          <p:nvPr>
            <p:extLst>
              <p:ext uri="{D42A27DB-BD31-4B8C-83A1-F6EECF244321}">
                <p14:modId xmlns:p14="http://schemas.microsoft.com/office/powerpoint/2010/main" val="2552772457"/>
              </p:ext>
            </p:extLst>
          </p:nvPr>
        </p:nvGraphicFramePr>
        <p:xfrm>
          <a:off x="193935" y="2737770"/>
          <a:ext cx="13051846" cy="1646792"/>
        </p:xfrm>
        <a:graphic>
          <a:graphicData uri="http://schemas.openxmlformats.org/drawingml/2006/table">
            <a:tbl>
              <a:tblPr rtl="1"/>
              <a:tblGrid>
                <a:gridCol w="797826">
                  <a:extLst>
                    <a:ext uri="{9D8B030D-6E8A-4147-A177-3AD203B41FA5}">
                      <a16:colId xmlns:a16="http://schemas.microsoft.com/office/drawing/2014/main" val="20000"/>
                    </a:ext>
                  </a:extLst>
                </a:gridCol>
                <a:gridCol w="2911116">
                  <a:extLst>
                    <a:ext uri="{9D8B030D-6E8A-4147-A177-3AD203B41FA5}">
                      <a16:colId xmlns:a16="http://schemas.microsoft.com/office/drawing/2014/main" val="20001"/>
                    </a:ext>
                  </a:extLst>
                </a:gridCol>
                <a:gridCol w="982617">
                  <a:extLst>
                    <a:ext uri="{9D8B030D-6E8A-4147-A177-3AD203B41FA5}">
                      <a16:colId xmlns:a16="http://schemas.microsoft.com/office/drawing/2014/main" val="20002"/>
                    </a:ext>
                  </a:extLst>
                </a:gridCol>
                <a:gridCol w="982617">
                  <a:extLst>
                    <a:ext uri="{9D8B030D-6E8A-4147-A177-3AD203B41FA5}">
                      <a16:colId xmlns:a16="http://schemas.microsoft.com/office/drawing/2014/main" val="20003"/>
                    </a:ext>
                  </a:extLst>
                </a:gridCol>
                <a:gridCol w="620176">
                  <a:extLst>
                    <a:ext uri="{9D8B030D-6E8A-4147-A177-3AD203B41FA5}">
                      <a16:colId xmlns:a16="http://schemas.microsoft.com/office/drawing/2014/main" val="20005"/>
                    </a:ext>
                  </a:extLst>
                </a:gridCol>
                <a:gridCol w="6757494">
                  <a:extLst>
                    <a:ext uri="{9D8B030D-6E8A-4147-A177-3AD203B41FA5}">
                      <a16:colId xmlns:a16="http://schemas.microsoft.com/office/drawing/2014/main" val="20006"/>
                    </a:ext>
                  </a:extLst>
                </a:gridCol>
              </a:tblGrid>
              <a:tr h="27432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dirty="0">
                          <a:solidFill>
                            <a:srgbClr val="00080B"/>
                          </a:solidFill>
                          <a:latin typeface="Abar Mid" pitchFamily="2" charset="-78"/>
                          <a:ea typeface="Abar Mid" pitchFamily="2" charset="-78"/>
                          <a:cs typeface="Abar Mid" pitchFamily="2" charset="-78"/>
                        </a:rPr>
                        <a:t>مركز امتثال أعمال</a:t>
                      </a:r>
                      <a:endParaRPr lang="ar-JO" sz="1100" dirty="0">
                        <a:solidFill>
                          <a:srgbClr val="00080B"/>
                        </a:solidFill>
                        <a:latin typeface="Abar Mid" pitchFamily="2" charset="-78"/>
                        <a:ea typeface="Abar Mid" pitchFamily="2" charset="-78"/>
                        <a:cs typeface="Abar Mid" pitchFamily="2"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27432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100" b="1" kern="1200" dirty="0">
                          <a:solidFill>
                            <a:schemeClr val="bg1"/>
                          </a:solidFill>
                          <a:latin typeface="Abar Mid" pitchFamily="50" charset="-78"/>
                          <a:ea typeface="Abar Mid" pitchFamily="50" charset="-78"/>
                          <a:cs typeface="Abar Mid" pitchFamily="50" charset="-78"/>
                        </a:rPr>
                        <a:t>#</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اسم المشروع</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baseline="0" dirty="0">
                          <a:solidFill>
                            <a:schemeClr val="bg1"/>
                          </a:solidFill>
                          <a:latin typeface="Abar Mid" pitchFamily="50" charset="-78"/>
                          <a:ea typeface="Abar Mid" pitchFamily="50" charset="-78"/>
                          <a:cs typeface="Abar Mid" pitchFamily="50" charset="-78"/>
                        </a:rPr>
                        <a:t>تاريخ البداية</a:t>
                      </a:r>
                      <a:endParaRPr sz="1100" b="1" kern="1200" baseline="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تاريخ النهاية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الحالة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ما تم حتى تاريخه</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1061576">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1</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ضيف بلا حقيبة</a:t>
                      </a: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09-08-2026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23-03-2027</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100" b="1" i="0" u="none" strike="noStrike" dirty="0">
                          <a:solidFill>
                            <a:srgbClr val="000000"/>
                          </a:solidFill>
                          <a:effectLst/>
                          <a:latin typeface="Abar Mid" pitchFamily="50" charset="-78"/>
                          <a:cs typeface="Abar Mid" pitchFamily="50" charset="-78"/>
                        </a:rPr>
                        <a:t>تاريخ التحديث 10 سبتمبر 2026</a:t>
                      </a:r>
                      <a:endParaRPr lang="en-US" sz="1100" b="0" i="0" u="none" strike="noStrike" dirty="0">
                        <a:solidFill>
                          <a:srgbClr val="000000"/>
                        </a:solidFill>
                        <a:effectLst/>
                        <a:latin typeface="Abar Mid" pitchFamily="50" charset="-78"/>
                        <a:cs typeface="Abar Mid" pitchFamily="50" charset="-78"/>
                      </a:endParaRPr>
                    </a:p>
                    <a:p>
                      <a:pPr algn="r" rtl="1" fontAlgn="ctr">
                        <a:buNone/>
                      </a:pPr>
                      <a:r>
                        <a:rPr lang="en-US" sz="1100" b="0" i="0" u="none" strike="noStrike" dirty="0">
                          <a:solidFill>
                            <a:srgbClr val="000000"/>
                          </a:solidFill>
                          <a:effectLst/>
                          <a:latin typeface="Abar Mid" pitchFamily="50" charset="-78"/>
                          <a:cs typeface="Abar Mid" pitchFamily="50" charset="-78"/>
                        </a:rPr>
                        <a:t>تمت المواءمة مع برنامج خدمة ضيوف الرحمن وتحديد المهام والمعالم الرئيسية وجار متابعة تنفيذها داخليا بالتنسيق مع وكالة التعاون الدولي ووكالة التحول الرقمي وتقنية المعلومات ووكالة الوزارة لشؤون الحج</a:t>
                      </a: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bl>
          </a:graphicData>
        </a:graphic>
      </p:graphicFrame>
    </p:spTree>
    <p:extLst>
      <p:ext uri="{BB962C8B-B14F-4D97-AF65-F5344CB8AC3E}">
        <p14:creationId xmlns:p14="http://schemas.microsoft.com/office/powerpoint/2010/main" val="404137775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POWER_USER_TAGS_ICONS" val=""/>
</p:tagLst>
</file>

<file path=ppt/tags/tag2.xml><?xml version="1.0" encoding="utf-8"?>
<p:tagLst xmlns:a="http://schemas.openxmlformats.org/drawingml/2006/main" xmlns:r="http://schemas.openxmlformats.org/officeDocument/2006/relationships" xmlns:p="http://schemas.openxmlformats.org/presentationml/2006/main">
  <p:tag name="AS_UNIQUEID" val="114598"/>
</p:tagLst>
</file>

<file path=ppt/tags/tag3.xml><?xml version="1.0" encoding="utf-8"?>
<p:tagLst xmlns:a="http://schemas.openxmlformats.org/drawingml/2006/main" xmlns:r="http://schemas.openxmlformats.org/officeDocument/2006/relationships" xmlns:p="http://schemas.openxmlformats.org/presentationml/2006/main">
  <p:tag name="POWER_USER_POWER_POINT_EXCEL_LINK_TAG_NAME" val="{&quot;Id&quot;:&quot;POWER_USER_LINK_30A61A5A_E7DE_4A5B_B76E_D1F7BDEF788B&quot;,&quot;SourceFullName&quot;:&quot;&quot;,&quot;LastUpdate&quot;:&quot;2023-05-21 8:25 PM&quot;,&quot;UpdatedBy&quot;:&quot;bakhs&quot;,&quot;IsLinked&quot;:false,&quot;IsBrokenLink&quot;:false,&quot;Type&quot;:2}"/>
</p:tagLst>
</file>

<file path=ppt/tags/tag4.xml><?xml version="1.0" encoding="utf-8"?>
<p:tagLst xmlns:a="http://schemas.openxmlformats.org/drawingml/2006/main" xmlns:r="http://schemas.openxmlformats.org/officeDocument/2006/relationships" xmlns:p="http://schemas.openxmlformats.org/presentationml/2006/main">
  <p:tag name="AS_UNIQUEID" val="114598"/>
</p:tagLst>
</file>

<file path=ppt/tags/tag5.xml><?xml version="1.0" encoding="utf-8"?>
<p:tagLst xmlns:a="http://schemas.openxmlformats.org/drawingml/2006/main" xmlns:r="http://schemas.openxmlformats.org/officeDocument/2006/relationships" xmlns:p="http://schemas.openxmlformats.org/presentationml/2006/main">
  <p:tag name="AS_UNIQUEID" val="114598"/>
</p:tagLst>
</file>

<file path=ppt/tags/tag6.xml><?xml version="1.0" encoding="utf-8"?>
<p:tagLst xmlns:a="http://schemas.openxmlformats.org/drawingml/2006/main" xmlns:r="http://schemas.openxmlformats.org/officeDocument/2006/relationships" xmlns:p="http://schemas.openxmlformats.org/presentationml/2006/main">
  <p:tag name="AS_UNIQUEID" val="114598"/>
</p:tagLst>
</file>

<file path=ppt/tags/tag7.xml><?xml version="1.0" encoding="utf-8"?>
<p:tagLst xmlns:a="http://schemas.openxmlformats.org/drawingml/2006/main" xmlns:r="http://schemas.openxmlformats.org/officeDocument/2006/relationships" xmlns:p="http://schemas.openxmlformats.org/presentationml/2006/main">
  <p:tag name="AS_UNIQUEID" val="114598"/>
</p:tagLst>
</file>

<file path=ppt/tags/tag8.xml><?xml version="1.0" encoding="utf-8"?>
<p:tagLst xmlns:a="http://schemas.openxmlformats.org/drawingml/2006/main" xmlns:r="http://schemas.openxmlformats.org/officeDocument/2006/relationships" xmlns:p="http://schemas.openxmlformats.org/presentationml/2006/main">
  <p:tag name="AS_UNIQUEID" val="114598"/>
</p:tagLst>
</file>

<file path=ppt/tags/tag9.xml><?xml version="1.0" encoding="utf-8"?>
<p:tagLst xmlns:a="http://schemas.openxmlformats.org/drawingml/2006/main" xmlns:r="http://schemas.openxmlformats.org/officeDocument/2006/relationships" xmlns:p="http://schemas.openxmlformats.org/presentationml/2006/main">
  <p:tag name="AS_UNIQUEID" val="114598"/>
</p:tagLst>
</file>

<file path=ppt/tags/tag10.xml><?xml version="1.0" encoding="utf-8"?>
<p:tagLst xmlns:a="http://schemas.openxmlformats.org/drawingml/2006/main" xmlns:r="http://schemas.openxmlformats.org/officeDocument/2006/relationships" xmlns:p="http://schemas.openxmlformats.org/presentationml/2006/main">
  <p:tag name="AS_UNIQUEID" val="114598"/>
</p:tagLst>
</file>

<file path=ppt/tags/tag11.xml><?xml version="1.0" encoding="utf-8"?>
<p:tagLst xmlns:a="http://schemas.openxmlformats.org/drawingml/2006/main" xmlns:r="http://schemas.openxmlformats.org/officeDocument/2006/relationships" xmlns:p="http://schemas.openxmlformats.org/presentationml/2006/main">
  <p:tag name="AS_UNIQUEID" val="114598"/>
</p:tagLst>
</file>

<file path=ppt/tags/tag12.xml><?xml version="1.0" encoding="utf-8"?>
<p:tagLst xmlns:a="http://schemas.openxmlformats.org/drawingml/2006/main" xmlns:r="http://schemas.openxmlformats.org/officeDocument/2006/relationships" xmlns:p="http://schemas.openxmlformats.org/presentationml/2006/main">
  <p:tag name="AS_UNIQUEID" val="114598"/>
</p:tagLst>
</file>

<file path=ppt/tags/tag13.xml><?xml version="1.0" encoding="utf-8"?>
<p:tagLst xmlns:a="http://schemas.openxmlformats.org/drawingml/2006/main" xmlns:r="http://schemas.openxmlformats.org/officeDocument/2006/relationships" xmlns:p="http://schemas.openxmlformats.org/presentationml/2006/main">
  <p:tag name="AS_UNIQUEID" val="114598"/>
</p:tagLst>
</file>

<file path=ppt/tags/tag14.xml><?xml version="1.0" encoding="utf-8"?>
<p:tagLst xmlns:a="http://schemas.openxmlformats.org/drawingml/2006/main" xmlns:r="http://schemas.openxmlformats.org/officeDocument/2006/relationships" xmlns:p="http://schemas.openxmlformats.org/presentationml/2006/main">
  <p:tag name="AS_UNIQUEID" val="114598"/>
</p:tagLst>
</file>

<file path=ppt/tags/tag15.xml><?xml version="1.0" encoding="utf-8"?>
<p:tagLst xmlns:a="http://schemas.openxmlformats.org/drawingml/2006/main" xmlns:r="http://schemas.openxmlformats.org/officeDocument/2006/relationships" xmlns:p="http://schemas.openxmlformats.org/presentationml/2006/main">
  <p:tag name="AS_UNIQUEID" val="114598"/>
</p:tagLst>
</file>

<file path=ppt/tags/tag16.xml><?xml version="1.0" encoding="utf-8"?>
<p:tagLst xmlns:a="http://schemas.openxmlformats.org/drawingml/2006/main" xmlns:r="http://schemas.openxmlformats.org/officeDocument/2006/relationships" xmlns:p="http://schemas.openxmlformats.org/presentationml/2006/main">
  <p:tag name="AS_UNIQUEID" val="114598"/>
</p:tagLst>
</file>

<file path=ppt/tags/tag17.xml><?xml version="1.0" encoding="utf-8"?>
<p:tagLst xmlns:a="http://schemas.openxmlformats.org/drawingml/2006/main" xmlns:r="http://schemas.openxmlformats.org/officeDocument/2006/relationships" xmlns:p="http://schemas.openxmlformats.org/presentationml/2006/main">
  <p:tag name="AS_UNIQUEID" val="114598"/>
</p:tagLst>
</file>

<file path=ppt/tags/tag18.xml><?xml version="1.0" encoding="utf-8"?>
<p:tagLst xmlns:a="http://schemas.openxmlformats.org/drawingml/2006/main" xmlns:r="http://schemas.openxmlformats.org/officeDocument/2006/relationships" xmlns:p="http://schemas.openxmlformats.org/presentationml/2006/main">
  <p:tag name="AS_UNIQUEID" val="114598"/>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MOHU">
    <a:dk1>
      <a:srgbClr val="163E35"/>
    </a:dk1>
    <a:lt1>
      <a:srgbClr val="FFFFFF"/>
    </a:lt1>
    <a:dk2>
      <a:srgbClr val="008263"/>
    </a:dk2>
    <a:lt2>
      <a:srgbClr val="ACC9B8"/>
    </a:lt2>
    <a:accent1>
      <a:srgbClr val="00080B"/>
    </a:accent1>
    <a:accent2>
      <a:srgbClr val="D7A562"/>
    </a:accent2>
    <a:accent3>
      <a:srgbClr val="004545"/>
    </a:accent3>
    <a:accent4>
      <a:srgbClr val="038061"/>
    </a:accent4>
    <a:accent5>
      <a:srgbClr val="174766"/>
    </a:accent5>
    <a:accent6>
      <a:srgbClr val="87452B"/>
    </a:accent6>
    <a:hlink>
      <a:srgbClr val="D6DEE5"/>
    </a:hlink>
    <a:folHlink>
      <a:srgbClr val="F5EDE3"/>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MOHU">
    <a:dk1>
      <a:srgbClr val="163E35"/>
    </a:dk1>
    <a:lt1>
      <a:srgbClr val="FFFFFF"/>
    </a:lt1>
    <a:dk2>
      <a:srgbClr val="008263"/>
    </a:dk2>
    <a:lt2>
      <a:srgbClr val="ACC9B8"/>
    </a:lt2>
    <a:accent1>
      <a:srgbClr val="00080B"/>
    </a:accent1>
    <a:accent2>
      <a:srgbClr val="D7A562"/>
    </a:accent2>
    <a:accent3>
      <a:srgbClr val="004545"/>
    </a:accent3>
    <a:accent4>
      <a:srgbClr val="038061"/>
    </a:accent4>
    <a:accent5>
      <a:srgbClr val="174766"/>
    </a:accent5>
    <a:accent6>
      <a:srgbClr val="87452B"/>
    </a:accent6>
    <a:hlink>
      <a:srgbClr val="D6DEE5"/>
    </a:hlink>
    <a:folHlink>
      <a:srgbClr val="F5EDE3"/>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F5CE64B34CF6EC44A199F338B72EDEB5" ma:contentTypeVersion="13" ma:contentTypeDescription="Create a new document." ma:contentTypeScope="" ma:versionID="3f4b9e014ff65a4ea3c0e512a7f292a9">
  <xsd:schema xmlns:xsd="http://www.w3.org/2001/XMLSchema" xmlns:xs="http://www.w3.org/2001/XMLSchema" xmlns:p="http://schemas.microsoft.com/office/2006/metadata/properties" xmlns:ns2="eddcb049-de32-468e-a2a1-70a63145ae32" xmlns:ns3="2f6d02a0-59ef-494b-8458-690fa2dbc213" targetNamespace="http://schemas.microsoft.com/office/2006/metadata/properties" ma:root="true" ma:fieldsID="4438d69b347d6f7105c41aa14e58a461" ns2:_="" ns3:_="">
    <xsd:import namespace="eddcb049-de32-468e-a2a1-70a63145ae32"/>
    <xsd:import namespace="2f6d02a0-59ef-494b-8458-690fa2dbc21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GenerationTime" minOccurs="0"/>
                <xsd:element ref="ns2:MediaServiceEventHashCode" minOccurs="0"/>
                <xsd:element ref="ns2:MediaLengthInSeconds" minOccurs="0"/>
                <xsd:element ref="ns2:MediaServiceOCR" minOccurs="0"/>
                <xsd:element ref="ns2:_Flow_SignoffStatu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dcb049-de32-468e-a2a1-70a63145ae3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f15cc7d9-54bd-481d-a51c-d3ab4800245b" ma:termSetId="09814cd3-568e-fe90-9814-8d621ff8fb84" ma:anchorId="fba54fb3-c3e1-fe81-a776-ca4b69148c4d" ma:open="true" ma:isKeyword="false">
      <xsd:complexType>
        <xsd:sequence>
          <xsd:element ref="pc:Terms" minOccurs="0" maxOccurs="1"/>
        </xsd:sequence>
      </xsd:complex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OCR" ma:index="18" nillable="true" ma:displayName="Extracted Text" ma:internalName="MediaServiceOCR" ma:readOnly="true">
      <xsd:simpleType>
        <xsd:restriction base="dms:Note">
          <xsd:maxLength value="255"/>
        </xsd:restriction>
      </xsd:simpleType>
    </xsd:element>
    <xsd:element name="_Flow_SignoffStatus" ma:index="19" nillable="true" ma:displayName="Sign-off status" ma:internalName="_x0024_Resources_x003a_core_x002c_Signoff_Status">
      <xsd:simpleType>
        <xsd:restriction base="dms:Text"/>
      </xsd:simpleType>
    </xsd:element>
    <xsd:element name="MediaServiceLocation" ma:index="20"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f6d02a0-59ef-494b-8458-690fa2dbc213"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6f63078d-e739-44c7-952a-bfa7a1ce5c02}" ma:internalName="TaxCatchAll" ma:showField="CatchAllData" ma:web="2f6d02a0-59ef-494b-8458-690fa2dbc213">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eddcb049-de32-468e-a2a1-70a63145ae32">
      <Terms xmlns="http://schemas.microsoft.com/office/infopath/2007/PartnerControls"/>
    </lcf76f155ced4ddcb4097134ff3c332f>
    <_Flow_SignoffStatus xmlns="eddcb049-de32-468e-a2a1-70a63145ae32" xsi:nil="true"/>
    <TaxCatchAll xmlns="2f6d02a0-59ef-494b-8458-690fa2dbc213" xsi:nil="true"/>
  </documentManagement>
</p:properties>
</file>

<file path=customXml/itemProps1.xml><?xml version="1.0" encoding="utf-8"?>
<ds:datastoreItem xmlns:ds="http://schemas.openxmlformats.org/officeDocument/2006/customXml" ds:itemID="{E899081D-06B7-410B-AF0C-A4DBB8C9B47C}">
  <ds:schemaRefs>
    <ds:schemaRef ds:uri="http://schemas.microsoft.com/sharepoint/v3/contenttype/forms"/>
  </ds:schemaRefs>
</ds:datastoreItem>
</file>

<file path=customXml/itemProps2.xml><?xml version="1.0" encoding="utf-8"?>
<ds:datastoreItem xmlns:ds="http://schemas.openxmlformats.org/officeDocument/2006/customXml" ds:itemID="{E4614D0E-864B-431B-AF4E-0327C77DE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dcb049-de32-468e-a2a1-70a63145ae32"/>
    <ds:schemaRef ds:uri="2f6d02a0-59ef-494b-8458-690fa2dbc21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1D545B23-912C-4482-9429-8461417BA76D}">
  <ds:schemaRefs>
    <ds:schemaRef ds:uri="2f6d02a0-59ef-494b-8458-690fa2dbc213"/>
    <ds:schemaRef ds:uri="eddcb049-de32-468e-a2a1-70a63145ae32"/>
    <ds:schemaRef ds:uri="http://schemas.microsoft.com/office/2006/metadata/properties"/>
    <ds:schemaRef ds:uri="http://schemas.microsoft.com/office/infopath/2007/PartnerControls"/>
  </ds:schemaRefs>
</ds:datastoreItem>
</file>

<file path=docMetadata/LabelInfo.xml><?xml version="1.0" encoding="utf-8"?>
<clbl:labelList xmlns:clbl="http://schemas.microsoft.com/office/2020/mipLabelMetadata">
  <clbl:label id="{95653b52-df9b-47d2-8549-8de78ac04e21}" enabled="1" method="Standard" siteId="{deff24bb-2089-4400-8c8e-f71e680378b2}" removed="0"/>
</clbl:labelList>
</file>

<file path=docProps/app.xml><?xml version="1.0" encoding="utf-8"?>
<Properties xmlns="http://schemas.openxmlformats.org/officeDocument/2006/extended-properties" xmlns:vt="http://schemas.openxmlformats.org/officeDocument/2006/docPropsVTypes">
  <TotalTime>111</TotalTime>
  <Words>2143</Words>
  <Application>Microsoft Office PowerPoint</Application>
  <PresentationFormat>Custom</PresentationFormat>
  <Paragraphs>456</Paragraphs>
  <Slides>18</Slides>
  <Notes>18</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18</vt:i4>
      </vt:variant>
    </vt:vector>
  </HeadingPairs>
  <TitlesOfParts>
    <vt:vector size="24" baseType="lpstr">
      <vt:lpstr>Abar Mid</vt:lpstr>
      <vt:lpstr>Aptos</vt:lpstr>
      <vt:lpstr>Arial</vt:lpstr>
      <vt:lpstr>Century Gothic</vt:lpstr>
      <vt:lpstr>Sakkal Majalla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Jamjoom, Mamdouh</dc:creator>
  <cp:keywords/>
  <dc:description>generated using python-pptx</dc:description>
  <cp:lastModifiedBy>Baraa Fayez Bakhsh</cp:lastModifiedBy>
  <cp:revision>1</cp:revision>
  <dcterms:created xsi:type="dcterms:W3CDTF">2013-01-27T09:14:16Z</dcterms:created>
  <dcterms:modified xsi:type="dcterms:W3CDTF">2026-09-28T13:03:57Z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0x010100F5CE64B34CF6EC44A199F338B72EDEB5</vt:lpwstr>
  </property>
  <property fmtid="{D5CDD505-2E9C-101B-9397-08002B2CF9AE}" pid="3" name="MediaServiceImageTags">
    <vt:lpwstr/>
  </property>
</Properties>
</file>