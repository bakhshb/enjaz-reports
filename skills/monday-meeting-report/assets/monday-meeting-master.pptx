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3"/>
  </p:notesMasterIdLst>
  <p:sldIdLst>
    <p:sldId id="263" r:id="rId5"/>
    <p:sldId id="271" r:id="rId6"/>
    <p:sldId id="272" r:id="rId7"/>
    <p:sldId id="276" r:id="rId8"/>
    <p:sldId id="257" r:id="rId9"/>
    <p:sldId id="273" r:id="rId10"/>
    <p:sldId id="274" r:id="rId11"/>
    <p:sldId id="260" r:id="rId12"/>
    <p:sldId id="292" r:id="rId13"/>
    <p:sldId id="279" r:id="rId14"/>
    <p:sldId id="294" r:id="rId15"/>
    <p:sldId id="295" r:id="rId16"/>
    <p:sldId id="287" r:id="rId17"/>
    <p:sldId id="258" r:id="rId18"/>
    <p:sldId id="296" r:id="rId19"/>
    <p:sldId id="293" r:id="rId20"/>
    <p:sldId id="290" r:id="rId21"/>
    <p:sldId id="291" r:id="rId22"/>
  </p:sldIdLst>
  <p:sldSz cx="13439775" cy="7559675"/>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6037A69-F5D6-4533-91A0-55DB387C14A4}">
          <p14:sldIdLst>
            <p14:sldId id="263"/>
            <p14:sldId id="271"/>
            <p14:sldId id="272"/>
          </p14:sldIdLst>
        </p14:section>
        <p14:section name="استعراض المهام والمشاريع والدعم المطلوب" id="{790C0009-BA6E-482E-8B27-6DC45653DF9F}">
          <p14:sldIdLst>
            <p14:sldId id="276"/>
            <p14:sldId id="257"/>
          </p14:sldIdLst>
        </p14:section>
        <p14:section name="إحاطات" id="{CB294DBE-3799-4E29-B90C-A40D26ECD6BF}">
          <p14:sldIdLst>
            <p14:sldId id="273"/>
          </p14:sldIdLst>
        </p14:section>
        <p14:section name="ملخص الاجتماع" id="{F57DE959-2D85-4083-8299-680C7FF7A395}">
          <p14:sldIdLst>
            <p14:sldId id="274"/>
          </p14:sldIdLst>
        </p14:section>
        <p14:section name="الخاتمة" id="{8BC89A38-DFE2-498B-AB16-506928F414CD}">
          <p14:sldIdLst>
            <p14:sldId id="260"/>
            <p14:sldId id="292"/>
          </p14:sldIdLst>
        </p14:section>
        <p14:section name="تفاصيل المهام" id="{41E1E6EC-CC7C-475F-9DFF-0C58B1775ADB}">
          <p14:sldIdLst>
            <p14:sldId id="279"/>
            <p14:sldId id="294"/>
            <p14:sldId id="295"/>
          </p14:sldIdLst>
        </p14:section>
        <p14:section name="تفاصيل مشاريع سهيل" id="{96142558-D63F-4685-BE3B-4EC9ABBC5B18}">
          <p14:sldIdLst>
            <p14:sldId id="287"/>
            <p14:sldId id="258"/>
            <p14:sldId id="296"/>
            <p14:sldId id="293"/>
            <p14:sldId id="290"/>
            <p14:sldId id="291"/>
          </p14:sldIdLst>
        </p14:section>
      </p14:sectionLst>
    </p:ext>
    <p:ext uri="{EFAFB233-063F-42B5-8137-9DF3F51BA10A}">
      <p15:sldGuideLst xmlns:p15="http://schemas.microsoft.com/office/powerpoint/2012/main">
        <p15:guide id="1" orient="horz" pos="2160" userDrawn="1">
          <p15:clr>
            <a:srgbClr val="A4A3A4"/>
          </p15:clr>
        </p15:guide>
        <p15:guide id="2" pos="36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DCDB"/>
    <a:srgbClr val="F2F2F2"/>
    <a:srgbClr val="DCE6F2"/>
    <a:srgbClr val="EBF1DE"/>
    <a:srgbClr val="000000"/>
    <a:srgbClr val="DCB077"/>
    <a:srgbClr val="2C577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914CBA-F84C-43AB-AF3C-C922D1C32B8E}" v="93" dt="2026-09-28T10:38:32.389"/>
    <p1510:client id="{E5104B97-1974-415B-9BCB-341C0AB14CB9}" v="93" dt="2026-09-28T12:15:26.6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5" d="100"/>
          <a:sy n="95" d="100"/>
        </p:scale>
        <p:origin x="780" y="66"/>
      </p:cViewPr>
      <p:guideLst>
        <p:guide orient="horz" pos="2160"/>
        <p:guide pos="36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sem Osama Gazzaz" userId="16fecdcb-1937-454f-aaff-75f029355375" providerId="ADAL" clId="{01AF0615-9A4D-40D1-9E55-EDC49078952C}"/>
    <pc:docChg chg="custSel modSld">
      <pc:chgData name="Basem Osama Gazzaz" userId="16fecdcb-1937-454f-aaff-75f029355375" providerId="ADAL" clId="{01AF0615-9A4D-40D1-9E55-EDC49078952C}" dt="2026-09-13T14:14:25.593" v="144" actId="20577"/>
      <pc:docMkLst>
        <pc:docMk/>
      </pc:docMkLst>
      <pc:sldChg chg="modSp mod">
        <pc:chgData name="Basem Osama Gazzaz" userId="16fecdcb-1937-454f-aaff-75f029355375" providerId="ADAL" clId="{01AF0615-9A4D-40D1-9E55-EDC49078952C}" dt="2026-09-13T11:42:06.245" v="27" actId="313"/>
        <pc:sldMkLst>
          <pc:docMk/>
          <pc:sldMk cId="846082208" sldId="263"/>
        </pc:sldMkLst>
        <pc:spChg chg="mod">
          <ac:chgData name="Basem Osama Gazzaz" userId="16fecdcb-1937-454f-aaff-75f029355375" providerId="ADAL" clId="{01AF0615-9A4D-40D1-9E55-EDC49078952C}" dt="2026-09-13T11:41:43.607" v="17" actId="20577"/>
          <ac:spMkLst>
            <pc:docMk/>
            <pc:sldMk cId="846082208" sldId="263"/>
            <ac:spMk id="3" creationId="{2966FC70-2697-64BD-0D6D-17D74CFB965F}"/>
          </ac:spMkLst>
        </pc:spChg>
        <pc:spChg chg="mod">
          <ac:chgData name="Basem Osama Gazzaz" userId="16fecdcb-1937-454f-aaff-75f029355375" providerId="ADAL" clId="{01AF0615-9A4D-40D1-9E55-EDC49078952C}" dt="2026-09-13T11:42:06.245" v="27" actId="313"/>
          <ac:spMkLst>
            <pc:docMk/>
            <pc:sldMk cId="846082208" sldId="263"/>
            <ac:spMk id="4" creationId="{EE87937D-2EC9-3E45-FB97-E5087D1BA186}"/>
          </ac:spMkLst>
        </pc:spChg>
      </pc:sldChg>
      <pc:sldChg chg="modSp mod">
        <pc:chgData name="Basem Osama Gazzaz" userId="16fecdcb-1937-454f-aaff-75f029355375" providerId="ADAL" clId="{01AF0615-9A4D-40D1-9E55-EDC49078952C}" dt="2026-09-13T14:14:25.593" v="144" actId="20577"/>
        <pc:sldMkLst>
          <pc:docMk/>
          <pc:sldMk cId="1748086610" sldId="271"/>
        </pc:sldMkLst>
        <pc:graphicFrameChg chg="modGraphic">
          <ac:chgData name="Basem Osama Gazzaz" userId="16fecdcb-1937-454f-aaff-75f029355375" providerId="ADAL" clId="{01AF0615-9A4D-40D1-9E55-EDC49078952C}" dt="2026-09-13T14:14:25.593" v="144" actId="20577"/>
          <ac:graphicFrameMkLst>
            <pc:docMk/>
            <pc:sldMk cId="1748086610" sldId="271"/>
            <ac:graphicFrameMk id="7" creationId="{03BCF0DC-5D7E-D09C-8B63-AD356527C1C9}"/>
          </ac:graphicFrameMkLst>
        </pc:graphicFrameChg>
      </pc:sldChg>
    </pc:docChg>
  </pc:docChgLst>
  <pc:docChgLst>
    <pc:chgData name="Mamdouh Jamjoom" userId="4f83adfd-8daa-4f62-9189-dd97c2009acc" providerId="ADAL" clId="{C50D1312-49B6-4843-BF8F-FF2439C740DC}"/>
    <pc:docChg chg="undo custSel addSld delSld modSld sldOrd modSection">
      <pc:chgData name="Mamdouh Jamjoom" userId="4f83adfd-8daa-4f62-9189-dd97c2009acc" providerId="ADAL" clId="{C50D1312-49B6-4843-BF8F-FF2439C740DC}" dt="2026-09-28T12:15:26.630" v="619" actId="572"/>
      <pc:docMkLst>
        <pc:docMk/>
      </pc:docMkLst>
      <pc:sldChg chg="addSp delSp modSp mod">
        <pc:chgData name="Mamdouh Jamjoom" userId="4f83adfd-8daa-4f62-9189-dd97c2009acc" providerId="ADAL" clId="{C50D1312-49B6-4843-BF8F-FF2439C740DC}" dt="2026-09-28T12:15:00.311" v="610" actId="572"/>
        <pc:sldMkLst>
          <pc:docMk/>
          <pc:sldMk cId="0" sldId="257"/>
        </pc:sldMkLst>
        <pc:spChg chg="mod">
          <ac:chgData name="Mamdouh Jamjoom" userId="4f83adfd-8daa-4f62-9189-dd97c2009acc" providerId="ADAL" clId="{C50D1312-49B6-4843-BF8F-FF2439C740DC}" dt="2026-09-20T12:05:59.609" v="146" actId="255"/>
          <ac:spMkLst>
            <pc:docMk/>
            <pc:sldMk cId="0" sldId="257"/>
            <ac:spMk id="16" creationId="{7E9B4622-A36B-F7BE-1C0C-02DB7F3DB3E9}"/>
          </ac:spMkLst>
        </pc:spChg>
        <pc:spChg chg="mod">
          <ac:chgData name="Mamdouh Jamjoom" userId="4f83adfd-8daa-4f62-9189-dd97c2009acc" providerId="ADAL" clId="{C50D1312-49B6-4843-BF8F-FF2439C740DC}" dt="2026-09-20T12:05:59.609" v="146" actId="255"/>
          <ac:spMkLst>
            <pc:docMk/>
            <pc:sldMk cId="0" sldId="257"/>
            <ac:spMk id="17" creationId="{183ABFA4-9FD9-4674-4F06-18013E630531}"/>
          </ac:spMkLst>
        </pc:spChg>
        <pc:spChg chg="mod">
          <ac:chgData name="Mamdouh Jamjoom" userId="4f83adfd-8daa-4f62-9189-dd97c2009acc" providerId="ADAL" clId="{C50D1312-49B6-4843-BF8F-FF2439C740DC}" dt="2026-09-20T12:06:05.569" v="149" actId="255"/>
          <ac:spMkLst>
            <pc:docMk/>
            <pc:sldMk cId="0" sldId="257"/>
            <ac:spMk id="18" creationId="{4F3CCE75-1975-5AD9-B4C2-968F0999F69F}"/>
          </ac:spMkLst>
        </pc:spChg>
        <pc:spChg chg="mod">
          <ac:chgData name="Mamdouh Jamjoom" userId="4f83adfd-8daa-4f62-9189-dd97c2009acc" providerId="ADAL" clId="{C50D1312-49B6-4843-BF8F-FF2439C740DC}" dt="2026-09-20T12:06:05.569" v="149" actId="255"/>
          <ac:spMkLst>
            <pc:docMk/>
            <pc:sldMk cId="0" sldId="257"/>
            <ac:spMk id="19" creationId="{D6D164FD-BBE6-C25A-E446-CCE1C3126B61}"/>
          </ac:spMkLst>
        </pc:spChg>
        <pc:spChg chg="mod">
          <ac:chgData name="Mamdouh Jamjoom" userId="4f83adfd-8daa-4f62-9189-dd97c2009acc" providerId="ADAL" clId="{C50D1312-49B6-4843-BF8F-FF2439C740DC}" dt="2026-09-20T12:05:59.609" v="146" actId="255"/>
          <ac:spMkLst>
            <pc:docMk/>
            <pc:sldMk cId="0" sldId="257"/>
            <ac:spMk id="20" creationId="{DBE8DE5E-2B01-B9ED-4358-98F661013026}"/>
          </ac:spMkLst>
        </pc:spChg>
        <pc:spChg chg="mod">
          <ac:chgData name="Mamdouh Jamjoom" userId="4f83adfd-8daa-4f62-9189-dd97c2009acc" providerId="ADAL" clId="{C50D1312-49B6-4843-BF8F-FF2439C740DC}" dt="2026-09-20T12:06:05.569" v="149" actId="255"/>
          <ac:spMkLst>
            <pc:docMk/>
            <pc:sldMk cId="0" sldId="257"/>
            <ac:spMk id="21" creationId="{6C213196-8A04-2FAD-FBDD-8A229F8D1EE9}"/>
          </ac:spMkLst>
        </pc:spChg>
        <pc:spChg chg="mod">
          <ac:chgData name="Mamdouh Jamjoom" userId="4f83adfd-8daa-4f62-9189-dd97c2009acc" providerId="ADAL" clId="{C50D1312-49B6-4843-BF8F-FF2439C740DC}" dt="2026-09-20T12:06:05.569" v="149" actId="255"/>
          <ac:spMkLst>
            <pc:docMk/>
            <pc:sldMk cId="0" sldId="257"/>
            <ac:spMk id="22" creationId="{8D681E39-ADD8-C594-716B-73D2C9C8F370}"/>
          </ac:spMkLst>
        </pc:spChg>
        <pc:spChg chg="mod">
          <ac:chgData name="Mamdouh Jamjoom" userId="4f83adfd-8daa-4f62-9189-dd97c2009acc" providerId="ADAL" clId="{C50D1312-49B6-4843-BF8F-FF2439C740DC}" dt="2026-09-20T12:06:05.569" v="149" actId="255"/>
          <ac:spMkLst>
            <pc:docMk/>
            <pc:sldMk cId="0" sldId="257"/>
            <ac:spMk id="23" creationId="{A2C514DC-97F6-3889-8180-0BE9B2B9C750}"/>
          </ac:spMkLst>
        </pc:spChg>
        <pc:spChg chg="mod">
          <ac:chgData name="Mamdouh Jamjoom" userId="4f83adfd-8daa-4f62-9189-dd97c2009acc" providerId="ADAL" clId="{C50D1312-49B6-4843-BF8F-FF2439C740DC}" dt="2026-09-20T12:06:05.569" v="149" actId="255"/>
          <ac:spMkLst>
            <pc:docMk/>
            <pc:sldMk cId="0" sldId="257"/>
            <ac:spMk id="24" creationId="{F7A44687-1040-2384-2F7D-A4CEAA69D440}"/>
          </ac:spMkLst>
        </pc:spChg>
        <pc:spChg chg="mod">
          <ac:chgData name="Mamdouh Jamjoom" userId="4f83adfd-8daa-4f62-9189-dd97c2009acc" providerId="ADAL" clId="{C50D1312-49B6-4843-BF8F-FF2439C740DC}" dt="2026-09-20T12:06:05.569" v="149" actId="255"/>
          <ac:spMkLst>
            <pc:docMk/>
            <pc:sldMk cId="0" sldId="257"/>
            <ac:spMk id="25" creationId="{655EFD64-72CE-5B02-038F-E3EF346E6808}"/>
          </ac:spMkLst>
        </pc:spChg>
        <pc:spChg chg="mod">
          <ac:chgData name="Mamdouh Jamjoom" userId="4f83adfd-8daa-4f62-9189-dd97c2009acc" providerId="ADAL" clId="{C50D1312-49B6-4843-BF8F-FF2439C740DC}" dt="2026-09-20T12:06:05.569" v="149" actId="255"/>
          <ac:spMkLst>
            <pc:docMk/>
            <pc:sldMk cId="0" sldId="257"/>
            <ac:spMk id="26" creationId="{16030ABC-E859-EE4D-3833-1FAD0FD6C489}"/>
          </ac:spMkLst>
        </pc:spChg>
        <pc:spChg chg="mod">
          <ac:chgData name="Mamdouh Jamjoom" userId="4f83adfd-8daa-4f62-9189-dd97c2009acc" providerId="ADAL" clId="{C50D1312-49B6-4843-BF8F-FF2439C740DC}" dt="2026-09-20T12:05:59.609" v="146" actId="255"/>
          <ac:spMkLst>
            <pc:docMk/>
            <pc:sldMk cId="0" sldId="257"/>
            <ac:spMk id="27" creationId="{50813D75-5E58-FFC7-F847-86C86BFF7ED5}"/>
          </ac:spMkLst>
        </pc:spChg>
        <pc:spChg chg="mod">
          <ac:chgData name="Mamdouh Jamjoom" userId="4f83adfd-8daa-4f62-9189-dd97c2009acc" providerId="ADAL" clId="{C50D1312-49B6-4843-BF8F-FF2439C740DC}" dt="2026-09-20T12:06:05.569" v="149" actId="255"/>
          <ac:spMkLst>
            <pc:docMk/>
            <pc:sldMk cId="0" sldId="257"/>
            <ac:spMk id="28" creationId="{F4E04539-090F-D1A9-DD9C-824C2F987424}"/>
          </ac:spMkLst>
        </pc:spChg>
        <pc:spChg chg="mod">
          <ac:chgData name="Mamdouh Jamjoom" userId="4f83adfd-8daa-4f62-9189-dd97c2009acc" providerId="ADAL" clId="{C50D1312-49B6-4843-BF8F-FF2439C740DC}" dt="2026-09-20T12:05:59.609" v="146" actId="255"/>
          <ac:spMkLst>
            <pc:docMk/>
            <pc:sldMk cId="0" sldId="257"/>
            <ac:spMk id="39" creationId="{F3D2FD89-22B2-877B-7941-EFBE9C0AA63D}"/>
          </ac:spMkLst>
        </pc:spChg>
        <pc:grpChg chg="mod">
          <ac:chgData name="Mamdouh Jamjoom" userId="4f83adfd-8daa-4f62-9189-dd97c2009acc" providerId="ADAL" clId="{C50D1312-49B6-4843-BF8F-FF2439C740DC}" dt="2026-09-20T12:06:05.569" v="149" actId="255"/>
          <ac:grpSpMkLst>
            <pc:docMk/>
            <pc:sldMk cId="0" sldId="257"/>
            <ac:grpSpMk id="40" creationId="{B2DD188B-DEB6-929C-652C-5BBE7E4695ED}"/>
          </ac:grpSpMkLst>
        </pc:grpChg>
        <pc:graphicFrameChg chg="add del mod">
          <ac:chgData name="Mamdouh Jamjoom" userId="4f83adfd-8daa-4f62-9189-dd97c2009acc" providerId="ADAL" clId="{C50D1312-49B6-4843-BF8F-FF2439C740DC}" dt="2026-09-28T11:48:47.317" v="492" actId="478"/>
          <ac:graphicFrameMkLst>
            <pc:docMk/>
            <pc:sldMk cId="0" sldId="257"/>
            <ac:graphicFrameMk id="4" creationId="{7EC14126-76CB-4997-8919-72E071164D45}"/>
          </ac:graphicFrameMkLst>
        </pc:graphicFrameChg>
        <pc:graphicFrameChg chg="add del mod">
          <ac:chgData name="Mamdouh Jamjoom" userId="4f83adfd-8daa-4f62-9189-dd97c2009acc" providerId="ADAL" clId="{C50D1312-49B6-4843-BF8F-FF2439C740DC}" dt="2026-09-28T11:48:47.317" v="492" actId="478"/>
          <ac:graphicFrameMkLst>
            <pc:docMk/>
            <pc:sldMk cId="0" sldId="257"/>
            <ac:graphicFrameMk id="6" creationId="{00C0C158-8295-A30F-3B47-BA067EDFF424}"/>
          </ac:graphicFrameMkLst>
        </pc:graphicFrameChg>
        <pc:graphicFrameChg chg="add del mod">
          <ac:chgData name="Mamdouh Jamjoom" userId="4f83adfd-8daa-4f62-9189-dd97c2009acc" providerId="ADAL" clId="{C50D1312-49B6-4843-BF8F-FF2439C740DC}" dt="2026-09-28T11:48:47.317" v="492" actId="478"/>
          <ac:graphicFrameMkLst>
            <pc:docMk/>
            <pc:sldMk cId="0" sldId="257"/>
            <ac:graphicFrameMk id="8" creationId="{4B895478-D38D-37FB-65F5-2084FDC9FFFB}"/>
          </ac:graphicFrameMkLst>
        </pc:graphicFrameChg>
        <pc:graphicFrameChg chg="add mod modGraphic">
          <ac:chgData name="Mamdouh Jamjoom" userId="4f83adfd-8daa-4f62-9189-dd97c2009acc" providerId="ADAL" clId="{C50D1312-49B6-4843-BF8F-FF2439C740DC}" dt="2026-09-28T12:14:43.888" v="601" actId="572"/>
          <ac:graphicFrameMkLst>
            <pc:docMk/>
            <pc:sldMk cId="0" sldId="257"/>
            <ac:graphicFrameMk id="9" creationId="{D96A1065-2CDC-FD7E-B595-7AD90E566C9F}"/>
          </ac:graphicFrameMkLst>
        </pc:graphicFrameChg>
        <pc:graphicFrameChg chg="add mod modGraphic">
          <ac:chgData name="Mamdouh Jamjoom" userId="4f83adfd-8daa-4f62-9189-dd97c2009acc" providerId="ADAL" clId="{C50D1312-49B6-4843-BF8F-FF2439C740DC}" dt="2026-09-28T12:14:55.246" v="607" actId="572"/>
          <ac:graphicFrameMkLst>
            <pc:docMk/>
            <pc:sldMk cId="0" sldId="257"/>
            <ac:graphicFrameMk id="10" creationId="{92064D1D-742E-1670-6F61-3AC442787108}"/>
          </ac:graphicFrameMkLst>
        </pc:graphicFrameChg>
        <pc:graphicFrameChg chg="add mod">
          <ac:chgData name="Mamdouh Jamjoom" userId="4f83adfd-8daa-4f62-9189-dd97c2009acc" providerId="ADAL" clId="{C50D1312-49B6-4843-BF8F-FF2439C740DC}" dt="2026-09-28T12:15:00.311" v="610" actId="572"/>
          <ac:graphicFrameMkLst>
            <pc:docMk/>
            <pc:sldMk cId="0" sldId="257"/>
            <ac:graphicFrameMk id="11" creationId="{0C22B720-45C1-4E89-BEEC-C9D3F200C0A8}"/>
          </ac:graphicFrameMkLst>
        </pc:graphicFrameChg>
        <pc:graphicFrameChg chg="mod modGraphic">
          <ac:chgData name="Mamdouh Jamjoom" userId="4f83adfd-8daa-4f62-9189-dd97c2009acc" providerId="ADAL" clId="{C50D1312-49B6-4843-BF8F-FF2439C740DC}" dt="2026-09-28T12:14:50.615" v="604" actId="572"/>
          <ac:graphicFrameMkLst>
            <pc:docMk/>
            <pc:sldMk cId="0" sldId="257"/>
            <ac:graphicFrameMk id="48" creationId="{EAD8973F-3875-A3F6-A96E-C90EBA4158F6}"/>
          </ac:graphicFrameMkLst>
        </pc:graphicFrameChg>
      </pc:sldChg>
      <pc:sldChg chg="addSp delSp modSp mod modShow">
        <pc:chgData name="Mamdouh Jamjoom" userId="4f83adfd-8daa-4f62-9189-dd97c2009acc" providerId="ADAL" clId="{C50D1312-49B6-4843-BF8F-FF2439C740DC}" dt="2026-09-28T12:15:26.630" v="619" actId="572"/>
        <pc:sldMkLst>
          <pc:docMk/>
          <pc:sldMk cId="0" sldId="258"/>
        </pc:sldMkLst>
        <pc:spChg chg="add del">
          <ac:chgData name="Mamdouh Jamjoom" userId="4f83adfd-8daa-4f62-9189-dd97c2009acc" providerId="ADAL" clId="{C50D1312-49B6-4843-BF8F-FF2439C740DC}" dt="2026-09-28T12:13:23.716" v="575" actId="478"/>
          <ac:spMkLst>
            <pc:docMk/>
            <pc:sldMk cId="0" sldId="258"/>
            <ac:spMk id="28" creationId="{D7290342-3275-6F66-D933-879D297EA008}"/>
          </ac:spMkLst>
        </pc:spChg>
        <pc:graphicFrameChg chg="add mod modGraphic">
          <ac:chgData name="Mamdouh Jamjoom" userId="4f83adfd-8daa-4f62-9189-dd97c2009acc" providerId="ADAL" clId="{C50D1312-49B6-4843-BF8F-FF2439C740DC}" dt="2026-09-28T12:15:26.630" v="619" actId="572"/>
          <ac:graphicFrameMkLst>
            <pc:docMk/>
            <pc:sldMk cId="0" sldId="258"/>
            <ac:graphicFrameMk id="23" creationId="{142E4F55-4C37-00E5-E996-BB74374C5317}"/>
          </ac:graphicFrameMkLst>
        </pc:graphicFrameChg>
        <pc:graphicFrameChg chg="add mod modGraphic">
          <ac:chgData name="Mamdouh Jamjoom" userId="4f83adfd-8daa-4f62-9189-dd97c2009acc" providerId="ADAL" clId="{C50D1312-49B6-4843-BF8F-FF2439C740DC}" dt="2026-09-28T12:15:19.243" v="616" actId="572"/>
          <ac:graphicFrameMkLst>
            <pc:docMk/>
            <pc:sldMk cId="0" sldId="258"/>
            <ac:graphicFrameMk id="25" creationId="{5B818A72-84E1-60F5-7930-258061412BF5}"/>
          </ac:graphicFrameMkLst>
        </pc:graphicFrameChg>
        <pc:graphicFrameChg chg="mod modGraphic">
          <ac:chgData name="Mamdouh Jamjoom" userId="4f83adfd-8daa-4f62-9189-dd97c2009acc" providerId="ADAL" clId="{C50D1312-49B6-4843-BF8F-FF2439C740DC}" dt="2026-09-28T12:15:16.142" v="613" actId="572"/>
          <ac:graphicFrameMkLst>
            <pc:docMk/>
            <pc:sldMk cId="0" sldId="258"/>
            <ac:graphicFrameMk id="44" creationId="{588A520A-F53B-B1B0-9BB7-03F70263EBFD}"/>
          </ac:graphicFrameMkLst>
        </pc:graphicFrameChg>
      </pc:sldChg>
      <pc:sldChg chg="modSp del mod">
        <pc:chgData name="Mamdouh Jamjoom" userId="4f83adfd-8daa-4f62-9189-dd97c2009acc" providerId="ADAL" clId="{C50D1312-49B6-4843-BF8F-FF2439C740DC}" dt="2026-09-28T10:30:27.928" v="303" actId="47"/>
        <pc:sldMkLst>
          <pc:docMk/>
          <pc:sldMk cId="2696406087" sldId="283"/>
        </pc:sldMkLst>
        <pc:graphicFrameChg chg="mod modGraphic">
          <ac:chgData name="Mamdouh Jamjoom" userId="4f83adfd-8daa-4f62-9189-dd97c2009acc" providerId="ADAL" clId="{C50D1312-49B6-4843-BF8F-FF2439C740DC}" dt="2026-09-28T10:24:38.287" v="245" actId="572"/>
          <ac:graphicFrameMkLst>
            <pc:docMk/>
            <pc:sldMk cId="2696406087" sldId="283"/>
            <ac:graphicFrameMk id="3" creationId="{97F1BD4B-43FC-153B-FF2A-F2856C634826}"/>
          </ac:graphicFrameMkLst>
        </pc:graphicFrameChg>
        <pc:graphicFrameChg chg="mod modGraphic">
          <ac:chgData name="Mamdouh Jamjoom" userId="4f83adfd-8daa-4f62-9189-dd97c2009acc" providerId="ADAL" clId="{C50D1312-49B6-4843-BF8F-FF2439C740DC}" dt="2026-09-28T10:24:45.740" v="249"/>
          <ac:graphicFrameMkLst>
            <pc:docMk/>
            <pc:sldMk cId="2696406087" sldId="283"/>
            <ac:graphicFrameMk id="4" creationId="{6CA5A6A6-43CD-4178-3308-87DBF5D6BF2E}"/>
          </ac:graphicFrameMkLst>
        </pc:graphicFrameChg>
        <pc:graphicFrameChg chg="mod modGraphic">
          <ac:chgData name="Mamdouh Jamjoom" userId="4f83adfd-8daa-4f62-9189-dd97c2009acc" providerId="ADAL" clId="{C50D1312-49B6-4843-BF8F-FF2439C740DC}" dt="2026-09-28T10:24:42.606" v="248" actId="572"/>
          <ac:graphicFrameMkLst>
            <pc:docMk/>
            <pc:sldMk cId="2696406087" sldId="283"/>
            <ac:graphicFrameMk id="18" creationId="{DDB61EEA-162A-5F01-6481-0639FF0B1166}"/>
          </ac:graphicFrameMkLst>
        </pc:graphicFrameChg>
      </pc:sldChg>
      <pc:sldChg chg="mod modShow">
        <pc:chgData name="Mamdouh Jamjoom" userId="4f83adfd-8daa-4f62-9189-dd97c2009acc" providerId="ADAL" clId="{C50D1312-49B6-4843-BF8F-FF2439C740DC}" dt="2026-09-28T10:21:30.118" v="207" actId="34476"/>
        <pc:sldMkLst>
          <pc:docMk/>
          <pc:sldMk cId="857615756" sldId="287"/>
        </pc:sldMkLst>
      </pc:sldChg>
      <pc:sldChg chg="addSp delSp modSp del mod modShow">
        <pc:chgData name="Mamdouh Jamjoom" userId="4f83adfd-8daa-4f62-9189-dd97c2009acc" providerId="ADAL" clId="{C50D1312-49B6-4843-BF8F-FF2439C740DC}" dt="2026-09-28T10:38:55.804" v="414" actId="47"/>
        <pc:sldMkLst>
          <pc:docMk/>
          <pc:sldMk cId="4027802772" sldId="288"/>
        </pc:sldMkLst>
        <pc:graphicFrameChg chg="add del">
          <ac:chgData name="Mamdouh Jamjoom" userId="4f83adfd-8daa-4f62-9189-dd97c2009acc" providerId="ADAL" clId="{C50D1312-49B6-4843-BF8F-FF2439C740DC}" dt="2026-09-28T10:18:50.674" v="186" actId="478"/>
          <ac:graphicFrameMkLst>
            <pc:docMk/>
            <pc:sldMk cId="4027802772" sldId="288"/>
            <ac:graphicFrameMk id="3" creationId="{BD08D713-5934-DD6C-B1EC-F2984D3DF7DE}"/>
          </ac:graphicFrameMkLst>
        </pc:graphicFrameChg>
        <pc:graphicFrameChg chg="add del mod modGraphic">
          <ac:chgData name="Mamdouh Jamjoom" userId="4f83adfd-8daa-4f62-9189-dd97c2009acc" providerId="ADAL" clId="{C50D1312-49B6-4843-BF8F-FF2439C740DC}" dt="2026-09-28T10:36:17.313" v="374" actId="478"/>
          <ac:graphicFrameMkLst>
            <pc:docMk/>
            <pc:sldMk cId="4027802772" sldId="288"/>
            <ac:graphicFrameMk id="4" creationId="{8A5EE00A-0BDC-475E-9528-62DC78887B7A}"/>
          </ac:graphicFrameMkLst>
        </pc:graphicFrameChg>
        <pc:graphicFrameChg chg="add del">
          <ac:chgData name="Mamdouh Jamjoom" userId="4f83adfd-8daa-4f62-9189-dd97c2009acc" providerId="ADAL" clId="{C50D1312-49B6-4843-BF8F-FF2439C740DC}" dt="2026-09-28T10:31:14.853" v="307" actId="478"/>
          <ac:graphicFrameMkLst>
            <pc:docMk/>
            <pc:sldMk cId="4027802772" sldId="288"/>
            <ac:graphicFrameMk id="6" creationId="{3DA77D03-9F72-F8D2-355B-BA270C439BD8}"/>
          </ac:graphicFrameMkLst>
        </pc:graphicFrameChg>
        <pc:graphicFrameChg chg="add del">
          <ac:chgData name="Mamdouh Jamjoom" userId="4f83adfd-8daa-4f62-9189-dd97c2009acc" providerId="ADAL" clId="{C50D1312-49B6-4843-BF8F-FF2439C740DC}" dt="2026-09-28T10:33:26.450" v="338" actId="478"/>
          <ac:graphicFrameMkLst>
            <pc:docMk/>
            <pc:sldMk cId="4027802772" sldId="288"/>
            <ac:graphicFrameMk id="10" creationId="{CECBB97B-6653-ABEE-E51F-2B34B2D98761}"/>
          </ac:graphicFrameMkLst>
        </pc:graphicFrameChg>
        <pc:graphicFrameChg chg="add del">
          <ac:chgData name="Mamdouh Jamjoom" userId="4f83adfd-8daa-4f62-9189-dd97c2009acc" providerId="ADAL" clId="{C50D1312-49B6-4843-BF8F-FF2439C740DC}" dt="2026-09-28T10:35:56.942" v="371" actId="478"/>
          <ac:graphicFrameMkLst>
            <pc:docMk/>
            <pc:sldMk cId="4027802772" sldId="288"/>
            <ac:graphicFrameMk id="13" creationId="{B4060DFC-4966-C61A-066A-073F62824467}"/>
          </ac:graphicFrameMkLst>
        </pc:graphicFrameChg>
        <pc:graphicFrameChg chg="add">
          <ac:chgData name="Mamdouh Jamjoom" userId="4f83adfd-8daa-4f62-9189-dd97c2009acc" providerId="ADAL" clId="{C50D1312-49B6-4843-BF8F-FF2439C740DC}" dt="2026-09-28T10:36:17.870" v="375" actId="22"/>
          <ac:graphicFrameMkLst>
            <pc:docMk/>
            <pc:sldMk cId="4027802772" sldId="288"/>
            <ac:graphicFrameMk id="15" creationId="{A6585C1B-A128-5692-D396-1649D9BB2886}"/>
          </ac:graphicFrameMkLst>
        </pc:graphicFrameChg>
      </pc:sldChg>
      <pc:sldChg chg="addSp delSp modSp mod modShow">
        <pc:chgData name="Mamdouh Jamjoom" userId="4f83adfd-8daa-4f62-9189-dd97c2009acc" providerId="ADAL" clId="{C50D1312-49B6-4843-BF8F-FF2439C740DC}" dt="2026-09-28T10:37:21.606" v="391" actId="22"/>
        <pc:sldMkLst>
          <pc:docMk/>
          <pc:sldMk cId="2344831510" sldId="290"/>
        </pc:sldMkLst>
        <pc:graphicFrameChg chg="mod modGraphic">
          <ac:chgData name="Mamdouh Jamjoom" userId="4f83adfd-8daa-4f62-9189-dd97c2009acc" providerId="ADAL" clId="{C50D1312-49B6-4843-BF8F-FF2439C740DC}" dt="2026-09-28T10:36:34.720" v="380" actId="14100"/>
          <ac:graphicFrameMkLst>
            <pc:docMk/>
            <pc:sldMk cId="2344831510" sldId="290"/>
            <ac:graphicFrameMk id="3" creationId="{DC8EC721-451E-4D5B-7A6E-7825D472F3DE}"/>
          </ac:graphicFrameMkLst>
        </pc:graphicFrameChg>
        <pc:graphicFrameChg chg="add del">
          <ac:chgData name="Mamdouh Jamjoom" userId="4f83adfd-8daa-4f62-9189-dd97c2009acc" providerId="ADAL" clId="{C50D1312-49B6-4843-BF8F-FF2439C740DC}" dt="2026-09-28T10:22:21.777" v="220" actId="478"/>
          <ac:graphicFrameMkLst>
            <pc:docMk/>
            <pc:sldMk cId="2344831510" sldId="290"/>
            <ac:graphicFrameMk id="4" creationId="{CDDF517E-FDA3-A167-B302-70A69E8E521F}"/>
          </ac:graphicFrameMkLst>
        </pc:graphicFrameChg>
        <pc:graphicFrameChg chg="del mod modGraphic">
          <ac:chgData name="Mamdouh Jamjoom" userId="4f83adfd-8daa-4f62-9189-dd97c2009acc" providerId="ADAL" clId="{C50D1312-49B6-4843-BF8F-FF2439C740DC}" dt="2026-09-28T10:37:21.043" v="390" actId="478"/>
          <ac:graphicFrameMkLst>
            <pc:docMk/>
            <pc:sldMk cId="2344831510" sldId="290"/>
            <ac:graphicFrameMk id="6" creationId="{44BFA0C4-86E5-6033-F7A7-99818A8FF86F}"/>
          </ac:graphicFrameMkLst>
        </pc:graphicFrameChg>
        <pc:graphicFrameChg chg="add del">
          <ac:chgData name="Mamdouh Jamjoom" userId="4f83adfd-8daa-4f62-9189-dd97c2009acc" providerId="ADAL" clId="{C50D1312-49B6-4843-BF8F-FF2439C740DC}" dt="2026-09-28T10:32:23.626" v="325" actId="478"/>
          <ac:graphicFrameMkLst>
            <pc:docMk/>
            <pc:sldMk cId="2344831510" sldId="290"/>
            <ac:graphicFrameMk id="8" creationId="{ED4FFC21-5F1D-3A8C-45A6-3CC45C235DF8}"/>
          </ac:graphicFrameMkLst>
        </pc:graphicFrameChg>
        <pc:graphicFrameChg chg="add del modGraphic">
          <ac:chgData name="Mamdouh Jamjoom" userId="4f83adfd-8daa-4f62-9189-dd97c2009acc" providerId="ADAL" clId="{C50D1312-49B6-4843-BF8F-FF2439C740DC}" dt="2026-09-28T10:36:36.351" v="381" actId="478"/>
          <ac:graphicFrameMkLst>
            <pc:docMk/>
            <pc:sldMk cId="2344831510" sldId="290"/>
            <ac:graphicFrameMk id="12" creationId="{8CCB680C-2EED-FD54-E20D-4CF4AA50D505}"/>
          </ac:graphicFrameMkLst>
        </pc:graphicFrameChg>
        <pc:graphicFrameChg chg="add">
          <ac:chgData name="Mamdouh Jamjoom" userId="4f83adfd-8daa-4f62-9189-dd97c2009acc" providerId="ADAL" clId="{C50D1312-49B6-4843-BF8F-FF2439C740DC}" dt="2026-09-28T10:37:21.606" v="391" actId="22"/>
          <ac:graphicFrameMkLst>
            <pc:docMk/>
            <pc:sldMk cId="2344831510" sldId="290"/>
            <ac:graphicFrameMk id="14" creationId="{AB28733B-7EA0-D370-A56A-D6FF23BA9719}"/>
          </ac:graphicFrameMkLst>
        </pc:graphicFrameChg>
      </pc:sldChg>
      <pc:sldChg chg="addSp delSp modSp mod modShow">
        <pc:chgData name="Mamdouh Jamjoom" userId="4f83adfd-8daa-4f62-9189-dd97c2009acc" providerId="ADAL" clId="{C50D1312-49B6-4843-BF8F-FF2439C740DC}" dt="2026-09-28T10:37:39.652" v="396" actId="1076"/>
        <pc:sldMkLst>
          <pc:docMk/>
          <pc:sldMk cId="4041377758" sldId="291"/>
        </pc:sldMkLst>
        <pc:graphicFrameChg chg="add del">
          <ac:chgData name="Mamdouh Jamjoom" userId="4f83adfd-8daa-4f62-9189-dd97c2009acc" providerId="ADAL" clId="{C50D1312-49B6-4843-BF8F-FF2439C740DC}" dt="2026-09-28T10:22:31.013" v="224" actId="478"/>
          <ac:graphicFrameMkLst>
            <pc:docMk/>
            <pc:sldMk cId="4041377758" sldId="291"/>
            <ac:graphicFrameMk id="3" creationId="{1D7526DA-8E5B-A744-E05A-97BE7AA3FF10}"/>
          </ac:graphicFrameMkLst>
        </pc:graphicFrameChg>
        <pc:graphicFrameChg chg="mod modGraphic">
          <ac:chgData name="Mamdouh Jamjoom" userId="4f83adfd-8daa-4f62-9189-dd97c2009acc" providerId="ADAL" clId="{C50D1312-49B6-4843-BF8F-FF2439C740DC}" dt="2026-09-28T10:37:39.652" v="396" actId="1076"/>
          <ac:graphicFrameMkLst>
            <pc:docMk/>
            <pc:sldMk cId="4041377758" sldId="291"/>
            <ac:graphicFrameMk id="4" creationId="{72FA7B05-776D-49FC-E24C-8AB16F77CF8B}"/>
          </ac:graphicFrameMkLst>
        </pc:graphicFrameChg>
        <pc:graphicFrameChg chg="add del">
          <ac:chgData name="Mamdouh Jamjoom" userId="4f83adfd-8daa-4f62-9189-dd97c2009acc" providerId="ADAL" clId="{C50D1312-49B6-4843-BF8F-FF2439C740DC}" dt="2026-09-28T10:32:35.343" v="330" actId="478"/>
          <ac:graphicFrameMkLst>
            <pc:docMk/>
            <pc:sldMk cId="4041377758" sldId="291"/>
            <ac:graphicFrameMk id="6" creationId="{2BEC02B4-D17E-BE1D-B79E-5EC3721F56B0}"/>
          </ac:graphicFrameMkLst>
        </pc:graphicFrameChg>
        <pc:graphicFrameChg chg="mod modGraphic">
          <ac:chgData name="Mamdouh Jamjoom" userId="4f83adfd-8daa-4f62-9189-dd97c2009acc" providerId="ADAL" clId="{C50D1312-49B6-4843-BF8F-FF2439C740DC}" dt="2026-09-28T10:37:33.411" v="394" actId="1076"/>
          <ac:graphicFrameMkLst>
            <pc:docMk/>
            <pc:sldMk cId="4041377758" sldId="291"/>
            <ac:graphicFrameMk id="8" creationId="{0F663E0E-2AEF-A2B7-9490-1B73E2A8BBE9}"/>
          </ac:graphicFrameMkLst>
        </pc:graphicFrameChg>
        <pc:graphicFrameChg chg="add del modGraphic">
          <ac:chgData name="Mamdouh Jamjoom" userId="4f83adfd-8daa-4f62-9189-dd97c2009acc" providerId="ADAL" clId="{C50D1312-49B6-4843-BF8F-FF2439C740DC}" dt="2026-09-28T10:36:50.168" v="386" actId="478"/>
          <ac:graphicFrameMkLst>
            <pc:docMk/>
            <pc:sldMk cId="4041377758" sldId="291"/>
            <ac:graphicFrameMk id="12" creationId="{01357AAB-15EC-5474-83C7-0668103AE676}"/>
          </ac:graphicFrameMkLst>
        </pc:graphicFrameChg>
        <pc:graphicFrameChg chg="add del ord">
          <ac:chgData name="Mamdouh Jamjoom" userId="4f83adfd-8daa-4f62-9189-dd97c2009acc" providerId="ADAL" clId="{C50D1312-49B6-4843-BF8F-FF2439C740DC}" dt="2026-09-28T10:37:36.774" v="395" actId="478"/>
          <ac:graphicFrameMkLst>
            <pc:docMk/>
            <pc:sldMk cId="4041377758" sldId="291"/>
            <ac:graphicFrameMk id="14" creationId="{53914EA4-8BCE-1066-9F4D-B345A4C049BD}"/>
          </ac:graphicFrameMkLst>
        </pc:graphicFrameChg>
      </pc:sldChg>
      <pc:sldChg chg="addSp delSp modSp add mod modShow">
        <pc:chgData name="Mamdouh Jamjoom" userId="4f83adfd-8daa-4f62-9189-dd97c2009acc" providerId="ADAL" clId="{C50D1312-49B6-4843-BF8F-FF2439C740DC}" dt="2026-09-28T10:37:18.304" v="389" actId="478"/>
        <pc:sldMkLst>
          <pc:docMk/>
          <pc:sldMk cId="3218896207" sldId="293"/>
        </pc:sldMkLst>
        <pc:graphicFrameChg chg="add del ord modGraphic">
          <ac:chgData name="Mamdouh Jamjoom" userId="4f83adfd-8daa-4f62-9189-dd97c2009acc" providerId="ADAL" clId="{C50D1312-49B6-4843-BF8F-FF2439C740DC}" dt="2026-09-28T10:22:08.791" v="216" actId="478"/>
          <ac:graphicFrameMkLst>
            <pc:docMk/>
            <pc:sldMk cId="3218896207" sldId="293"/>
            <ac:graphicFrameMk id="3" creationId="{F8ADDC2D-5ADF-EF17-DDC9-26AB5FE265D5}"/>
          </ac:graphicFrameMkLst>
        </pc:graphicFrameChg>
        <pc:graphicFrameChg chg="add del mod ord modGraphic">
          <ac:chgData name="Mamdouh Jamjoom" userId="4f83adfd-8daa-4f62-9189-dd97c2009acc" providerId="ADAL" clId="{C50D1312-49B6-4843-BF8F-FF2439C740DC}" dt="2026-09-28T10:35:47.344" v="366" actId="478"/>
          <ac:graphicFrameMkLst>
            <pc:docMk/>
            <pc:sldMk cId="3218896207" sldId="293"/>
            <ac:graphicFrameMk id="4" creationId="{75B4E091-5B9B-91EF-A7EF-DE97F223A609}"/>
          </ac:graphicFrameMkLst>
        </pc:graphicFrameChg>
        <pc:graphicFrameChg chg="add mod modGraphic">
          <ac:chgData name="Mamdouh Jamjoom" userId="4f83adfd-8daa-4f62-9189-dd97c2009acc" providerId="ADAL" clId="{C50D1312-49B6-4843-BF8F-FF2439C740DC}" dt="2026-09-28T10:35:50.746" v="368" actId="14100"/>
          <ac:graphicFrameMkLst>
            <pc:docMk/>
            <pc:sldMk cId="3218896207" sldId="293"/>
            <ac:graphicFrameMk id="6" creationId="{BB642828-958B-9DCB-92F0-C20EC69E8D02}"/>
          </ac:graphicFrameMkLst>
        </pc:graphicFrameChg>
        <pc:graphicFrameChg chg="add del mod modGraphic">
          <ac:chgData name="Mamdouh Jamjoom" userId="4f83adfd-8daa-4f62-9189-dd97c2009acc" providerId="ADAL" clId="{C50D1312-49B6-4843-BF8F-FF2439C740DC}" dt="2026-09-28T10:32:11.080" v="321" actId="478"/>
          <ac:graphicFrameMkLst>
            <pc:docMk/>
            <pc:sldMk cId="3218896207" sldId="293"/>
            <ac:graphicFrameMk id="8" creationId="{15FDD208-8AE0-6F55-E2A2-92BFF58B4A1A}"/>
          </ac:graphicFrameMkLst>
        </pc:graphicFrameChg>
        <pc:graphicFrameChg chg="add mod modGraphic">
          <ac:chgData name="Mamdouh Jamjoom" userId="4f83adfd-8daa-4f62-9189-dd97c2009acc" providerId="ADAL" clId="{C50D1312-49B6-4843-BF8F-FF2439C740DC}" dt="2026-09-28T10:35:52.611" v="369" actId="14100"/>
          <ac:graphicFrameMkLst>
            <pc:docMk/>
            <pc:sldMk cId="3218896207" sldId="293"/>
            <ac:graphicFrameMk id="10" creationId="{A8407863-CB40-C593-FC42-245E840B5E3B}"/>
          </ac:graphicFrameMkLst>
        </pc:graphicFrameChg>
        <pc:graphicFrameChg chg="add del">
          <ac:chgData name="Mamdouh Jamjoom" userId="4f83adfd-8daa-4f62-9189-dd97c2009acc" providerId="ADAL" clId="{C50D1312-49B6-4843-BF8F-FF2439C740DC}" dt="2026-09-28T10:35:09.720" v="357" actId="22"/>
          <ac:graphicFrameMkLst>
            <pc:docMk/>
            <pc:sldMk cId="3218896207" sldId="293"/>
            <ac:graphicFrameMk id="13" creationId="{821210DD-6134-72D8-8D50-9A86ABE7DE05}"/>
          </ac:graphicFrameMkLst>
        </pc:graphicFrameChg>
        <pc:graphicFrameChg chg="add">
          <ac:chgData name="Mamdouh Jamjoom" userId="4f83adfd-8daa-4f62-9189-dd97c2009acc" providerId="ADAL" clId="{C50D1312-49B6-4843-BF8F-FF2439C740DC}" dt="2026-09-28T10:35:47.733" v="367" actId="22"/>
          <ac:graphicFrameMkLst>
            <pc:docMk/>
            <pc:sldMk cId="3218896207" sldId="293"/>
            <ac:graphicFrameMk id="15" creationId="{2E895623-494A-A68F-D8FA-B0DEB08E139C}"/>
          </ac:graphicFrameMkLst>
        </pc:graphicFrameChg>
        <pc:graphicFrameChg chg="add del mod">
          <ac:chgData name="Mamdouh Jamjoom" userId="4f83adfd-8daa-4f62-9189-dd97c2009acc" providerId="ADAL" clId="{C50D1312-49B6-4843-BF8F-FF2439C740DC}" dt="2026-09-28T10:36:20.415" v="376" actId="478"/>
          <ac:graphicFrameMkLst>
            <pc:docMk/>
            <pc:sldMk cId="3218896207" sldId="293"/>
            <ac:graphicFrameMk id="17" creationId="{8F8EE2BF-8BF4-8CC6-73CD-CE536977DBBB}"/>
          </ac:graphicFrameMkLst>
        </pc:graphicFrameChg>
        <pc:graphicFrameChg chg="add del mod">
          <ac:chgData name="Mamdouh Jamjoom" userId="4f83adfd-8daa-4f62-9189-dd97c2009acc" providerId="ADAL" clId="{C50D1312-49B6-4843-BF8F-FF2439C740DC}" dt="2026-09-28T10:37:18.304" v="389" actId="478"/>
          <ac:graphicFrameMkLst>
            <pc:docMk/>
            <pc:sldMk cId="3218896207" sldId="293"/>
            <ac:graphicFrameMk id="19" creationId="{889F0A82-4558-2DDB-3478-9C6693D90685}"/>
          </ac:graphicFrameMkLst>
        </pc:graphicFrameChg>
      </pc:sldChg>
      <pc:sldChg chg="addSp delSp modSp add mod ord">
        <pc:chgData name="Mamdouh Jamjoom" userId="4f83adfd-8daa-4f62-9189-dd97c2009acc" providerId="ADAL" clId="{C50D1312-49B6-4843-BF8F-FF2439C740DC}" dt="2026-09-28T10:59:16.517" v="481" actId="207"/>
        <pc:sldMkLst>
          <pc:docMk/>
          <pc:sldMk cId="1228709156" sldId="294"/>
        </pc:sldMkLst>
        <pc:graphicFrameChg chg="add del mod">
          <ac:chgData name="Mamdouh Jamjoom" userId="4f83adfd-8daa-4f62-9189-dd97c2009acc" providerId="ADAL" clId="{C50D1312-49B6-4843-BF8F-FF2439C740DC}" dt="2026-09-28T10:55:14.344" v="444" actId="478"/>
          <ac:graphicFrameMkLst>
            <pc:docMk/>
            <pc:sldMk cId="1228709156" sldId="294"/>
            <ac:graphicFrameMk id="3" creationId="{69F85CD7-5F84-67AB-B8AB-0C19B4865560}"/>
          </ac:graphicFrameMkLst>
        </pc:graphicFrameChg>
        <pc:graphicFrameChg chg="add del">
          <ac:chgData name="Mamdouh Jamjoom" userId="4f83adfd-8daa-4f62-9189-dd97c2009acc" providerId="ADAL" clId="{C50D1312-49B6-4843-BF8F-FF2439C740DC}" dt="2026-09-28T10:28:46.879" v="286" actId="478"/>
          <ac:graphicFrameMkLst>
            <pc:docMk/>
            <pc:sldMk cId="1228709156" sldId="294"/>
            <ac:graphicFrameMk id="3" creationId="{B35805B7-3F70-DD4A-ADA5-D28B41E7149F}"/>
          </ac:graphicFrameMkLst>
        </pc:graphicFrameChg>
        <pc:graphicFrameChg chg="del mod modGraphic">
          <ac:chgData name="Mamdouh Jamjoom" userId="4f83adfd-8daa-4f62-9189-dd97c2009acc" providerId="ADAL" clId="{C50D1312-49B6-4843-BF8F-FF2439C740DC}" dt="2026-09-28T10:59:09.615" v="480" actId="478"/>
          <ac:graphicFrameMkLst>
            <pc:docMk/>
            <pc:sldMk cId="1228709156" sldId="294"/>
            <ac:graphicFrameMk id="5" creationId="{E18BC729-5651-FB0B-6942-26E872602F2C}"/>
          </ac:graphicFrameMkLst>
        </pc:graphicFrameChg>
        <pc:graphicFrameChg chg="add del">
          <ac:chgData name="Mamdouh Jamjoom" userId="4f83adfd-8daa-4f62-9189-dd97c2009acc" providerId="ADAL" clId="{C50D1312-49B6-4843-BF8F-FF2439C740DC}" dt="2026-09-28T10:57:20.104" v="469" actId="478"/>
          <ac:graphicFrameMkLst>
            <pc:docMk/>
            <pc:sldMk cId="1228709156" sldId="294"/>
            <ac:graphicFrameMk id="6" creationId="{941B9469-5F49-9E91-4C73-90755F31E07B}"/>
          </ac:graphicFrameMkLst>
        </pc:graphicFrameChg>
        <pc:graphicFrameChg chg="add del">
          <ac:chgData name="Mamdouh Jamjoom" userId="4f83adfd-8daa-4f62-9189-dd97c2009acc" providerId="ADAL" clId="{C50D1312-49B6-4843-BF8F-FF2439C740DC}" dt="2026-09-28T10:58:24.589" v="474" actId="478"/>
          <ac:graphicFrameMkLst>
            <pc:docMk/>
            <pc:sldMk cId="1228709156" sldId="294"/>
            <ac:graphicFrameMk id="11" creationId="{4BA00D04-2F4D-F94E-FF85-44EEE3C8955E}"/>
          </ac:graphicFrameMkLst>
        </pc:graphicFrameChg>
        <pc:graphicFrameChg chg="add mod modGraphic">
          <ac:chgData name="Mamdouh Jamjoom" userId="4f83adfd-8daa-4f62-9189-dd97c2009acc" providerId="ADAL" clId="{C50D1312-49B6-4843-BF8F-FF2439C740DC}" dt="2026-09-28T10:59:16.517" v="481" actId="207"/>
          <ac:graphicFrameMkLst>
            <pc:docMk/>
            <pc:sldMk cId="1228709156" sldId="294"/>
            <ac:graphicFrameMk id="13" creationId="{9D9FE706-3C2E-2B60-BCEC-718A7D04BDF3}"/>
          </ac:graphicFrameMkLst>
        </pc:graphicFrameChg>
      </pc:sldChg>
      <pc:sldChg chg="addSp delSp modSp add mod">
        <pc:chgData name="Mamdouh Jamjoom" userId="4f83adfd-8daa-4f62-9189-dd97c2009acc" providerId="ADAL" clId="{C50D1312-49B6-4843-BF8F-FF2439C740DC}" dt="2026-09-28T10:57:14.122" v="466" actId="478"/>
        <pc:sldMkLst>
          <pc:docMk/>
          <pc:sldMk cId="3000095571" sldId="295"/>
        </pc:sldMkLst>
        <pc:graphicFrameChg chg="add del mod modGraphic">
          <ac:chgData name="Mamdouh Jamjoom" userId="4f83adfd-8daa-4f62-9189-dd97c2009acc" providerId="ADAL" clId="{C50D1312-49B6-4843-BF8F-FF2439C740DC}" dt="2026-09-28T10:56:34.283" v="462" actId="478"/>
          <ac:graphicFrameMkLst>
            <pc:docMk/>
            <pc:sldMk cId="3000095571" sldId="295"/>
            <ac:graphicFrameMk id="3" creationId="{86E40E29-FEE6-3459-435F-CCAD20EE5846}"/>
          </ac:graphicFrameMkLst>
        </pc:graphicFrameChg>
        <pc:graphicFrameChg chg="add del">
          <ac:chgData name="Mamdouh Jamjoom" userId="4f83adfd-8daa-4f62-9189-dd97c2009acc" providerId="ADAL" clId="{C50D1312-49B6-4843-BF8F-FF2439C740DC}" dt="2026-09-28T10:29:29.981" v="291" actId="22"/>
          <ac:graphicFrameMkLst>
            <pc:docMk/>
            <pc:sldMk cId="3000095571" sldId="295"/>
            <ac:graphicFrameMk id="3" creationId="{EDBEE671-B0A0-5557-B4BB-5E2EAE882551}"/>
          </ac:graphicFrameMkLst>
        </pc:graphicFrameChg>
        <pc:graphicFrameChg chg="add del mod modGraphic">
          <ac:chgData name="Mamdouh Jamjoom" userId="4f83adfd-8daa-4f62-9189-dd97c2009acc" providerId="ADAL" clId="{C50D1312-49B6-4843-BF8F-FF2439C740DC}" dt="2026-09-28T10:56:30.112" v="461" actId="1076"/>
          <ac:graphicFrameMkLst>
            <pc:docMk/>
            <pc:sldMk cId="3000095571" sldId="295"/>
            <ac:graphicFrameMk id="5" creationId="{EDE84349-60CC-6BB4-DC78-8839D4675037}"/>
          </ac:graphicFrameMkLst>
        </pc:graphicFrameChg>
        <pc:graphicFrameChg chg="add del">
          <ac:chgData name="Mamdouh Jamjoom" userId="4f83adfd-8daa-4f62-9189-dd97c2009acc" providerId="ADAL" clId="{C50D1312-49B6-4843-BF8F-FF2439C740DC}" dt="2026-09-28T10:29:29.981" v="291" actId="22"/>
          <ac:graphicFrameMkLst>
            <pc:docMk/>
            <pc:sldMk cId="3000095571" sldId="295"/>
            <ac:graphicFrameMk id="6" creationId="{2094C0DE-205A-407F-07B1-68AA532DA163}"/>
          </ac:graphicFrameMkLst>
        </pc:graphicFrameChg>
        <pc:graphicFrameChg chg="add del mod modGraphic">
          <ac:chgData name="Mamdouh Jamjoom" userId="4f83adfd-8daa-4f62-9189-dd97c2009acc" providerId="ADAL" clId="{C50D1312-49B6-4843-BF8F-FF2439C740DC}" dt="2026-09-28T10:57:14.122" v="466" actId="478"/>
          <ac:graphicFrameMkLst>
            <pc:docMk/>
            <pc:sldMk cId="3000095571" sldId="295"/>
            <ac:graphicFrameMk id="6" creationId="{A6E73494-6102-6230-36E0-FE170B3D43A9}"/>
          </ac:graphicFrameMkLst>
        </pc:graphicFrameChg>
        <pc:graphicFrameChg chg="add del mod modGraphic">
          <ac:chgData name="Mamdouh Jamjoom" userId="4f83adfd-8daa-4f62-9189-dd97c2009acc" providerId="ADAL" clId="{C50D1312-49B6-4843-BF8F-FF2439C740DC}" dt="2026-09-28T10:56:25.371" v="457" actId="478"/>
          <ac:graphicFrameMkLst>
            <pc:docMk/>
            <pc:sldMk cId="3000095571" sldId="295"/>
            <ac:graphicFrameMk id="8" creationId="{B07FC504-1E90-283F-FA53-F5F64DD4E739}"/>
          </ac:graphicFrameMkLst>
        </pc:graphicFrameChg>
        <pc:graphicFrameChg chg="add mod modGraphic">
          <ac:chgData name="Mamdouh Jamjoom" userId="4f83adfd-8daa-4f62-9189-dd97c2009acc" providerId="ADAL" clId="{C50D1312-49B6-4843-BF8F-FF2439C740DC}" dt="2026-09-28T10:55:42.597" v="450"/>
          <ac:graphicFrameMkLst>
            <pc:docMk/>
            <pc:sldMk cId="3000095571" sldId="295"/>
            <ac:graphicFrameMk id="11" creationId="{494A5A4B-7F9B-4333-84F4-A7497E786746}"/>
          </ac:graphicFrameMkLst>
        </pc:graphicFrameChg>
        <pc:graphicFrameChg chg="add del mod modGraphic">
          <ac:chgData name="Mamdouh Jamjoom" userId="4f83adfd-8daa-4f62-9189-dd97c2009acc" providerId="ADAL" clId="{C50D1312-49B6-4843-BF8F-FF2439C740DC}" dt="2026-09-28T10:35:42.771" v="365" actId="478"/>
          <ac:graphicFrameMkLst>
            <pc:docMk/>
            <pc:sldMk cId="3000095571" sldId="295"/>
            <ac:graphicFrameMk id="13" creationId="{5031F7DE-191E-3A58-C23E-2701D2DD63DB}"/>
          </ac:graphicFrameMkLst>
        </pc:graphicFrameChg>
      </pc:sldChg>
      <pc:sldChg chg="new del ord">
        <pc:chgData name="Mamdouh Jamjoom" userId="4f83adfd-8daa-4f62-9189-dd97c2009acc" providerId="ADAL" clId="{C50D1312-49B6-4843-BF8F-FF2439C740DC}" dt="2026-09-28T10:37:56.936" v="401" actId="680"/>
        <pc:sldMkLst>
          <pc:docMk/>
          <pc:sldMk cId="1222546987" sldId="296"/>
        </pc:sldMkLst>
      </pc:sldChg>
      <pc:sldChg chg="addSp delSp modSp add del mod">
        <pc:chgData name="Mamdouh Jamjoom" userId="4f83adfd-8daa-4f62-9189-dd97c2009acc" providerId="ADAL" clId="{C50D1312-49B6-4843-BF8F-FF2439C740DC}" dt="2026-09-28T10:38:51.950" v="413" actId="47"/>
        <pc:sldMkLst>
          <pc:docMk/>
          <pc:sldMk cId="3515384450" sldId="296"/>
        </pc:sldMkLst>
        <pc:graphicFrameChg chg="add mod modGraphic">
          <ac:chgData name="Mamdouh Jamjoom" userId="4f83adfd-8daa-4f62-9189-dd97c2009acc" providerId="ADAL" clId="{C50D1312-49B6-4843-BF8F-FF2439C740DC}" dt="2026-09-28T10:38:42.160" v="411" actId="207"/>
          <ac:graphicFrameMkLst>
            <pc:docMk/>
            <pc:sldMk cId="3515384450" sldId="296"/>
            <ac:graphicFrameMk id="3" creationId="{CC92F5C2-76D1-F275-7860-16DEEF8182D0}"/>
          </ac:graphicFrameMkLst>
        </pc:graphicFrameChg>
        <pc:graphicFrameChg chg="del">
          <ac:chgData name="Mamdouh Jamjoom" userId="4f83adfd-8daa-4f62-9189-dd97c2009acc" providerId="ADAL" clId="{C50D1312-49B6-4843-BF8F-FF2439C740DC}" dt="2026-09-28T10:38:00.913" v="403" actId="478"/>
          <ac:graphicFrameMkLst>
            <pc:docMk/>
            <pc:sldMk cId="3515384450" sldId="296"/>
            <ac:graphicFrameMk id="15" creationId="{70C41098-9727-FED3-EBB8-F3A2CB1B29D1}"/>
          </ac:graphicFrameMkLst>
        </pc:graphicFrameChg>
      </pc:sldChg>
    </pc:docChg>
  </pc:docChgLst>
  <pc:docChgLst>
    <pc:chgData name="Samar Muhammad Almsarri" userId="44257f33-7198-4de5-a73d-e309910297e5" providerId="ADAL" clId="{36D95498-DD52-4D49-98D4-DE0035E678BB}"/>
    <pc:docChg chg="undo custSel delSld modSld modSection">
      <pc:chgData name="Samar Muhammad Almsarri" userId="44257f33-7198-4de5-a73d-e309910297e5" providerId="ADAL" clId="{36D95498-DD52-4D49-98D4-DE0035E678BB}" dt="2026-09-20T11:50:04.158" v="22" actId="255"/>
      <pc:docMkLst>
        <pc:docMk/>
      </pc:docMkLst>
      <pc:sldChg chg="mod">
        <pc:chgData name="Samar Muhammad Almsarri" userId="44257f33-7198-4de5-a73d-e309910297e5" providerId="ADAL" clId="{36D95498-DD52-4D49-98D4-DE0035E678BB}" dt="2026-09-20T11:47:41.324" v="18" actId="27918"/>
        <pc:sldMkLst>
          <pc:docMk/>
          <pc:sldMk cId="0" sldId="258"/>
        </pc:sldMkLst>
      </pc:sldChg>
    </pc:docChg>
  </pc:docChgLst>
  <pc:docChgLst>
    <pc:chgData name="Baraa Fayez Bakhsh" userId="b9aaab7b-6818-4bdd-903a-1ab14bd1342d" providerId="ADAL" clId="{5189D8EB-F4BB-4ED1-BE3E-2FE4F8A8F623}"/>
    <pc:docChg chg="modSld">
      <pc:chgData name="Baraa Fayez Bakhsh" userId="b9aaab7b-6818-4bdd-903a-1ab14bd1342d" providerId="ADAL" clId="{5189D8EB-F4BB-4ED1-BE3E-2FE4F8A8F623}" dt="2026-09-28T13:03:56.570" v="87" actId="6549"/>
      <pc:docMkLst>
        <pc:docMk/>
      </pc:docMkLst>
      <pc:sldChg chg="modSp mod">
        <pc:chgData name="Baraa Fayez Bakhsh" userId="b9aaab7b-6818-4bdd-903a-1ab14bd1342d" providerId="ADAL" clId="{5189D8EB-F4BB-4ED1-BE3E-2FE4F8A8F623}" dt="2026-09-28T13:03:56.570" v="87" actId="6549"/>
        <pc:sldMkLst>
          <pc:docMk/>
          <pc:sldMk cId="0" sldId="257"/>
        </pc:sldMkLst>
        <pc:graphicFrameChg chg="modGraphic">
          <ac:chgData name="Baraa Fayez Bakhsh" userId="b9aaab7b-6818-4bdd-903a-1ab14bd1342d" providerId="ADAL" clId="{5189D8EB-F4BB-4ED1-BE3E-2FE4F8A8F623}" dt="2026-09-28T13:03:55.529" v="85" actId="6549"/>
          <ac:graphicFrameMkLst>
            <pc:docMk/>
            <pc:sldMk cId="0" sldId="257"/>
            <ac:graphicFrameMk id="9" creationId="{D96A1065-2CDC-FD7E-B595-7AD90E566C9F}"/>
          </ac:graphicFrameMkLst>
        </pc:graphicFrameChg>
        <pc:graphicFrameChg chg="modGraphic">
          <ac:chgData name="Baraa Fayez Bakhsh" userId="b9aaab7b-6818-4bdd-903a-1ab14bd1342d" providerId="ADAL" clId="{5189D8EB-F4BB-4ED1-BE3E-2FE4F8A8F623}" dt="2026-09-28T13:03:56.570" v="87" actId="6549"/>
          <ac:graphicFrameMkLst>
            <pc:docMk/>
            <pc:sldMk cId="0" sldId="257"/>
            <ac:graphicFrameMk id="10" creationId="{92064D1D-742E-1670-6F61-3AC442787108}"/>
          </ac:graphicFrameMkLst>
        </pc:graphicFrameChg>
        <pc:graphicFrameChg chg="modGraphic">
          <ac:chgData name="Baraa Fayez Bakhsh" userId="b9aaab7b-6818-4bdd-903a-1ab14bd1342d" providerId="ADAL" clId="{5189D8EB-F4BB-4ED1-BE3E-2FE4F8A8F623}" dt="2026-09-28T13:03:54.393" v="83" actId="6549"/>
          <ac:graphicFrameMkLst>
            <pc:docMk/>
            <pc:sldMk cId="0" sldId="257"/>
            <ac:graphicFrameMk id="48" creationId="{EAD8973F-3875-A3F6-A96E-C90EBA4158F6}"/>
          </ac:graphicFrameMkLst>
        </pc:graphicFrameChg>
      </pc:sldChg>
      <pc:sldChg chg="mod modShow">
        <pc:chgData name="Baraa Fayez Bakhsh" userId="b9aaab7b-6818-4bdd-903a-1ab14bd1342d" providerId="ADAL" clId="{5189D8EB-F4BB-4ED1-BE3E-2FE4F8A8F623}" dt="2026-09-20T18:54:12.460" v="76" actId="729"/>
        <pc:sldMkLst>
          <pc:docMk/>
          <pc:sldMk cId="0" sldId="258"/>
        </pc:sldMkLst>
      </pc:sldChg>
      <pc:sldChg chg="modSp mod">
        <pc:chgData name="Baraa Fayez Bakhsh" userId="b9aaab7b-6818-4bdd-903a-1ab14bd1342d" providerId="ADAL" clId="{5189D8EB-F4BB-4ED1-BE3E-2FE4F8A8F623}" dt="2026-09-20T18:55:37.045" v="81" actId="20577"/>
        <pc:sldMkLst>
          <pc:docMk/>
          <pc:sldMk cId="1748086610" sldId="271"/>
        </pc:sldMkLst>
        <pc:graphicFrameChg chg="mod modGraphic">
          <ac:chgData name="Baraa Fayez Bakhsh" userId="b9aaab7b-6818-4bdd-903a-1ab14bd1342d" providerId="ADAL" clId="{5189D8EB-F4BB-4ED1-BE3E-2FE4F8A8F623}" dt="2026-09-20T18:55:37.045" v="81" actId="20577"/>
          <ac:graphicFrameMkLst>
            <pc:docMk/>
            <pc:sldMk cId="1748086610" sldId="271"/>
            <ac:graphicFrameMk id="7" creationId="{03BCF0DC-5D7E-D09C-8B63-AD356527C1C9}"/>
          </ac:graphicFrameMkLst>
        </pc:graphicFrameChg>
      </pc:sldChg>
      <pc:sldChg chg="mod modShow">
        <pc:chgData name="Baraa Fayez Bakhsh" userId="b9aaab7b-6818-4bdd-903a-1ab14bd1342d" providerId="ADAL" clId="{5189D8EB-F4BB-4ED1-BE3E-2FE4F8A8F623}" dt="2026-09-20T18:54:12.460" v="76" actId="729"/>
        <pc:sldMkLst>
          <pc:docMk/>
          <pc:sldMk cId="857615756" sldId="287"/>
        </pc:sldMkLst>
      </pc:sldChg>
      <pc:sldChg chg="mod modShow">
        <pc:chgData name="Baraa Fayez Bakhsh" userId="b9aaab7b-6818-4bdd-903a-1ab14bd1342d" providerId="ADAL" clId="{5189D8EB-F4BB-4ED1-BE3E-2FE4F8A8F623}" dt="2026-09-20T18:54:12.460" v="76" actId="729"/>
        <pc:sldMkLst>
          <pc:docMk/>
          <pc:sldMk cId="2344831510" sldId="290"/>
        </pc:sldMkLst>
      </pc:sldChg>
      <pc:sldChg chg="mod modShow">
        <pc:chgData name="Baraa Fayez Bakhsh" userId="b9aaab7b-6818-4bdd-903a-1ab14bd1342d" providerId="ADAL" clId="{5189D8EB-F4BB-4ED1-BE3E-2FE4F8A8F623}" dt="2026-09-20T18:54:12.460" v="76" actId="729"/>
        <pc:sldMkLst>
          <pc:docMk/>
          <pc:sldMk cId="4041377758" sldId="291"/>
        </pc:sldMkLst>
      </pc:sldChg>
      <pc:sldChg chg="mod modShow">
        <pc:chgData name="Baraa Fayez Bakhsh" userId="b9aaab7b-6818-4bdd-903a-1ab14bd1342d" providerId="ADAL" clId="{5189D8EB-F4BB-4ED1-BE3E-2FE4F8A8F623}" dt="2026-09-20T18:54:12.460" v="76" actId="729"/>
        <pc:sldMkLst>
          <pc:docMk/>
          <pc:sldMk cId="3218896207" sldId="293"/>
        </pc:sldMkLst>
      </pc:sldChg>
    </pc:docChg>
  </pc:docChgLst>
  <pc:docChgLst>
    <pc:chgData name="Amjad Abdulrahman Alluhaibi" userId="991dd13c-d66c-4e29-a764-81fc4b3aa379" providerId="ADAL" clId="{75DB031D-D834-4C29-BF15-25C88C7302BD}"/>
    <pc:docChg chg="custSel addSld modSld sldOrd modMainMaster modSection">
      <pc:chgData name="Amjad Abdulrahman Alluhaibi" userId="991dd13c-d66c-4e29-a764-81fc4b3aa379" providerId="ADAL" clId="{75DB031D-D834-4C29-BF15-25C88C7302BD}" dt="2026-09-13T12:09:04.629" v="232" actId="20577"/>
      <pc:docMkLst>
        <pc:docMk/>
      </pc:docMkLst>
      <pc:sldChg chg="modSp mod">
        <pc:chgData name="Amjad Abdulrahman Alluhaibi" userId="991dd13c-d66c-4e29-a764-81fc4b3aa379" providerId="ADAL" clId="{75DB031D-D834-4C29-BF15-25C88C7302BD}" dt="2026-09-13T12:03:47.150" v="217" actId="27918"/>
        <pc:sldMkLst>
          <pc:docMk/>
          <pc:sldMk cId="0" sldId="257"/>
        </pc:sldMkLst>
        <pc:spChg chg="mod">
          <ac:chgData name="Amjad Abdulrahman Alluhaibi" userId="991dd13c-d66c-4e29-a764-81fc4b3aa379" providerId="ADAL" clId="{75DB031D-D834-4C29-BF15-25C88C7302BD}" dt="2026-09-13T12:03:26.630" v="211" actId="20577"/>
          <ac:spMkLst>
            <pc:docMk/>
            <pc:sldMk cId="0" sldId="257"/>
            <ac:spMk id="18" creationId="{4F3CCE75-1975-5AD9-B4C2-968F0999F69F}"/>
          </ac:spMkLst>
        </pc:spChg>
        <pc:spChg chg="mod">
          <ac:chgData name="Amjad Abdulrahman Alluhaibi" userId="991dd13c-d66c-4e29-a764-81fc4b3aa379" providerId="ADAL" clId="{75DB031D-D834-4C29-BF15-25C88C7302BD}" dt="2026-09-13T12:03:30.706" v="213" actId="20577"/>
          <ac:spMkLst>
            <pc:docMk/>
            <pc:sldMk cId="0" sldId="257"/>
            <ac:spMk id="25" creationId="{655EFD64-72CE-5B02-038F-E3EF346E6808}"/>
          </ac:spMkLst>
        </pc:spChg>
        <pc:spChg chg="mod">
          <ac:chgData name="Amjad Abdulrahman Alluhaibi" userId="991dd13c-d66c-4e29-a764-81fc4b3aa379" providerId="ADAL" clId="{75DB031D-D834-4C29-BF15-25C88C7302BD}" dt="2026-09-13T12:03:22.389" v="210" actId="20577"/>
          <ac:spMkLst>
            <pc:docMk/>
            <pc:sldMk cId="0" sldId="257"/>
            <ac:spMk id="26" creationId="{16030ABC-E859-EE4D-3833-1FAD0FD6C489}"/>
          </ac:spMkLst>
        </pc:spChg>
        <pc:spChg chg="mod">
          <ac:chgData name="Amjad Abdulrahman Alluhaibi" userId="991dd13c-d66c-4e29-a764-81fc4b3aa379" providerId="ADAL" clId="{75DB031D-D834-4C29-BF15-25C88C7302BD}" dt="2026-09-13T11:58:32.536" v="156"/>
          <ac:spMkLst>
            <pc:docMk/>
            <pc:sldMk cId="0" sldId="257"/>
            <ac:spMk id="39" creationId="{F3D2FD89-22B2-877B-7941-EFBE9C0AA63D}"/>
          </ac:spMkLst>
        </pc:spChg>
        <pc:graphicFrameChg chg="modGraphic">
          <ac:chgData name="Amjad Abdulrahman Alluhaibi" userId="991dd13c-d66c-4e29-a764-81fc4b3aa379" providerId="ADAL" clId="{75DB031D-D834-4C29-BF15-25C88C7302BD}" dt="2026-09-13T12:03:11.574" v="205" actId="20577"/>
          <ac:graphicFrameMkLst>
            <pc:docMk/>
            <pc:sldMk cId="0" sldId="257"/>
            <ac:graphicFrameMk id="48" creationId="{EAD8973F-3875-A3F6-A96E-C90EBA4158F6}"/>
          </ac:graphicFrameMkLst>
        </pc:graphicFrameChg>
      </pc:sldChg>
      <pc:sldChg chg="modSp mod ord">
        <pc:chgData name="Amjad Abdulrahman Alluhaibi" userId="991dd13c-d66c-4e29-a764-81fc4b3aa379" providerId="ADAL" clId="{75DB031D-D834-4C29-BF15-25C88C7302BD}" dt="2026-09-13T12:09:04.629" v="232" actId="20577"/>
        <pc:sldMkLst>
          <pc:docMk/>
          <pc:sldMk cId="0" sldId="258"/>
        </pc:sldMkLst>
        <pc:spChg chg="mod">
          <ac:chgData name="Amjad Abdulrahman Alluhaibi" userId="991dd13c-d66c-4e29-a764-81fc4b3aa379" providerId="ADAL" clId="{75DB031D-D834-4C29-BF15-25C88C7302BD}" dt="2026-09-13T12:09:04.629" v="232" actId="20577"/>
          <ac:spMkLst>
            <pc:docMk/>
            <pc:sldMk cId="0" sldId="258"/>
            <ac:spMk id="4" creationId="{CB26C45B-2781-05AE-60E9-BFE4E8B4101F}"/>
          </ac:spMkLst>
        </pc:spChg>
        <pc:graphicFrameChg chg="mod modGraphic">
          <ac:chgData name="Amjad Abdulrahman Alluhaibi" userId="991dd13c-d66c-4e29-a764-81fc4b3aa379" providerId="ADAL" clId="{75DB031D-D834-4C29-BF15-25C88C7302BD}" dt="2026-09-13T11:46:50.844" v="77" actId="113"/>
          <ac:graphicFrameMkLst>
            <pc:docMk/>
            <pc:sldMk cId="0" sldId="258"/>
            <ac:graphicFrameMk id="44" creationId="{588A520A-F53B-B1B0-9BB7-03F70263EBFD}"/>
          </ac:graphicFrameMkLst>
        </pc:graphicFrameChg>
      </pc:sldChg>
      <pc:sldChg chg="ord">
        <pc:chgData name="Amjad Abdulrahman Alluhaibi" userId="991dd13c-d66c-4e29-a764-81fc4b3aa379" providerId="ADAL" clId="{75DB031D-D834-4C29-BF15-25C88C7302BD}" dt="2026-09-13T11:48:10.955" v="92"/>
        <pc:sldMkLst>
          <pc:docMk/>
          <pc:sldMk cId="0" sldId="260"/>
        </pc:sldMkLst>
      </pc:sldChg>
      <pc:sldChg chg="modSp mod">
        <pc:chgData name="Amjad Abdulrahman Alluhaibi" userId="991dd13c-d66c-4e29-a764-81fc4b3aa379" providerId="ADAL" clId="{75DB031D-D834-4C29-BF15-25C88C7302BD}" dt="2026-09-13T11:51:40.518" v="143" actId="20577"/>
        <pc:sldMkLst>
          <pc:docMk/>
          <pc:sldMk cId="846082208" sldId="263"/>
        </pc:sldMkLst>
        <pc:spChg chg="mod">
          <ac:chgData name="Amjad Abdulrahman Alluhaibi" userId="991dd13c-d66c-4e29-a764-81fc4b3aa379" providerId="ADAL" clId="{75DB031D-D834-4C29-BF15-25C88C7302BD}" dt="2026-09-13T11:51:40.518" v="143" actId="20577"/>
          <ac:spMkLst>
            <pc:docMk/>
            <pc:sldMk cId="846082208" sldId="263"/>
            <ac:spMk id="3" creationId="{2966FC70-2697-64BD-0D6D-17D74CFB965F}"/>
          </ac:spMkLst>
        </pc:spChg>
      </pc:sldChg>
      <pc:sldChg chg="modSp mod">
        <pc:chgData name="Amjad Abdulrahman Alluhaibi" userId="991dd13c-d66c-4e29-a764-81fc4b3aa379" providerId="ADAL" clId="{75DB031D-D834-4C29-BF15-25C88C7302BD}" dt="2026-09-13T12:02:37.015" v="198"/>
        <pc:sldMkLst>
          <pc:docMk/>
          <pc:sldMk cId="1748086610" sldId="271"/>
        </pc:sldMkLst>
        <pc:graphicFrameChg chg="mod modGraphic">
          <ac:chgData name="Amjad Abdulrahman Alluhaibi" userId="991dd13c-d66c-4e29-a764-81fc4b3aa379" providerId="ADAL" clId="{75DB031D-D834-4C29-BF15-25C88C7302BD}" dt="2026-09-13T12:02:37.015" v="198"/>
          <ac:graphicFrameMkLst>
            <pc:docMk/>
            <pc:sldMk cId="1748086610" sldId="271"/>
            <ac:graphicFrameMk id="7" creationId="{03BCF0DC-5D7E-D09C-8B63-AD356527C1C9}"/>
          </ac:graphicFrameMkLst>
        </pc:graphicFrameChg>
      </pc:sldChg>
      <pc:sldChg chg="ord">
        <pc:chgData name="Amjad Abdulrahman Alluhaibi" userId="991dd13c-d66c-4e29-a764-81fc4b3aa379" providerId="ADAL" clId="{75DB031D-D834-4C29-BF15-25C88C7302BD}" dt="2026-09-13T11:48:33.363" v="96"/>
        <pc:sldMkLst>
          <pc:docMk/>
          <pc:sldMk cId="732413781" sldId="274"/>
        </pc:sldMkLst>
      </pc:sldChg>
      <pc:sldChg chg="modSp mod">
        <pc:chgData name="Amjad Abdulrahman Alluhaibi" userId="991dd13c-d66c-4e29-a764-81fc4b3aa379" providerId="ADAL" clId="{75DB031D-D834-4C29-BF15-25C88C7302BD}" dt="2026-09-13T11:51:02.857" v="141" actId="20577"/>
        <pc:sldMkLst>
          <pc:docMk/>
          <pc:sldMk cId="2483166998" sldId="276"/>
        </pc:sldMkLst>
        <pc:spChg chg="mod">
          <ac:chgData name="Amjad Abdulrahman Alluhaibi" userId="991dd13c-d66c-4e29-a764-81fc4b3aa379" providerId="ADAL" clId="{75DB031D-D834-4C29-BF15-25C88C7302BD}" dt="2026-09-13T11:51:02.857" v="141" actId="20577"/>
          <ac:spMkLst>
            <pc:docMk/>
            <pc:sldMk cId="2483166998" sldId="276"/>
            <ac:spMk id="3" creationId="{8383E11E-EE67-0327-9276-6BBBFAB146BD}"/>
          </ac:spMkLst>
        </pc:spChg>
      </pc:sldChg>
      <pc:sldChg chg="modSp mod">
        <pc:chgData name="Amjad Abdulrahman Alluhaibi" userId="991dd13c-d66c-4e29-a764-81fc4b3aa379" providerId="ADAL" clId="{75DB031D-D834-4C29-BF15-25C88C7302BD}" dt="2026-09-13T11:41:22.160" v="40"/>
        <pc:sldMkLst>
          <pc:docMk/>
          <pc:sldMk cId="2344831510" sldId="290"/>
        </pc:sldMkLst>
        <pc:graphicFrameChg chg="mod modGraphic">
          <ac:chgData name="Amjad Abdulrahman Alluhaibi" userId="991dd13c-d66c-4e29-a764-81fc4b3aa379" providerId="ADAL" clId="{75DB031D-D834-4C29-BF15-25C88C7302BD}" dt="2026-09-13T11:39:05.518" v="36" actId="113"/>
          <ac:graphicFrameMkLst>
            <pc:docMk/>
            <pc:sldMk cId="2344831510" sldId="290"/>
            <ac:graphicFrameMk id="3" creationId="{DC8EC721-451E-4D5B-7A6E-7825D472F3DE}"/>
          </ac:graphicFrameMkLst>
        </pc:graphicFrameChg>
      </pc:sldChg>
      <pc:sldChg chg="modSp">
        <pc:chgData name="Amjad Abdulrahman Alluhaibi" userId="991dd13c-d66c-4e29-a764-81fc4b3aa379" providerId="ADAL" clId="{75DB031D-D834-4C29-BF15-25C88C7302BD}" dt="2026-09-13T11:39:34.107" v="37"/>
        <pc:sldMkLst>
          <pc:docMk/>
          <pc:sldMk cId="4041377758" sldId="291"/>
        </pc:sldMkLst>
        <pc:graphicFrameChg chg="mod">
          <ac:chgData name="Amjad Abdulrahman Alluhaibi" userId="991dd13c-d66c-4e29-a764-81fc4b3aa379" providerId="ADAL" clId="{75DB031D-D834-4C29-BF15-25C88C7302BD}" dt="2026-09-13T11:39:34.107" v="37"/>
          <ac:graphicFrameMkLst>
            <pc:docMk/>
            <pc:sldMk cId="4041377758" sldId="291"/>
            <ac:graphicFrameMk id="4" creationId="{72FA7B05-776D-49FC-E24C-8AB16F77CF8B}"/>
          </ac:graphicFrameMkLst>
        </pc:graphicFrameChg>
      </pc:sldChg>
      <pc:sldChg chg="modSp add mod ord modClrScheme chgLayout">
        <pc:chgData name="Amjad Abdulrahman Alluhaibi" userId="991dd13c-d66c-4e29-a764-81fc4b3aa379" providerId="ADAL" clId="{75DB031D-D834-4C29-BF15-25C88C7302BD}" dt="2026-09-13T11:49:50.347" v="100" actId="1076"/>
        <pc:sldMkLst>
          <pc:docMk/>
          <pc:sldMk cId="1467959429" sldId="292"/>
        </pc:sldMkLst>
        <pc:spChg chg="mod">
          <ac:chgData name="Amjad Abdulrahman Alluhaibi" userId="991dd13c-d66c-4e29-a764-81fc4b3aa379" providerId="ADAL" clId="{75DB031D-D834-4C29-BF15-25C88C7302BD}" dt="2026-09-13T11:49:41.189" v="99" actId="1076"/>
          <ac:spMkLst>
            <pc:docMk/>
            <pc:sldMk cId="1467959429" sldId="292"/>
            <ac:spMk id="3" creationId="{3001FF24-0088-54F5-409C-7440466F8671}"/>
          </ac:spMkLst>
        </pc:spChg>
        <pc:cxnChg chg="mod">
          <ac:chgData name="Amjad Abdulrahman Alluhaibi" userId="991dd13c-d66c-4e29-a764-81fc4b3aa379" providerId="ADAL" clId="{75DB031D-D834-4C29-BF15-25C88C7302BD}" dt="2026-09-13T11:49:50.347" v="100" actId="1076"/>
          <ac:cxnSpMkLst>
            <pc:docMk/>
            <pc:sldMk cId="1467959429" sldId="292"/>
            <ac:cxnSpMk id="5" creationId="{14FC2E42-3AF6-B2B8-D639-1E79DB01B430}"/>
          </ac:cxnSpMkLst>
        </pc:cxnChg>
      </pc:sldChg>
      <pc:sldMasterChg chg="modSldLayout">
        <pc:chgData name="Amjad Abdulrahman Alluhaibi" userId="991dd13c-d66c-4e29-a764-81fc4b3aa379" providerId="ADAL" clId="{75DB031D-D834-4C29-BF15-25C88C7302BD}" dt="2026-09-13T12:01:16.278" v="197" actId="14100"/>
        <pc:sldMasterMkLst>
          <pc:docMk/>
          <pc:sldMasterMk cId="2209977519" sldId="2147483648"/>
        </pc:sldMasterMkLst>
        <pc:sldLayoutChg chg="modSp mod">
          <pc:chgData name="Amjad Abdulrahman Alluhaibi" userId="991dd13c-d66c-4e29-a764-81fc4b3aa379" providerId="ADAL" clId="{75DB031D-D834-4C29-BF15-25C88C7302BD}" dt="2026-09-13T12:01:16.278" v="197" actId="14100"/>
          <pc:sldLayoutMkLst>
            <pc:docMk/>
            <pc:sldMasterMk cId="2209977519" sldId="2147483648"/>
            <pc:sldLayoutMk cId="3966831843" sldId="2147483669"/>
          </pc:sldLayoutMkLst>
          <pc:spChg chg="mod">
            <ac:chgData name="Amjad Abdulrahman Alluhaibi" userId="991dd13c-d66c-4e29-a764-81fc4b3aa379" providerId="ADAL" clId="{75DB031D-D834-4C29-BF15-25C88C7302BD}" dt="2026-09-13T12:01:13.801" v="196" actId="14100"/>
            <ac:spMkLst>
              <pc:docMk/>
              <pc:sldMasterMk cId="2209977519" sldId="2147483648"/>
              <pc:sldLayoutMk cId="3966831843" sldId="2147483669"/>
              <ac:spMk id="7" creationId="{3D7E9DDE-7987-9AC9-5252-A94D317A18B0}"/>
            </ac:spMkLst>
          </pc:spChg>
          <pc:cxnChg chg="mod">
            <ac:chgData name="Amjad Abdulrahman Alluhaibi" userId="991dd13c-d66c-4e29-a764-81fc4b3aa379" providerId="ADAL" clId="{75DB031D-D834-4C29-BF15-25C88C7302BD}" dt="2026-09-13T12:01:16.278" v="197" actId="14100"/>
            <ac:cxnSpMkLst>
              <pc:docMk/>
              <pc:sldMasterMk cId="2209977519" sldId="2147483648"/>
              <pc:sldLayoutMk cId="3966831843" sldId="2147483669"/>
              <ac:cxnSpMk id="3" creationId="{34C9488C-3CB6-A1BF-F105-0FFBB6F88156}"/>
            </ac:cxnSpMkLst>
          </pc:cxnChg>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Sheet1!$B$2:$B$9</c:f>
              <c:numCache>
                <c:formatCode>General</c:formatCode>
                <c:ptCount val="8"/>
                <c:pt idx="1">
                  <c:v>1</c:v>
                </c:pt>
                <c:pt idx="4">
                  <c:v>1</c:v>
                </c:pt>
              </c:numCache>
            </c:numRef>
          </c:val>
          <c:extLst>
            <c:ext xmlns:c16="http://schemas.microsoft.com/office/drawing/2014/chart" uri="{C3380CC4-5D6E-409C-BE32-E72D297353CC}">
              <c16:uniqueId val="{00000000-661E-4494-8B9D-05CCD6877DE6}"/>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Sheet1!$C$2:$C$9</c:f>
              <c:numCache>
                <c:formatCode>General</c:formatCode>
                <c:ptCount val="8"/>
                <c:pt idx="0">
                  <c:v>1</c:v>
                </c:pt>
                <c:pt idx="1">
                  <c:v>3</c:v>
                </c:pt>
                <c:pt idx="2">
                  <c:v>1</c:v>
                </c:pt>
                <c:pt idx="3">
                  <c:v>2</c:v>
                </c:pt>
                <c:pt idx="5">
                  <c:v>1</c:v>
                </c:pt>
                <c:pt idx="6">
                  <c:v>1</c:v>
                </c:pt>
                <c:pt idx="7">
                  <c:v>1</c:v>
                </c:pt>
              </c:numCache>
            </c:numRef>
          </c:val>
          <c:extLst>
            <c:ext xmlns:c16="http://schemas.microsoft.com/office/drawing/2014/chart" uri="{C3380CC4-5D6E-409C-BE32-E72D297353CC}">
              <c16:uniqueId val="{00000001-661E-4494-8B9D-05CCD6877DE6}"/>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Sheet1!$D$2:$D$9</c:f>
              <c:numCache>
                <c:formatCode>General</c:formatCode>
                <c:ptCount val="8"/>
              </c:numCache>
            </c:numRef>
          </c:val>
          <c:extLst>
            <c:ext xmlns:c16="http://schemas.microsoft.com/office/drawing/2014/chart" uri="{C3380CC4-5D6E-409C-BE32-E72D297353CC}">
              <c16:uniqueId val="{00000002-661E-4494-8B9D-05CCD6877DE6}"/>
            </c:ext>
          </c:extLst>
        </c:ser>
        <c:ser>
          <c:idx val="3"/>
          <c:order val="3"/>
          <c:tx>
            <c:strRef>
              <c:f>Sheet1!$E$1</c:f>
              <c:strCache>
                <c:ptCount val="1"/>
                <c:pt idx="0">
                  <c:v>معلق</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Sheet1!$E$2:$E$9</c:f>
              <c:numCache>
                <c:formatCode>General</c:formatCode>
                <c:ptCount val="8"/>
              </c:numCache>
            </c:numRef>
          </c:val>
          <c:extLst>
            <c:ext xmlns:c16="http://schemas.microsoft.com/office/drawing/2014/chart" uri="{C3380CC4-5D6E-409C-BE32-E72D297353CC}">
              <c16:uniqueId val="{00000003-661E-4494-8B9D-05CCD6877DE6}"/>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10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ar-SA"/>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ar-SA"/>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Sheet1!$B$2:$B$8</c:f>
              <c:numCache>
                <c:formatCode>General</c:formatCode>
                <c:ptCount val="7"/>
                <c:pt idx="6">
                  <c:v>4</c:v>
                </c:pt>
              </c:numCache>
            </c:numRef>
          </c:val>
          <c:extLst>
            <c:ext xmlns:c16="http://schemas.microsoft.com/office/drawing/2014/chart" uri="{C3380CC4-5D6E-409C-BE32-E72D297353CC}">
              <c16:uniqueId val="{00000000-6507-46EA-A523-7D67C2C61D65}"/>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Sheet1!$C$2:$C$8</c:f>
              <c:numCache>
                <c:formatCode>General</c:formatCode>
                <c:ptCount val="7"/>
                <c:pt idx="0">
                  <c:v>1</c:v>
                </c:pt>
                <c:pt idx="1">
                  <c:v>4</c:v>
                </c:pt>
                <c:pt idx="2">
                  <c:v>1</c:v>
                </c:pt>
                <c:pt idx="3">
                  <c:v>3</c:v>
                </c:pt>
                <c:pt idx="4">
                  <c:v>1</c:v>
                </c:pt>
                <c:pt idx="5">
                  <c:v>2</c:v>
                </c:pt>
                <c:pt idx="6">
                  <c:v>4</c:v>
                </c:pt>
              </c:numCache>
            </c:numRef>
          </c:val>
          <c:extLst>
            <c:ext xmlns:c16="http://schemas.microsoft.com/office/drawing/2014/chart" uri="{C3380CC4-5D6E-409C-BE32-E72D297353CC}">
              <c16:uniqueId val="{00000001-6507-46EA-A523-7D67C2C61D65}"/>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Sheet1!$D$2:$D$8</c:f>
              <c:numCache>
                <c:formatCode>General</c:formatCode>
                <c:ptCount val="7"/>
              </c:numCache>
            </c:numRef>
          </c:val>
          <c:extLst>
            <c:ext xmlns:c16="http://schemas.microsoft.com/office/drawing/2014/chart" uri="{C3380CC4-5D6E-409C-BE32-E72D297353CC}">
              <c16:uniqueId val="{00000002-6507-46EA-A523-7D67C2C61D65}"/>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Sheet1!$E$2:$E$8</c:f>
              <c:numCache>
                <c:formatCode>General</c:formatCode>
                <c:ptCount val="7"/>
              </c:numCache>
            </c:numRef>
          </c:val>
          <c:extLst>
            <c:ext xmlns:c16="http://schemas.microsoft.com/office/drawing/2014/chart" uri="{C3380CC4-5D6E-409C-BE32-E72D297353CC}">
              <c16:uniqueId val="{00000003-6507-46EA-A523-7D67C2C61D65}"/>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ar-SA"/>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ar-SA"/>
    </a:p>
  </c:txPr>
  <c:externalData r:id="rId4">
    <c:autoUpdate val="0"/>
  </c:externalData>
</c:chartSpace>
</file>

<file path=ppt/charts/colors1.xml><?xml version="1.0" encoding="utf-8"?>
<cs:colorStyle xmlns:cs="http://schemas.microsoft.com/office/drawing/2012/chartStyle" xmlns:a="http://schemas.openxmlformats.org/drawingml/2006/main" meth="withinLinear" id="16">
  <a:schemeClr val="accent3"/>
</cs:colorStyle>
</file>

<file path=ppt/charts/colors2.xml><?xml version="1.0" encoding="utf-8"?>
<cs:colorStyle xmlns:cs="http://schemas.microsoft.com/office/drawing/2012/chartStyle" xmlns:a="http://schemas.openxmlformats.org/drawingml/2006/main" meth="withinLinear" id="16">
  <a:schemeClr val="accent3"/>
</cs:colorStyle>
</file>

<file path=ppt/charts/style1.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ar-SA" dirty="0"/>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A519F979-473D-45AE-A1ED-750BAD1B2742}" type="datetimeFigureOut">
              <a:rPr lang="ar-SA" smtClean="0"/>
              <a:t>1448-04-17</a:t>
            </a:fld>
            <a:endParaRPr lang="ar-SA" dirty="0"/>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ar-SA" dirty="0"/>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SA"/>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ar-SA" dirty="0"/>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DA44D7C8-2158-4051-A1DE-CFE5E980D843}" type="slidenum">
              <a:rPr lang="ar-SA" smtClean="0"/>
              <a:t>‹#›</a:t>
            </a:fld>
            <a:endParaRPr lang="ar-SA" dirty="0"/>
          </a:p>
        </p:txBody>
      </p:sp>
    </p:spTree>
    <p:extLst>
      <p:ext uri="{BB962C8B-B14F-4D97-AF65-F5344CB8AC3E}">
        <p14:creationId xmlns:p14="http://schemas.microsoft.com/office/powerpoint/2010/main" val="40392166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1</a:t>
            </a:fld>
            <a:endParaRPr lang="ar-SA" dirty="0"/>
          </a:p>
        </p:txBody>
      </p:sp>
    </p:spTree>
    <p:extLst>
      <p:ext uri="{BB962C8B-B14F-4D97-AF65-F5344CB8AC3E}">
        <p14:creationId xmlns:p14="http://schemas.microsoft.com/office/powerpoint/2010/main" val="12704166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2</a:t>
            </a:fld>
            <a:endParaRPr lang="ar-SA" dirty="0"/>
          </a:p>
        </p:txBody>
      </p:sp>
    </p:spTree>
    <p:extLst>
      <p:ext uri="{BB962C8B-B14F-4D97-AF65-F5344CB8AC3E}">
        <p14:creationId xmlns:p14="http://schemas.microsoft.com/office/powerpoint/2010/main" val="6479452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3</a:t>
            </a:fld>
            <a:endParaRPr lang="ar-SA" dirty="0"/>
          </a:p>
        </p:txBody>
      </p:sp>
    </p:spTree>
    <p:extLst>
      <p:ext uri="{BB962C8B-B14F-4D97-AF65-F5344CB8AC3E}">
        <p14:creationId xmlns:p14="http://schemas.microsoft.com/office/powerpoint/2010/main" val="9286166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4</a:t>
            </a:fld>
            <a:endParaRPr lang="ar-SA" dirty="0"/>
          </a:p>
        </p:txBody>
      </p:sp>
    </p:spTree>
    <p:extLst>
      <p:ext uri="{BB962C8B-B14F-4D97-AF65-F5344CB8AC3E}">
        <p14:creationId xmlns:p14="http://schemas.microsoft.com/office/powerpoint/2010/main" val="2402857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5</a:t>
            </a:fld>
            <a:endParaRPr lang="ar-SA" dirty="0"/>
          </a:p>
        </p:txBody>
      </p:sp>
    </p:spTree>
    <p:extLst>
      <p:ext uri="{BB962C8B-B14F-4D97-AF65-F5344CB8AC3E}">
        <p14:creationId xmlns:p14="http://schemas.microsoft.com/office/powerpoint/2010/main" val="24496680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6</a:t>
            </a:fld>
            <a:endParaRPr lang="ar-SA" dirty="0"/>
          </a:p>
        </p:txBody>
      </p:sp>
    </p:spTree>
    <p:extLst>
      <p:ext uri="{BB962C8B-B14F-4D97-AF65-F5344CB8AC3E}">
        <p14:creationId xmlns:p14="http://schemas.microsoft.com/office/powerpoint/2010/main" val="30741715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7</a:t>
            </a:fld>
            <a:endParaRPr lang="ar-SA" dirty="0"/>
          </a:p>
        </p:txBody>
      </p:sp>
    </p:spTree>
    <p:extLst>
      <p:ext uri="{BB962C8B-B14F-4D97-AF65-F5344CB8AC3E}">
        <p14:creationId xmlns:p14="http://schemas.microsoft.com/office/powerpoint/2010/main" val="27613368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8</a:t>
            </a:fld>
            <a:endParaRPr lang="ar-SA" dirty="0"/>
          </a:p>
        </p:txBody>
      </p:sp>
    </p:spTree>
    <p:extLst>
      <p:ext uri="{BB962C8B-B14F-4D97-AF65-F5344CB8AC3E}">
        <p14:creationId xmlns:p14="http://schemas.microsoft.com/office/powerpoint/2010/main" val="441644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AE45E-BB57-D882-65A5-987C4E06F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C992D5-9A20-8C7B-D086-AD0F32FA828B}"/>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6F4128FD-99E8-87E0-5268-AC8CF5BCAC7D}"/>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B16BA3E7-7038-66B2-339D-49DED45F7FD6}"/>
              </a:ext>
            </a:extLst>
          </p:cNvPr>
          <p:cNvSpPr>
            <a:spLocks noGrp="1"/>
          </p:cNvSpPr>
          <p:nvPr>
            <p:ph type="sldNum" sz="quarter" idx="5"/>
          </p:nvPr>
        </p:nvSpPr>
        <p:spPr/>
        <p:txBody>
          <a:bodyPr/>
          <a:lstStyle/>
          <a:p>
            <a:fld id="{DA44D7C8-2158-4051-A1DE-CFE5E980D843}" type="slidenum">
              <a:rPr lang="ar-SA" smtClean="0"/>
              <a:t>9</a:t>
            </a:fld>
            <a:endParaRPr lang="ar-SA" dirty="0"/>
          </a:p>
        </p:txBody>
      </p:sp>
    </p:spTree>
    <p:extLst>
      <p:ext uri="{BB962C8B-B14F-4D97-AF65-F5344CB8AC3E}">
        <p14:creationId xmlns:p14="http://schemas.microsoft.com/office/powerpoint/2010/main" val="28766243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10</a:t>
            </a:fld>
            <a:endParaRPr lang="ar-SA" dirty="0"/>
          </a:p>
        </p:txBody>
      </p:sp>
    </p:spTree>
    <p:extLst>
      <p:ext uri="{BB962C8B-B14F-4D97-AF65-F5344CB8AC3E}">
        <p14:creationId xmlns:p14="http://schemas.microsoft.com/office/powerpoint/2010/main" val="12148749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AB8AC-45F4-C69A-C022-AC6D4DAE26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0BD590-7BA1-B8F6-A70F-BC92A02DAF16}"/>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88951667-E1B2-34D6-6922-FDD6C259CE48}"/>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99D6E068-1583-E00B-3092-AB590A7674F1}"/>
              </a:ext>
            </a:extLst>
          </p:cNvPr>
          <p:cNvSpPr>
            <a:spLocks noGrp="1"/>
          </p:cNvSpPr>
          <p:nvPr>
            <p:ph type="sldNum" sz="quarter" idx="5"/>
          </p:nvPr>
        </p:nvSpPr>
        <p:spPr/>
        <p:txBody>
          <a:bodyPr/>
          <a:lstStyle/>
          <a:p>
            <a:fld id="{DA44D7C8-2158-4051-A1DE-CFE5E980D843}" type="slidenum">
              <a:rPr lang="ar-SA" smtClean="0"/>
              <a:t>11</a:t>
            </a:fld>
            <a:endParaRPr lang="ar-SA"/>
          </a:p>
        </p:txBody>
      </p:sp>
    </p:spTree>
    <p:extLst>
      <p:ext uri="{BB962C8B-B14F-4D97-AF65-F5344CB8AC3E}">
        <p14:creationId xmlns:p14="http://schemas.microsoft.com/office/powerpoint/2010/main" val="34061095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8784D-7ECF-DDE0-2582-E07D4BE52B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A07A98-8957-6544-93F8-E1B87C659AC7}"/>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85AED952-6771-5C2D-647E-758953DAEB6E}"/>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DD8ED021-803C-7031-B457-4F6DB624EED1}"/>
              </a:ext>
            </a:extLst>
          </p:cNvPr>
          <p:cNvSpPr>
            <a:spLocks noGrp="1"/>
          </p:cNvSpPr>
          <p:nvPr>
            <p:ph type="sldNum" sz="quarter" idx="5"/>
          </p:nvPr>
        </p:nvSpPr>
        <p:spPr/>
        <p:txBody>
          <a:bodyPr/>
          <a:lstStyle/>
          <a:p>
            <a:fld id="{DA44D7C8-2158-4051-A1DE-CFE5E980D843}" type="slidenum">
              <a:rPr lang="ar-SA" smtClean="0"/>
              <a:t>12</a:t>
            </a:fld>
            <a:endParaRPr lang="ar-SA"/>
          </a:p>
        </p:txBody>
      </p:sp>
    </p:spTree>
    <p:extLst>
      <p:ext uri="{BB962C8B-B14F-4D97-AF65-F5344CB8AC3E}">
        <p14:creationId xmlns:p14="http://schemas.microsoft.com/office/powerpoint/2010/main" val="2976198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AE32-D165-539D-6486-03C37BAAB9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7A3D8E-3724-F01D-D167-A18A9D58C7D0}"/>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E2A457A5-7A5A-A7FA-E5BE-37F532E56C6D}"/>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07515100-E8C9-2D5A-A5C8-611B52652AC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DA44D7C8-2158-4051-A1DE-CFE5E980D843}"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13</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12897016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a:p>
        </p:txBody>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DA44D7C8-2158-4051-A1DE-CFE5E980D843}" type="slidenum">
              <a:rPr lang="ar-SA" smtClean="0"/>
              <a:t>14</a:t>
            </a:fld>
            <a:endParaRPr lang="ar-SA"/>
          </a:p>
        </p:txBody>
      </p:sp>
    </p:spTree>
    <p:extLst>
      <p:ext uri="{BB962C8B-B14F-4D97-AF65-F5344CB8AC3E}">
        <p14:creationId xmlns:p14="http://schemas.microsoft.com/office/powerpoint/2010/main" val="31960683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E0AB7-76B1-5D76-8A42-8206F2E292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66CF3-8D57-BB3B-E4EF-EFC20C511B20}"/>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5F05AD69-5297-DB6E-7AD3-E0F32139A2A9}"/>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CA16D0E7-BFBB-DCD7-FDB3-1B46A4CD5ED7}"/>
              </a:ext>
            </a:extLst>
          </p:cNvPr>
          <p:cNvSpPr>
            <a:spLocks noGrp="1"/>
          </p:cNvSpPr>
          <p:nvPr>
            <p:ph type="sldNum" sz="quarter" idx="5"/>
          </p:nvPr>
        </p:nvSpPr>
        <p:spPr/>
        <p:txBody>
          <a:bodyPr/>
          <a:lstStyle/>
          <a:p>
            <a:fld id="{DA44D7C8-2158-4051-A1DE-CFE5E980D843}" type="slidenum">
              <a:rPr lang="ar-SA" smtClean="0"/>
              <a:t>15</a:t>
            </a:fld>
            <a:endParaRPr lang="ar-SA"/>
          </a:p>
        </p:txBody>
      </p:sp>
    </p:spTree>
    <p:extLst>
      <p:ext uri="{BB962C8B-B14F-4D97-AF65-F5344CB8AC3E}">
        <p14:creationId xmlns:p14="http://schemas.microsoft.com/office/powerpoint/2010/main" val="16066560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5E3CC-120B-BA5F-F075-E5476A49E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82955-4366-1768-9C4A-E3BF8CF6B762}"/>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88B49BAD-F72D-1884-6C27-0B62A44C2DC1}"/>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9A14D231-E286-2E4B-E182-F891D2807662}"/>
              </a:ext>
            </a:extLst>
          </p:cNvPr>
          <p:cNvSpPr>
            <a:spLocks noGrp="1"/>
          </p:cNvSpPr>
          <p:nvPr>
            <p:ph type="sldNum" sz="quarter" idx="5"/>
          </p:nvPr>
        </p:nvSpPr>
        <p:spPr/>
        <p:txBody>
          <a:bodyPr/>
          <a:lstStyle/>
          <a:p>
            <a:fld id="{DA44D7C8-2158-4051-A1DE-CFE5E980D843}" type="slidenum">
              <a:rPr lang="ar-SA" smtClean="0"/>
              <a:t>16</a:t>
            </a:fld>
            <a:endParaRPr lang="ar-SA" dirty="0"/>
          </a:p>
        </p:txBody>
      </p:sp>
    </p:spTree>
    <p:extLst>
      <p:ext uri="{BB962C8B-B14F-4D97-AF65-F5344CB8AC3E}">
        <p14:creationId xmlns:p14="http://schemas.microsoft.com/office/powerpoint/2010/main" val="38317605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48E6C-6D37-2E72-B6A0-34DCA4D8F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924CD7-D764-43B1-0CC4-F5B9D9D1F283}"/>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85F93ED4-CC88-48DB-6CE1-1062583F6639}"/>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90BAC85F-D83D-7D3E-FFD8-125F6A8D056A}"/>
              </a:ext>
            </a:extLst>
          </p:cNvPr>
          <p:cNvSpPr>
            <a:spLocks noGrp="1"/>
          </p:cNvSpPr>
          <p:nvPr>
            <p:ph type="sldNum" sz="quarter" idx="5"/>
          </p:nvPr>
        </p:nvSpPr>
        <p:spPr/>
        <p:txBody>
          <a:bodyPr/>
          <a:lstStyle/>
          <a:p>
            <a:fld id="{DA44D7C8-2158-4051-A1DE-CFE5E980D843}" type="slidenum">
              <a:rPr lang="ar-SA" smtClean="0"/>
              <a:t>17</a:t>
            </a:fld>
            <a:endParaRPr lang="ar-SA" dirty="0"/>
          </a:p>
        </p:txBody>
      </p:sp>
    </p:spTree>
    <p:extLst>
      <p:ext uri="{BB962C8B-B14F-4D97-AF65-F5344CB8AC3E}">
        <p14:creationId xmlns:p14="http://schemas.microsoft.com/office/powerpoint/2010/main" val="15723359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1DF48-E24C-FB02-B9A9-65CA838C52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58D944-B859-A599-B6FB-00BE743E1D4C}"/>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18539142-223A-D9D2-778B-F2061CF8D45C}"/>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7D1F1FCA-08B9-6257-7057-C14449417D94}"/>
              </a:ext>
            </a:extLst>
          </p:cNvPr>
          <p:cNvSpPr>
            <a:spLocks noGrp="1"/>
          </p:cNvSpPr>
          <p:nvPr>
            <p:ph type="sldNum" sz="quarter" idx="5"/>
          </p:nvPr>
        </p:nvSpPr>
        <p:spPr/>
        <p:txBody>
          <a:bodyPr/>
          <a:lstStyle/>
          <a:p>
            <a:fld id="{DA44D7C8-2158-4051-A1DE-CFE5E980D843}" type="slidenum">
              <a:rPr lang="ar-SA" smtClean="0"/>
              <a:t>18</a:t>
            </a:fld>
            <a:endParaRPr lang="ar-SA" dirty="0"/>
          </a:p>
        </p:txBody>
      </p:sp>
    </p:spTree>
    <p:extLst>
      <p:ext uri="{BB962C8B-B14F-4D97-AF65-F5344CB8AC3E}">
        <p14:creationId xmlns:p14="http://schemas.microsoft.com/office/powerpoint/2010/main" val="184567203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slideMaster" Target="../slideMasters/slideMaster1.xml"/><Relationship Id="rId1" Type="http://schemas.openxmlformats.org/officeDocument/2006/relationships/tags" Target="../tags/tag1.xml"/><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EF37E50A-3E7B-B36B-06F4-84707EFFF4A2}"/>
              </a:ext>
            </a:extLst>
          </p:cNvPr>
          <p:cNvPicPr>
            <a:picLocks noChangeAspect="1"/>
          </p:cNvPicPr>
          <p:nvPr userDrawn="1"/>
        </p:nvPicPr>
        <p:blipFill>
          <a:blip r:embed="rId2">
            <a:extLst>
              <a:ext uri="{BEBA8EAE-BF5A-486C-A8C5-ECC9F3942E4B}">
                <a14:imgProps xmlns:a14="http://schemas.microsoft.com/office/drawing/2010/main">
                  <a14:imgLayer r:embed="rId3">
                    <a14:imgEffect>
                      <a14:colorTemperature colorTemp="11200"/>
                    </a14:imgEffect>
                  </a14:imgLayer>
                </a14:imgProps>
              </a:ext>
            </a:extLst>
          </a:blip>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4"/>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212999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9_Blank">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BFF666-CE65-5D94-B73A-6C42C6CD173D}"/>
              </a:ext>
            </a:extLst>
          </p:cNvPr>
          <p:cNvPicPr>
            <a:picLocks noChangeAspect="1"/>
          </p:cNvPicPr>
          <p:nvPr userDrawn="1"/>
        </p:nvPicPr>
        <p:blipFill>
          <a:blip r:embed="rId2"/>
          <a:stretch>
            <a:fillRect/>
          </a:stretch>
        </p:blipFill>
        <p:spPr>
          <a:xfrm>
            <a:off x="1" y="-1"/>
            <a:ext cx="13439774"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3"/>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9027576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8_Blank">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08E75BA0-1E48-FDB9-5F0D-FEA44933DDE7}"/>
              </a:ext>
            </a:extLst>
          </p:cNvPr>
          <p:cNvPicPr>
            <a:picLocks noChangeAspect="1"/>
          </p:cNvPicPr>
          <p:nvPr userDrawn="1"/>
        </p:nvPicPr>
        <p:blipFill>
          <a:blip r:embed="rId2"/>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3"/>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32222862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10_Blank">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08E75BA0-1E48-FDB9-5F0D-FEA44933DDE7}"/>
              </a:ext>
            </a:extLst>
          </p:cNvPr>
          <p:cNvPicPr>
            <a:picLocks noChangeAspect="1"/>
          </p:cNvPicPr>
          <p:nvPr userDrawn="1"/>
        </p:nvPicPr>
        <p:blipFill>
          <a:blip r:embed="rId3"/>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8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4"/>
          <a:stretch>
            <a:fillRect/>
          </a:stretch>
        </p:blipFill>
        <p:spPr>
          <a:xfrm>
            <a:off x="173170" y="6911195"/>
            <a:ext cx="1303475" cy="385395"/>
          </a:xfrm>
          <a:prstGeom prst="rect">
            <a:avLst/>
          </a:prstGeom>
        </p:spPr>
      </p:pic>
      <p:cxnSp>
        <p:nvCxnSpPr>
          <p:cNvPr id="3" name="Straight Connector 2">
            <a:extLst>
              <a:ext uri="{FF2B5EF4-FFF2-40B4-BE49-F238E27FC236}">
                <a16:creationId xmlns:a16="http://schemas.microsoft.com/office/drawing/2014/main" id="{34C9488C-3CB6-A1BF-F105-0FFBB6F88156}"/>
              </a:ext>
            </a:extLst>
          </p:cNvPr>
          <p:cNvCxnSpPr>
            <a:cxnSpLocks/>
            <a:endCxn id="7" idx="1"/>
          </p:cNvCxnSpPr>
          <p:nvPr userDrawn="1"/>
        </p:nvCxnSpPr>
        <p:spPr>
          <a:xfrm flipV="1">
            <a:off x="1228535" y="7085106"/>
            <a:ext cx="7791640" cy="18761"/>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7" name="TextBox 6">
            <a:extLst>
              <a:ext uri="{FF2B5EF4-FFF2-40B4-BE49-F238E27FC236}">
                <a16:creationId xmlns:a16="http://schemas.microsoft.com/office/drawing/2014/main" id="{3D7E9DDE-7987-9AC9-5252-A94D317A18B0}"/>
              </a:ext>
            </a:extLst>
          </p:cNvPr>
          <p:cNvSpPr txBox="1"/>
          <p:nvPr userDrawn="1"/>
        </p:nvSpPr>
        <p:spPr>
          <a:xfrm>
            <a:off x="9020175" y="6946606"/>
            <a:ext cx="3854544" cy="276999"/>
          </a:xfrm>
          <a:prstGeom prst="rect">
            <a:avLst/>
          </a:prstGeom>
          <a:noFill/>
        </p:spPr>
        <p:txBody>
          <a:bodyPr wrap="square" rtlCol="0">
            <a:spAutoFit/>
          </a:bodyPr>
          <a:lstStyle/>
          <a:p>
            <a:pPr algn="r"/>
            <a:r>
              <a:rPr lang="ar-SA" sz="1200" b="0" dirty="0">
                <a:solidFill>
                  <a:schemeClr val="bg1"/>
                </a:solidFill>
                <a:latin typeface="Abar Mid" pitchFamily="50" charset="-78"/>
                <a:ea typeface="Abar Mid" pitchFamily="50" charset="-78"/>
                <a:cs typeface="Abar Mid" pitchFamily="50" charset="-78"/>
              </a:rPr>
              <a:t>سيتم ضبط الوقت لكل فقرة في الاجتماع بواسطة أمانة الاجتماع</a:t>
            </a:r>
          </a:p>
        </p:txBody>
      </p:sp>
      <p:grpSp>
        <p:nvGrpSpPr>
          <p:cNvPr id="9" name="Stopwatch7" descr="{&quot;Key&quot;:&quot;POWER_USER_SHAPE_ICON&quot;,&quot;Value&quot;:&quot;POWER_USER_SHAPE_ICON_STYLE_1&quot;}">
            <a:extLst>
              <a:ext uri="{FF2B5EF4-FFF2-40B4-BE49-F238E27FC236}">
                <a16:creationId xmlns:a16="http://schemas.microsoft.com/office/drawing/2014/main" id="{191E1788-B9FE-DA63-3806-A9B107003475}"/>
              </a:ext>
            </a:extLst>
          </p:cNvPr>
          <p:cNvGrpSpPr>
            <a:grpSpLocks noChangeAspect="1"/>
          </p:cNvGrpSpPr>
          <p:nvPr userDrawn="1">
            <p:custDataLst>
              <p:tags r:id="rId1"/>
            </p:custDataLst>
          </p:nvPr>
        </p:nvGrpSpPr>
        <p:grpSpPr>
          <a:xfrm>
            <a:off x="12870803" y="6995320"/>
            <a:ext cx="160301" cy="185408"/>
            <a:chOff x="1365250" y="2062163"/>
            <a:chExt cx="263525" cy="304800"/>
          </a:xfrm>
          <a:solidFill>
            <a:schemeClr val="bg1"/>
          </a:solidFill>
        </p:grpSpPr>
        <p:sp>
          <p:nvSpPr>
            <p:cNvPr id="10" name="Freeform 928">
              <a:extLst>
                <a:ext uri="{FF2B5EF4-FFF2-40B4-BE49-F238E27FC236}">
                  <a16:creationId xmlns:a16="http://schemas.microsoft.com/office/drawing/2014/main" id="{57133BE7-7221-A9A6-782C-10D35D49FA63}"/>
                </a:ext>
              </a:extLst>
            </p:cNvPr>
            <p:cNvSpPr>
              <a:spLocks/>
            </p:cNvSpPr>
            <p:nvPr/>
          </p:nvSpPr>
          <p:spPr bwMode="auto">
            <a:xfrm>
              <a:off x="1573213" y="2116138"/>
              <a:ext cx="39688" cy="39688"/>
            </a:xfrm>
            <a:custGeom>
              <a:avLst/>
              <a:gdLst>
                <a:gd name="T0" fmla="*/ 14 w 25"/>
                <a:gd name="T1" fmla="*/ 25 h 25"/>
                <a:gd name="T2" fmla="*/ 9 w 25"/>
                <a:gd name="T3" fmla="*/ 20 h 25"/>
                <a:gd name="T4" fmla="*/ 16 w 25"/>
                <a:gd name="T5" fmla="*/ 14 h 25"/>
                <a:gd name="T6" fmla="*/ 12 w 25"/>
                <a:gd name="T7" fmla="*/ 9 h 25"/>
                <a:gd name="T8" fmla="*/ 5 w 25"/>
                <a:gd name="T9" fmla="*/ 16 h 25"/>
                <a:gd name="T10" fmla="*/ 0 w 25"/>
                <a:gd name="T11" fmla="*/ 12 h 25"/>
                <a:gd name="T12" fmla="*/ 12 w 25"/>
                <a:gd name="T13" fmla="*/ 0 h 25"/>
                <a:gd name="T14" fmla="*/ 25 w 25"/>
                <a:gd name="T15" fmla="*/ 14 h 25"/>
                <a:gd name="T16" fmla="*/ 14 w 25"/>
                <a:gd name="T17" fmla="*/ 25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25">
                  <a:moveTo>
                    <a:pt x="14" y="25"/>
                  </a:moveTo>
                  <a:lnTo>
                    <a:pt x="9" y="20"/>
                  </a:lnTo>
                  <a:lnTo>
                    <a:pt x="16" y="14"/>
                  </a:lnTo>
                  <a:lnTo>
                    <a:pt x="12" y="9"/>
                  </a:lnTo>
                  <a:lnTo>
                    <a:pt x="5" y="16"/>
                  </a:lnTo>
                  <a:lnTo>
                    <a:pt x="0" y="12"/>
                  </a:lnTo>
                  <a:lnTo>
                    <a:pt x="12" y="0"/>
                  </a:lnTo>
                  <a:lnTo>
                    <a:pt x="25" y="14"/>
                  </a:lnTo>
                  <a:lnTo>
                    <a:pt x="14" y="25"/>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1" name="Freeform 929">
              <a:extLst>
                <a:ext uri="{FF2B5EF4-FFF2-40B4-BE49-F238E27FC236}">
                  <a16:creationId xmlns:a16="http://schemas.microsoft.com/office/drawing/2014/main" id="{204B4B44-29D1-01F2-1043-BAF83A654779}"/>
                </a:ext>
              </a:extLst>
            </p:cNvPr>
            <p:cNvSpPr>
              <a:spLocks noEditPoints="1"/>
            </p:cNvSpPr>
            <p:nvPr/>
          </p:nvSpPr>
          <p:spPr bwMode="auto">
            <a:xfrm>
              <a:off x="1479550" y="2217738"/>
              <a:ext cx="34925" cy="33338"/>
            </a:xfrm>
            <a:custGeom>
              <a:avLst/>
              <a:gdLst>
                <a:gd name="T0" fmla="*/ 28 w 56"/>
                <a:gd name="T1" fmla="*/ 17 h 55"/>
                <a:gd name="T2" fmla="*/ 17 w 56"/>
                <a:gd name="T3" fmla="*/ 28 h 55"/>
                <a:gd name="T4" fmla="*/ 28 w 56"/>
                <a:gd name="T5" fmla="*/ 39 h 55"/>
                <a:gd name="T6" fmla="*/ 39 w 56"/>
                <a:gd name="T7" fmla="*/ 28 h 55"/>
                <a:gd name="T8" fmla="*/ 28 w 56"/>
                <a:gd name="T9" fmla="*/ 17 h 55"/>
                <a:gd name="T10" fmla="*/ 28 w 56"/>
                <a:gd name="T11" fmla="*/ 55 h 55"/>
                <a:gd name="T12" fmla="*/ 0 w 56"/>
                <a:gd name="T13" fmla="*/ 28 h 55"/>
                <a:gd name="T14" fmla="*/ 28 w 56"/>
                <a:gd name="T15" fmla="*/ 0 h 55"/>
                <a:gd name="T16" fmla="*/ 56 w 56"/>
                <a:gd name="T17" fmla="*/ 28 h 55"/>
                <a:gd name="T18" fmla="*/ 28 w 56"/>
                <a:gd name="T19" fmla="*/ 55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6" h="55">
                  <a:moveTo>
                    <a:pt x="28" y="17"/>
                  </a:moveTo>
                  <a:cubicBezTo>
                    <a:pt x="22" y="17"/>
                    <a:pt x="17" y="22"/>
                    <a:pt x="17" y="28"/>
                  </a:cubicBezTo>
                  <a:cubicBezTo>
                    <a:pt x="17" y="34"/>
                    <a:pt x="22" y="39"/>
                    <a:pt x="28" y="39"/>
                  </a:cubicBezTo>
                  <a:cubicBezTo>
                    <a:pt x="34" y="39"/>
                    <a:pt x="39" y="34"/>
                    <a:pt x="39" y="28"/>
                  </a:cubicBezTo>
                  <a:cubicBezTo>
                    <a:pt x="39" y="22"/>
                    <a:pt x="34" y="17"/>
                    <a:pt x="28" y="17"/>
                  </a:cubicBezTo>
                  <a:close/>
                  <a:moveTo>
                    <a:pt x="28" y="55"/>
                  </a:moveTo>
                  <a:cubicBezTo>
                    <a:pt x="13" y="55"/>
                    <a:pt x="0" y="43"/>
                    <a:pt x="0" y="28"/>
                  </a:cubicBezTo>
                  <a:cubicBezTo>
                    <a:pt x="0" y="13"/>
                    <a:pt x="13" y="0"/>
                    <a:pt x="28" y="0"/>
                  </a:cubicBezTo>
                  <a:cubicBezTo>
                    <a:pt x="43" y="0"/>
                    <a:pt x="56" y="13"/>
                    <a:pt x="56" y="28"/>
                  </a:cubicBezTo>
                  <a:cubicBezTo>
                    <a:pt x="56" y="43"/>
                    <a:pt x="43" y="55"/>
                    <a:pt x="28"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2" name="Freeform 930">
              <a:extLst>
                <a:ext uri="{FF2B5EF4-FFF2-40B4-BE49-F238E27FC236}">
                  <a16:creationId xmlns:a16="http://schemas.microsoft.com/office/drawing/2014/main" id="{879A7866-3516-E465-FD80-BBBC4D1ACFD5}"/>
                </a:ext>
              </a:extLst>
            </p:cNvPr>
            <p:cNvSpPr>
              <a:spLocks/>
            </p:cNvSpPr>
            <p:nvPr/>
          </p:nvSpPr>
          <p:spPr bwMode="auto">
            <a:xfrm>
              <a:off x="1481138" y="2082801"/>
              <a:ext cx="30163" cy="25400"/>
            </a:xfrm>
            <a:custGeom>
              <a:avLst/>
              <a:gdLst>
                <a:gd name="T0" fmla="*/ 19 w 19"/>
                <a:gd name="T1" fmla="*/ 16 h 16"/>
                <a:gd name="T2" fmla="*/ 13 w 19"/>
                <a:gd name="T3" fmla="*/ 16 h 16"/>
                <a:gd name="T4" fmla="*/ 13 w 19"/>
                <a:gd name="T5" fmla="*/ 6 h 16"/>
                <a:gd name="T6" fmla="*/ 7 w 19"/>
                <a:gd name="T7" fmla="*/ 6 h 16"/>
                <a:gd name="T8" fmla="*/ 7 w 19"/>
                <a:gd name="T9" fmla="*/ 16 h 16"/>
                <a:gd name="T10" fmla="*/ 0 w 19"/>
                <a:gd name="T11" fmla="*/ 16 h 16"/>
                <a:gd name="T12" fmla="*/ 0 w 19"/>
                <a:gd name="T13" fmla="*/ 0 h 16"/>
                <a:gd name="T14" fmla="*/ 19 w 19"/>
                <a:gd name="T15" fmla="*/ 0 h 16"/>
                <a:gd name="T16" fmla="*/ 19 w 19"/>
                <a:gd name="T17" fmla="*/ 16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 h="16">
                  <a:moveTo>
                    <a:pt x="19" y="16"/>
                  </a:moveTo>
                  <a:lnTo>
                    <a:pt x="13" y="16"/>
                  </a:lnTo>
                  <a:lnTo>
                    <a:pt x="13" y="6"/>
                  </a:lnTo>
                  <a:lnTo>
                    <a:pt x="7" y="6"/>
                  </a:lnTo>
                  <a:lnTo>
                    <a:pt x="7" y="16"/>
                  </a:lnTo>
                  <a:lnTo>
                    <a:pt x="0" y="16"/>
                  </a:lnTo>
                  <a:lnTo>
                    <a:pt x="0" y="0"/>
                  </a:lnTo>
                  <a:lnTo>
                    <a:pt x="19" y="0"/>
                  </a:lnTo>
                  <a:lnTo>
                    <a:pt x="19" y="16"/>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3" name="Freeform 931">
              <a:extLst>
                <a:ext uri="{FF2B5EF4-FFF2-40B4-BE49-F238E27FC236}">
                  <a16:creationId xmlns:a16="http://schemas.microsoft.com/office/drawing/2014/main" id="{F4A8DD8F-0002-C4DD-F930-E5442EE13E12}"/>
                </a:ext>
              </a:extLst>
            </p:cNvPr>
            <p:cNvSpPr>
              <a:spLocks noEditPoints="1"/>
            </p:cNvSpPr>
            <p:nvPr/>
          </p:nvSpPr>
          <p:spPr bwMode="auto">
            <a:xfrm>
              <a:off x="1470025" y="2062163"/>
              <a:ext cx="53975" cy="30163"/>
            </a:xfrm>
            <a:custGeom>
              <a:avLst/>
              <a:gdLst>
                <a:gd name="T0" fmla="*/ 17 w 90"/>
                <a:gd name="T1" fmla="*/ 34 h 50"/>
                <a:gd name="T2" fmla="*/ 73 w 90"/>
                <a:gd name="T3" fmla="*/ 34 h 50"/>
                <a:gd name="T4" fmla="*/ 73 w 90"/>
                <a:gd name="T5" fmla="*/ 17 h 50"/>
                <a:gd name="T6" fmla="*/ 17 w 90"/>
                <a:gd name="T7" fmla="*/ 17 h 50"/>
                <a:gd name="T8" fmla="*/ 17 w 90"/>
                <a:gd name="T9" fmla="*/ 34 h 50"/>
                <a:gd name="T10" fmla="*/ 90 w 90"/>
                <a:gd name="T11" fmla="*/ 50 h 50"/>
                <a:gd name="T12" fmla="*/ 0 w 90"/>
                <a:gd name="T13" fmla="*/ 50 h 50"/>
                <a:gd name="T14" fmla="*/ 0 w 90"/>
                <a:gd name="T15" fmla="*/ 0 h 50"/>
                <a:gd name="T16" fmla="*/ 90 w 90"/>
                <a:gd name="T17" fmla="*/ 0 h 50"/>
                <a:gd name="T18" fmla="*/ 90 w 90"/>
                <a:gd name="T19" fmla="*/ 50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0" h="50">
                  <a:moveTo>
                    <a:pt x="17" y="34"/>
                  </a:moveTo>
                  <a:lnTo>
                    <a:pt x="73" y="34"/>
                  </a:lnTo>
                  <a:lnTo>
                    <a:pt x="73" y="17"/>
                  </a:lnTo>
                  <a:lnTo>
                    <a:pt x="17" y="17"/>
                  </a:lnTo>
                  <a:lnTo>
                    <a:pt x="17" y="34"/>
                  </a:lnTo>
                  <a:close/>
                  <a:moveTo>
                    <a:pt x="90" y="50"/>
                  </a:moveTo>
                  <a:lnTo>
                    <a:pt x="0" y="50"/>
                  </a:lnTo>
                  <a:lnTo>
                    <a:pt x="0" y="0"/>
                  </a:lnTo>
                  <a:lnTo>
                    <a:pt x="90" y="0"/>
                  </a:lnTo>
                  <a:lnTo>
                    <a:pt x="90" y="5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4" name="Freeform 932">
              <a:extLst>
                <a:ext uri="{FF2B5EF4-FFF2-40B4-BE49-F238E27FC236}">
                  <a16:creationId xmlns:a16="http://schemas.microsoft.com/office/drawing/2014/main" id="{552DFB57-5A6D-5166-EB42-363D3F42C4DA}"/>
                </a:ext>
              </a:extLst>
            </p:cNvPr>
            <p:cNvSpPr>
              <a:spLocks noEditPoints="1"/>
            </p:cNvSpPr>
            <p:nvPr/>
          </p:nvSpPr>
          <p:spPr bwMode="auto">
            <a:xfrm>
              <a:off x="1365250" y="2103438"/>
              <a:ext cx="263525" cy="263525"/>
            </a:xfrm>
            <a:custGeom>
              <a:avLst/>
              <a:gdLst>
                <a:gd name="T0" fmla="*/ 216 w 433"/>
                <a:gd name="T1" fmla="*/ 17 h 433"/>
                <a:gd name="T2" fmla="*/ 16 w 433"/>
                <a:gd name="T3" fmla="*/ 217 h 433"/>
                <a:gd name="T4" fmla="*/ 216 w 433"/>
                <a:gd name="T5" fmla="*/ 417 h 433"/>
                <a:gd name="T6" fmla="*/ 416 w 433"/>
                <a:gd name="T7" fmla="*/ 217 h 433"/>
                <a:gd name="T8" fmla="*/ 216 w 433"/>
                <a:gd name="T9" fmla="*/ 17 h 433"/>
                <a:gd name="T10" fmla="*/ 216 w 433"/>
                <a:gd name="T11" fmla="*/ 433 h 433"/>
                <a:gd name="T12" fmla="*/ 0 w 433"/>
                <a:gd name="T13" fmla="*/ 217 h 433"/>
                <a:gd name="T14" fmla="*/ 216 w 433"/>
                <a:gd name="T15" fmla="*/ 0 h 433"/>
                <a:gd name="T16" fmla="*/ 433 w 433"/>
                <a:gd name="T17" fmla="*/ 217 h 433"/>
                <a:gd name="T18" fmla="*/ 216 w 433"/>
                <a:gd name="T19"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3" h="433">
                  <a:moveTo>
                    <a:pt x="216" y="17"/>
                  </a:moveTo>
                  <a:cubicBezTo>
                    <a:pt x="106" y="17"/>
                    <a:pt x="16" y="107"/>
                    <a:pt x="16" y="217"/>
                  </a:cubicBezTo>
                  <a:cubicBezTo>
                    <a:pt x="16" y="327"/>
                    <a:pt x="106" y="417"/>
                    <a:pt x="216" y="417"/>
                  </a:cubicBezTo>
                  <a:cubicBezTo>
                    <a:pt x="326" y="417"/>
                    <a:pt x="416" y="327"/>
                    <a:pt x="416" y="217"/>
                  </a:cubicBezTo>
                  <a:cubicBezTo>
                    <a:pt x="416" y="107"/>
                    <a:pt x="326" y="17"/>
                    <a:pt x="216" y="17"/>
                  </a:cubicBezTo>
                  <a:close/>
                  <a:moveTo>
                    <a:pt x="216" y="433"/>
                  </a:moveTo>
                  <a:cubicBezTo>
                    <a:pt x="97" y="433"/>
                    <a:pt x="0" y="336"/>
                    <a:pt x="0" y="217"/>
                  </a:cubicBezTo>
                  <a:cubicBezTo>
                    <a:pt x="0" y="97"/>
                    <a:pt x="97" y="0"/>
                    <a:pt x="216" y="0"/>
                  </a:cubicBezTo>
                  <a:cubicBezTo>
                    <a:pt x="335" y="0"/>
                    <a:pt x="433" y="97"/>
                    <a:pt x="433" y="217"/>
                  </a:cubicBezTo>
                  <a:cubicBezTo>
                    <a:pt x="433" y="336"/>
                    <a:pt x="335" y="433"/>
                    <a:pt x="216" y="433"/>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5" name="Freeform 933">
              <a:extLst>
                <a:ext uri="{FF2B5EF4-FFF2-40B4-BE49-F238E27FC236}">
                  <a16:creationId xmlns:a16="http://schemas.microsoft.com/office/drawing/2014/main" id="{3C587E95-9E5F-ECD5-302D-7E1DC4615D8A}"/>
                </a:ext>
              </a:extLst>
            </p:cNvPr>
            <p:cNvSpPr>
              <a:spLocks/>
            </p:cNvSpPr>
            <p:nvPr/>
          </p:nvSpPr>
          <p:spPr bwMode="auto">
            <a:xfrm>
              <a:off x="1492250" y="2128838"/>
              <a:ext cx="111125" cy="111125"/>
            </a:xfrm>
            <a:custGeom>
              <a:avLst/>
              <a:gdLst>
                <a:gd name="T0" fmla="*/ 182 w 182"/>
                <a:gd name="T1" fmla="*/ 182 h 182"/>
                <a:gd name="T2" fmla="*/ 28 w 182"/>
                <a:gd name="T3" fmla="*/ 182 h 182"/>
                <a:gd name="T4" fmla="*/ 28 w 182"/>
                <a:gd name="T5" fmla="*/ 165 h 182"/>
                <a:gd name="T6" fmla="*/ 165 w 182"/>
                <a:gd name="T7" fmla="*/ 165 h 182"/>
                <a:gd name="T8" fmla="*/ 17 w 182"/>
                <a:gd name="T9" fmla="*/ 17 h 182"/>
                <a:gd name="T10" fmla="*/ 17 w 182"/>
                <a:gd name="T11" fmla="*/ 153 h 182"/>
                <a:gd name="T12" fmla="*/ 0 w 182"/>
                <a:gd name="T13" fmla="*/ 153 h 182"/>
                <a:gd name="T14" fmla="*/ 0 w 182"/>
                <a:gd name="T15" fmla="*/ 0 h 182"/>
                <a:gd name="T16" fmla="*/ 8 w 182"/>
                <a:gd name="T17" fmla="*/ 0 h 182"/>
                <a:gd name="T18" fmla="*/ 182 w 182"/>
                <a:gd name="T19" fmla="*/ 173 h 182"/>
                <a:gd name="T20" fmla="*/ 182 w 182"/>
                <a:gd name="T21" fmla="*/ 182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182">
                  <a:moveTo>
                    <a:pt x="182" y="182"/>
                  </a:moveTo>
                  <a:lnTo>
                    <a:pt x="28" y="182"/>
                  </a:lnTo>
                  <a:lnTo>
                    <a:pt x="28" y="165"/>
                  </a:lnTo>
                  <a:lnTo>
                    <a:pt x="165" y="165"/>
                  </a:lnTo>
                  <a:cubicBezTo>
                    <a:pt x="161" y="85"/>
                    <a:pt x="96" y="21"/>
                    <a:pt x="17" y="17"/>
                  </a:cubicBezTo>
                  <a:lnTo>
                    <a:pt x="17" y="153"/>
                  </a:lnTo>
                  <a:lnTo>
                    <a:pt x="0" y="153"/>
                  </a:lnTo>
                  <a:lnTo>
                    <a:pt x="0" y="0"/>
                  </a:lnTo>
                  <a:lnTo>
                    <a:pt x="8" y="0"/>
                  </a:lnTo>
                  <a:cubicBezTo>
                    <a:pt x="104" y="0"/>
                    <a:pt x="182" y="78"/>
                    <a:pt x="182" y="173"/>
                  </a:cubicBezTo>
                  <a:lnTo>
                    <a:pt x="182" y="182"/>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6" name="Freeform 934">
              <a:extLst>
                <a:ext uri="{FF2B5EF4-FFF2-40B4-BE49-F238E27FC236}">
                  <a16:creationId xmlns:a16="http://schemas.microsoft.com/office/drawing/2014/main" id="{386DC3F6-52D0-AD50-7B09-A85CCEF660B9}"/>
                </a:ext>
              </a:extLst>
            </p:cNvPr>
            <p:cNvSpPr>
              <a:spLocks/>
            </p:cNvSpPr>
            <p:nvPr/>
          </p:nvSpPr>
          <p:spPr bwMode="auto">
            <a:xfrm>
              <a:off x="1501775" y="2187576"/>
              <a:ext cx="42863" cy="41275"/>
            </a:xfrm>
            <a:custGeom>
              <a:avLst/>
              <a:gdLst>
                <a:gd name="T0" fmla="*/ 4 w 27"/>
                <a:gd name="T1" fmla="*/ 26 h 26"/>
                <a:gd name="T2" fmla="*/ 0 w 27"/>
                <a:gd name="T3" fmla="*/ 22 h 26"/>
                <a:gd name="T4" fmla="*/ 22 w 27"/>
                <a:gd name="T5" fmla="*/ 0 h 26"/>
                <a:gd name="T6" fmla="*/ 27 w 27"/>
                <a:gd name="T7" fmla="*/ 4 h 26"/>
                <a:gd name="T8" fmla="*/ 4 w 27"/>
                <a:gd name="T9" fmla="*/ 26 h 26"/>
              </a:gdLst>
              <a:ahLst/>
              <a:cxnLst>
                <a:cxn ang="0">
                  <a:pos x="T0" y="T1"/>
                </a:cxn>
                <a:cxn ang="0">
                  <a:pos x="T2" y="T3"/>
                </a:cxn>
                <a:cxn ang="0">
                  <a:pos x="T4" y="T5"/>
                </a:cxn>
                <a:cxn ang="0">
                  <a:pos x="T6" y="T7"/>
                </a:cxn>
                <a:cxn ang="0">
                  <a:pos x="T8" y="T9"/>
                </a:cxn>
              </a:cxnLst>
              <a:rect l="0" t="0" r="r" b="b"/>
              <a:pathLst>
                <a:path w="27" h="26">
                  <a:moveTo>
                    <a:pt x="4" y="26"/>
                  </a:moveTo>
                  <a:lnTo>
                    <a:pt x="0" y="22"/>
                  </a:lnTo>
                  <a:lnTo>
                    <a:pt x="22" y="0"/>
                  </a:lnTo>
                  <a:lnTo>
                    <a:pt x="27" y="4"/>
                  </a:lnTo>
                  <a:lnTo>
                    <a:pt x="4" y="26"/>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8" name="Freeform 935">
              <a:extLst>
                <a:ext uri="{FF2B5EF4-FFF2-40B4-BE49-F238E27FC236}">
                  <a16:creationId xmlns:a16="http://schemas.microsoft.com/office/drawing/2014/main" id="{E7F16510-46DA-782F-3439-B723CD107737}"/>
                </a:ext>
              </a:extLst>
            </p:cNvPr>
            <p:cNvSpPr>
              <a:spLocks/>
            </p:cNvSpPr>
            <p:nvPr/>
          </p:nvSpPr>
          <p:spPr bwMode="auto">
            <a:xfrm>
              <a:off x="1390650" y="2130426"/>
              <a:ext cx="209550" cy="209550"/>
            </a:xfrm>
            <a:custGeom>
              <a:avLst/>
              <a:gdLst>
                <a:gd name="T0" fmla="*/ 174 w 345"/>
                <a:gd name="T1" fmla="*/ 345 h 345"/>
                <a:gd name="T2" fmla="*/ 0 w 345"/>
                <a:gd name="T3" fmla="*/ 172 h 345"/>
                <a:gd name="T4" fmla="*/ 148 w 345"/>
                <a:gd name="T5" fmla="*/ 0 h 345"/>
                <a:gd name="T6" fmla="*/ 150 w 345"/>
                <a:gd name="T7" fmla="*/ 17 h 345"/>
                <a:gd name="T8" fmla="*/ 17 w 345"/>
                <a:gd name="T9" fmla="*/ 172 h 345"/>
                <a:gd name="T10" fmla="*/ 174 w 345"/>
                <a:gd name="T11" fmla="*/ 329 h 345"/>
                <a:gd name="T12" fmla="*/ 329 w 345"/>
                <a:gd name="T13" fmla="*/ 198 h 345"/>
                <a:gd name="T14" fmla="*/ 345 w 345"/>
                <a:gd name="T15" fmla="*/ 201 h 345"/>
                <a:gd name="T16" fmla="*/ 174 w 345"/>
                <a:gd name="T17" fmla="*/ 345 h 3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5" h="345">
                  <a:moveTo>
                    <a:pt x="174" y="345"/>
                  </a:moveTo>
                  <a:cubicBezTo>
                    <a:pt x="78" y="345"/>
                    <a:pt x="0" y="267"/>
                    <a:pt x="0" y="172"/>
                  </a:cubicBezTo>
                  <a:cubicBezTo>
                    <a:pt x="0" y="87"/>
                    <a:pt x="64" y="13"/>
                    <a:pt x="148" y="0"/>
                  </a:cubicBezTo>
                  <a:lnTo>
                    <a:pt x="150" y="17"/>
                  </a:lnTo>
                  <a:cubicBezTo>
                    <a:pt x="74" y="28"/>
                    <a:pt x="17" y="95"/>
                    <a:pt x="17" y="172"/>
                  </a:cubicBezTo>
                  <a:cubicBezTo>
                    <a:pt x="17" y="258"/>
                    <a:pt x="88" y="329"/>
                    <a:pt x="174" y="329"/>
                  </a:cubicBezTo>
                  <a:cubicBezTo>
                    <a:pt x="251" y="329"/>
                    <a:pt x="316" y="274"/>
                    <a:pt x="329" y="198"/>
                  </a:cubicBezTo>
                  <a:lnTo>
                    <a:pt x="345" y="201"/>
                  </a:lnTo>
                  <a:cubicBezTo>
                    <a:pt x="331" y="285"/>
                    <a:pt x="259" y="345"/>
                    <a:pt x="174" y="345"/>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grpSp>
    </p:spTree>
    <p:extLst>
      <p:ext uri="{BB962C8B-B14F-4D97-AF65-F5344CB8AC3E}">
        <p14:creationId xmlns:p14="http://schemas.microsoft.com/office/powerpoint/2010/main" val="3966831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104E9635-A1A7-0DD8-8DD7-E010F044E359}"/>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5" name="object 117">
            <a:extLst>
              <a:ext uri="{FF2B5EF4-FFF2-40B4-BE49-F238E27FC236}">
                <a16:creationId xmlns:a16="http://schemas.microsoft.com/office/drawing/2014/main" id="{90F0945D-18CE-B2E6-8EF8-9320F67A0BFA}"/>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6" name="object 118">
            <a:extLst>
              <a:ext uri="{FF2B5EF4-FFF2-40B4-BE49-F238E27FC236}">
                <a16:creationId xmlns:a16="http://schemas.microsoft.com/office/drawing/2014/main" id="{4F1E0229-DFE8-6264-49CB-BDEAAA46B18F}"/>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7" name="Picture 6" descr="A black and gold rectangular frame with a black background&#10;&#10;AI-generated content may be incorrect.">
            <a:extLst>
              <a:ext uri="{FF2B5EF4-FFF2-40B4-BE49-F238E27FC236}">
                <a16:creationId xmlns:a16="http://schemas.microsoft.com/office/drawing/2014/main" id="{37CB2E98-CB7B-74B6-090D-5649286C4901}"/>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8" name="Straight Connector 7">
            <a:extLst>
              <a:ext uri="{FF2B5EF4-FFF2-40B4-BE49-F238E27FC236}">
                <a16:creationId xmlns:a16="http://schemas.microsoft.com/office/drawing/2014/main" id="{80DB1003-82B0-D205-4787-ACA1105F5FF6}"/>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9" name="Date Placeholder 3">
            <a:extLst>
              <a:ext uri="{FF2B5EF4-FFF2-40B4-BE49-F238E27FC236}">
                <a16:creationId xmlns:a16="http://schemas.microsoft.com/office/drawing/2014/main" id="{F1964FF8-964D-1D26-71F7-1428A14E37C9}"/>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3" name="Rectangle 22">
            <a:extLst>
              <a:ext uri="{FF2B5EF4-FFF2-40B4-BE49-F238E27FC236}">
                <a16:creationId xmlns:a16="http://schemas.microsoft.com/office/drawing/2014/main" id="{807A3424-ACB0-799E-A262-9C04DD4161AC}"/>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6563728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D1EB5A-7194-33FF-B7CB-8987D955B463}"/>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8" name="object 117">
            <a:extLst>
              <a:ext uri="{FF2B5EF4-FFF2-40B4-BE49-F238E27FC236}">
                <a16:creationId xmlns:a16="http://schemas.microsoft.com/office/drawing/2014/main" id="{C9D57042-220D-8769-F637-CF526A7A6C49}"/>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9" name="object 118">
            <a:extLst>
              <a:ext uri="{FF2B5EF4-FFF2-40B4-BE49-F238E27FC236}">
                <a16:creationId xmlns:a16="http://schemas.microsoft.com/office/drawing/2014/main" id="{5D91F9F7-1F5A-F2BB-FA97-176C057087A0}"/>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0" name="Picture 9" descr="A black and gold rectangular frame with a black background&#10;&#10;AI-generated content may be incorrect.">
            <a:extLst>
              <a:ext uri="{FF2B5EF4-FFF2-40B4-BE49-F238E27FC236}">
                <a16:creationId xmlns:a16="http://schemas.microsoft.com/office/drawing/2014/main" id="{0230E449-F311-8C44-3D1E-C3275C1C3FFA}"/>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1" name="Straight Connector 10">
            <a:extLst>
              <a:ext uri="{FF2B5EF4-FFF2-40B4-BE49-F238E27FC236}">
                <a16:creationId xmlns:a16="http://schemas.microsoft.com/office/drawing/2014/main" id="{DDE57EBF-E4BD-DCF0-B9E9-8E5B55BACF4E}"/>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2" name="Date Placeholder 3">
            <a:extLst>
              <a:ext uri="{FF2B5EF4-FFF2-40B4-BE49-F238E27FC236}">
                <a16:creationId xmlns:a16="http://schemas.microsoft.com/office/drawing/2014/main" id="{58BAF67A-D201-7266-1603-DF2A9D8CCAF6}"/>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8" name="Rectangle 17">
            <a:extLst>
              <a:ext uri="{FF2B5EF4-FFF2-40B4-BE49-F238E27FC236}">
                <a16:creationId xmlns:a16="http://schemas.microsoft.com/office/drawing/2014/main" id="{35EBD517-F8AC-477E-4541-B01A43A1AECF}"/>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24459196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5416F5F-EB7F-156A-2418-9E1431E14DAB}"/>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8" name="object 117">
            <a:extLst>
              <a:ext uri="{FF2B5EF4-FFF2-40B4-BE49-F238E27FC236}">
                <a16:creationId xmlns:a16="http://schemas.microsoft.com/office/drawing/2014/main" id="{B28AE921-3223-6F93-038D-AFCFF5243E44}"/>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9" name="object 118">
            <a:extLst>
              <a:ext uri="{FF2B5EF4-FFF2-40B4-BE49-F238E27FC236}">
                <a16:creationId xmlns:a16="http://schemas.microsoft.com/office/drawing/2014/main" id="{180C3598-85CD-1BE4-B2DB-A03D50F38F7E}"/>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3" name="Picture 12" descr="A black and gold rectangular frame with a black background&#10;&#10;AI-generated content may be incorrect.">
            <a:extLst>
              <a:ext uri="{FF2B5EF4-FFF2-40B4-BE49-F238E27FC236}">
                <a16:creationId xmlns:a16="http://schemas.microsoft.com/office/drawing/2014/main" id="{50DAC4FE-197C-8263-063A-A1ACB3A03B08}"/>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5" name="Straight Connector 14">
            <a:extLst>
              <a:ext uri="{FF2B5EF4-FFF2-40B4-BE49-F238E27FC236}">
                <a16:creationId xmlns:a16="http://schemas.microsoft.com/office/drawing/2014/main" id="{820D6167-EF1C-BE2E-2EF4-ADB6F6BB8083}"/>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8" name="Date Placeholder 3">
            <a:extLst>
              <a:ext uri="{FF2B5EF4-FFF2-40B4-BE49-F238E27FC236}">
                <a16:creationId xmlns:a16="http://schemas.microsoft.com/office/drawing/2014/main" id="{93909FD2-A2D8-CBAA-06F5-38BF87D31231}"/>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0" name="Rectangle 19">
            <a:extLst>
              <a:ext uri="{FF2B5EF4-FFF2-40B4-BE49-F238E27FC236}">
                <a16:creationId xmlns:a16="http://schemas.microsoft.com/office/drawing/2014/main" id="{A36F7220-A0B2-7AE5-DD53-C0F36C0D3B6B}"/>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41156187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C4C84-BE65-F648-9F4E-281E1FD93BE1}"/>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9" name="object 117">
            <a:extLst>
              <a:ext uri="{FF2B5EF4-FFF2-40B4-BE49-F238E27FC236}">
                <a16:creationId xmlns:a16="http://schemas.microsoft.com/office/drawing/2014/main" id="{6E4570B3-A584-9A2C-5144-D4EF58076A5F}"/>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13" name="object 118">
            <a:extLst>
              <a:ext uri="{FF2B5EF4-FFF2-40B4-BE49-F238E27FC236}">
                <a16:creationId xmlns:a16="http://schemas.microsoft.com/office/drawing/2014/main" id="{5ACA2CE4-1267-A564-BD10-66F822240029}"/>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4" name="Picture 13" descr="A black and gold rectangular frame with a black background&#10;&#10;AI-generated content may be incorrect.">
            <a:extLst>
              <a:ext uri="{FF2B5EF4-FFF2-40B4-BE49-F238E27FC236}">
                <a16:creationId xmlns:a16="http://schemas.microsoft.com/office/drawing/2014/main" id="{34E2AA58-A843-0829-C339-49AB57539170}"/>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5" name="Straight Connector 14">
            <a:extLst>
              <a:ext uri="{FF2B5EF4-FFF2-40B4-BE49-F238E27FC236}">
                <a16:creationId xmlns:a16="http://schemas.microsoft.com/office/drawing/2014/main" id="{63E014CF-73F1-8B75-2D74-D72EA67D728C}"/>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8" name="Date Placeholder 3">
            <a:extLst>
              <a:ext uri="{FF2B5EF4-FFF2-40B4-BE49-F238E27FC236}">
                <a16:creationId xmlns:a16="http://schemas.microsoft.com/office/drawing/2014/main" id="{3A97E3F1-7B17-F85B-620B-29975EF66BB0}"/>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0" name="Rectangle 19">
            <a:extLst>
              <a:ext uri="{FF2B5EF4-FFF2-40B4-BE49-F238E27FC236}">
                <a16:creationId xmlns:a16="http://schemas.microsoft.com/office/drawing/2014/main" id="{E05237BC-97AF-A58F-66F4-28CC31C71249}"/>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36137447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FF945C-527D-BC9C-53D3-3886AF04EB80}"/>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7" name="object 117">
            <a:extLst>
              <a:ext uri="{FF2B5EF4-FFF2-40B4-BE49-F238E27FC236}">
                <a16:creationId xmlns:a16="http://schemas.microsoft.com/office/drawing/2014/main" id="{F2E5476E-F8A1-8C4B-73F7-46A2D1D4B2CC}"/>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8" name="object 118">
            <a:extLst>
              <a:ext uri="{FF2B5EF4-FFF2-40B4-BE49-F238E27FC236}">
                <a16:creationId xmlns:a16="http://schemas.microsoft.com/office/drawing/2014/main" id="{33E6BAF3-72B3-FC8F-09B9-982F97166B2F}"/>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9" name="Picture 8" descr="A black and gold rectangular frame with a black background&#10;&#10;AI-generated content may be incorrect.">
            <a:extLst>
              <a:ext uri="{FF2B5EF4-FFF2-40B4-BE49-F238E27FC236}">
                <a16:creationId xmlns:a16="http://schemas.microsoft.com/office/drawing/2014/main" id="{613E29C5-C568-40AE-46C5-AD6FF5305627}"/>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0" name="Straight Connector 9">
            <a:extLst>
              <a:ext uri="{FF2B5EF4-FFF2-40B4-BE49-F238E27FC236}">
                <a16:creationId xmlns:a16="http://schemas.microsoft.com/office/drawing/2014/main" id="{AB3FD511-5928-8EAD-4E10-975C077FA49F}"/>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1" name="Date Placeholder 3">
            <a:extLst>
              <a:ext uri="{FF2B5EF4-FFF2-40B4-BE49-F238E27FC236}">
                <a16:creationId xmlns:a16="http://schemas.microsoft.com/office/drawing/2014/main" id="{D95AF46A-D693-0A39-E060-24F438F3CAEA}"/>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3" name="Rectangle 12">
            <a:extLst>
              <a:ext uri="{FF2B5EF4-FFF2-40B4-BE49-F238E27FC236}">
                <a16:creationId xmlns:a16="http://schemas.microsoft.com/office/drawing/2014/main" id="{718B93E1-4082-3B8E-A003-B7DAB2DE30C8}"/>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grpSp>
        <p:nvGrpSpPr>
          <p:cNvPr id="2" name="Group 1">
            <a:extLst>
              <a:ext uri="{FF2B5EF4-FFF2-40B4-BE49-F238E27FC236}">
                <a16:creationId xmlns:a16="http://schemas.microsoft.com/office/drawing/2014/main" id="{DDF15AF4-74A2-EB5E-704A-3221FBFAEF6D}"/>
              </a:ext>
            </a:extLst>
          </p:cNvPr>
          <p:cNvGrpSpPr/>
          <p:nvPr userDrawn="1"/>
        </p:nvGrpSpPr>
        <p:grpSpPr>
          <a:xfrm>
            <a:off x="-860146" y="0"/>
            <a:ext cx="800100" cy="2412802"/>
            <a:chOff x="-1115020" y="205707"/>
            <a:chExt cx="800100" cy="2412802"/>
          </a:xfrm>
        </p:grpSpPr>
        <p:sp>
          <p:nvSpPr>
            <p:cNvPr id="3" name="Rectangle 2">
              <a:extLst>
                <a:ext uri="{FF2B5EF4-FFF2-40B4-BE49-F238E27FC236}">
                  <a16:creationId xmlns:a16="http://schemas.microsoft.com/office/drawing/2014/main" id="{E5052F24-48C2-DED7-8DF0-43A8A8231467}"/>
                </a:ext>
              </a:extLst>
            </p:cNvPr>
            <p:cNvSpPr/>
            <p:nvPr userDrawn="1"/>
          </p:nvSpPr>
          <p:spPr>
            <a:xfrm>
              <a:off x="-1115020" y="211930"/>
              <a:ext cx="800100" cy="2406579"/>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dirty="0"/>
            </a:p>
          </p:txBody>
        </p:sp>
        <p:grpSp>
          <p:nvGrpSpPr>
            <p:cNvPr id="4" name="Group 3">
              <a:extLst>
                <a:ext uri="{FF2B5EF4-FFF2-40B4-BE49-F238E27FC236}">
                  <a16:creationId xmlns:a16="http://schemas.microsoft.com/office/drawing/2014/main" id="{A41949F3-2E35-456C-2828-F977B53BD834}"/>
                </a:ext>
              </a:extLst>
            </p:cNvPr>
            <p:cNvGrpSpPr/>
            <p:nvPr/>
          </p:nvGrpSpPr>
          <p:grpSpPr>
            <a:xfrm>
              <a:off x="-1048928" y="205707"/>
              <a:ext cx="667917" cy="479518"/>
              <a:chOff x="-1290218" y="1100204"/>
              <a:chExt cx="667917" cy="479518"/>
            </a:xfrm>
          </p:grpSpPr>
          <p:sp>
            <p:nvSpPr>
              <p:cNvPr id="21" name="Rectangle 20">
                <a:extLst>
                  <a:ext uri="{FF2B5EF4-FFF2-40B4-BE49-F238E27FC236}">
                    <a16:creationId xmlns:a16="http://schemas.microsoft.com/office/drawing/2014/main" id="{34139FC1-B245-8450-4AFC-6682CBC1B468}"/>
                  </a:ext>
                </a:extLst>
              </p:cNvPr>
              <p:cNvSpPr/>
              <p:nvPr/>
            </p:nvSpPr>
            <p:spPr>
              <a:xfrm>
                <a:off x="-1290218" y="1221049"/>
                <a:ext cx="667917" cy="358673"/>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#DCE6F2</a:t>
                </a:r>
                <a:endParaRPr lang="ar-SA" sz="900" dirty="0">
                  <a:solidFill>
                    <a:schemeClr val="tx1"/>
                  </a:solidFill>
                </a:endParaRPr>
              </a:p>
            </p:txBody>
          </p:sp>
          <p:sp>
            <p:nvSpPr>
              <p:cNvPr id="22" name="TextBox 21">
                <a:extLst>
                  <a:ext uri="{FF2B5EF4-FFF2-40B4-BE49-F238E27FC236}">
                    <a16:creationId xmlns:a16="http://schemas.microsoft.com/office/drawing/2014/main" id="{1AFCDB67-223C-CC40-B225-54297DBF9D44}"/>
                  </a:ext>
                </a:extLst>
              </p:cNvPr>
              <p:cNvSpPr txBox="1"/>
              <p:nvPr/>
            </p:nvSpPr>
            <p:spPr>
              <a:xfrm>
                <a:off x="-1230104" y="1100204"/>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مكتمل</a:t>
                </a:r>
              </a:p>
            </p:txBody>
          </p:sp>
        </p:grpSp>
        <p:grpSp>
          <p:nvGrpSpPr>
            <p:cNvPr id="6" name="Group 5">
              <a:extLst>
                <a:ext uri="{FF2B5EF4-FFF2-40B4-BE49-F238E27FC236}">
                  <a16:creationId xmlns:a16="http://schemas.microsoft.com/office/drawing/2014/main" id="{1F9F5B3A-1B0E-E87F-595B-33D26019150B}"/>
                </a:ext>
              </a:extLst>
            </p:cNvPr>
            <p:cNvGrpSpPr/>
            <p:nvPr/>
          </p:nvGrpSpPr>
          <p:grpSpPr>
            <a:xfrm>
              <a:off x="-1048928" y="818257"/>
              <a:ext cx="667917" cy="479518"/>
              <a:chOff x="-1290218" y="238032"/>
              <a:chExt cx="667917" cy="479518"/>
            </a:xfrm>
          </p:grpSpPr>
          <p:sp>
            <p:nvSpPr>
              <p:cNvPr id="19" name="Rectangle 18">
                <a:extLst>
                  <a:ext uri="{FF2B5EF4-FFF2-40B4-BE49-F238E27FC236}">
                    <a16:creationId xmlns:a16="http://schemas.microsoft.com/office/drawing/2014/main" id="{2F0DC6F7-9079-58F2-9C8B-18339AE2A113}"/>
                  </a:ext>
                </a:extLst>
              </p:cNvPr>
              <p:cNvSpPr/>
              <p:nvPr/>
            </p:nvSpPr>
            <p:spPr>
              <a:xfrm>
                <a:off x="-1290218" y="358877"/>
                <a:ext cx="667917" cy="358673"/>
              </a:xfrm>
              <a:prstGeom prst="rect">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#EBF1DE</a:t>
                </a:r>
                <a:endParaRPr lang="ar-SA" sz="900" dirty="0">
                  <a:solidFill>
                    <a:schemeClr val="tx1"/>
                  </a:solidFill>
                </a:endParaRPr>
              </a:p>
            </p:txBody>
          </p:sp>
          <p:sp>
            <p:nvSpPr>
              <p:cNvPr id="20" name="TextBox 19">
                <a:extLst>
                  <a:ext uri="{FF2B5EF4-FFF2-40B4-BE49-F238E27FC236}">
                    <a16:creationId xmlns:a16="http://schemas.microsoft.com/office/drawing/2014/main" id="{01C50D3E-B9BB-D9A2-63CE-97CC828C5ECE}"/>
                  </a:ext>
                </a:extLst>
              </p:cNvPr>
              <p:cNvSpPr txBox="1"/>
              <p:nvPr/>
            </p:nvSpPr>
            <p:spPr>
              <a:xfrm>
                <a:off x="-1230104" y="238032"/>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على المخطط</a:t>
                </a:r>
              </a:p>
            </p:txBody>
          </p:sp>
        </p:grpSp>
        <p:grpSp>
          <p:nvGrpSpPr>
            <p:cNvPr id="12" name="Group 11">
              <a:extLst>
                <a:ext uri="{FF2B5EF4-FFF2-40B4-BE49-F238E27FC236}">
                  <a16:creationId xmlns:a16="http://schemas.microsoft.com/office/drawing/2014/main" id="{776EFE00-4676-D208-EE6D-0F0F3B50D86C}"/>
                </a:ext>
              </a:extLst>
            </p:cNvPr>
            <p:cNvGrpSpPr/>
            <p:nvPr/>
          </p:nvGrpSpPr>
          <p:grpSpPr>
            <a:xfrm>
              <a:off x="-1048928" y="1430807"/>
              <a:ext cx="667917" cy="478221"/>
              <a:chOff x="-1290218" y="670415"/>
              <a:chExt cx="667917" cy="478221"/>
            </a:xfrm>
          </p:grpSpPr>
          <p:sp>
            <p:nvSpPr>
              <p:cNvPr id="17" name="Rectangle 16">
                <a:extLst>
                  <a:ext uri="{FF2B5EF4-FFF2-40B4-BE49-F238E27FC236}">
                    <a16:creationId xmlns:a16="http://schemas.microsoft.com/office/drawing/2014/main" id="{80F87C81-CD69-E73D-085A-89F13EB03A5C}"/>
                  </a:ext>
                </a:extLst>
              </p:cNvPr>
              <p:cNvSpPr/>
              <p:nvPr/>
            </p:nvSpPr>
            <p:spPr>
              <a:xfrm>
                <a:off x="-1290218" y="789963"/>
                <a:ext cx="667917" cy="358673"/>
              </a:xfrm>
              <a:prstGeom prst="rect">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#F2DCDB</a:t>
                </a:r>
                <a:endParaRPr lang="ar-SA" sz="900" dirty="0">
                  <a:solidFill>
                    <a:schemeClr val="tx1"/>
                  </a:solidFill>
                </a:endParaRPr>
              </a:p>
            </p:txBody>
          </p:sp>
          <p:sp>
            <p:nvSpPr>
              <p:cNvPr id="18" name="TextBox 17">
                <a:extLst>
                  <a:ext uri="{FF2B5EF4-FFF2-40B4-BE49-F238E27FC236}">
                    <a16:creationId xmlns:a16="http://schemas.microsoft.com/office/drawing/2014/main" id="{3519D8A6-C001-93E2-2701-3CB31AB2D398}"/>
                  </a:ext>
                </a:extLst>
              </p:cNvPr>
              <p:cNvSpPr txBox="1"/>
              <p:nvPr/>
            </p:nvSpPr>
            <p:spPr>
              <a:xfrm>
                <a:off x="-1249074" y="670415"/>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متأخر</a:t>
                </a:r>
              </a:p>
            </p:txBody>
          </p:sp>
        </p:grpSp>
        <p:grpSp>
          <p:nvGrpSpPr>
            <p:cNvPr id="14" name="Group 13">
              <a:extLst>
                <a:ext uri="{FF2B5EF4-FFF2-40B4-BE49-F238E27FC236}">
                  <a16:creationId xmlns:a16="http://schemas.microsoft.com/office/drawing/2014/main" id="{F6DB97C2-DADC-06FB-3FA6-E2C630B7D91F}"/>
                </a:ext>
              </a:extLst>
            </p:cNvPr>
            <p:cNvGrpSpPr/>
            <p:nvPr/>
          </p:nvGrpSpPr>
          <p:grpSpPr>
            <a:xfrm>
              <a:off x="-1048928" y="2042061"/>
              <a:ext cx="667917" cy="486226"/>
              <a:chOff x="-1290218" y="1524581"/>
              <a:chExt cx="667917" cy="486226"/>
            </a:xfrm>
          </p:grpSpPr>
          <p:sp>
            <p:nvSpPr>
              <p:cNvPr id="15" name="Rectangle 14">
                <a:extLst>
                  <a:ext uri="{FF2B5EF4-FFF2-40B4-BE49-F238E27FC236}">
                    <a16:creationId xmlns:a16="http://schemas.microsoft.com/office/drawing/2014/main" id="{97ADD211-5B93-C342-11F6-68D84CE47979}"/>
                  </a:ext>
                </a:extLst>
              </p:cNvPr>
              <p:cNvSpPr/>
              <p:nvPr/>
            </p:nvSpPr>
            <p:spPr>
              <a:xfrm>
                <a:off x="-1290218" y="1652134"/>
                <a:ext cx="667917" cy="358673"/>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#F2F2F2</a:t>
                </a:r>
                <a:endParaRPr lang="ar-SA" sz="900" dirty="0">
                  <a:solidFill>
                    <a:schemeClr val="tx1"/>
                  </a:solidFill>
                </a:endParaRPr>
              </a:p>
            </p:txBody>
          </p:sp>
          <p:sp>
            <p:nvSpPr>
              <p:cNvPr id="16" name="TextBox 15">
                <a:extLst>
                  <a:ext uri="{FF2B5EF4-FFF2-40B4-BE49-F238E27FC236}">
                    <a16:creationId xmlns:a16="http://schemas.microsoft.com/office/drawing/2014/main" id="{49928C3F-71DA-BBCD-991D-49B3D8E2FE9D}"/>
                  </a:ext>
                </a:extLst>
              </p:cNvPr>
              <p:cNvSpPr txBox="1"/>
              <p:nvPr/>
            </p:nvSpPr>
            <p:spPr>
              <a:xfrm>
                <a:off x="-1234284" y="1524581"/>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لم يبدأ/معلق</a:t>
                </a:r>
              </a:p>
            </p:txBody>
          </p:sp>
        </p:grpSp>
      </p:grpSp>
    </p:spTree>
    <p:extLst>
      <p:ext uri="{BB962C8B-B14F-4D97-AF65-F5344CB8AC3E}">
        <p14:creationId xmlns:p14="http://schemas.microsoft.com/office/powerpoint/2010/main" val="19280062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0860C3C-C95F-014E-116F-B6AE72618E41}"/>
              </a:ext>
            </a:extLst>
          </p:cNvPr>
          <p:cNvPicPr>
            <a:picLocks noChangeAspect="1"/>
          </p:cNvPicPr>
          <p:nvPr userDrawn="1"/>
        </p:nvPicPr>
        <p:blipFill>
          <a:blip r:embed="rId2"/>
          <a:srcRect b="47541"/>
          <a:stretch>
            <a:fillRect/>
          </a:stretch>
        </p:blipFill>
        <p:spPr>
          <a:xfrm>
            <a:off x="1" y="1"/>
            <a:ext cx="13439774" cy="7559676"/>
          </a:xfrm>
          <a:prstGeom prst="rect">
            <a:avLst/>
          </a:prstGeom>
        </p:spPr>
      </p:pic>
      <p:sp>
        <p:nvSpPr>
          <p:cNvPr id="4" name="Rectangle 3">
            <a:extLst>
              <a:ext uri="{FF2B5EF4-FFF2-40B4-BE49-F238E27FC236}">
                <a16:creationId xmlns:a16="http://schemas.microsoft.com/office/drawing/2014/main" id="{8A6349CC-364B-CA39-7B4E-FC2A300763A9}"/>
              </a:ext>
            </a:extLst>
          </p:cNvPr>
          <p:cNvSpPr/>
          <p:nvPr userDrawn="1"/>
        </p:nvSpPr>
        <p:spPr>
          <a:xfrm>
            <a:off x="1" y="-1"/>
            <a:ext cx="13439774" cy="7559678"/>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0" name="Picture 9">
            <a:extLst>
              <a:ext uri="{FF2B5EF4-FFF2-40B4-BE49-F238E27FC236}">
                <a16:creationId xmlns:a16="http://schemas.microsoft.com/office/drawing/2014/main" id="{9D188BBB-5F82-1542-85F0-819FAA16583C}"/>
              </a:ext>
            </a:extLst>
          </p:cNvPr>
          <p:cNvPicPr>
            <a:picLocks noChangeAspect="1"/>
          </p:cNvPicPr>
          <p:nvPr userDrawn="1"/>
        </p:nvPicPr>
        <p:blipFill>
          <a:blip r:embed="rId3"/>
          <a:stretch>
            <a:fillRect/>
          </a:stretch>
        </p:blipFill>
        <p:spPr>
          <a:xfrm>
            <a:off x="4294063" y="1874799"/>
            <a:ext cx="4851649" cy="1498677"/>
          </a:xfrm>
          <a:prstGeom prst="rect">
            <a:avLst/>
          </a:prstGeom>
        </p:spPr>
      </p:pic>
      <p:sp>
        <p:nvSpPr>
          <p:cNvPr id="12" name="Freeform: Shape 11">
            <a:extLst>
              <a:ext uri="{FF2B5EF4-FFF2-40B4-BE49-F238E27FC236}">
                <a16:creationId xmlns:a16="http://schemas.microsoft.com/office/drawing/2014/main" id="{BA2B071E-AD5D-1ABB-91F3-4B757F58A992}"/>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753074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 id="2147483668" r:id="rId2"/>
    <p:sldLayoutId id="2147483667" r:id="rId3"/>
    <p:sldLayoutId id="2147483669" r:id="rId4"/>
    <p:sldLayoutId id="2147483661" r:id="rId5"/>
    <p:sldLayoutId id="2147483662" r:id="rId6"/>
    <p:sldLayoutId id="2147483663" r:id="rId7"/>
    <p:sldLayoutId id="2147483665" r:id="rId8"/>
    <p:sldLayoutId id="2147483664" r:id="rId9"/>
    <p:sldLayoutId id="2147483660"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tags" Target="../tags/tag6.xml"/><Relationship Id="rId5" Type="http://schemas.openxmlformats.org/officeDocument/2006/relationships/slide" Target="slide10.xml"/><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9.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3.xml"/><Relationship Id="rId1" Type="http://schemas.openxmlformats.org/officeDocument/2006/relationships/tags" Target="../tags/tag10.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9.xml"/><Relationship Id="rId1" Type="http://schemas.openxmlformats.org/officeDocument/2006/relationships/tags" Target="../tags/tag11.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9.xml"/><Relationship Id="rId1" Type="http://schemas.openxmlformats.org/officeDocument/2006/relationships/tags" Target="../tags/tag1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3.xml"/><Relationship Id="rId1" Type="http://schemas.openxmlformats.org/officeDocument/2006/relationships/tags" Target="../tags/tag13.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6.xml"/><Relationship Id="rId1" Type="http://schemas.openxmlformats.org/officeDocument/2006/relationships/tags" Target="../tags/tag14.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9.xml"/><Relationship Id="rId1" Type="http://schemas.openxmlformats.org/officeDocument/2006/relationships/tags" Target="../tags/tag15.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9.xml"/><Relationship Id="rId1" Type="http://schemas.openxmlformats.org/officeDocument/2006/relationships/tags" Target="../tags/tag16.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9.xml"/><Relationship Id="rId1" Type="http://schemas.openxmlformats.org/officeDocument/2006/relationships/tags" Target="../tags/tag17.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9.xml"/><Relationship Id="rId1" Type="http://schemas.openxmlformats.org/officeDocument/2006/relationships/tags" Target="../tags/tag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AA61-1CF0-507D-97B1-86552DCBAF9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BE6CE6-D8C8-5CFE-E026-3B680C11CFD0}"/>
              </a:ext>
            </a:extLst>
          </p:cNvPr>
          <p:cNvGrpSpPr/>
          <p:nvPr/>
        </p:nvGrpSpPr>
        <p:grpSpPr>
          <a:xfrm>
            <a:off x="3857621" y="3256998"/>
            <a:ext cx="5724532" cy="1504767"/>
            <a:chOff x="1079493" y="4415868"/>
            <a:chExt cx="5724532" cy="1504767"/>
          </a:xfrm>
        </p:grpSpPr>
        <p:sp>
          <p:nvSpPr>
            <p:cNvPr id="3" name="btfpRowHeaderBoxText438126">
              <a:extLst>
                <a:ext uri="{FF2B5EF4-FFF2-40B4-BE49-F238E27FC236}">
                  <a16:creationId xmlns:a16="http://schemas.microsoft.com/office/drawing/2014/main" id="{2966FC70-2697-64BD-0D6D-17D74CFB965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en-US" sz="4000" b="1" dirty="0">
                  <a:solidFill>
                    <a:srgbClr val="FFFFFF"/>
                  </a:solidFill>
                  <a:latin typeface="Abar Mid" pitchFamily="2" charset="-78"/>
                  <a:ea typeface="Abar Mid" pitchFamily="2" charset="-78"/>
                  <a:cs typeface="Abar Mid" pitchFamily="2" charset="-78"/>
                </a:rPr>
                <a:t>Monday Meeting</a:t>
              </a:r>
              <a:endParaRPr lang="ar-SA" sz="4000" b="1" dirty="0">
                <a:solidFill>
                  <a:srgbClr val="FFFFFF"/>
                </a:solidFill>
                <a:latin typeface="Abar Mid" pitchFamily="2" charset="-78"/>
                <a:ea typeface="Abar Mid" pitchFamily="2" charset="-78"/>
                <a:cs typeface="Abar Mid" pitchFamily="2" charset="-78"/>
              </a:endParaRPr>
            </a:p>
          </p:txBody>
        </p:sp>
        <p:sp>
          <p:nvSpPr>
            <p:cNvPr id="4" name="TextBox 3">
              <a:extLst>
                <a:ext uri="{FF2B5EF4-FFF2-40B4-BE49-F238E27FC236}">
                  <a16:creationId xmlns:a16="http://schemas.microsoft.com/office/drawing/2014/main" id="{EE87937D-2EC9-3E45-FB97-E5087D1BA186}"/>
                </a:ext>
              </a:extLst>
            </p:cNvPr>
            <p:cNvSpPr txBox="1"/>
            <p:nvPr/>
          </p:nvSpPr>
          <p:spPr>
            <a:xfrm>
              <a:off x="2266726" y="5458163"/>
              <a:ext cx="3350066" cy="307777"/>
            </a:xfrm>
            <a:prstGeom prst="rect">
              <a:avLst/>
            </a:prstGeom>
            <a:noFill/>
          </p:spPr>
          <p:txBody>
            <a:bodyPr wrap="square" lIns="0" tIns="0" rIns="0" bIns="0" anchor="ctr">
              <a:spAutoFit/>
            </a:bodyPr>
            <a:lstStyle/>
            <a:p>
              <a:pPr algn="ctr" defTabSz="977875" rtl="1"/>
              <a:r>
                <a:rPr lang="ar-SA" sz="2000" b="1" dirty="0">
                  <a:solidFill>
                    <a:srgbClr val="D7A360"/>
                  </a:solidFill>
                  <a:latin typeface="Abar Mid" pitchFamily="50" charset="-78"/>
                  <a:ea typeface="Abar Mid" pitchFamily="50" charset="-78"/>
                  <a:cs typeface="Abar Mid" pitchFamily="50" charset="-78"/>
                </a:rPr>
                <a:t>20 سبتمبر 2026</a:t>
              </a:r>
            </a:p>
          </p:txBody>
        </p:sp>
        <p:cxnSp>
          <p:nvCxnSpPr>
            <p:cNvPr id="5" name="Straight Connector 4">
              <a:extLst>
                <a:ext uri="{FF2B5EF4-FFF2-40B4-BE49-F238E27FC236}">
                  <a16:creationId xmlns:a16="http://schemas.microsoft.com/office/drawing/2014/main" id="{7405A5F8-CFF6-BF2F-AEE6-D20AF94E8C2C}"/>
                </a:ext>
              </a:extLst>
            </p:cNvPr>
            <p:cNvCxnSpPr>
              <a:cxnSpLocks/>
            </p:cNvCxnSpPr>
            <p:nvPr/>
          </p:nvCxnSpPr>
          <p:spPr>
            <a:xfrm>
              <a:off x="3300100" y="5920635"/>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8460822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056C-167D-FB0E-0DBB-B3D60206B3C3}"/>
            </a:ext>
          </a:extLst>
        </p:cNvPr>
        <p:cNvGrpSpPr/>
        <p:nvPr/>
      </p:nvGrpSpPr>
      <p:grpSpPr>
        <a:xfrm>
          <a:off x="0" y="0"/>
          <a:ext cx="0" cy="0"/>
          <a:chOff x="0" y="0"/>
          <a:chExt cx="0" cy="0"/>
        </a:xfrm>
      </p:grpSpPr>
      <p:graphicFrame>
        <p:nvGraphicFramePr>
          <p:cNvPr id="7" name="Table 5">
            <a:extLst>
              <a:ext uri="{FF2B5EF4-FFF2-40B4-BE49-F238E27FC236}">
                <a16:creationId xmlns:a16="http://schemas.microsoft.com/office/drawing/2014/main" id="{03BCF0DC-5D7E-D09C-8B63-AD356527C1C9}"/>
              </a:ext>
            </a:extLst>
          </p:cNvPr>
          <p:cNvGraphicFramePr>
            <a:graphicFrameLocks noGrp="1"/>
          </p:cNvGraphicFramePr>
          <p:nvPr>
            <p:custDataLst>
              <p:tags r:id="rId1"/>
            </p:custDataLst>
            <p:extLst>
              <p:ext uri="{D42A27DB-BD31-4B8C-83A1-F6EECF244321}">
                <p14:modId xmlns:p14="http://schemas.microsoft.com/office/powerpoint/2010/main" val="2703480034"/>
              </p:ext>
            </p:extLst>
          </p:nvPr>
        </p:nvGraphicFramePr>
        <p:xfrm>
          <a:off x="418257" y="692902"/>
          <a:ext cx="12603260" cy="5651914"/>
        </p:xfrm>
        <a:graphic>
          <a:graphicData uri="http://schemas.openxmlformats.org/drawingml/2006/table">
            <a:tbl>
              <a:tblPr rtl="1" firstRow="1" bandRow="1"/>
              <a:tblGrid>
                <a:gridCol w="414725">
                  <a:extLst>
                    <a:ext uri="{9D8B030D-6E8A-4147-A177-3AD203B41FA5}">
                      <a16:colId xmlns:a16="http://schemas.microsoft.com/office/drawing/2014/main" val="3812235192"/>
                    </a:ext>
                  </a:extLst>
                </a:gridCol>
                <a:gridCol w="6785264">
                  <a:extLst>
                    <a:ext uri="{9D8B030D-6E8A-4147-A177-3AD203B41FA5}">
                      <a16:colId xmlns:a16="http://schemas.microsoft.com/office/drawing/2014/main" val="2344785183"/>
                    </a:ext>
                  </a:extLst>
                </a:gridCol>
                <a:gridCol w="2680854">
                  <a:extLst>
                    <a:ext uri="{9D8B030D-6E8A-4147-A177-3AD203B41FA5}">
                      <a16:colId xmlns:a16="http://schemas.microsoft.com/office/drawing/2014/main" val="2108341803"/>
                    </a:ext>
                  </a:extLst>
                </a:gridCol>
                <a:gridCol w="2722417">
                  <a:extLst>
                    <a:ext uri="{9D8B030D-6E8A-4147-A177-3AD203B41FA5}">
                      <a16:colId xmlns:a16="http://schemas.microsoft.com/office/drawing/2014/main" val="3797053411"/>
                    </a:ext>
                  </a:extLst>
                </a:gridCol>
              </a:tblGrid>
              <a:tr h="625572">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marL="0" indent="0" algn="ctr" defTabSz="914400" rtl="1" eaLnBrk="1" latinLnBrk="0" hangingPunct="1">
                        <a:buFontTx/>
                        <a:buNone/>
                      </a:pPr>
                      <a:r>
                        <a:rPr lang="ar-SA" sz="1400" b="1" kern="1200" dirty="0">
                          <a:solidFill>
                            <a:schemeClr val="bg1"/>
                          </a:solidFill>
                          <a:latin typeface="Abar Mid" pitchFamily="50" charset="-78"/>
                          <a:ea typeface="Abar Mid" pitchFamily="50" charset="-78"/>
                          <a:cs typeface="Abar Mid" pitchFamily="50" charset="-78"/>
                          <a:sym typeface="+mn-lt"/>
                        </a:rPr>
                        <a:t>م</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جدول الأعمال</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المسؤول</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المدة الزمنية (بالدقيقة)</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extLst>
                  <a:ext uri="{0D108BD9-81ED-4DB2-BD59-A6C34878D82A}">
                    <a16:rowId xmlns:a16="http://schemas.microsoft.com/office/drawing/2014/main" val="1415268320"/>
                  </a:ext>
                </a:extLst>
              </a:tr>
              <a:tr h="698291">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01</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افتتاحية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معالي وزير الحج والعمرة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2965752"/>
                  </a:ext>
                </a:extLst>
              </a:tr>
              <a:tr h="698291">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02</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a:solidFill>
                            <a:schemeClr val="bg1"/>
                          </a:solidFill>
                          <a:latin typeface="Abar Mid" pitchFamily="50" charset="-78"/>
                          <a:ea typeface="Abar Mid" pitchFamily="50" charset="-78"/>
                          <a:cs typeface="Abar Mid" pitchFamily="50" charset="-78"/>
                          <a:sym typeface="+mn-lt"/>
                        </a:rPr>
                        <a:t>استعراض ملخص الإنجاز الأسبوعي</a:t>
                      </a:r>
                      <a:endParaRPr lang="ar-SA" sz="1400" kern="1200" dirty="0">
                        <a:solidFill>
                          <a:schemeClr val="bg1"/>
                        </a:solidFill>
                        <a:latin typeface="Abar Mid" pitchFamily="50" charset="-78"/>
                        <a:ea typeface="Abar Mid" pitchFamily="50" charset="-78"/>
                        <a:cs typeface="Abar Mid" pitchFamily="50" charset="-78"/>
                        <a:sym typeface="+mn-lt"/>
                      </a:endParaRP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مصعب مندورة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24431052"/>
                  </a:ext>
                </a:extLst>
              </a:tr>
              <a:tr h="725952">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03</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نتائج مراجعة الاختصاصات والمهام التنظيمية لوزارة الحج والعمرة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عبدالله  بخش</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6525680"/>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04</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عرض لجنة الموقع الالكتروني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أنس الحميد</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10</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7094181"/>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05</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تأهيل مركز الاستقبال والترحيب بالزايدي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هيثم الزهراني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10</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1652615"/>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06</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إحاطات</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الوكلاء</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en-US" sz="1400" kern="1200" dirty="0">
                          <a:solidFill>
                            <a:schemeClr val="bg1"/>
                          </a:solidFill>
                          <a:latin typeface="Abar Mid" pitchFamily="50" charset="-78"/>
                          <a:ea typeface="Abar Mid" pitchFamily="50" charset="-78"/>
                          <a:cs typeface="Abar Mid" pitchFamily="50" charset="-78"/>
                          <a:sym typeface="+mn-lt"/>
                        </a:rPr>
                        <a:t>20</a:t>
                      </a:r>
                      <a:endParaRPr lang="ar-SA" sz="1400" kern="1200" dirty="0">
                        <a:solidFill>
                          <a:schemeClr val="bg1"/>
                        </a:solidFill>
                        <a:latin typeface="Abar Mid" pitchFamily="50" charset="-78"/>
                        <a:ea typeface="Abar Mid" pitchFamily="50" charset="-78"/>
                        <a:cs typeface="Abar Mid" pitchFamily="50" charset="-78"/>
                        <a:sym typeface="+mn-lt"/>
                      </a:endParaRP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293264"/>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07</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ملخص الاجتماع</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مصعب مندورة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1284968"/>
                  </a:ext>
                </a:extLst>
              </a:tr>
            </a:tbl>
          </a:graphicData>
        </a:graphic>
      </p:graphicFrame>
    </p:spTree>
    <p:extLst>
      <p:ext uri="{BB962C8B-B14F-4D97-AF65-F5344CB8AC3E}">
        <p14:creationId xmlns:p14="http://schemas.microsoft.com/office/powerpoint/2010/main" val="17480866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E46B3-8121-4927-B459-74C022BB0CEF}"/>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DC7D1CB-1151-C234-FDDE-D00D4E66CCFA}"/>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5BCB08CB-2FD0-5316-2C61-6820444683E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افتتاحية</a:t>
              </a:r>
            </a:p>
          </p:txBody>
        </p:sp>
        <p:cxnSp>
          <p:nvCxnSpPr>
            <p:cNvPr id="5" name="Straight Connector 4">
              <a:extLst>
                <a:ext uri="{FF2B5EF4-FFF2-40B4-BE49-F238E27FC236}">
                  <a16:creationId xmlns:a16="http://schemas.microsoft.com/office/drawing/2014/main" id="{B0C4B845-46DA-1F14-7075-2D933B490D18}"/>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32082641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991F1-F53D-D873-F7C9-618FC559E44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DAE312D-61D3-C7BD-3B58-0205B4C50E92}"/>
              </a:ext>
            </a:extLst>
          </p:cNvPr>
          <p:cNvGrpSpPr/>
          <p:nvPr/>
        </p:nvGrpSpPr>
        <p:grpSpPr>
          <a:xfrm>
            <a:off x="1649208" y="2938831"/>
            <a:ext cx="10141358" cy="1678630"/>
            <a:chOff x="-1128920" y="4097701"/>
            <a:chExt cx="10141358" cy="1678630"/>
          </a:xfrm>
        </p:grpSpPr>
        <p:sp>
          <p:nvSpPr>
            <p:cNvPr id="3" name="btfpRowHeaderBoxText438126">
              <a:extLst>
                <a:ext uri="{FF2B5EF4-FFF2-40B4-BE49-F238E27FC236}">
                  <a16:creationId xmlns:a16="http://schemas.microsoft.com/office/drawing/2014/main" id="{8383E11E-EE67-0327-9276-6BBBFAB146BD}"/>
                </a:ext>
              </a:extLst>
            </p:cNvPr>
            <p:cNvSpPr txBox="1"/>
            <p:nvPr>
              <p:custDataLst>
                <p:tags r:id="rId1"/>
              </p:custDataLst>
            </p:nvPr>
          </p:nvSpPr>
          <p:spPr>
            <a:xfrm flipH="1">
              <a:off x="-1128920" y="4097701"/>
              <a:ext cx="10141358" cy="167863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ملخص الإنجاز الأسبوعي</a:t>
              </a:r>
            </a:p>
          </p:txBody>
        </p:sp>
        <p:cxnSp>
          <p:nvCxnSpPr>
            <p:cNvPr id="5" name="Straight Connector 4">
              <a:extLst>
                <a:ext uri="{FF2B5EF4-FFF2-40B4-BE49-F238E27FC236}">
                  <a16:creationId xmlns:a16="http://schemas.microsoft.com/office/drawing/2014/main" id="{1B20B942-BA3B-AB78-6440-246F1B3F4C24}"/>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2483166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ounded Rectangle 93">
            <a:extLst>
              <a:ext uri="{FF2B5EF4-FFF2-40B4-BE49-F238E27FC236}">
                <a16:creationId xmlns:a16="http://schemas.microsoft.com/office/drawing/2014/main" id="{7E9B4622-A36B-F7BE-1C0C-02DB7F3DB3E9}"/>
              </a:ext>
            </a:extLst>
          </p:cNvPr>
          <p:cNvSpPr/>
          <p:nvPr/>
        </p:nvSpPr>
        <p:spPr>
          <a:xfrm>
            <a:off x="10227453" y="2424572"/>
            <a:ext cx="3067049" cy="4349942"/>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dirty="0">
              <a:solidFill>
                <a:srgbClr val="F2F2F2"/>
              </a:solidFill>
              <a:latin typeface="Century Gothic" panose="020B0502020202020204" pitchFamily="34" charset="0"/>
            </a:endParaRPr>
          </a:p>
        </p:txBody>
      </p:sp>
      <p:sp>
        <p:nvSpPr>
          <p:cNvPr id="17" name="Rounded Rectangle 93">
            <a:extLst>
              <a:ext uri="{FF2B5EF4-FFF2-40B4-BE49-F238E27FC236}">
                <a16:creationId xmlns:a16="http://schemas.microsoft.com/office/drawing/2014/main" id="{183ABFA4-9FD9-4674-4F06-18013E630531}"/>
              </a:ext>
            </a:extLst>
          </p:cNvPr>
          <p:cNvSpPr/>
          <p:nvPr/>
        </p:nvSpPr>
        <p:spPr>
          <a:xfrm>
            <a:off x="10173543" y="802096"/>
            <a:ext cx="3120959" cy="1566454"/>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dirty="0">
              <a:solidFill>
                <a:srgbClr val="F2F2F2"/>
              </a:solidFill>
              <a:latin typeface="Century Gothic" panose="020B0502020202020204" pitchFamily="34" charset="0"/>
            </a:endParaRPr>
          </a:p>
        </p:txBody>
      </p:sp>
      <p:sp>
        <p:nvSpPr>
          <p:cNvPr id="20" name="TextBox 8">
            <a:extLst>
              <a:ext uri="{FF2B5EF4-FFF2-40B4-BE49-F238E27FC236}">
                <a16:creationId xmlns:a16="http://schemas.microsoft.com/office/drawing/2014/main" id="{DBE8DE5E-2B01-B9ED-4358-98F661013026}"/>
              </a:ext>
            </a:extLst>
          </p:cNvPr>
          <p:cNvSpPr txBox="1"/>
          <p:nvPr/>
        </p:nvSpPr>
        <p:spPr>
          <a:xfrm>
            <a:off x="12171586" y="1828047"/>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D9A86A"/>
                </a:solidFill>
                <a:latin typeface="Abar Mid" pitchFamily="50" charset="-78"/>
                <a:ea typeface="Abar Mid" pitchFamily="50" charset="-78"/>
                <a:cs typeface="Abar Mid" pitchFamily="50" charset="-78"/>
              </a:rPr>
              <a:t>إجمالي المهام</a:t>
            </a:r>
          </a:p>
        </p:txBody>
      </p:sp>
      <p:sp>
        <p:nvSpPr>
          <p:cNvPr id="21" name="TextBox 10">
            <a:extLst>
              <a:ext uri="{FF2B5EF4-FFF2-40B4-BE49-F238E27FC236}">
                <a16:creationId xmlns:a16="http://schemas.microsoft.com/office/drawing/2014/main" id="{6C213196-8A04-2FAD-FBDD-8A229F8D1EE9}"/>
              </a:ext>
            </a:extLst>
          </p:cNvPr>
          <p:cNvSpPr txBox="1"/>
          <p:nvPr/>
        </p:nvSpPr>
        <p:spPr>
          <a:xfrm>
            <a:off x="12262622" y="1216935"/>
            <a:ext cx="919654" cy="769441"/>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4400" b="1" dirty="0">
                <a:solidFill>
                  <a:srgbClr val="D9A86A"/>
                </a:solidFill>
                <a:latin typeface="Abar Mid" pitchFamily="50" charset="-78"/>
                <a:ea typeface="Abar Mid" pitchFamily="50" charset="-78"/>
                <a:cs typeface="Abar Mid" pitchFamily="50" charset="-78"/>
              </a:rPr>
              <a:t>12</a:t>
            </a:r>
            <a:endParaRPr lang="ar-SA" sz="4800" b="1" dirty="0">
              <a:solidFill>
                <a:srgbClr val="D9A86A"/>
              </a:solidFill>
              <a:latin typeface="Abar Mid" pitchFamily="50" charset="-78"/>
              <a:ea typeface="Abar Mid" pitchFamily="50" charset="-78"/>
              <a:cs typeface="Abar Mid" pitchFamily="50" charset="-78"/>
            </a:endParaRPr>
          </a:p>
        </p:txBody>
      </p:sp>
      <p:grpSp>
        <p:nvGrpSpPr>
          <p:cNvPr id="43" name="Group 42">
            <a:extLst>
              <a:ext uri="{FF2B5EF4-FFF2-40B4-BE49-F238E27FC236}">
                <a16:creationId xmlns:a16="http://schemas.microsoft.com/office/drawing/2014/main" id="{58A5E924-A8EA-5B6C-30E4-C58966D4AB7E}"/>
              </a:ext>
            </a:extLst>
          </p:cNvPr>
          <p:cNvGrpSpPr/>
          <p:nvPr/>
        </p:nvGrpSpPr>
        <p:grpSpPr>
          <a:xfrm>
            <a:off x="11082638" y="935209"/>
            <a:ext cx="1101743" cy="645663"/>
            <a:chOff x="10628895" y="894190"/>
            <a:chExt cx="1101743" cy="645663"/>
          </a:xfrm>
        </p:grpSpPr>
        <p:sp>
          <p:nvSpPr>
            <p:cNvPr id="22" name="TextBox 12">
              <a:extLst>
                <a:ext uri="{FF2B5EF4-FFF2-40B4-BE49-F238E27FC236}">
                  <a16:creationId xmlns:a16="http://schemas.microsoft.com/office/drawing/2014/main" id="{8D681E39-ADD8-C594-716B-73D2C9C8F370}"/>
                </a:ext>
              </a:extLst>
            </p:cNvPr>
            <p:cNvSpPr txBox="1"/>
            <p:nvPr/>
          </p:nvSpPr>
          <p:spPr>
            <a:xfrm>
              <a:off x="10628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174766"/>
                  </a:solidFill>
                  <a:latin typeface="Abar Mid" pitchFamily="50" charset="-78"/>
                  <a:ea typeface="Abar Mid" pitchFamily="50" charset="-78"/>
                  <a:cs typeface="Abar Mid" pitchFamily="50" charset="-78"/>
                </a:rPr>
                <a:t>مكتملة</a:t>
              </a:r>
            </a:p>
          </p:txBody>
        </p:sp>
        <p:sp>
          <p:nvSpPr>
            <p:cNvPr id="23" name="TextBox 13">
              <a:extLst>
                <a:ext uri="{FF2B5EF4-FFF2-40B4-BE49-F238E27FC236}">
                  <a16:creationId xmlns:a16="http://schemas.microsoft.com/office/drawing/2014/main" id="{A2C514DC-97F6-3889-8180-0BE9B2B9C750}"/>
                </a:ext>
              </a:extLst>
            </p:cNvPr>
            <p:cNvSpPr txBox="1"/>
            <p:nvPr/>
          </p:nvSpPr>
          <p:spPr>
            <a:xfrm>
              <a:off x="10719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dirty="0">
                  <a:solidFill>
                    <a:srgbClr val="174766"/>
                  </a:solidFill>
                  <a:latin typeface="Abar Mid" pitchFamily="50" charset="-78"/>
                  <a:ea typeface="Abar Mid" pitchFamily="50" charset="-78"/>
                  <a:cs typeface="Abar Mid" pitchFamily="50" charset="-78"/>
                </a:rPr>
                <a:t>2</a:t>
              </a:r>
              <a:endParaRPr lang="ar-SA" sz="2800" b="1" dirty="0">
                <a:solidFill>
                  <a:srgbClr val="174766"/>
                </a:solidFill>
                <a:latin typeface="Abar Mid" pitchFamily="50" charset="-78"/>
                <a:ea typeface="Abar Mid" pitchFamily="50" charset="-78"/>
                <a:cs typeface="Abar Mid" pitchFamily="50" charset="-78"/>
              </a:endParaRPr>
            </a:p>
          </p:txBody>
        </p:sp>
      </p:grpSp>
      <p:grpSp>
        <p:nvGrpSpPr>
          <p:cNvPr id="42" name="Group 41">
            <a:extLst>
              <a:ext uri="{FF2B5EF4-FFF2-40B4-BE49-F238E27FC236}">
                <a16:creationId xmlns:a16="http://schemas.microsoft.com/office/drawing/2014/main" id="{4642572F-61F0-5D04-E903-CEA2C381B751}"/>
              </a:ext>
            </a:extLst>
          </p:cNvPr>
          <p:cNvGrpSpPr/>
          <p:nvPr/>
        </p:nvGrpSpPr>
        <p:grpSpPr>
          <a:xfrm>
            <a:off x="10253177" y="941282"/>
            <a:ext cx="1101743" cy="645663"/>
            <a:chOff x="9373185" y="894190"/>
            <a:chExt cx="1101743" cy="645663"/>
          </a:xfrm>
        </p:grpSpPr>
        <p:sp>
          <p:nvSpPr>
            <p:cNvPr id="24" name="TextBox 14">
              <a:extLst>
                <a:ext uri="{FF2B5EF4-FFF2-40B4-BE49-F238E27FC236}">
                  <a16:creationId xmlns:a16="http://schemas.microsoft.com/office/drawing/2014/main" id="{F7A44687-1040-2384-2F7D-A4CEAA69D440}"/>
                </a:ext>
              </a:extLst>
            </p:cNvPr>
            <p:cNvSpPr txBox="1"/>
            <p:nvPr/>
          </p:nvSpPr>
          <p:spPr>
            <a:xfrm>
              <a:off x="937318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0A8062"/>
                  </a:solidFill>
                  <a:latin typeface="Abar Mid" pitchFamily="50" charset="-78"/>
                  <a:ea typeface="Abar Mid" pitchFamily="50" charset="-78"/>
                  <a:cs typeface="Abar Mid" pitchFamily="50" charset="-78"/>
                </a:rPr>
                <a:t>على المخطط</a:t>
              </a:r>
            </a:p>
          </p:txBody>
        </p:sp>
        <p:sp>
          <p:nvSpPr>
            <p:cNvPr id="25" name="TextBox 15">
              <a:extLst>
                <a:ext uri="{FF2B5EF4-FFF2-40B4-BE49-F238E27FC236}">
                  <a16:creationId xmlns:a16="http://schemas.microsoft.com/office/drawing/2014/main" id="{655EFD64-72CE-5B02-038F-E3EF346E6808}"/>
                </a:ext>
              </a:extLst>
            </p:cNvPr>
            <p:cNvSpPr txBox="1"/>
            <p:nvPr/>
          </p:nvSpPr>
          <p:spPr>
            <a:xfrm>
              <a:off x="946422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rgbClr val="0A8062"/>
                  </a:solidFill>
                  <a:latin typeface="Abar Mid" pitchFamily="50" charset="-78"/>
                  <a:ea typeface="Abar Mid" pitchFamily="50" charset="-78"/>
                  <a:cs typeface="Abar Mid" pitchFamily="50" charset="-78"/>
                </a:rPr>
                <a:t>10</a:t>
              </a:r>
            </a:p>
          </p:txBody>
        </p:sp>
      </p:grpSp>
      <p:grpSp>
        <p:nvGrpSpPr>
          <p:cNvPr id="40" name="Group 39">
            <a:extLst>
              <a:ext uri="{FF2B5EF4-FFF2-40B4-BE49-F238E27FC236}">
                <a16:creationId xmlns:a16="http://schemas.microsoft.com/office/drawing/2014/main" id="{B2DD188B-DEB6-929C-652C-5BBE7E4695ED}"/>
              </a:ext>
            </a:extLst>
          </p:cNvPr>
          <p:cNvGrpSpPr/>
          <p:nvPr/>
        </p:nvGrpSpPr>
        <p:grpSpPr>
          <a:xfrm>
            <a:off x="10205308" y="1632095"/>
            <a:ext cx="1101743" cy="645663"/>
            <a:chOff x="6855895" y="894190"/>
            <a:chExt cx="1101743" cy="645663"/>
          </a:xfrm>
        </p:grpSpPr>
        <p:sp>
          <p:nvSpPr>
            <p:cNvPr id="18" name="TextBox 5">
              <a:extLst>
                <a:ext uri="{FF2B5EF4-FFF2-40B4-BE49-F238E27FC236}">
                  <a16:creationId xmlns:a16="http://schemas.microsoft.com/office/drawing/2014/main" id="{4F3CCE75-1975-5AD9-B4C2-968F0999F69F}"/>
                </a:ext>
              </a:extLst>
            </p:cNvPr>
            <p:cNvSpPr txBox="1"/>
            <p:nvPr/>
          </p:nvSpPr>
          <p:spPr>
            <a:xfrm>
              <a:off x="6946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chemeClr val="bg1">
                      <a:lumMod val="65000"/>
                    </a:schemeClr>
                  </a:solidFill>
                  <a:latin typeface="Abar Mid" pitchFamily="50" charset="-78"/>
                  <a:ea typeface="Abar Mid" pitchFamily="50" charset="-78"/>
                  <a:cs typeface="Abar Mid" pitchFamily="50" charset="-78"/>
                </a:rPr>
                <a:t>0</a:t>
              </a:r>
            </a:p>
          </p:txBody>
        </p:sp>
        <p:sp>
          <p:nvSpPr>
            <p:cNvPr id="26" name="TextBox 16">
              <a:extLst>
                <a:ext uri="{FF2B5EF4-FFF2-40B4-BE49-F238E27FC236}">
                  <a16:creationId xmlns:a16="http://schemas.microsoft.com/office/drawing/2014/main" id="{16030ABC-E859-EE4D-3833-1FAD0FD6C489}"/>
                </a:ext>
              </a:extLst>
            </p:cNvPr>
            <p:cNvSpPr txBox="1"/>
            <p:nvPr/>
          </p:nvSpPr>
          <p:spPr>
            <a:xfrm>
              <a:off x="6855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chemeClr val="bg1">
                      <a:lumMod val="50000"/>
                    </a:schemeClr>
                  </a:solidFill>
                  <a:latin typeface="Abar Mid" pitchFamily="50" charset="-78"/>
                  <a:ea typeface="Abar Mid" pitchFamily="50" charset="-78"/>
                  <a:cs typeface="Abar Mid" pitchFamily="50" charset="-78"/>
                </a:rPr>
                <a:t>معلقة</a:t>
              </a:r>
            </a:p>
          </p:txBody>
        </p:sp>
      </p:grpSp>
      <p:sp>
        <p:nvSpPr>
          <p:cNvPr id="27" name="Freeform: Shape 26">
            <a:extLst>
              <a:ext uri="{FF2B5EF4-FFF2-40B4-BE49-F238E27FC236}">
                <a16:creationId xmlns:a16="http://schemas.microsoft.com/office/drawing/2014/main" id="{50813D75-5E58-FFC7-F847-86C86BFF7ED5}"/>
              </a:ext>
            </a:extLst>
          </p:cNvPr>
          <p:cNvSpPr/>
          <p:nvPr/>
        </p:nvSpPr>
        <p:spPr>
          <a:xfrm rot="16200000">
            <a:off x="11994868" y="1506652"/>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514">
              <a:spcBef>
                <a:spcPts val="300"/>
              </a:spcBef>
              <a:spcAft>
                <a:spcPts val="300"/>
              </a:spcAft>
              <a:defRPr/>
            </a:pPr>
            <a:endParaRPr lang="en-GB" sz="1600" kern="0" dirty="0">
              <a:solidFill>
                <a:srgbClr val="FBF7F4"/>
              </a:solidFill>
              <a:latin typeface="Sakkal Majalla"/>
            </a:endParaRPr>
          </a:p>
        </p:txBody>
      </p:sp>
      <p:grpSp>
        <p:nvGrpSpPr>
          <p:cNvPr id="41" name="Group 40">
            <a:extLst>
              <a:ext uri="{FF2B5EF4-FFF2-40B4-BE49-F238E27FC236}">
                <a16:creationId xmlns:a16="http://schemas.microsoft.com/office/drawing/2014/main" id="{B67AABAE-19DC-46F1-8E96-5ACA434B1F12}"/>
              </a:ext>
            </a:extLst>
          </p:cNvPr>
          <p:cNvGrpSpPr/>
          <p:nvPr/>
        </p:nvGrpSpPr>
        <p:grpSpPr>
          <a:xfrm>
            <a:off x="11082633" y="1632095"/>
            <a:ext cx="1101743" cy="645663"/>
            <a:chOff x="8079040" y="894190"/>
            <a:chExt cx="1101743" cy="645663"/>
          </a:xfrm>
        </p:grpSpPr>
        <p:sp>
          <p:nvSpPr>
            <p:cNvPr id="19" name="TextBox 6">
              <a:extLst>
                <a:ext uri="{FF2B5EF4-FFF2-40B4-BE49-F238E27FC236}">
                  <a16:creationId xmlns:a16="http://schemas.microsoft.com/office/drawing/2014/main" id="{D6D164FD-BBE6-C25A-E446-CCE1C3126B61}"/>
                </a:ext>
              </a:extLst>
            </p:cNvPr>
            <p:cNvSpPr txBox="1"/>
            <p:nvPr/>
          </p:nvSpPr>
          <p:spPr>
            <a:xfrm>
              <a:off x="8170080"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rgbClr val="87452B"/>
                  </a:solidFill>
                  <a:latin typeface="Abar Mid" pitchFamily="50" charset="-78"/>
                  <a:ea typeface="Abar Mid" pitchFamily="50" charset="-78"/>
                  <a:cs typeface="Abar Mid" pitchFamily="50" charset="-78"/>
                </a:rPr>
                <a:t>0</a:t>
              </a:r>
            </a:p>
          </p:txBody>
        </p:sp>
        <p:sp>
          <p:nvSpPr>
            <p:cNvPr id="28" name="TextBox 18">
              <a:extLst>
                <a:ext uri="{FF2B5EF4-FFF2-40B4-BE49-F238E27FC236}">
                  <a16:creationId xmlns:a16="http://schemas.microsoft.com/office/drawing/2014/main" id="{F4E04539-090F-D1A9-DD9C-824C2F987424}"/>
                </a:ext>
              </a:extLst>
            </p:cNvPr>
            <p:cNvSpPr txBox="1"/>
            <p:nvPr/>
          </p:nvSpPr>
          <p:spPr>
            <a:xfrm>
              <a:off x="8079040"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87452B"/>
                  </a:solidFill>
                  <a:latin typeface="Abar Mid" pitchFamily="50" charset="-78"/>
                  <a:ea typeface="Abar Mid" pitchFamily="50" charset="-78"/>
                  <a:cs typeface="Abar Mid" pitchFamily="50" charset="-78"/>
                </a:rPr>
                <a:t>متأخرة</a:t>
              </a:r>
            </a:p>
          </p:txBody>
        </p:sp>
      </p:grpSp>
      <p:cxnSp>
        <p:nvCxnSpPr>
          <p:cNvPr id="29" name="Straight Connector 28">
            <a:extLst>
              <a:ext uri="{FF2B5EF4-FFF2-40B4-BE49-F238E27FC236}">
                <a16:creationId xmlns:a16="http://schemas.microsoft.com/office/drawing/2014/main" id="{EDB30051-5058-A097-1171-C2DA0C79BEA8}"/>
              </a:ext>
            </a:extLst>
          </p:cNvPr>
          <p:cNvCxnSpPr>
            <a:cxnSpLocks/>
          </p:cNvCxnSpPr>
          <p:nvPr/>
        </p:nvCxnSpPr>
        <p:spPr>
          <a:xfrm flipV="1">
            <a:off x="11263871" y="969962"/>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31" name="Straight Connector 30">
            <a:extLst>
              <a:ext uri="{FF2B5EF4-FFF2-40B4-BE49-F238E27FC236}">
                <a16:creationId xmlns:a16="http://schemas.microsoft.com/office/drawing/2014/main" id="{3A6944DF-EE7C-84B5-C979-42976B874889}"/>
              </a:ext>
            </a:extLst>
          </p:cNvPr>
          <p:cNvCxnSpPr>
            <a:cxnSpLocks/>
          </p:cNvCxnSpPr>
          <p:nvPr/>
        </p:nvCxnSpPr>
        <p:spPr>
          <a:xfrm>
            <a:off x="10520551"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3" name="Chart 2">
            <a:extLst>
              <a:ext uri="{FF2B5EF4-FFF2-40B4-BE49-F238E27FC236}">
                <a16:creationId xmlns:a16="http://schemas.microsoft.com/office/drawing/2014/main" id="{D53DD549-B0CB-1DCA-B3D3-CE001B74F402}"/>
              </a:ext>
            </a:extLst>
          </p:cNvPr>
          <p:cNvGraphicFramePr/>
          <p:nvPr>
            <p:extLst>
              <p:ext uri="{D42A27DB-BD31-4B8C-83A1-F6EECF244321}">
                <p14:modId xmlns:p14="http://schemas.microsoft.com/office/powerpoint/2010/main" val="3844673242"/>
              </p:ext>
            </p:extLst>
          </p:nvPr>
        </p:nvGraphicFramePr>
        <p:xfrm>
          <a:off x="10173545" y="2518861"/>
          <a:ext cx="3067048" cy="4289518"/>
        </p:xfrm>
        <a:graphic>
          <a:graphicData uri="http://schemas.openxmlformats.org/drawingml/2006/chart">
            <c:chart xmlns:c="http://schemas.openxmlformats.org/drawingml/2006/chart" xmlns:r="http://schemas.openxmlformats.org/officeDocument/2006/relationships" r:id="rId4"/>
          </a:graphicData>
        </a:graphic>
      </p:graphicFrame>
      <p:sp>
        <p:nvSpPr>
          <p:cNvPr id="39" name="btfpRowHeaderBoxText438126">
            <a:hlinkClick r:id="rId5" action="ppaction://hlinksldjump"/>
            <a:extLst>
              <a:ext uri="{FF2B5EF4-FFF2-40B4-BE49-F238E27FC236}">
                <a16:creationId xmlns:a16="http://schemas.microsoft.com/office/drawing/2014/main" id="{F3D2FD89-22B2-877B-7941-EFBE9C0AA63D}"/>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ملخص المهام</a:t>
            </a:r>
          </a:p>
        </p:txBody>
      </p:sp>
      <p:cxnSp>
        <p:nvCxnSpPr>
          <p:cNvPr id="44" name="Straight Connector 43">
            <a:extLst>
              <a:ext uri="{FF2B5EF4-FFF2-40B4-BE49-F238E27FC236}">
                <a16:creationId xmlns:a16="http://schemas.microsoft.com/office/drawing/2014/main" id="{44207D78-D8B1-5B72-B349-D0E30E05D338}"/>
              </a:ext>
            </a:extLst>
          </p:cNvPr>
          <p:cNvCxnSpPr>
            <a:cxnSpLocks/>
          </p:cNvCxnSpPr>
          <p:nvPr/>
        </p:nvCxnSpPr>
        <p:spPr>
          <a:xfrm flipV="1">
            <a:off x="11263871" y="163209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46" name="Straight Connector 45">
            <a:extLst>
              <a:ext uri="{FF2B5EF4-FFF2-40B4-BE49-F238E27FC236}">
                <a16:creationId xmlns:a16="http://schemas.microsoft.com/office/drawing/2014/main" id="{8104D5DA-95C1-3954-4988-11429F8E3B44}"/>
              </a:ext>
            </a:extLst>
          </p:cNvPr>
          <p:cNvCxnSpPr>
            <a:cxnSpLocks/>
          </p:cNvCxnSpPr>
          <p:nvPr/>
        </p:nvCxnSpPr>
        <p:spPr>
          <a:xfrm>
            <a:off x="11444476"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48" name="Table 47">
            <a:extLst>
              <a:ext uri="{FF2B5EF4-FFF2-40B4-BE49-F238E27FC236}">
                <a16:creationId xmlns:a16="http://schemas.microsoft.com/office/drawing/2014/main" id="{EAD8973F-3875-A3F6-A96E-C90EBA4158F6}"/>
              </a:ext>
            </a:extLst>
          </p:cNvPr>
          <p:cNvGraphicFramePr>
            <a:graphicFrameLocks noGrp="1"/>
          </p:cNvGraphicFramePr>
          <p:nvPr>
            <p:extLst>
              <p:ext uri="{D42A27DB-BD31-4B8C-83A1-F6EECF244321}">
                <p14:modId xmlns:p14="http://schemas.microsoft.com/office/powerpoint/2010/main" val="1222563309"/>
              </p:ext>
            </p:extLst>
          </p:nvPr>
        </p:nvGraphicFramePr>
        <p:xfrm>
          <a:off x="193999" y="752475"/>
          <a:ext cx="9821037" cy="1556004"/>
        </p:xfrm>
        <a:graphic>
          <a:graphicData uri="http://schemas.openxmlformats.org/drawingml/2006/table">
            <a:tbl>
              <a:tblPr/>
              <a:tblGrid>
                <a:gridCol w="3384000">
                  <a:extLst>
                    <a:ext uri="{9D8B030D-6E8A-4147-A177-3AD203B41FA5}">
                      <a16:colId xmlns:a16="http://schemas.microsoft.com/office/drawing/2014/main" val="2822069703"/>
                    </a:ext>
                  </a:extLst>
                </a:gridCol>
                <a:gridCol w="1512000">
                  <a:extLst>
                    <a:ext uri="{9D8B030D-6E8A-4147-A177-3AD203B41FA5}">
                      <a16:colId xmlns:a16="http://schemas.microsoft.com/office/drawing/2014/main" val="20000"/>
                    </a:ext>
                  </a:extLst>
                </a:gridCol>
                <a:gridCol w="4500000">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المهام المكتملة</a:t>
                      </a:r>
                    </a:p>
                  </a:txBody>
                  <a:tcPr marL="45720" anchor="ctr">
                    <a:lnL w="76200" cap="flat" cmpd="sng" algn="ctr">
                      <a:noFill/>
                      <a:prstDash val="solid"/>
                      <a:round/>
                      <a:headEnd type="none" w="med" len="med"/>
                      <a:tailEnd type="none" w="med" len="med"/>
                    </a:lnL>
                    <a:lnR w="57150" cap="flat" cmpd="sng" algn="ctr">
                      <a:solidFill>
                        <a:srgbClr val="2C5774"/>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ملاحظات</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lang="en-US" sz="1100" b="0" i="0" u="none" strike="noStrike" dirty="0" err="1">
                          <a:solidFill>
                            <a:srgbClr val="000000"/>
                          </a:solidFill>
                          <a:effectLst/>
                          <a:latin typeface="Abar Mid" pitchFamily="50" charset="-78"/>
                          <a:cs typeface="Abar Mid" pitchFamily="50" charset="-78"/>
                        </a:rPr>
                        <a:t>تم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دعوة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رئيس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مجلس</a:t>
                      </a:r>
                      <a:r>
                        <a:rPr lang="en-US" sz="1100" b="0" i="0" u="none" strike="noStrike" dirty="0">
                          <a:solidFill>
                            <a:srgbClr val="000000"/>
                          </a:solidFill>
                          <a:effectLst/>
                          <a:latin typeface="Abar Mid" pitchFamily="50" charset="-78"/>
                          <a:cs typeface="Abar Mid" pitchFamily="50" charset="-78"/>
                        </a:rPr>
                        <a:t> إدارة </a:t>
                      </a:r>
                      <a:r>
                        <a:rPr lang="en-US" sz="1100" b="0" i="0" u="none" strike="noStrike" dirty="0" err="1">
                          <a:solidFill>
                            <a:srgbClr val="000000"/>
                          </a:solidFill>
                          <a:effectLst/>
                          <a:latin typeface="Abar Mid" pitchFamily="50" charset="-78"/>
                          <a:cs typeface="Abar Mid" pitchFamily="50" charset="-78"/>
                        </a:rPr>
                        <a:t>المجلس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التنسيقي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لشركات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الضيافة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ومقدمي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الخدمة</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lang="en-US" sz="1100" b="0" i="0" u="none" strike="noStrike" dirty="0" err="1">
                          <a:solidFill>
                            <a:srgbClr val="000000"/>
                          </a:solidFill>
                          <a:effectLst/>
                          <a:latin typeface="Abar Mid" pitchFamily="50" charset="-78"/>
                          <a:cs typeface="Abar Mid" pitchFamily="50" charset="-78"/>
                        </a:rPr>
                        <a:t>تم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دعوة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رئيس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مجلس</a:t>
                      </a:r>
                      <a:r>
                        <a:rPr lang="en-US" sz="1100" b="0" i="0" u="none" strike="noStrike" dirty="0">
                          <a:solidFill>
                            <a:srgbClr val="000000"/>
                          </a:solidFill>
                          <a:effectLst/>
                          <a:latin typeface="Abar Mid" pitchFamily="50" charset="-78"/>
                          <a:cs typeface="Abar Mid" pitchFamily="50" charset="-78"/>
                        </a:rPr>
                        <a:t> إدارة </a:t>
                      </a:r>
                      <a:r>
                        <a:rPr lang="en-US" sz="1100" b="0" i="0" u="none" strike="noStrike" dirty="0" err="1">
                          <a:solidFill>
                            <a:srgbClr val="000000"/>
                          </a:solidFill>
                          <a:effectLst/>
                          <a:latin typeface="Abar Mid" pitchFamily="50" charset="-78"/>
                          <a:cs typeface="Abar Mid" pitchFamily="50" charset="-78"/>
                        </a:rPr>
                        <a:t>المجلس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التنسيقي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لشركات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الضيافة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ومقدمي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الخدمة</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cxnSp>
        <p:nvCxnSpPr>
          <p:cNvPr id="52" name="Straight Connector 51">
            <a:extLst>
              <a:ext uri="{FF2B5EF4-FFF2-40B4-BE49-F238E27FC236}">
                <a16:creationId xmlns:a16="http://schemas.microsoft.com/office/drawing/2014/main" id="{B437FEF1-AFD1-0EA7-F970-7CDFF649F03E}"/>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cxnSp>
        <p:nvCxnSpPr>
          <p:cNvPr id="53" name="Straight Connector 52">
            <a:extLst>
              <a:ext uri="{FF2B5EF4-FFF2-40B4-BE49-F238E27FC236}">
                <a16:creationId xmlns:a16="http://schemas.microsoft.com/office/drawing/2014/main" id="{A565C9E7-F2DF-07AE-6CEB-5210667DF19E}"/>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9" name="Table 8">
            <a:extLst>
              <a:ext uri="{FF2B5EF4-FFF2-40B4-BE49-F238E27FC236}">
                <a16:creationId xmlns:a16="http://schemas.microsoft.com/office/drawing/2014/main" id="{D96A1065-2CDC-FD7E-B595-7AD90E566C9F}"/>
              </a:ext>
            </a:extLst>
          </p:cNvPr>
          <p:cNvGraphicFramePr>
            <a:graphicFrameLocks noGrp="1"/>
          </p:cNvGraphicFramePr>
          <p:nvPr>
            <p:extLst>
              <p:ext uri="{D42A27DB-BD31-4B8C-83A1-F6EECF244321}">
                <p14:modId xmlns:p14="http://schemas.microsoft.com/office/powerpoint/2010/main" val="3800655066"/>
              </p:ext>
            </p:extLst>
          </p:nvPr>
        </p:nvGraphicFramePr>
        <p:xfrm>
          <a:off x="193999" y="2297147"/>
          <a:ext cx="9821037" cy="1556004"/>
        </p:xfrm>
        <a:graphic>
          <a:graphicData uri="http://schemas.openxmlformats.org/drawingml/2006/table">
            <a:tbl>
              <a:tblPr/>
              <a:tblGrid>
                <a:gridCol w="3384000">
                  <a:extLst>
                    <a:ext uri="{9D8B030D-6E8A-4147-A177-3AD203B41FA5}">
                      <a16:colId xmlns:a16="http://schemas.microsoft.com/office/drawing/2014/main" val="2822069703"/>
                    </a:ext>
                  </a:extLst>
                </a:gridCol>
                <a:gridCol w="1512000">
                  <a:extLst>
                    <a:ext uri="{9D8B030D-6E8A-4147-A177-3AD203B41FA5}">
                      <a16:colId xmlns:a16="http://schemas.microsoft.com/office/drawing/2014/main" val="20000"/>
                    </a:ext>
                  </a:extLst>
                </a:gridCol>
                <a:gridCol w="4500000">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المهام المتأخرة</a:t>
                      </a:r>
                    </a:p>
                  </a:txBody>
                  <a:tcPr marL="45720" anchor="ctr">
                    <a:lnL w="76200" cap="flat" cmpd="sng" algn="ctr">
                      <a:noFill/>
                      <a:prstDash val="solid"/>
                      <a:round/>
                      <a:headEnd type="none" w="med" len="med"/>
                      <a:tailEnd type="none" w="med" len="med"/>
                    </a:lnL>
                    <a:lnR w="57150" cap="flat" cmpd="sng" algn="ctr">
                      <a:solidFill>
                        <a:srgbClr val="87452B"/>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ملاحظات</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endPar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endPar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graphicFrame>
        <p:nvGraphicFramePr>
          <p:cNvPr id="10" name="Table 9">
            <a:extLst>
              <a:ext uri="{FF2B5EF4-FFF2-40B4-BE49-F238E27FC236}">
                <a16:creationId xmlns:a16="http://schemas.microsoft.com/office/drawing/2014/main" id="{92064D1D-742E-1670-6F61-3AC442787108}"/>
              </a:ext>
            </a:extLst>
          </p:cNvPr>
          <p:cNvGraphicFramePr>
            <a:graphicFrameLocks noGrp="1"/>
          </p:cNvGraphicFramePr>
          <p:nvPr>
            <p:extLst>
              <p:ext uri="{D42A27DB-BD31-4B8C-83A1-F6EECF244321}">
                <p14:modId xmlns:p14="http://schemas.microsoft.com/office/powerpoint/2010/main" val="1455551460"/>
              </p:ext>
            </p:extLst>
          </p:nvPr>
        </p:nvGraphicFramePr>
        <p:xfrm>
          <a:off x="193999" y="3874164"/>
          <a:ext cx="9821037" cy="1556004"/>
        </p:xfrm>
        <a:graphic>
          <a:graphicData uri="http://schemas.openxmlformats.org/drawingml/2006/table">
            <a:tbl>
              <a:tblPr/>
              <a:tblGrid>
                <a:gridCol w="3384000">
                  <a:extLst>
                    <a:ext uri="{9D8B030D-6E8A-4147-A177-3AD203B41FA5}">
                      <a16:colId xmlns:a16="http://schemas.microsoft.com/office/drawing/2014/main" val="2822069703"/>
                    </a:ext>
                  </a:extLst>
                </a:gridCol>
                <a:gridCol w="1512000">
                  <a:extLst>
                    <a:ext uri="{9D8B030D-6E8A-4147-A177-3AD203B41FA5}">
                      <a16:colId xmlns:a16="http://schemas.microsoft.com/office/drawing/2014/main" val="20000"/>
                    </a:ext>
                  </a:extLst>
                </a:gridCol>
                <a:gridCol w="4500000">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المهام المعلقة</a:t>
                      </a:r>
                    </a:p>
                  </a:txBody>
                  <a:tcPr marL="45720" anchor="ctr">
                    <a:lnL w="76200" cap="flat" cmpd="sng" algn="ctr">
                      <a:noFill/>
                      <a:prstDash val="solid"/>
                      <a:round/>
                      <a:headEnd type="none" w="med" len="med"/>
                      <a:tailEnd type="none" w="med" len="med"/>
                    </a:lnL>
                    <a:lnR w="5715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algn="ctr" rtl="1">
                        <a:lnSpc>
                          <a:spcPct val="105000"/>
                        </a:lnSpc>
                      </a:pPr>
                      <a:r>
                        <a:rPr lang="ar-SA" sz="1100" b="1">
                          <a:solidFill>
                            <a:srgbClr val="FFFFFF"/>
                          </a:solidFill>
                          <a:latin typeface="Abar Mid" pitchFamily="50" charset="-78"/>
                          <a:ea typeface="Abar Mid" pitchFamily="50" charset="-78"/>
                          <a:cs typeface="Abar Mid" pitchFamily="50" charset="-78"/>
                        </a:rPr>
                        <a:t>ملاحظات</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endPar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endPar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0C22B720-45C1-4E89-BEEC-C9D3F200C0A8}"/>
              </a:ext>
            </a:extLst>
          </p:cNvPr>
          <p:cNvGraphicFramePr>
            <a:graphicFrameLocks noGrp="1"/>
          </p:cNvGraphicFramePr>
          <p:nvPr>
            <p:extLst>
              <p:ext uri="{D42A27DB-BD31-4B8C-83A1-F6EECF244321}">
                <p14:modId xmlns:p14="http://schemas.microsoft.com/office/powerpoint/2010/main" val="3832415259"/>
              </p:ext>
            </p:extLst>
          </p:nvPr>
        </p:nvGraphicFramePr>
        <p:xfrm>
          <a:off x="193999" y="5418836"/>
          <a:ext cx="9820563" cy="1129284"/>
        </p:xfrm>
        <a:graphic>
          <a:graphicData uri="http://schemas.openxmlformats.org/drawingml/2006/table">
            <a:tbl>
              <a:tblPr/>
              <a:tblGrid>
                <a:gridCol w="3384226">
                  <a:extLst>
                    <a:ext uri="{9D8B030D-6E8A-4147-A177-3AD203B41FA5}">
                      <a16:colId xmlns:a16="http://schemas.microsoft.com/office/drawing/2014/main" val="2822069703"/>
                    </a:ext>
                  </a:extLst>
                </a:gridCol>
                <a:gridCol w="1511300">
                  <a:extLst>
                    <a:ext uri="{9D8B030D-6E8A-4147-A177-3AD203B41FA5}">
                      <a16:colId xmlns:a16="http://schemas.microsoft.com/office/drawing/2014/main" val="20000"/>
                    </a:ext>
                  </a:extLst>
                </a:gridCol>
                <a:gridCol w="4500000">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طلبات الدعم</a:t>
                      </a:r>
                    </a:p>
                  </a:txBody>
                  <a:tcPr marL="45720" anchor="ctr">
                    <a:lnL w="76200" cap="flat" cmpd="sng" algn="ctr">
                      <a:noFill/>
                      <a:prstDash val="solid"/>
                      <a:round/>
                      <a:headEnd type="none" w="med" len="med"/>
                      <a:tailEnd type="none" w="med" len="med"/>
                    </a:lnL>
                    <a:lnR w="57150" cap="flat" cmpd="sng" algn="ctr">
                      <a:solidFill>
                        <a:srgbClr val="DCB077"/>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AE" sz="1100" b="1" dirty="0">
                          <a:solidFill>
                            <a:srgbClr val="FFFFFF"/>
                          </a:solidFill>
                          <a:latin typeface="Abar Mid" pitchFamily="2" charset="-78"/>
                          <a:ea typeface="Abar Mid" pitchFamily="2" charset="-78"/>
                          <a:cs typeface="Abar Mid" pitchFamily="2" charset="-78"/>
                        </a:rPr>
                        <a:t>طلب الدعم</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endPar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D9471-21D1-1966-C49F-AE32D134DB5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8E4F22F-0D66-F60D-951F-905AE4387A49}"/>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9D9CC2FE-883C-9AC0-8DEB-EF1EA985ECBA}"/>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إحاطات</a:t>
              </a:r>
            </a:p>
          </p:txBody>
        </p:sp>
        <p:cxnSp>
          <p:nvCxnSpPr>
            <p:cNvPr id="5" name="Straight Connector 4">
              <a:extLst>
                <a:ext uri="{FF2B5EF4-FFF2-40B4-BE49-F238E27FC236}">
                  <a16:creationId xmlns:a16="http://schemas.microsoft.com/office/drawing/2014/main" id="{6C84A8F9-9658-BA74-FD8B-993FC8D132D1}"/>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4194610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91EA6-8672-B728-A9E5-7346D4B0AD5D}"/>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1ABC87C-3A99-C033-08E1-1D0E94550AC2}"/>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DA9E7250-3A91-A3A9-3926-254742BEFCC0}"/>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ملخص الاجتماع</a:t>
              </a:r>
            </a:p>
          </p:txBody>
        </p:sp>
        <p:cxnSp>
          <p:nvCxnSpPr>
            <p:cNvPr id="5" name="Straight Connector 4">
              <a:extLst>
                <a:ext uri="{FF2B5EF4-FFF2-40B4-BE49-F238E27FC236}">
                  <a16:creationId xmlns:a16="http://schemas.microsoft.com/office/drawing/2014/main" id="{DC3B5F5A-8E05-C8CE-2A45-1C230D290C49}"/>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7324137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05CDF667-37E8-C4EF-303C-BD2EE8DFDEBA}"/>
              </a:ext>
            </a:extLst>
          </p:cNvPr>
          <p:cNvSpPr txBox="1"/>
          <p:nvPr/>
        </p:nvSpPr>
        <p:spPr>
          <a:xfrm>
            <a:off x="4985285" y="4063132"/>
            <a:ext cx="3469205" cy="923330"/>
          </a:xfrm>
          <a:prstGeom prst="rect">
            <a:avLst/>
          </a:prstGeom>
          <a:noFill/>
        </p:spPr>
        <p:txBody>
          <a:bodyPr wrap="square" lIns="0" tIns="0" rIns="0" bIns="0" anchor="ctr">
            <a:spAutoFit/>
          </a:bodyPr>
          <a:lstStyle/>
          <a:p>
            <a:pPr algn="ctr" rtl="1"/>
            <a:r>
              <a:rPr lang="ar-SA" sz="6000" b="1" dirty="0">
                <a:solidFill>
                  <a:srgbClr val="FFFFFF"/>
                </a:solidFill>
                <a:latin typeface="Abar Mid" pitchFamily="2" charset="-78"/>
                <a:ea typeface="Abar Mid" pitchFamily="2" charset="-78"/>
                <a:cs typeface="Abar Mid" pitchFamily="2" charset="-78"/>
              </a:rPr>
              <a:t>شكرا لكم</a:t>
            </a:r>
            <a:endParaRPr sz="6000" b="1" dirty="0">
              <a:solidFill>
                <a:srgbClr val="FFFFFF"/>
              </a:solidFill>
              <a:latin typeface="Abar Mid" pitchFamily="2" charset="-78"/>
              <a:ea typeface="Abar Mid" pitchFamily="2" charset="-78"/>
              <a:cs typeface="Abar Mid" pitchFamily="2" charset="-78"/>
            </a:endParaRPr>
          </a:p>
        </p:txBody>
      </p:sp>
      <p:cxnSp>
        <p:nvCxnSpPr>
          <p:cNvPr id="2" name="Straight Connector 1">
            <a:extLst>
              <a:ext uri="{FF2B5EF4-FFF2-40B4-BE49-F238E27FC236}">
                <a16:creationId xmlns:a16="http://schemas.microsoft.com/office/drawing/2014/main" id="{CF995C1B-7C45-C5B4-01AD-87B22FCB1D53}"/>
              </a:ext>
            </a:extLst>
          </p:cNvPr>
          <p:cNvCxnSpPr>
            <a:cxnSpLocks/>
          </p:cNvCxnSpPr>
          <p:nvPr/>
        </p:nvCxnSpPr>
        <p:spPr>
          <a:xfrm>
            <a:off x="6078228" y="5373351"/>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1FBF9-454B-7195-D817-1470F7E1193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8836017-7184-E94F-BE1A-3674BDED60F9}"/>
              </a:ext>
            </a:extLst>
          </p:cNvPr>
          <p:cNvGrpSpPr/>
          <p:nvPr/>
        </p:nvGrpSpPr>
        <p:grpSpPr>
          <a:xfrm>
            <a:off x="8108073" y="3256998"/>
            <a:ext cx="5724532" cy="1042296"/>
            <a:chOff x="5329945" y="4415868"/>
            <a:chExt cx="5724532" cy="1042296"/>
          </a:xfrm>
        </p:grpSpPr>
        <p:sp>
          <p:nvSpPr>
            <p:cNvPr id="3" name="btfpRowHeaderBoxText438126">
              <a:extLst>
                <a:ext uri="{FF2B5EF4-FFF2-40B4-BE49-F238E27FC236}">
                  <a16:creationId xmlns:a16="http://schemas.microsoft.com/office/drawing/2014/main" id="{3001FF24-0088-54F5-409C-7440466F8671}"/>
                </a:ext>
              </a:extLst>
            </p:cNvPr>
            <p:cNvSpPr txBox="1"/>
            <p:nvPr>
              <p:custDataLst>
                <p:tags r:id="rId1"/>
              </p:custDataLst>
            </p:nvPr>
          </p:nvSpPr>
          <p:spPr>
            <a:xfrm flipH="1">
              <a:off x="5329945"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dirty="0">
                  <a:ln w="6350" cap="flat">
                    <a:noFill/>
                    <a:miter lim="800000"/>
                  </a:ln>
                  <a:solidFill>
                    <a:srgbClr val="FFFFFF"/>
                  </a:solidFill>
                  <a:effectLst/>
                  <a:uLnTx/>
                  <a:uFillTx/>
                  <a:latin typeface="Abar Mid" pitchFamily="2" charset="-78"/>
                  <a:ea typeface="Abar Mid" pitchFamily="2" charset="-78"/>
                  <a:cs typeface="Abar Mid" pitchFamily="2" charset="-78"/>
                </a:rPr>
                <a:t>الملحقات</a:t>
              </a:r>
            </a:p>
          </p:txBody>
        </p:sp>
        <p:cxnSp>
          <p:nvCxnSpPr>
            <p:cNvPr id="5" name="Straight Connector 4">
              <a:extLst>
                <a:ext uri="{FF2B5EF4-FFF2-40B4-BE49-F238E27FC236}">
                  <a16:creationId xmlns:a16="http://schemas.microsoft.com/office/drawing/2014/main" id="{14FC2E42-3AF6-B2B8-D639-1E79DB01B430}"/>
                </a:ext>
              </a:extLst>
            </p:cNvPr>
            <p:cNvCxnSpPr>
              <a:cxnSpLocks/>
            </p:cNvCxnSpPr>
            <p:nvPr/>
          </p:nvCxnSpPr>
          <p:spPr>
            <a:xfrm>
              <a:off x="755055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14679594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13158-303B-A9B8-C6CF-BE44E48C2F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DF2E980-05C2-9D4B-7B69-1919B0FCED5C}"/>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679A4C63-37C6-11AB-076B-9B32320E1763}"/>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dirty="0">
                  <a:ln w="6350" cap="flat">
                    <a:noFill/>
                    <a:miter lim="800000"/>
                  </a:ln>
                  <a:solidFill>
                    <a:srgbClr val="FFFFFF"/>
                  </a:solidFill>
                  <a:effectLst/>
                  <a:uLnTx/>
                  <a:uFillTx/>
                  <a:latin typeface="Abar Mid" pitchFamily="2" charset="-78"/>
                  <a:ea typeface="Abar Mid" pitchFamily="2" charset="-78"/>
                  <a:cs typeface="Abar Mid" pitchFamily="2" charset="-78"/>
                </a:rPr>
                <a:t>تفاصيل المهام</a:t>
              </a:r>
            </a:p>
          </p:txBody>
        </p:sp>
        <p:cxnSp>
          <p:nvCxnSpPr>
            <p:cNvPr id="5" name="Straight Connector 4">
              <a:extLst>
                <a:ext uri="{FF2B5EF4-FFF2-40B4-BE49-F238E27FC236}">
                  <a16:creationId xmlns:a16="http://schemas.microsoft.com/office/drawing/2014/main" id="{535C29FC-02FA-6CB5-50C3-9AD150097EB7}"/>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2155380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91250-9E5E-934C-45D1-F88DBDDC641C}"/>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E069BD99-741F-9DF6-828C-6DB5D6EE8735}"/>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06C34751-D5A8-89FA-3CEB-31EBF6CFE7AC}"/>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المهام</a:t>
            </a:r>
          </a:p>
        </p:txBody>
      </p:sp>
      <p:cxnSp>
        <p:nvCxnSpPr>
          <p:cNvPr id="10" name="Straight Connector 9">
            <a:extLst>
              <a:ext uri="{FF2B5EF4-FFF2-40B4-BE49-F238E27FC236}">
                <a16:creationId xmlns:a16="http://schemas.microsoft.com/office/drawing/2014/main" id="{98EAD05E-03D7-55A8-9B06-5281E65C6E97}"/>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13" name="Table 12">
            <a:extLst>
              <a:ext uri="{FF2B5EF4-FFF2-40B4-BE49-F238E27FC236}">
                <a16:creationId xmlns:a16="http://schemas.microsoft.com/office/drawing/2014/main" id="{9D9FE706-3C2E-2B60-BCEC-718A7D04BDF3}"/>
              </a:ext>
            </a:extLst>
          </p:cNvPr>
          <p:cNvGraphicFramePr>
            <a:graphicFrameLocks noGrp="1"/>
          </p:cNvGraphicFramePr>
          <p:nvPr>
            <p:extLst>
              <p:ext uri="{D42A27DB-BD31-4B8C-83A1-F6EECF244321}">
                <p14:modId xmlns:p14="http://schemas.microsoft.com/office/powerpoint/2010/main" val="1014787817"/>
              </p:ext>
            </p:extLst>
          </p:nvPr>
        </p:nvGraphicFramePr>
        <p:xfrm>
          <a:off x="183675" y="804347"/>
          <a:ext cx="13062099" cy="5544669"/>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(اجتماع القيادات)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30-09-2026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ar-SA" sz="1100" b="0" i="0" u="none" strike="noStrike" dirty="0">
                          <a:solidFill>
                            <a:srgbClr val="000000"/>
                          </a:solidFill>
                          <a:effectLst/>
                          <a:latin typeface="Abar Mid" pitchFamily="50" charset="-78"/>
                          <a:cs typeface="Abar Mid" pitchFamily="50" charset="-78"/>
                        </a:rPr>
                        <a:t>متأخر</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2DCDB"/>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الوثيقة </a:t>
                      </a:r>
                      <a:r>
                        <a:rPr lang="en-US" sz="1100" b="0" i="0" u="none" strike="noStrike" dirty="0" err="1">
                          <a:solidFill>
                            <a:srgbClr val="000000"/>
                          </a:solidFill>
                          <a:effectLst/>
                          <a:latin typeface="Abar Mid" pitchFamily="50" charset="-78"/>
                          <a:cs typeface="Abar Mid" pitchFamily="50" charset="-78"/>
                        </a:rPr>
                        <a:t>الداعمة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اكتمال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واختبارات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التعافي</a:t>
                      </a:r>
                      <a:r>
                        <a:rPr lang="en-US" sz="1100" b="0" i="0" u="none" strike="noStrike" dirty="0">
                          <a:solidFill>
                            <a:srgbClr val="000000"/>
                          </a:solidFill>
                          <a:effectLst/>
                          <a:latin typeface="Abar Mid" pitchFamily="50" charset="-78"/>
                          <a:cs typeface="Abar Mid" pitchFamily="50" charset="-78"/>
                        </a:rPr>
                        <a:t> من الكوارث</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844849">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مكتملة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تم دعوة </a:t>
                      </a:r>
                      <a:r>
                        <a:rPr lang="en-US" sz="1100" b="0" i="0" u="none" strike="noStrike" dirty="0" err="1">
                          <a:solidFill>
                            <a:srgbClr val="000000"/>
                          </a:solidFill>
                          <a:effectLst/>
                          <a:latin typeface="Abar Mid" pitchFamily="50" charset="-78"/>
                          <a:cs typeface="Abar Mid" pitchFamily="50" charset="-78"/>
                        </a:rPr>
                        <a:t>رئيس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مجلس</a:t>
                      </a:r>
                      <a:r>
                        <a:rPr lang="en-US" sz="1100" b="0" i="0" u="none" strike="noStrike" dirty="0">
                          <a:solidFill>
                            <a:srgbClr val="000000"/>
                          </a:solidFill>
                          <a:effectLst/>
                          <a:latin typeface="Abar Mid" pitchFamily="50" charset="-78"/>
                          <a:cs typeface="Abar Mid" pitchFamily="50" charset="-78"/>
                        </a:rPr>
                        <a:t> إدارة </a:t>
                      </a:r>
                      <a:r>
                        <a:rPr lang="en-US" sz="1100" b="0" i="0" u="none" strike="noStrike" dirty="0" err="1">
                          <a:solidFill>
                            <a:srgbClr val="000000"/>
                          </a:solidFill>
                          <a:effectLst/>
                          <a:latin typeface="Abar Mid" pitchFamily="50" charset="-78"/>
                          <a:cs typeface="Abar Mid" pitchFamily="50" charset="-78"/>
                        </a:rPr>
                        <a:t>المجلس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التنسيقي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لشركات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الضيافة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ومقدمي</a:t>
                      </a:r>
                      <a:r>
                        <a:rPr lang="en-US" sz="1100" b="0" i="0" u="none" strike="noStrike" dirty="0">
                          <a:solidFill>
                            <a:srgbClr val="000000"/>
                          </a:solidFill>
                          <a:effectLst/>
                          <a:latin typeface="Abar Mid" pitchFamily="50" charset="-78"/>
                          <a:cs typeface="Abar Mid" pitchFamily="50" charset="-78"/>
                        </a:rPr>
                        <a:t> الخدمة </a:t>
                      </a:r>
                      <a:r>
                        <a:rPr lang="en-US" sz="1100" b="0" i="0" u="none" strike="noStrike" dirty="0" err="1">
                          <a:solidFill>
                            <a:srgbClr val="000000"/>
                          </a:solidFill>
                          <a:effectLst/>
                          <a:latin typeface="Abar Mid" pitchFamily="50" charset="-78"/>
                          <a:cs typeface="Abar Mid" pitchFamily="50" charset="-78"/>
                        </a:rPr>
                        <a:t>لحث</a:t>
                      </a:r>
                      <a:r>
                        <a:rPr lang="en-US" sz="1100" b="0" i="0" u="none" strike="noStrike" dirty="0">
                          <a:solidFill>
                            <a:srgbClr val="000000"/>
                          </a:solidFill>
                          <a:effectLst/>
                          <a:latin typeface="Abar Mid" pitchFamily="50" charset="-78"/>
                          <a:cs typeface="Abar Mid" pitchFamily="50" charset="-78"/>
                        </a:rPr>
                        <a:t> شركات تقديم الخدمة </a:t>
                      </a:r>
                      <a:r>
                        <a:rPr lang="en-US" sz="1100" b="0" i="0" u="none" strike="noStrike" dirty="0" err="1">
                          <a:solidFill>
                            <a:srgbClr val="000000"/>
                          </a:solidFill>
                          <a:effectLst/>
                          <a:latin typeface="Abar Mid" pitchFamily="50" charset="-78"/>
                          <a:cs typeface="Abar Mid" pitchFamily="50" charset="-78"/>
                        </a:rPr>
                        <a:t>لحضور</a:t>
                      </a:r>
                      <a:r>
                        <a:rPr lang="en-US" sz="1100" b="0" i="0" u="none" strike="noStrike" dirty="0">
                          <a:solidFill>
                            <a:srgbClr val="000000"/>
                          </a:solidFill>
                          <a:effectLst/>
                          <a:latin typeface="Abar Mid" pitchFamily="50" charset="-78"/>
                          <a:cs typeface="Abar Mid" pitchFamily="50" charset="-78"/>
                        </a:rPr>
                        <a:t> المعرض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3 سبتمبر 2026</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2159982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3</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متابعة </a:t>
                      </a:r>
                      <a:r>
                        <a:rPr lang="en-US" sz="1100" b="0" i="0" u="none" strike="noStrike" dirty="0" err="1">
                          <a:solidFill>
                            <a:srgbClr val="000000"/>
                          </a:solidFill>
                          <a:effectLst/>
                          <a:latin typeface="Abar Mid" pitchFamily="50" charset="-78"/>
                          <a:cs typeface="Abar Mid" pitchFamily="50" charset="-78"/>
                        </a:rPr>
                        <a:t>تنفيذ</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المبادرات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المرتبطة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برفع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نضج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مستوى</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الإنجاز</a:t>
                      </a:r>
                      <a:r>
                        <a:rPr lang="en-US" sz="1100" b="0" i="0" u="none" strike="noStrike" dirty="0">
                          <a:solidFill>
                            <a:srgbClr val="000000"/>
                          </a:solidFill>
                          <a:effectLst/>
                          <a:latin typeface="Abar Mid" pitchFamily="50" charset="-78"/>
                          <a:cs typeface="Abar Mid" pitchFamily="50" charset="-78"/>
                        </a:rPr>
                        <a:t>.</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مركز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التخطيط</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الاستراتيجي</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11-11-2026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ar-SA" sz="1100" b="0" i="0" u="none" strike="noStrike" dirty="0">
                          <a:solidFill>
                            <a:srgbClr val="000000"/>
                          </a:solidFill>
                          <a:effectLst/>
                          <a:latin typeface="Abar Mid" pitchFamily="50" charset="-78"/>
                          <a:cs typeface="Abar Mid" pitchFamily="50" charset="-78"/>
                        </a:rPr>
                        <a:t>معلق</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2F2F2"/>
                    </a:solidFill>
                  </a:tcPr>
                </a:tc>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لحث</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تقديم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لحضور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المعرض</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بتاريخ</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3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سبتمبر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03239176"/>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4</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ar-SA" sz="1100" b="0" i="0" u="none" strike="noStrike" dirty="0">
                          <a:solidFill>
                            <a:srgbClr val="000000"/>
                          </a:solidFill>
                          <a:effectLst/>
                          <a:latin typeface="Abar Mid" pitchFamily="50" charset="-78"/>
                          <a:cs typeface="Abar Mid" pitchFamily="50" charset="-78"/>
                        </a:rPr>
                        <a:t>إعداد خارطة طريق مرحلية بالتنسيق مع مركز منصة نسك لدمج وتوحيد منصات نسك، تشمل نسك الحج المباشر ونسك العمرة المباشرة ونسك مسار، وتحديد الجدول الزمني والمتطلبات التقنية لكل مرحلة، وصولا إلى منصة موحدة للدخول إلى الخدمات وتعزيز نضج التجربة الرقمية.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02-12-2026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لحث</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تقديم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لحضور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المعرض</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بتاريخ</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3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سبتمبر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0752679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5</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تنفيذ</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خطة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دمج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وتوحيد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منصات</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واستكمال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المتطلبات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التقنية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اللازمة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لدمج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منصة</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ومنصة</a:t>
                      </a:r>
                      <a:r>
                        <a:rPr lang="en-US" sz="1100" b="0" i="0" u="none" strike="noStrike" dirty="0">
                          <a:solidFill>
                            <a:srgbClr val="000000"/>
                          </a:solidFill>
                          <a:effectLst/>
                          <a:latin typeface="Abar Mid" pitchFamily="50" charset="-78"/>
                          <a:cs typeface="Abar Mid" pitchFamily="50" charset="-78"/>
                        </a:rPr>
                        <a:t> نسك الحج، </a:t>
                      </a:r>
                      <a:r>
                        <a:rPr lang="en-US" sz="1100" b="0" i="0" u="none" strike="noStrike" dirty="0" err="1">
                          <a:solidFill>
                            <a:srgbClr val="000000"/>
                          </a:solidFill>
                          <a:effectLst/>
                          <a:latin typeface="Abar Mid" pitchFamily="50" charset="-78"/>
                          <a:cs typeface="Abar Mid" pitchFamily="50" charset="-78"/>
                        </a:rPr>
                        <a:t>بما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يضمن</a:t>
                      </a:r>
                      <a:r>
                        <a:rPr lang="en-US" sz="1100" b="0" i="0" u="none" strike="noStrike" dirty="0">
                          <a:solidFill>
                            <a:srgbClr val="000000"/>
                          </a:solidFill>
                          <a:effectLst/>
                          <a:latin typeface="Abar Mid" pitchFamily="50" charset="-78"/>
                          <a:cs typeface="Abar Mid" pitchFamily="50" charset="-78"/>
                        </a:rPr>
                        <a:t> توحيد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 ورفع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نضج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13-01-2027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لحث</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تقديم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لحضور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المعرض</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بتاريخ</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3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سبتمبر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131933875"/>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خطة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لمعالجة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عدد</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الموضوعات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ذات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الأولوية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بما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يشمل</a:t>
                      </a:r>
                      <a:r>
                        <a:rPr lang="en-US" sz="1100" b="0" i="0" u="none" strike="noStrike" dirty="0">
                          <a:solidFill>
                            <a:srgbClr val="000000"/>
                          </a:solidFill>
                          <a:effectLst/>
                          <a:latin typeface="Abar Mid" pitchFamily="50" charset="-78"/>
                          <a:cs typeface="Abar Mid" pitchFamily="50" charset="-78"/>
                        </a:rPr>
                        <a:t> (لجنة الحج العليا، </a:t>
                      </a:r>
                      <a:r>
                        <a:rPr lang="en-US" sz="1100" b="0" i="0" u="none" strike="noStrike" dirty="0" err="1">
                          <a:solidFill>
                            <a:srgbClr val="000000"/>
                          </a:solidFill>
                          <a:effectLst/>
                          <a:latin typeface="Abar Mid" pitchFamily="50" charset="-78"/>
                          <a:cs typeface="Abar Mid" pitchFamily="50" charset="-78"/>
                        </a:rPr>
                        <a:t>الدبلوماسيين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السعوديين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لضمان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وضوح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المعالجة</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التعاون الدولي </a:t>
                      </a:r>
                      <a:r>
                        <a:rPr lang="en-US" sz="1100" b="0" i="0" u="none" strike="noStrike" dirty="0" err="1">
                          <a:solidFill>
                            <a:srgbClr val="000000"/>
                          </a:solidFill>
                          <a:effectLst/>
                          <a:latin typeface="Abar Mid" pitchFamily="50" charset="-78"/>
                          <a:cs typeface="Abar Mid" pitchFamily="50" charset="-78"/>
                        </a:rPr>
                        <a:t>والشراكات</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لحث</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تقديم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لحضور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المعرض</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بتاريخ</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3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سبتمبر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5484702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معتمد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العائد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والأثر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الاستثمار</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برامج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ومبادرات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الإبداع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والابتكار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وريادة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انعكاسه</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تجربة</a:t>
                      </a:r>
                      <a:r>
                        <a:rPr lang="en-US" sz="1100" b="0" i="0" u="none" strike="noStrike" dirty="0">
                          <a:solidFill>
                            <a:srgbClr val="000000"/>
                          </a:solidFill>
                          <a:effectLst/>
                          <a:latin typeface="Abar Mid" pitchFamily="50" charset="-78"/>
                          <a:cs typeface="Abar Mid" pitchFamily="50" charset="-78"/>
                        </a:rPr>
                        <a:t> 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a:t>
                      </a:r>
                      <a:r>
                        <a:rPr lang="en-US" sz="1100" b="0" i="0" u="none" strike="noStrike" dirty="0" err="1">
                          <a:solidFill>
                            <a:srgbClr val="000000"/>
                          </a:solidFill>
                          <a:effectLst/>
                          <a:latin typeface="Abar Mid" pitchFamily="50" charset="-78"/>
                          <a:cs typeface="Abar Mid" pitchFamily="50" charset="-78"/>
                        </a:rPr>
                        <a:t>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وخدمة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المستفيدين</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لحث</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تقديم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لحضور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المعرض</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بتاريخ</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3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سبتمبر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0011766"/>
                  </a:ext>
                </a:extLst>
              </a:tr>
            </a:tbl>
          </a:graphicData>
        </a:graphic>
      </p:graphicFrame>
    </p:spTree>
    <p:extLst>
      <p:ext uri="{BB962C8B-B14F-4D97-AF65-F5344CB8AC3E}">
        <p14:creationId xmlns:p14="http://schemas.microsoft.com/office/powerpoint/2010/main" val="12287091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7BAB4-5A77-9E50-A50E-3F17E6680C77}"/>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DE84349-60CC-6BB4-DC78-8839D4675037}"/>
              </a:ext>
            </a:extLst>
          </p:cNvPr>
          <p:cNvGraphicFramePr>
            <a:graphicFrameLocks noGrp="1"/>
          </p:cNvGraphicFramePr>
          <p:nvPr>
            <p:extLst>
              <p:ext uri="{D42A27DB-BD31-4B8C-83A1-F6EECF244321}">
                <p14:modId xmlns:p14="http://schemas.microsoft.com/office/powerpoint/2010/main" val="3276835395"/>
              </p:ext>
            </p:extLst>
          </p:nvPr>
        </p:nvGraphicFramePr>
        <p:xfrm>
          <a:off x="183675" y="804347"/>
          <a:ext cx="13062099" cy="2786425"/>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(اجتماع القيادات)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8</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دراسة </a:t>
                      </a:r>
                      <a:r>
                        <a:rPr lang="en-US" sz="1100" b="0" i="0" u="none" strike="noStrike" dirty="0" err="1">
                          <a:solidFill>
                            <a:srgbClr val="000000"/>
                          </a:solidFill>
                          <a:effectLst/>
                          <a:latin typeface="Abar Mid" pitchFamily="50" charset="-78"/>
                          <a:cs typeface="Abar Mid" pitchFamily="50" charset="-78"/>
                        </a:rPr>
                        <a:t>لتطوير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حالات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الاستطاعة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للحجاج</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أن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تتضمن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تقييم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الحالات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مبرراتها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تحقق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واضحة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وموحدة</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a:t>
                      </a:r>
                      <a:r>
                        <a:rPr lang="en-US" sz="1100" b="0" i="0" u="none" strike="noStrike" dirty="0" err="1">
                          <a:solidFill>
                            <a:srgbClr val="000000"/>
                          </a:solidFill>
                          <a:effectLst/>
                          <a:latin typeface="Abar Mid" pitchFamily="50" charset="-78"/>
                          <a:cs typeface="Abar Mid" pitchFamily="50" charset="-78"/>
                        </a:rPr>
                        <a:t>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وخدمة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المستفيدين</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07-10-2026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لحث</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تقديم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لحضور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المعرض</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بتاريخ</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3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سبتمبر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844849">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9</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معمق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للشريحة</a:t>
                      </a:r>
                      <a:r>
                        <a:rPr lang="en-US" sz="1100" b="0" i="0" u="none" strike="noStrike" dirty="0">
                          <a:solidFill>
                            <a:srgbClr val="000000"/>
                          </a:solidFill>
                          <a:effectLst/>
                          <a:latin typeface="Abar Mid" pitchFamily="50" charset="-78"/>
                          <a:cs typeface="Abar Mid" pitchFamily="50" charset="-78"/>
                        </a:rPr>
                        <a:t> الخاصة </a:t>
                      </a:r>
                      <a:r>
                        <a:rPr lang="en-US" sz="1100" b="0" i="0" u="none" strike="noStrike" dirty="0" err="1">
                          <a:solidFill>
                            <a:srgbClr val="000000"/>
                          </a:solidFill>
                          <a:effectLst/>
                          <a:latin typeface="Abar Mid" pitchFamily="50" charset="-78"/>
                          <a:cs typeface="Abar Mid" pitchFamily="50" charset="-78"/>
                        </a:rPr>
                        <a:t>بالزيارات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والمخالفات</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مواقع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التشغيل</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عرض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مقارنة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المخالفات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موسم</a:t>
                      </a:r>
                      <a:r>
                        <a:rPr lang="en-US" sz="1100" b="0" i="0" u="none" strike="noStrike" dirty="0">
                          <a:solidFill>
                            <a:srgbClr val="000000"/>
                          </a:solidFill>
                          <a:effectLst/>
                          <a:latin typeface="Abar Mid" pitchFamily="50" charset="-78"/>
                          <a:cs typeface="Abar Mid" pitchFamily="50" charset="-78"/>
                        </a:rPr>
                        <a:t> 47 </a:t>
                      </a:r>
                      <a:r>
                        <a:rPr lang="en-US" sz="1100" b="0" i="0" u="none" strike="noStrike" dirty="0" err="1">
                          <a:solidFill>
                            <a:srgbClr val="000000"/>
                          </a:solidFill>
                          <a:effectLst/>
                          <a:latin typeface="Abar Mid" pitchFamily="50" charset="-78"/>
                          <a:cs typeface="Abar Mid" pitchFamily="50" charset="-78"/>
                        </a:rPr>
                        <a:t>وموسم</a:t>
                      </a:r>
                      <a:r>
                        <a:rPr lang="en-US" sz="1100" b="0" i="0" u="none" strike="noStrike" dirty="0">
                          <a:solidFill>
                            <a:srgbClr val="000000"/>
                          </a:solidFill>
                          <a:effectLst/>
                          <a:latin typeface="Abar Mid" pitchFamily="50" charset="-78"/>
                          <a:cs typeface="Abar Mid" pitchFamily="50" charset="-78"/>
                        </a:rPr>
                        <a:t> 48، </a:t>
                      </a:r>
                      <a:r>
                        <a:rPr lang="en-US" sz="1100" b="0" i="0" u="none" strike="noStrike" dirty="0" err="1">
                          <a:solidFill>
                            <a:srgbClr val="000000"/>
                          </a:solidFill>
                          <a:effectLst/>
                          <a:latin typeface="Abar Mid" pitchFamily="50" charset="-78"/>
                          <a:cs typeface="Abar Mid" pitchFamily="50" charset="-78"/>
                        </a:rPr>
                        <a:t>للتحقق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دقة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الأرقام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وواقعيتها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والخروج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بقراءة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أدق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تعكس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الوضع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الفعلي</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مركز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امتثال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الأعمال</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لحث</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شركات</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تقديم</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لحضور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المعرض</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بتاريخ</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3 </a:t>
                      </a:r>
                      <a:r>
                        <a:rPr kumimoji="0" lang="en-US" sz="11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سبتمبر</a:t>
                      </a:r>
                      <a:r>
                        <a:rPr kumimoji="0" lang="en-US" sz="11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21599824"/>
                  </a:ext>
                </a:extLst>
              </a:tr>
              <a:tr h="605741">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10</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تنظيم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ورشة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عمل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المعتمرين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تبدأ</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باستعراض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وشرح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الحالية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التي</a:t>
                      </a:r>
                      <a:r>
                        <a:rPr lang="en-US" sz="1100" b="0" i="0" u="none" strike="noStrike" dirty="0">
                          <a:solidFill>
                            <a:srgbClr val="000000"/>
                          </a:solidFill>
                          <a:effectLst/>
                          <a:latin typeface="Abar Mid" pitchFamily="50" charset="-78"/>
                          <a:cs typeface="Abar Mid" pitchFamily="50" charset="-78"/>
                        </a:rPr>
                        <a:t> تم </a:t>
                      </a:r>
                      <a:r>
                        <a:rPr lang="en-US" sz="1100" b="0" i="0" u="none" strike="noStrike" dirty="0" err="1">
                          <a:solidFill>
                            <a:srgbClr val="000000"/>
                          </a:solidFill>
                          <a:effectLst/>
                          <a:latin typeface="Abar Mid" pitchFamily="50" charset="-78"/>
                          <a:cs typeface="Abar Mid" pitchFamily="50" charset="-78"/>
                        </a:rPr>
                        <a:t>تطويرها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سابقا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ومنهجية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الاحتساب</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والتحقق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ثم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مناقشة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الأفكار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والفرص</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التطويرية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لتحسين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دقة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بمشاركة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الجهات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والخارجية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ذات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العلاقة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والقطاع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الخاص</a:t>
                      </a:r>
                      <a:r>
                        <a:rPr lang="en-US" sz="1100" b="0" i="0" u="none" strike="noStrike" dirty="0">
                          <a:solidFill>
                            <a:srgbClr val="000000"/>
                          </a:solidFill>
                          <a:effectLst/>
                          <a:latin typeface="Abar Mid" pitchFamily="50" charset="-78"/>
                          <a:cs typeface="Abar Mid" pitchFamily="50" charset="-78"/>
                        </a:rPr>
                        <a:t>.</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برنامج خدمة ضيوف الرحمن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01-10-2026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التنسيق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للورشة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والمقرر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عقدها</a:t>
                      </a:r>
                      <a:r>
                        <a:rPr lang="en-US" sz="1100" b="0" i="0" u="none" strike="noStrike" dirty="0">
                          <a:solidFill>
                            <a:srgbClr val="000000"/>
                          </a:solidFill>
                          <a:effectLst/>
                          <a:latin typeface="Abar Mid" pitchFamily="50" charset="-78"/>
                          <a:cs typeface="Abar Mid" pitchFamily="50" charset="-78"/>
                        </a:rPr>
                        <a:t> يوم </a:t>
                      </a:r>
                      <a:r>
                        <a:rPr lang="en-US" sz="1100" b="0" i="0" u="none" strike="noStrike" dirty="0" err="1">
                          <a:solidFill>
                            <a:srgbClr val="000000"/>
                          </a:solidFill>
                          <a:effectLst/>
                          <a:latin typeface="Abar Mid" pitchFamily="50" charset="-78"/>
                          <a:cs typeface="Abar Mid" pitchFamily="50" charset="-78"/>
                        </a:rPr>
                        <a:t>الأحد</a:t>
                      </a:r>
                      <a:r>
                        <a:rPr lang="en-US" sz="1100" b="0" i="0" u="none" strike="noStrike" dirty="0">
                          <a:solidFill>
                            <a:srgbClr val="000000"/>
                          </a:solidFill>
                          <a:effectLst/>
                          <a:latin typeface="Abar Mid" pitchFamily="50" charset="-78"/>
                          <a:cs typeface="Abar Mid" pitchFamily="50" charset="-78"/>
                        </a:rPr>
                        <a:t> 20 سبتمبر </a:t>
                      </a:r>
                      <a:r>
                        <a:rPr lang="en-US" sz="1100" b="0" i="0" u="none" strike="noStrike" dirty="0" err="1">
                          <a:solidFill>
                            <a:srgbClr val="000000"/>
                          </a:solidFill>
                          <a:effectLst/>
                          <a:latin typeface="Abar Mid" pitchFamily="50" charset="-78"/>
                          <a:cs typeface="Abar Mid" pitchFamily="50" charset="-78"/>
                        </a:rPr>
                        <a:t>وجاري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موائمة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قائمة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المدعوين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تمهيدا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لإرسال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الدعوات</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03239176"/>
                  </a:ext>
                </a:extLst>
              </a:tr>
            </a:tbl>
          </a:graphicData>
        </a:graphic>
      </p:graphicFrame>
      <p:cxnSp>
        <p:nvCxnSpPr>
          <p:cNvPr id="7" name="Straight Connector 6">
            <a:extLst>
              <a:ext uri="{FF2B5EF4-FFF2-40B4-BE49-F238E27FC236}">
                <a16:creationId xmlns:a16="http://schemas.microsoft.com/office/drawing/2014/main" id="{71274A05-6673-09DD-F282-722B2293D8E5}"/>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F88EB714-7066-90C3-CB71-1EBD969ECF08}"/>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المهام</a:t>
            </a:r>
          </a:p>
        </p:txBody>
      </p:sp>
      <p:cxnSp>
        <p:nvCxnSpPr>
          <p:cNvPr id="10" name="Straight Connector 9">
            <a:extLst>
              <a:ext uri="{FF2B5EF4-FFF2-40B4-BE49-F238E27FC236}">
                <a16:creationId xmlns:a16="http://schemas.microsoft.com/office/drawing/2014/main" id="{3D6762F4-3D9B-93B9-62C0-8E54A04866A5}"/>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8" name="Table 7">
            <a:extLst>
              <a:ext uri="{FF2B5EF4-FFF2-40B4-BE49-F238E27FC236}">
                <a16:creationId xmlns:a16="http://schemas.microsoft.com/office/drawing/2014/main" id="{B07FC504-1E90-283F-FA53-F5F64DD4E739}"/>
              </a:ext>
            </a:extLst>
          </p:cNvPr>
          <p:cNvGraphicFramePr>
            <a:graphicFrameLocks noGrp="1"/>
          </p:cNvGraphicFramePr>
          <p:nvPr>
            <p:extLst>
              <p:ext uri="{D42A27DB-BD31-4B8C-83A1-F6EECF244321}">
                <p14:modId xmlns:p14="http://schemas.microsoft.com/office/powerpoint/2010/main" val="3099229740"/>
              </p:ext>
            </p:extLst>
          </p:nvPr>
        </p:nvGraphicFramePr>
        <p:xfrm>
          <a:off x="183675" y="3779837"/>
          <a:ext cx="13062099" cy="1051477"/>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(اجتماع التجربة الرقمية)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إتاحة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شراء</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باقات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واختيار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وتغيير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شركة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عبر</a:t>
                      </a:r>
                      <a:r>
                        <a:rPr lang="en-US" sz="1100" b="0" i="0" u="none" strike="noStrike" dirty="0">
                          <a:solidFill>
                            <a:srgbClr val="000000"/>
                          </a:solidFill>
                          <a:effectLst/>
                          <a:latin typeface="Abar Mid" pitchFamily="50" charset="-78"/>
                          <a:cs typeface="Abar Mid" pitchFamily="50" charset="-78"/>
                        </a:rPr>
                        <a:t> تطبيق نسك</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مركز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منصة</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الرقمية</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30-09-2026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457200" rtl="1" eaLnBrk="1" fontAlgn="ctr" latinLnBrk="0" hangingPunct="1">
                        <a:lnSpc>
                          <a:spcPct val="100000"/>
                        </a:lnSpc>
                        <a:spcBef>
                          <a:spcPts val="0"/>
                        </a:spcBef>
                        <a:spcAft>
                          <a:spcPts val="0"/>
                        </a:spcAft>
                        <a:buClrTx/>
                        <a:buSzTx/>
                        <a:buFontTx/>
                        <a:buNone/>
                        <a:tabLst/>
                        <a:defRPr/>
                      </a:pP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تم</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دعوة</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رئيس</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مجلس</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إدارة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المجلس</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التنسيقي</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لشركات</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الضيافة</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ومقدمي</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لحث</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شركات</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تقديم</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الخدمة</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لحضور</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المعرض</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بتاريخ</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3 </a:t>
                      </a:r>
                      <a:r>
                        <a:rPr kumimoji="0" lang="en-US" sz="1100" b="0" i="0" u="none" strike="noStrike" kern="1200" cap="none" spc="0" normalizeH="0" baseline="0" dirty="0" err="1">
                          <a:ln>
                            <a:noFill/>
                          </a:ln>
                          <a:solidFill>
                            <a:srgbClr val="000000"/>
                          </a:solidFill>
                          <a:effectLst/>
                          <a:uLnTx/>
                          <a:uFillTx/>
                          <a:latin typeface="Abar Mid" pitchFamily="50" charset="-78"/>
                          <a:ea typeface="+mn-ea"/>
                          <a:cs typeface="Abar Mid" pitchFamily="50" charset="-78"/>
                        </a:rPr>
                        <a:t>سبتمبر</a:t>
                      </a:r>
                      <a:r>
                        <a:rPr kumimoji="0" lang="en-US" sz="11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 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bl>
          </a:graphicData>
        </a:graphic>
      </p:graphicFrame>
      <p:graphicFrame>
        <p:nvGraphicFramePr>
          <p:cNvPr id="11" name="Table 10">
            <a:extLst>
              <a:ext uri="{FF2B5EF4-FFF2-40B4-BE49-F238E27FC236}">
                <a16:creationId xmlns:a16="http://schemas.microsoft.com/office/drawing/2014/main" id="{494A5A4B-7F9B-4333-84F4-A7497E786746}"/>
              </a:ext>
            </a:extLst>
          </p:cNvPr>
          <p:cNvGraphicFramePr>
            <a:graphicFrameLocks noGrp="1"/>
          </p:cNvGraphicFramePr>
          <p:nvPr>
            <p:extLst>
              <p:ext uri="{D42A27DB-BD31-4B8C-83A1-F6EECF244321}">
                <p14:modId xmlns:p14="http://schemas.microsoft.com/office/powerpoint/2010/main" val="2191688473"/>
              </p:ext>
            </p:extLst>
          </p:nvPr>
        </p:nvGraphicFramePr>
        <p:xfrm>
          <a:off x="183675" y="5148478"/>
          <a:ext cx="13062099" cy="1051477"/>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(لجنة المتابعة)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دراسة </a:t>
                      </a:r>
                      <a:r>
                        <a:rPr lang="en-US" sz="1100" b="0" i="0" u="none" strike="noStrike" dirty="0" err="1">
                          <a:solidFill>
                            <a:srgbClr val="000000"/>
                          </a:solidFill>
                          <a:effectLst/>
                          <a:latin typeface="Abar Mid" pitchFamily="50" charset="-78"/>
                          <a:cs typeface="Abar Mid" pitchFamily="50" charset="-78"/>
                        </a:rPr>
                        <a:t>مقترح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المنظومة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الذكية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المعتمدة</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الساعة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المعصمية</a:t>
                      </a:r>
                      <a:r>
                        <a:rPr lang="en-US" sz="1100" b="0" i="0" u="none" strike="noStrike" dirty="0">
                          <a:solidFill>
                            <a:srgbClr val="000000"/>
                          </a:solidFill>
                          <a:effectLst/>
                          <a:latin typeface="Abar Mid" pitchFamily="50" charset="-78"/>
                          <a:cs typeface="Abar Mid" pitchFamily="50" charset="-78"/>
                        </a:rPr>
                        <a:t> بالتنسيق مع </a:t>
                      </a:r>
                      <a:r>
                        <a:rPr lang="en-US" sz="1100" b="0" i="0" u="none" strike="noStrike" dirty="0" err="1">
                          <a:solidFill>
                            <a:srgbClr val="000000"/>
                          </a:solidFill>
                          <a:effectLst/>
                          <a:latin typeface="Abar Mid" pitchFamily="50" charset="-78"/>
                          <a:cs typeface="Abar Mid" pitchFamily="50" charset="-78"/>
                        </a:rPr>
                        <a:t>سدايا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ومشاركة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ملخص</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تنفيذي</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ar-SA" sz="1100" b="0" i="0" u="none" strike="noStrike" dirty="0">
                          <a:solidFill>
                            <a:srgbClr val="000000"/>
                          </a:solidFill>
                          <a:effectLst/>
                          <a:latin typeface="Abar Mid" pitchFamily="50" charset="-78"/>
                          <a:cs typeface="Abar Mid" pitchFamily="50" charset="-78"/>
                        </a:rPr>
                        <a:t>30-09-2026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ar-SA" sz="1100" b="0" i="0" u="none" strike="noStrike" dirty="0">
                          <a:solidFill>
                            <a:srgbClr val="000000"/>
                          </a:solidFill>
                          <a:effectLst/>
                          <a:latin typeface="Abar Mid" pitchFamily="50" charset="-78"/>
                          <a:cs typeface="Abar Mid" pitchFamily="50" charset="-78"/>
                        </a:rPr>
                        <a:t>على المخطط</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تم الانتهاء من دراسة </a:t>
                      </a:r>
                      <a:r>
                        <a:rPr lang="en-US" sz="1100" b="0" i="0" u="none" strike="noStrike" dirty="0" err="1">
                          <a:solidFill>
                            <a:srgbClr val="000000"/>
                          </a:solidFill>
                          <a:effectLst/>
                          <a:latin typeface="Abar Mid" pitchFamily="50" charset="-78"/>
                          <a:cs typeface="Abar Mid" pitchFamily="50" charset="-78"/>
                        </a:rPr>
                        <a:t>المبادرة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بالتعاون</a:t>
                      </a:r>
                      <a:r>
                        <a:rPr lang="en-US" sz="1100" b="0" i="0" u="none" strike="noStrike" dirty="0">
                          <a:solidFill>
                            <a:srgbClr val="000000"/>
                          </a:solidFill>
                          <a:effectLst/>
                          <a:latin typeface="Abar Mid" pitchFamily="50" charset="-78"/>
                          <a:cs typeface="Abar Mid" pitchFamily="50" charset="-78"/>
                        </a:rPr>
                        <a:t> مع </a:t>
                      </a:r>
                      <a:r>
                        <a:rPr lang="en-US" sz="1100" b="0" i="0" u="none" strike="noStrike" dirty="0" err="1">
                          <a:solidFill>
                            <a:srgbClr val="000000"/>
                          </a:solidFill>
                          <a:effectLst/>
                          <a:latin typeface="Abar Mid" pitchFamily="50" charset="-78"/>
                          <a:cs typeface="Abar Mid" pitchFamily="50" charset="-78"/>
                        </a:rPr>
                        <a:t>سدايا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وتضمين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أبرز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الملاحظات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والتوصيات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وبانتظار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اعتماد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اكتمال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المهمة</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أمانة</a:t>
                      </a:r>
                      <a:r>
                        <a:rPr lang="en-US" sz="1100" b="0" i="0" u="none" strike="noStrike" dirty="0">
                          <a:solidFill>
                            <a:srgbClr val="000000"/>
                          </a:solidFill>
                          <a:effectLst/>
                          <a:latin typeface="Abar Mid" pitchFamily="50" charset="-78"/>
                          <a:cs typeface="Abar Mid" pitchFamily="50" charset="-78"/>
                        </a:rPr>
                        <a:t> لجنة </a:t>
                      </a:r>
                      <a:r>
                        <a:rPr lang="en-US" sz="1100" b="0" i="0" u="none" strike="noStrike" dirty="0" err="1">
                          <a:solidFill>
                            <a:srgbClr val="000000"/>
                          </a:solidFill>
                          <a:effectLst/>
                          <a:latin typeface="Abar Mid" pitchFamily="50" charset="-78"/>
                          <a:cs typeface="Abar Mid" pitchFamily="50" charset="-78"/>
                        </a:rPr>
                        <a:t>المتابعة</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0000955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4A514-4816-1A24-1D4C-4A2FE6F82E7F}"/>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CA5D1B7-2A73-4181-9399-9A54876BAC9F}"/>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8805D0B9-DCA1-BE2A-C056-FF6AAC2D6630}"/>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a:ln w="6350" cap="flat">
                    <a:noFill/>
                    <a:miter lim="800000"/>
                  </a:ln>
                  <a:solidFill>
                    <a:srgbClr val="FFFFFF"/>
                  </a:solidFill>
                  <a:effectLst/>
                  <a:uLnTx/>
                  <a:uFillTx/>
                  <a:latin typeface="Abar Mid" pitchFamily="2" charset="-78"/>
                  <a:ea typeface="Abar Mid" pitchFamily="2" charset="-78"/>
                  <a:cs typeface="Abar Mid" pitchFamily="2" charset="-78"/>
                </a:rPr>
                <a:t>تفاصيل مشاريع سهيل</a:t>
              </a:r>
            </a:p>
          </p:txBody>
        </p:sp>
        <p:cxnSp>
          <p:nvCxnSpPr>
            <p:cNvPr id="5" name="Straight Connector 4">
              <a:extLst>
                <a:ext uri="{FF2B5EF4-FFF2-40B4-BE49-F238E27FC236}">
                  <a16:creationId xmlns:a16="http://schemas.microsoft.com/office/drawing/2014/main" id="{F520C681-587E-E9A1-4554-ECEFA40D15B2}"/>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8576157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93">
            <a:extLst>
              <a:ext uri="{FF2B5EF4-FFF2-40B4-BE49-F238E27FC236}">
                <a16:creationId xmlns:a16="http://schemas.microsoft.com/office/drawing/2014/main" id="{6FF3D568-332A-064C-9FCA-1DF707AF6E73}"/>
              </a:ext>
            </a:extLst>
          </p:cNvPr>
          <p:cNvSpPr/>
          <p:nvPr/>
        </p:nvSpPr>
        <p:spPr>
          <a:xfrm>
            <a:off x="10227453" y="2424572"/>
            <a:ext cx="3067049" cy="4349942"/>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a:solidFill>
                <a:srgbClr val="F2F2F2"/>
              </a:solidFill>
              <a:latin typeface="Century Gothic" panose="020B0502020202020204" pitchFamily="34" charset="0"/>
            </a:endParaRPr>
          </a:p>
        </p:txBody>
      </p:sp>
      <p:sp>
        <p:nvSpPr>
          <p:cNvPr id="3" name="Rounded Rectangle 93">
            <a:extLst>
              <a:ext uri="{FF2B5EF4-FFF2-40B4-BE49-F238E27FC236}">
                <a16:creationId xmlns:a16="http://schemas.microsoft.com/office/drawing/2014/main" id="{A92FF0C8-3E4B-AED7-CAEC-FB6EB0EDB456}"/>
              </a:ext>
            </a:extLst>
          </p:cNvPr>
          <p:cNvSpPr/>
          <p:nvPr/>
        </p:nvSpPr>
        <p:spPr>
          <a:xfrm>
            <a:off x="10173543" y="802096"/>
            <a:ext cx="3120959" cy="1566454"/>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a:solidFill>
                <a:srgbClr val="F2F2F2"/>
              </a:solidFill>
              <a:latin typeface="Century Gothic" panose="020B0502020202020204" pitchFamily="34" charset="0"/>
            </a:endParaRPr>
          </a:p>
        </p:txBody>
      </p:sp>
      <p:sp>
        <p:nvSpPr>
          <p:cNvPr id="4" name="TextBox 8">
            <a:extLst>
              <a:ext uri="{FF2B5EF4-FFF2-40B4-BE49-F238E27FC236}">
                <a16:creationId xmlns:a16="http://schemas.microsoft.com/office/drawing/2014/main" id="{CB26C45B-2781-05AE-60E9-BFE4E8B4101F}"/>
              </a:ext>
            </a:extLst>
          </p:cNvPr>
          <p:cNvSpPr txBox="1"/>
          <p:nvPr/>
        </p:nvSpPr>
        <p:spPr>
          <a:xfrm>
            <a:off x="12171586" y="1828047"/>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D9A86A"/>
                </a:solidFill>
                <a:latin typeface="Abar Mid" pitchFamily="50" charset="-78"/>
                <a:ea typeface="Abar Mid" pitchFamily="50" charset="-78"/>
                <a:cs typeface="Abar Mid" pitchFamily="50" charset="-78"/>
              </a:rPr>
              <a:t>إجمالي المشاريع</a:t>
            </a:r>
          </a:p>
        </p:txBody>
      </p:sp>
      <p:sp>
        <p:nvSpPr>
          <p:cNvPr id="5" name="TextBox 10">
            <a:extLst>
              <a:ext uri="{FF2B5EF4-FFF2-40B4-BE49-F238E27FC236}">
                <a16:creationId xmlns:a16="http://schemas.microsoft.com/office/drawing/2014/main" id="{B0562E82-9DC8-CFE5-9756-9F7D28D98DC3}"/>
              </a:ext>
            </a:extLst>
          </p:cNvPr>
          <p:cNvSpPr txBox="1"/>
          <p:nvPr/>
        </p:nvSpPr>
        <p:spPr>
          <a:xfrm>
            <a:off x="12262622" y="1216935"/>
            <a:ext cx="919654" cy="769441"/>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4400" b="1">
                <a:solidFill>
                  <a:srgbClr val="D9A86A"/>
                </a:solidFill>
                <a:latin typeface="Abar Mid" pitchFamily="50" charset="-78"/>
                <a:ea typeface="Abar Mid" pitchFamily="50" charset="-78"/>
                <a:cs typeface="Abar Mid" pitchFamily="50" charset="-78"/>
              </a:rPr>
              <a:t>20</a:t>
            </a:r>
          </a:p>
        </p:txBody>
      </p:sp>
      <p:grpSp>
        <p:nvGrpSpPr>
          <p:cNvPr id="6" name="Group 5">
            <a:extLst>
              <a:ext uri="{FF2B5EF4-FFF2-40B4-BE49-F238E27FC236}">
                <a16:creationId xmlns:a16="http://schemas.microsoft.com/office/drawing/2014/main" id="{3D81127D-6D05-85D7-020A-A3D325340050}"/>
              </a:ext>
            </a:extLst>
          </p:cNvPr>
          <p:cNvGrpSpPr/>
          <p:nvPr/>
        </p:nvGrpSpPr>
        <p:grpSpPr>
          <a:xfrm>
            <a:off x="11082638" y="935209"/>
            <a:ext cx="1101743" cy="645663"/>
            <a:chOff x="10628895" y="894190"/>
            <a:chExt cx="1101743" cy="645663"/>
          </a:xfrm>
        </p:grpSpPr>
        <p:sp>
          <p:nvSpPr>
            <p:cNvPr id="7" name="TextBox 12">
              <a:extLst>
                <a:ext uri="{FF2B5EF4-FFF2-40B4-BE49-F238E27FC236}">
                  <a16:creationId xmlns:a16="http://schemas.microsoft.com/office/drawing/2014/main" id="{E8A8677C-53B1-6A47-E2FB-777B834A6E69}"/>
                </a:ext>
              </a:extLst>
            </p:cNvPr>
            <p:cNvSpPr txBox="1"/>
            <p:nvPr/>
          </p:nvSpPr>
          <p:spPr>
            <a:xfrm>
              <a:off x="10628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174766"/>
                  </a:solidFill>
                  <a:latin typeface="Abar Mid" pitchFamily="50" charset="-78"/>
                  <a:ea typeface="Abar Mid" pitchFamily="50" charset="-78"/>
                  <a:cs typeface="Abar Mid" pitchFamily="50" charset="-78"/>
                </a:rPr>
                <a:t>مكتملة</a:t>
              </a:r>
            </a:p>
          </p:txBody>
        </p:sp>
        <p:sp>
          <p:nvSpPr>
            <p:cNvPr id="8" name="TextBox 13">
              <a:extLst>
                <a:ext uri="{FF2B5EF4-FFF2-40B4-BE49-F238E27FC236}">
                  <a16:creationId xmlns:a16="http://schemas.microsoft.com/office/drawing/2014/main" id="{5506223F-2C9C-324D-092C-5FB1FD42CBEA}"/>
                </a:ext>
              </a:extLst>
            </p:cNvPr>
            <p:cNvSpPr txBox="1"/>
            <p:nvPr/>
          </p:nvSpPr>
          <p:spPr>
            <a:xfrm>
              <a:off x="10719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a:solidFill>
                    <a:srgbClr val="174766"/>
                  </a:solidFill>
                  <a:latin typeface="Abar Mid" pitchFamily="50" charset="-78"/>
                  <a:ea typeface="Abar Mid" pitchFamily="50" charset="-78"/>
                  <a:cs typeface="Abar Mid" pitchFamily="50" charset="-78"/>
                </a:rPr>
                <a:t>4</a:t>
              </a:r>
            </a:p>
          </p:txBody>
        </p:sp>
      </p:grpSp>
      <p:grpSp>
        <p:nvGrpSpPr>
          <p:cNvPr id="9" name="Group 8">
            <a:extLst>
              <a:ext uri="{FF2B5EF4-FFF2-40B4-BE49-F238E27FC236}">
                <a16:creationId xmlns:a16="http://schemas.microsoft.com/office/drawing/2014/main" id="{BE1A493B-BF12-1DAB-15C2-B5B7F0A038B8}"/>
              </a:ext>
            </a:extLst>
          </p:cNvPr>
          <p:cNvGrpSpPr/>
          <p:nvPr/>
        </p:nvGrpSpPr>
        <p:grpSpPr>
          <a:xfrm>
            <a:off x="10253177" y="941282"/>
            <a:ext cx="1101743" cy="645663"/>
            <a:chOff x="9373185" y="894190"/>
            <a:chExt cx="1101743" cy="645663"/>
          </a:xfrm>
        </p:grpSpPr>
        <p:sp>
          <p:nvSpPr>
            <p:cNvPr id="10" name="TextBox 14">
              <a:extLst>
                <a:ext uri="{FF2B5EF4-FFF2-40B4-BE49-F238E27FC236}">
                  <a16:creationId xmlns:a16="http://schemas.microsoft.com/office/drawing/2014/main" id="{6B140558-96E2-B303-22C9-FF391049D14C}"/>
                </a:ext>
              </a:extLst>
            </p:cNvPr>
            <p:cNvSpPr txBox="1"/>
            <p:nvPr/>
          </p:nvSpPr>
          <p:spPr>
            <a:xfrm>
              <a:off x="937318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0A8062"/>
                  </a:solidFill>
                  <a:latin typeface="Abar Mid" pitchFamily="50" charset="-78"/>
                  <a:ea typeface="Abar Mid" pitchFamily="50" charset="-78"/>
                  <a:cs typeface="Abar Mid" pitchFamily="50" charset="-78"/>
                </a:rPr>
                <a:t>على المخطط</a:t>
              </a:r>
            </a:p>
          </p:txBody>
        </p:sp>
        <p:sp>
          <p:nvSpPr>
            <p:cNvPr id="11" name="TextBox 15">
              <a:extLst>
                <a:ext uri="{FF2B5EF4-FFF2-40B4-BE49-F238E27FC236}">
                  <a16:creationId xmlns:a16="http://schemas.microsoft.com/office/drawing/2014/main" id="{FCA70254-E4D2-3ADE-ED36-6110089977C1}"/>
                </a:ext>
              </a:extLst>
            </p:cNvPr>
            <p:cNvSpPr txBox="1"/>
            <p:nvPr/>
          </p:nvSpPr>
          <p:spPr>
            <a:xfrm>
              <a:off x="946422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rgbClr val="0A8062"/>
                  </a:solidFill>
                  <a:latin typeface="Abar Mid" pitchFamily="50" charset="-78"/>
                  <a:ea typeface="Abar Mid" pitchFamily="50" charset="-78"/>
                  <a:cs typeface="Abar Mid" pitchFamily="50" charset="-78"/>
                </a:rPr>
                <a:t>16</a:t>
              </a:r>
              <a:endParaRPr lang="ar-SA" sz="2800" b="1">
                <a:solidFill>
                  <a:srgbClr val="0A8062"/>
                </a:solidFill>
                <a:latin typeface="Abar Mid" pitchFamily="50" charset="-78"/>
                <a:ea typeface="Abar Mid" pitchFamily="50" charset="-78"/>
                <a:cs typeface="Abar Mid" pitchFamily="50" charset="-78"/>
              </a:endParaRPr>
            </a:p>
          </p:txBody>
        </p:sp>
      </p:grpSp>
      <p:grpSp>
        <p:nvGrpSpPr>
          <p:cNvPr id="12" name="Group 11">
            <a:extLst>
              <a:ext uri="{FF2B5EF4-FFF2-40B4-BE49-F238E27FC236}">
                <a16:creationId xmlns:a16="http://schemas.microsoft.com/office/drawing/2014/main" id="{2C1932A3-3D21-504A-0537-A1D1E2D1B0CB}"/>
              </a:ext>
            </a:extLst>
          </p:cNvPr>
          <p:cNvGrpSpPr/>
          <p:nvPr/>
        </p:nvGrpSpPr>
        <p:grpSpPr>
          <a:xfrm>
            <a:off x="10205308" y="1632095"/>
            <a:ext cx="1101743" cy="645663"/>
            <a:chOff x="6855895" y="894190"/>
            <a:chExt cx="1101743" cy="645663"/>
          </a:xfrm>
        </p:grpSpPr>
        <p:sp>
          <p:nvSpPr>
            <p:cNvPr id="13" name="TextBox 5">
              <a:extLst>
                <a:ext uri="{FF2B5EF4-FFF2-40B4-BE49-F238E27FC236}">
                  <a16:creationId xmlns:a16="http://schemas.microsoft.com/office/drawing/2014/main" id="{927434AF-3531-9712-8DEF-C7A789B01ADE}"/>
                </a:ext>
              </a:extLst>
            </p:cNvPr>
            <p:cNvSpPr txBox="1"/>
            <p:nvPr/>
          </p:nvSpPr>
          <p:spPr>
            <a:xfrm>
              <a:off x="6946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chemeClr val="bg1">
                      <a:lumMod val="65000"/>
                    </a:schemeClr>
                  </a:solidFill>
                  <a:latin typeface="Abar Mid" pitchFamily="50" charset="-78"/>
                  <a:ea typeface="Abar Mid" pitchFamily="50" charset="-78"/>
                  <a:cs typeface="Abar Mid" pitchFamily="50" charset="-78"/>
                </a:rPr>
                <a:t>0</a:t>
              </a:r>
              <a:endParaRPr lang="ar-SA" sz="2800" b="1">
                <a:solidFill>
                  <a:schemeClr val="bg1">
                    <a:lumMod val="65000"/>
                  </a:schemeClr>
                </a:solidFill>
                <a:latin typeface="Abar Mid" pitchFamily="50" charset="-78"/>
                <a:ea typeface="Abar Mid" pitchFamily="50" charset="-78"/>
                <a:cs typeface="Abar Mid" pitchFamily="50" charset="-78"/>
              </a:endParaRPr>
            </a:p>
          </p:txBody>
        </p:sp>
        <p:sp>
          <p:nvSpPr>
            <p:cNvPr id="14" name="TextBox 16">
              <a:extLst>
                <a:ext uri="{FF2B5EF4-FFF2-40B4-BE49-F238E27FC236}">
                  <a16:creationId xmlns:a16="http://schemas.microsoft.com/office/drawing/2014/main" id="{7A6BC16F-8C11-C6D0-490A-B547CDBEC09D}"/>
                </a:ext>
              </a:extLst>
            </p:cNvPr>
            <p:cNvSpPr txBox="1"/>
            <p:nvPr/>
          </p:nvSpPr>
          <p:spPr>
            <a:xfrm>
              <a:off x="6855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chemeClr val="bg1">
                      <a:lumMod val="50000"/>
                    </a:schemeClr>
                  </a:solidFill>
                  <a:latin typeface="Abar Mid" pitchFamily="50" charset="-78"/>
                  <a:ea typeface="Abar Mid" pitchFamily="50" charset="-78"/>
                  <a:cs typeface="Abar Mid" pitchFamily="50" charset="-78"/>
                </a:rPr>
                <a:t>لم تبدأ</a:t>
              </a:r>
            </a:p>
          </p:txBody>
        </p:sp>
      </p:grpSp>
      <p:sp>
        <p:nvSpPr>
          <p:cNvPr id="15" name="Freeform: Shape 14">
            <a:extLst>
              <a:ext uri="{FF2B5EF4-FFF2-40B4-BE49-F238E27FC236}">
                <a16:creationId xmlns:a16="http://schemas.microsoft.com/office/drawing/2014/main" id="{9D9A87A6-F8C2-61A9-A2F3-933C7E2B2A81}"/>
              </a:ext>
            </a:extLst>
          </p:cNvPr>
          <p:cNvSpPr/>
          <p:nvPr/>
        </p:nvSpPr>
        <p:spPr>
          <a:xfrm rot="16200000">
            <a:off x="11994868" y="1506652"/>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514">
              <a:spcBef>
                <a:spcPts val="300"/>
              </a:spcBef>
              <a:spcAft>
                <a:spcPts val="300"/>
              </a:spcAft>
              <a:defRPr/>
            </a:pPr>
            <a:endParaRPr lang="en-GB" sz="1600" kern="0">
              <a:solidFill>
                <a:srgbClr val="FBF7F4"/>
              </a:solidFill>
              <a:latin typeface="Sakkal Majalla"/>
            </a:endParaRPr>
          </a:p>
        </p:txBody>
      </p:sp>
      <p:grpSp>
        <p:nvGrpSpPr>
          <p:cNvPr id="16" name="Group 15">
            <a:extLst>
              <a:ext uri="{FF2B5EF4-FFF2-40B4-BE49-F238E27FC236}">
                <a16:creationId xmlns:a16="http://schemas.microsoft.com/office/drawing/2014/main" id="{691AB0C9-60E0-50E6-867B-CF7F1858080B}"/>
              </a:ext>
            </a:extLst>
          </p:cNvPr>
          <p:cNvGrpSpPr/>
          <p:nvPr/>
        </p:nvGrpSpPr>
        <p:grpSpPr>
          <a:xfrm>
            <a:off x="11082633" y="1632095"/>
            <a:ext cx="1101743" cy="645663"/>
            <a:chOff x="8079040" y="894190"/>
            <a:chExt cx="1101743" cy="645663"/>
          </a:xfrm>
        </p:grpSpPr>
        <p:sp>
          <p:nvSpPr>
            <p:cNvPr id="17" name="TextBox 6">
              <a:extLst>
                <a:ext uri="{FF2B5EF4-FFF2-40B4-BE49-F238E27FC236}">
                  <a16:creationId xmlns:a16="http://schemas.microsoft.com/office/drawing/2014/main" id="{2D1DA97E-88AA-B328-EEE1-0D64F62B3BFD}"/>
                </a:ext>
              </a:extLst>
            </p:cNvPr>
            <p:cNvSpPr txBox="1"/>
            <p:nvPr/>
          </p:nvSpPr>
          <p:spPr>
            <a:xfrm>
              <a:off x="8170080"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rgbClr val="87452B"/>
                  </a:solidFill>
                  <a:latin typeface="Abar Mid" pitchFamily="50" charset="-78"/>
                  <a:ea typeface="Abar Mid" pitchFamily="50" charset="-78"/>
                  <a:cs typeface="Abar Mid" pitchFamily="50" charset="-78"/>
                </a:rPr>
                <a:t>0</a:t>
              </a:r>
              <a:endParaRPr lang="ar-SA" sz="2800" b="1">
                <a:solidFill>
                  <a:srgbClr val="87452B"/>
                </a:solidFill>
                <a:latin typeface="Abar Mid" pitchFamily="50" charset="-78"/>
                <a:ea typeface="Abar Mid" pitchFamily="50" charset="-78"/>
                <a:cs typeface="Abar Mid" pitchFamily="50" charset="-78"/>
              </a:endParaRPr>
            </a:p>
          </p:txBody>
        </p:sp>
        <p:sp>
          <p:nvSpPr>
            <p:cNvPr id="18" name="TextBox 18">
              <a:extLst>
                <a:ext uri="{FF2B5EF4-FFF2-40B4-BE49-F238E27FC236}">
                  <a16:creationId xmlns:a16="http://schemas.microsoft.com/office/drawing/2014/main" id="{FD6B1E39-5908-7A7A-4EB5-FBB37541B3BB}"/>
                </a:ext>
              </a:extLst>
            </p:cNvPr>
            <p:cNvSpPr txBox="1"/>
            <p:nvPr/>
          </p:nvSpPr>
          <p:spPr>
            <a:xfrm>
              <a:off x="8079040"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87452B"/>
                  </a:solidFill>
                  <a:latin typeface="Abar Mid" pitchFamily="50" charset="-78"/>
                  <a:ea typeface="Abar Mid" pitchFamily="50" charset="-78"/>
                  <a:cs typeface="Abar Mid" pitchFamily="50" charset="-78"/>
                </a:rPr>
                <a:t>متأخرة</a:t>
              </a:r>
            </a:p>
          </p:txBody>
        </p:sp>
      </p:grpSp>
      <p:cxnSp>
        <p:nvCxnSpPr>
          <p:cNvPr id="19" name="Straight Connector 18">
            <a:extLst>
              <a:ext uri="{FF2B5EF4-FFF2-40B4-BE49-F238E27FC236}">
                <a16:creationId xmlns:a16="http://schemas.microsoft.com/office/drawing/2014/main" id="{D970DD83-FB4D-8502-15DE-4C056DD66847}"/>
              </a:ext>
            </a:extLst>
          </p:cNvPr>
          <p:cNvCxnSpPr>
            <a:cxnSpLocks/>
          </p:cNvCxnSpPr>
          <p:nvPr/>
        </p:nvCxnSpPr>
        <p:spPr>
          <a:xfrm flipV="1">
            <a:off x="11263871" y="969962"/>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0" name="Straight Connector 19">
            <a:extLst>
              <a:ext uri="{FF2B5EF4-FFF2-40B4-BE49-F238E27FC236}">
                <a16:creationId xmlns:a16="http://schemas.microsoft.com/office/drawing/2014/main" id="{C1BCC06F-4186-4E3C-EC95-B9A497A6B8F1}"/>
              </a:ext>
            </a:extLst>
          </p:cNvPr>
          <p:cNvCxnSpPr>
            <a:cxnSpLocks/>
          </p:cNvCxnSpPr>
          <p:nvPr/>
        </p:nvCxnSpPr>
        <p:spPr>
          <a:xfrm>
            <a:off x="10520551"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1" name="Straight Connector 20">
            <a:extLst>
              <a:ext uri="{FF2B5EF4-FFF2-40B4-BE49-F238E27FC236}">
                <a16:creationId xmlns:a16="http://schemas.microsoft.com/office/drawing/2014/main" id="{ADE3029B-0603-C7EA-9AD2-7D8ABC113E65}"/>
              </a:ext>
            </a:extLst>
          </p:cNvPr>
          <p:cNvCxnSpPr>
            <a:cxnSpLocks/>
          </p:cNvCxnSpPr>
          <p:nvPr/>
        </p:nvCxnSpPr>
        <p:spPr>
          <a:xfrm flipV="1">
            <a:off x="11263871" y="163209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2" name="Straight Connector 21">
            <a:extLst>
              <a:ext uri="{FF2B5EF4-FFF2-40B4-BE49-F238E27FC236}">
                <a16:creationId xmlns:a16="http://schemas.microsoft.com/office/drawing/2014/main" id="{6D204708-969D-8155-6E4A-079D07FA1B72}"/>
              </a:ext>
            </a:extLst>
          </p:cNvPr>
          <p:cNvCxnSpPr>
            <a:cxnSpLocks/>
          </p:cNvCxnSpPr>
          <p:nvPr/>
        </p:nvCxnSpPr>
        <p:spPr>
          <a:xfrm>
            <a:off x="11444476"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6" name="Straight Connector 25">
            <a:extLst>
              <a:ext uri="{FF2B5EF4-FFF2-40B4-BE49-F238E27FC236}">
                <a16:creationId xmlns:a16="http://schemas.microsoft.com/office/drawing/2014/main" id="{59BDE4AC-AA69-5036-9894-E5CD8516FE81}"/>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30" name="btfpRowHeaderBoxText438126">
            <a:extLst>
              <a:ext uri="{FF2B5EF4-FFF2-40B4-BE49-F238E27FC236}">
                <a16:creationId xmlns:a16="http://schemas.microsoft.com/office/drawing/2014/main" id="{76CA9262-CB5F-A175-31AD-9438F5C9AA90}"/>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ملخص مشاريع سهيل</a:t>
            </a:r>
          </a:p>
        </p:txBody>
      </p:sp>
      <p:graphicFrame>
        <p:nvGraphicFramePr>
          <p:cNvPr id="24" name="Chart 23">
            <a:extLst>
              <a:ext uri="{FF2B5EF4-FFF2-40B4-BE49-F238E27FC236}">
                <a16:creationId xmlns:a16="http://schemas.microsoft.com/office/drawing/2014/main" id="{6D88DC71-7A27-FCD1-CAB3-5F0B0797728D}"/>
              </a:ext>
            </a:extLst>
          </p:cNvPr>
          <p:cNvGraphicFramePr/>
          <p:nvPr>
            <p:extLst>
              <p:ext uri="{D42A27DB-BD31-4B8C-83A1-F6EECF244321}">
                <p14:modId xmlns:p14="http://schemas.microsoft.com/office/powerpoint/2010/main" val="1607817837"/>
              </p:ext>
            </p:extLst>
          </p:nvPr>
        </p:nvGraphicFramePr>
        <p:xfrm>
          <a:off x="10253177" y="2518860"/>
          <a:ext cx="3041325" cy="4238719"/>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44" name="Table 43">
            <a:extLst>
              <a:ext uri="{FF2B5EF4-FFF2-40B4-BE49-F238E27FC236}">
                <a16:creationId xmlns:a16="http://schemas.microsoft.com/office/drawing/2014/main" id="{588A520A-F53B-B1B0-9BB7-03F70263EBFD}"/>
              </a:ext>
            </a:extLst>
          </p:cNvPr>
          <p:cNvGraphicFramePr>
            <a:graphicFrameLocks noGrp="1"/>
          </p:cNvGraphicFramePr>
          <p:nvPr>
            <p:extLst>
              <p:ext uri="{D42A27DB-BD31-4B8C-83A1-F6EECF244321}">
                <p14:modId xmlns:p14="http://schemas.microsoft.com/office/powerpoint/2010/main" val="2850347180"/>
              </p:ext>
            </p:extLst>
          </p:nvPr>
        </p:nvGraphicFramePr>
        <p:xfrm>
          <a:off x="193999" y="742395"/>
          <a:ext cx="9784835" cy="1436372"/>
        </p:xfrm>
        <a:graphic>
          <a:graphicData uri="http://schemas.openxmlformats.org/drawingml/2006/table">
            <a:tbl>
              <a:tblPr/>
              <a:tblGrid>
                <a:gridCol w="5317801">
                  <a:extLst>
                    <a:ext uri="{9D8B030D-6E8A-4147-A177-3AD203B41FA5}">
                      <a16:colId xmlns:a16="http://schemas.microsoft.com/office/drawing/2014/main" val="3562085196"/>
                    </a:ext>
                  </a:extLst>
                </a:gridCol>
                <a:gridCol w="1092200">
                  <a:extLst>
                    <a:ext uri="{9D8B030D-6E8A-4147-A177-3AD203B41FA5}">
                      <a16:colId xmlns:a16="http://schemas.microsoft.com/office/drawing/2014/main" val="20000"/>
                    </a:ext>
                  </a:extLst>
                </a:gridCol>
                <a:gridCol w="2867374">
                  <a:extLst>
                    <a:ext uri="{9D8B030D-6E8A-4147-A177-3AD203B41FA5}">
                      <a16:colId xmlns:a16="http://schemas.microsoft.com/office/drawing/2014/main" val="20001"/>
                    </a:ext>
                  </a:extLst>
                </a:gridCol>
                <a:gridCol w="507460">
                  <a:extLst>
                    <a:ext uri="{9D8B030D-6E8A-4147-A177-3AD203B41FA5}">
                      <a16:colId xmlns:a16="http://schemas.microsoft.com/office/drawing/2014/main" val="20002"/>
                    </a:ext>
                  </a:extLst>
                </a:gridCol>
              </a:tblGrid>
              <a:tr h="253441">
                <a:tc gridSpan="4">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أبرز التحديثات</a:t>
                      </a:r>
                    </a:p>
                  </a:txBody>
                  <a:tcPr marL="45720" anchor="ctr">
                    <a:lnL w="12700" cap="flat" cmpd="sng" algn="ctr">
                      <a:noFill/>
                      <a:prstDash val="solid"/>
                      <a:round/>
                      <a:headEnd type="none" w="med" len="med"/>
                      <a:tailEnd type="none" w="med" len="med"/>
                    </a:lnL>
                    <a:lnR w="57150" cap="flat" cmpd="sng" algn="ctr">
                      <a:solidFill>
                        <a:srgbClr val="DCB077"/>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SA" sz="1100" b="1" dirty="0">
                          <a:solidFill>
                            <a:srgbClr val="FFFFFF"/>
                          </a:solidFill>
                          <a:latin typeface="Abar Mid" pitchFamily="2" charset="-78"/>
                          <a:ea typeface="Abar Mid" pitchFamily="2" charset="-78"/>
                          <a:cs typeface="Abar Mid" pitchFamily="2" charset="-78"/>
                        </a:rPr>
                        <a:t>التحديث</a:t>
                      </a:r>
                      <a:endParaRPr lang="ar-AE" sz="1100" b="1" dirty="0">
                        <a:solidFill>
                          <a:srgbClr val="FFFFFF"/>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err="1">
                          <a:solidFill>
                            <a:srgbClr val="FFFFFF"/>
                          </a:solidFill>
                          <a:latin typeface="Abar Mid" pitchFamily="50" charset="-78"/>
                          <a:ea typeface="Abar Mid" pitchFamily="50" charset="-78"/>
                          <a:cs typeface="Abar Mid" pitchFamily="50" charset="-78"/>
                        </a:rPr>
                        <a:t>القطاع</a:t>
                      </a:r>
                      <a:endParaRPr sz="11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المشروع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901448">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0" dirty="0">
                          <a:solidFill>
                            <a:srgbClr val="2B2B2B"/>
                          </a:solidFill>
                          <a:latin typeface="Abar Mid" pitchFamily="50" charset="-78"/>
                          <a:ea typeface="Abar Mid" pitchFamily="50" charset="-78"/>
                          <a:cs typeface="Abar Mid" pitchFamily="50" charset="-78"/>
                        </a:rPr>
                        <a:t>وكالة تطوير الأعمال وخدمة المستفيدين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100" b="0" dirty="0">
                          <a:solidFill>
                            <a:srgbClr val="2B2B2B"/>
                          </a:solidFill>
                          <a:latin typeface="Abar Mid" pitchFamily="50" charset="-78"/>
                          <a:ea typeface="Abar Mid" pitchFamily="50" charset="-78"/>
                          <a:cs typeface="Abar Mid" pitchFamily="50" charset="-78"/>
                        </a:rPr>
                        <a:t>تطوير تجربة مظلات مبتكرة لضيوف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cxnSp>
        <p:nvCxnSpPr>
          <p:cNvPr id="46" name="Straight Connector 45">
            <a:extLst>
              <a:ext uri="{FF2B5EF4-FFF2-40B4-BE49-F238E27FC236}">
                <a16:creationId xmlns:a16="http://schemas.microsoft.com/office/drawing/2014/main" id="{38D7B911-BA6A-81C3-1A36-C54508A555F0}"/>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23" name="Table 22">
            <a:extLst>
              <a:ext uri="{FF2B5EF4-FFF2-40B4-BE49-F238E27FC236}">
                <a16:creationId xmlns:a16="http://schemas.microsoft.com/office/drawing/2014/main" id="{142E4F55-4C37-00E5-E996-BB74374C5317}"/>
              </a:ext>
            </a:extLst>
          </p:cNvPr>
          <p:cNvGraphicFramePr>
            <a:graphicFrameLocks noGrp="1"/>
          </p:cNvGraphicFramePr>
          <p:nvPr>
            <p:extLst>
              <p:ext uri="{D42A27DB-BD31-4B8C-83A1-F6EECF244321}">
                <p14:modId xmlns:p14="http://schemas.microsoft.com/office/powerpoint/2010/main" val="3337776023"/>
              </p:ext>
            </p:extLst>
          </p:nvPr>
        </p:nvGraphicFramePr>
        <p:xfrm>
          <a:off x="193999" y="2343465"/>
          <a:ext cx="9784835" cy="1436372"/>
        </p:xfrm>
        <a:graphic>
          <a:graphicData uri="http://schemas.openxmlformats.org/drawingml/2006/table">
            <a:tbl>
              <a:tblPr/>
              <a:tblGrid>
                <a:gridCol w="5317801">
                  <a:extLst>
                    <a:ext uri="{9D8B030D-6E8A-4147-A177-3AD203B41FA5}">
                      <a16:colId xmlns:a16="http://schemas.microsoft.com/office/drawing/2014/main" val="3562085196"/>
                    </a:ext>
                  </a:extLst>
                </a:gridCol>
                <a:gridCol w="1092200">
                  <a:extLst>
                    <a:ext uri="{9D8B030D-6E8A-4147-A177-3AD203B41FA5}">
                      <a16:colId xmlns:a16="http://schemas.microsoft.com/office/drawing/2014/main" val="20000"/>
                    </a:ext>
                  </a:extLst>
                </a:gridCol>
                <a:gridCol w="2867374">
                  <a:extLst>
                    <a:ext uri="{9D8B030D-6E8A-4147-A177-3AD203B41FA5}">
                      <a16:colId xmlns:a16="http://schemas.microsoft.com/office/drawing/2014/main" val="20001"/>
                    </a:ext>
                  </a:extLst>
                </a:gridCol>
                <a:gridCol w="507460">
                  <a:extLst>
                    <a:ext uri="{9D8B030D-6E8A-4147-A177-3AD203B41FA5}">
                      <a16:colId xmlns:a16="http://schemas.microsoft.com/office/drawing/2014/main" val="20002"/>
                    </a:ext>
                  </a:extLst>
                </a:gridCol>
              </a:tblGrid>
              <a:tr h="253441">
                <a:tc gridSpan="4">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المشاريع المتأخرة</a:t>
                      </a:r>
                    </a:p>
                  </a:txBody>
                  <a:tcPr marL="45720" anchor="ctr">
                    <a:lnL w="12700" cap="flat" cmpd="sng" algn="ctr">
                      <a:noFill/>
                      <a:prstDash val="solid"/>
                      <a:round/>
                      <a:headEnd type="none" w="med" len="med"/>
                      <a:tailEnd type="none" w="med" len="med"/>
                    </a:lnL>
                    <a:lnR w="57150" cap="flat" cmpd="sng" algn="ctr">
                      <a:solidFill>
                        <a:srgbClr val="87452B"/>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SA" sz="1100" b="1" dirty="0">
                          <a:solidFill>
                            <a:srgbClr val="FFFFFF"/>
                          </a:solidFill>
                          <a:latin typeface="Abar Mid" pitchFamily="2" charset="-78"/>
                          <a:ea typeface="Abar Mid" pitchFamily="2" charset="-78"/>
                          <a:cs typeface="Abar Mid" pitchFamily="2" charset="-78"/>
                        </a:rPr>
                        <a:t>ملاحظات</a:t>
                      </a:r>
                      <a:endParaRPr lang="ar-AE" sz="1100" b="1" dirty="0">
                        <a:solidFill>
                          <a:srgbClr val="FFFFFF"/>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err="1">
                          <a:solidFill>
                            <a:srgbClr val="FFFFFF"/>
                          </a:solidFill>
                          <a:latin typeface="Abar Mid" pitchFamily="50" charset="-78"/>
                          <a:ea typeface="Abar Mid" pitchFamily="50" charset="-78"/>
                          <a:cs typeface="Abar Mid" pitchFamily="50" charset="-78"/>
                        </a:rPr>
                        <a:t>القطاع</a:t>
                      </a:r>
                      <a:endParaRPr sz="11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المشروع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901448">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0" dirty="0">
                          <a:solidFill>
                            <a:srgbClr val="2B2B2B"/>
                          </a:solidFill>
                          <a:latin typeface="Abar Mid" pitchFamily="50" charset="-78"/>
                          <a:ea typeface="Abar Mid" pitchFamily="50" charset="-78"/>
                          <a:cs typeface="Abar Mid" pitchFamily="50" charset="-78"/>
                        </a:rPr>
                        <a:t>وكالة تطوير الأعمال وخدمة المستفيدين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100" b="0" dirty="0">
                          <a:solidFill>
                            <a:srgbClr val="2B2B2B"/>
                          </a:solidFill>
                          <a:latin typeface="Abar Mid" pitchFamily="50" charset="-78"/>
                          <a:ea typeface="Abar Mid" pitchFamily="50" charset="-78"/>
                          <a:cs typeface="Abar Mid" pitchFamily="50" charset="-78"/>
                        </a:rPr>
                        <a:t>تطوير تجربة مظلات مبتكرة لضيوف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5" name="Table 24">
            <a:extLst>
              <a:ext uri="{FF2B5EF4-FFF2-40B4-BE49-F238E27FC236}">
                <a16:creationId xmlns:a16="http://schemas.microsoft.com/office/drawing/2014/main" id="{5B818A72-84E1-60F5-7930-258061412BF5}"/>
              </a:ext>
            </a:extLst>
          </p:cNvPr>
          <p:cNvGraphicFramePr>
            <a:graphicFrameLocks noGrp="1"/>
          </p:cNvGraphicFramePr>
          <p:nvPr>
            <p:extLst>
              <p:ext uri="{D42A27DB-BD31-4B8C-83A1-F6EECF244321}">
                <p14:modId xmlns:p14="http://schemas.microsoft.com/office/powerpoint/2010/main" val="4189560498"/>
              </p:ext>
            </p:extLst>
          </p:nvPr>
        </p:nvGraphicFramePr>
        <p:xfrm>
          <a:off x="193999" y="3944535"/>
          <a:ext cx="9784835" cy="1436372"/>
        </p:xfrm>
        <a:graphic>
          <a:graphicData uri="http://schemas.openxmlformats.org/drawingml/2006/table">
            <a:tbl>
              <a:tblPr/>
              <a:tblGrid>
                <a:gridCol w="5317801">
                  <a:extLst>
                    <a:ext uri="{9D8B030D-6E8A-4147-A177-3AD203B41FA5}">
                      <a16:colId xmlns:a16="http://schemas.microsoft.com/office/drawing/2014/main" val="3562085196"/>
                    </a:ext>
                  </a:extLst>
                </a:gridCol>
                <a:gridCol w="1092200">
                  <a:extLst>
                    <a:ext uri="{9D8B030D-6E8A-4147-A177-3AD203B41FA5}">
                      <a16:colId xmlns:a16="http://schemas.microsoft.com/office/drawing/2014/main" val="20000"/>
                    </a:ext>
                  </a:extLst>
                </a:gridCol>
                <a:gridCol w="2867374">
                  <a:extLst>
                    <a:ext uri="{9D8B030D-6E8A-4147-A177-3AD203B41FA5}">
                      <a16:colId xmlns:a16="http://schemas.microsoft.com/office/drawing/2014/main" val="20001"/>
                    </a:ext>
                  </a:extLst>
                </a:gridCol>
                <a:gridCol w="507460">
                  <a:extLst>
                    <a:ext uri="{9D8B030D-6E8A-4147-A177-3AD203B41FA5}">
                      <a16:colId xmlns:a16="http://schemas.microsoft.com/office/drawing/2014/main" val="20002"/>
                    </a:ext>
                  </a:extLst>
                </a:gridCol>
              </a:tblGrid>
              <a:tr h="253441">
                <a:tc gridSpan="4">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45720" anchor="ctr">
                    <a:lnL w="12700" cap="flat" cmpd="sng" algn="ctr">
                      <a:noFill/>
                      <a:prstDash val="solid"/>
                      <a:round/>
                      <a:headEnd type="none" w="med" len="med"/>
                      <a:tailEnd type="none" w="med" len="med"/>
                    </a:lnL>
                    <a:lnR w="57150" cap="flat" cmpd="sng" algn="ctr">
                      <a:solidFill>
                        <a:srgbClr val="DCB077"/>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SA" sz="1100" b="1" dirty="0">
                          <a:solidFill>
                            <a:srgbClr val="FFFFFF"/>
                          </a:solidFill>
                          <a:latin typeface="Abar Mid" pitchFamily="2" charset="-78"/>
                          <a:ea typeface="Abar Mid" pitchFamily="2" charset="-78"/>
                          <a:cs typeface="Abar Mid" pitchFamily="2" charset="-78"/>
                        </a:rPr>
                        <a:t>التحدي</a:t>
                      </a:r>
                      <a:endParaRPr lang="ar-AE" sz="1100" b="1" dirty="0">
                        <a:solidFill>
                          <a:srgbClr val="FFFFFF"/>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err="1">
                          <a:solidFill>
                            <a:srgbClr val="FFFFFF"/>
                          </a:solidFill>
                          <a:latin typeface="Abar Mid" pitchFamily="50" charset="-78"/>
                          <a:ea typeface="Abar Mid" pitchFamily="50" charset="-78"/>
                          <a:cs typeface="Abar Mid" pitchFamily="50" charset="-78"/>
                        </a:rPr>
                        <a:t>القطاع</a:t>
                      </a:r>
                      <a:endParaRPr sz="11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المشروع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901448">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0" dirty="0">
                          <a:solidFill>
                            <a:srgbClr val="2B2B2B"/>
                          </a:solidFill>
                          <a:latin typeface="Abar Mid" pitchFamily="50" charset="-78"/>
                          <a:ea typeface="Abar Mid" pitchFamily="50" charset="-78"/>
                          <a:cs typeface="Abar Mid" pitchFamily="50" charset="-78"/>
                        </a:rPr>
                        <a:t>وكالة تطوير الأعمال وخدمة المستفيدين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100" b="0" dirty="0">
                          <a:solidFill>
                            <a:srgbClr val="2B2B2B"/>
                          </a:solidFill>
                          <a:latin typeface="Abar Mid" pitchFamily="50" charset="-78"/>
                          <a:ea typeface="Abar Mid" pitchFamily="50" charset="-78"/>
                          <a:cs typeface="Abar Mid" pitchFamily="50" charset="-78"/>
                        </a:rPr>
                        <a:t>تطوير تجربة مظلات مبتكرة لضيوف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6BE78-DD9B-3428-750C-B5BA0F514258}"/>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246124B1-0F75-A851-99F8-3F1DD425793C}"/>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572C5796-86E5-2F5F-DAC6-A0CDF3FA0BE7}"/>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3B72F06B-6DE2-5D85-519D-BC862B49A7D0}"/>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3" name="Table 2">
            <a:extLst>
              <a:ext uri="{FF2B5EF4-FFF2-40B4-BE49-F238E27FC236}">
                <a16:creationId xmlns:a16="http://schemas.microsoft.com/office/drawing/2014/main" id="{CC92F5C2-76D1-F275-7860-16DEEF8182D0}"/>
              </a:ext>
            </a:extLst>
          </p:cNvPr>
          <p:cNvGraphicFramePr>
            <a:graphicFrameLocks noGrp="1"/>
          </p:cNvGraphicFramePr>
          <p:nvPr>
            <p:extLst>
              <p:ext uri="{D42A27DB-BD31-4B8C-83A1-F6EECF244321}">
                <p14:modId xmlns:p14="http://schemas.microsoft.com/office/powerpoint/2010/main" val="333459723"/>
              </p:ext>
            </p:extLst>
          </p:nvPr>
        </p:nvGraphicFramePr>
        <p:xfrm>
          <a:off x="193932" y="804347"/>
          <a:ext cx="13051848" cy="5583936"/>
        </p:xfrm>
        <a:graphic>
          <a:graphicData uri="http://schemas.openxmlformats.org/drawingml/2006/table">
            <a:tbl>
              <a:tblPr rtl="1"/>
              <a:tblGrid>
                <a:gridCol w="797682">
                  <a:extLst>
                    <a:ext uri="{9D8B030D-6E8A-4147-A177-3AD203B41FA5}">
                      <a16:colId xmlns:a16="http://schemas.microsoft.com/office/drawing/2014/main" val="20000"/>
                    </a:ext>
                  </a:extLst>
                </a:gridCol>
                <a:gridCol w="2912140">
                  <a:extLst>
                    <a:ext uri="{9D8B030D-6E8A-4147-A177-3AD203B41FA5}">
                      <a16:colId xmlns:a16="http://schemas.microsoft.com/office/drawing/2014/main" val="20001"/>
                    </a:ext>
                  </a:extLst>
                </a:gridCol>
                <a:gridCol w="982962">
                  <a:extLst>
                    <a:ext uri="{9D8B030D-6E8A-4147-A177-3AD203B41FA5}">
                      <a16:colId xmlns:a16="http://schemas.microsoft.com/office/drawing/2014/main" val="20002"/>
                    </a:ext>
                  </a:extLst>
                </a:gridCol>
                <a:gridCol w="982962">
                  <a:extLst>
                    <a:ext uri="{9D8B030D-6E8A-4147-A177-3AD203B41FA5}">
                      <a16:colId xmlns:a16="http://schemas.microsoft.com/office/drawing/2014/main" val="20003"/>
                    </a:ext>
                  </a:extLst>
                </a:gridCol>
                <a:gridCol w="620377">
                  <a:extLst>
                    <a:ext uri="{9D8B030D-6E8A-4147-A177-3AD203B41FA5}">
                      <a16:colId xmlns:a16="http://schemas.microsoft.com/office/drawing/2014/main" val="20005"/>
                    </a:ext>
                  </a:extLst>
                </a:gridCol>
                <a:gridCol w="6755725">
                  <a:extLst>
                    <a:ext uri="{9D8B030D-6E8A-4147-A177-3AD203B41FA5}">
                      <a16:colId xmlns:a16="http://schemas.microsoft.com/office/drawing/2014/main" val="20006"/>
                    </a:ext>
                  </a:extLst>
                </a:gridCol>
              </a:tblGrid>
              <a:tr h="251862">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شؤون الحج</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518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1</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مشروع </a:t>
                      </a:r>
                      <a:r>
                        <a:rPr lang="en-US" sz="1100" b="0" i="0" u="none" strike="noStrike" kern="1200" dirty="0" err="1">
                          <a:solidFill>
                            <a:srgbClr val="000000"/>
                          </a:solidFill>
                          <a:effectLst/>
                          <a:latin typeface="Abar Mid" pitchFamily="50" charset="-78"/>
                          <a:ea typeface="Abar Mid" pitchFamily="50" charset="-78"/>
                          <a:cs typeface="Abar Mid" pitchFamily="50" charset="-78"/>
                        </a:rPr>
                        <a:t>رحلة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الحاج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المتكاملة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لموسم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a:t>
                      </a:r>
                      <a:r>
                        <a:rPr lang="en-US" sz="1100" b="0" i="0" u="none" strike="noStrike" kern="1200" dirty="0">
                          <a:solidFill>
                            <a:srgbClr val="000000"/>
                          </a:solidFill>
                          <a:effectLst/>
                          <a:latin typeface="Abar Mid" pitchFamily="50" charset="-78"/>
                          <a:ea typeface="Abar Mid" pitchFamily="50" charset="-78"/>
                          <a:cs typeface="Abar Mid" pitchFamily="50" charset="-78"/>
                        </a:rPr>
                        <a:t> 1448هـ</a:t>
                      </a: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30-08-2026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19-11-2027</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ar-SA" sz="1100" b="0" i="0" u="none" strike="noStrike" dirty="0">
                          <a:solidFill>
                            <a:srgbClr val="000000"/>
                          </a:solidFill>
                          <a:effectLst/>
                          <a:latin typeface="Abar Mid" pitchFamily="50" charset="-78"/>
                          <a:cs typeface="Abar Mid" pitchFamily="50" charset="-78"/>
                        </a:rPr>
                        <a:t>متأخر</a:t>
                      </a:r>
                      <a:endParaRPr lang="en-US" sz="1100" b="0" i="0" u="none" strike="noStrike" dirty="0">
                        <a:solidFill>
                          <a:srgbClr val="000000"/>
                        </a:solidFill>
                        <a:effectLst/>
                        <a:latin typeface="Abar Mid" pitchFamily="50" charset="-78"/>
                        <a:cs typeface="Abar Mid" pitchFamily="50" charset="-78"/>
                      </a:endParaRP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2DCDB"/>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cs typeface="Abar Mid" pitchFamily="50" charset="-78"/>
                        </a:rPr>
                        <a:t>تاريخ التحديث 16 سبتمبر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ar-SA" sz="1100" b="0" i="0" u="none" strike="noStrike" dirty="0">
                          <a:solidFill>
                            <a:srgbClr val="000000"/>
                          </a:solidFill>
                          <a:effectLst/>
                          <a:latin typeface="Abar Mid" pitchFamily="50" charset="-78"/>
                          <a:cs typeface="Abar Mid" pitchFamily="50" charset="-78"/>
                        </a:rPr>
                        <a:t>تم الانتهاء من دراسة الوضع الراهن لرحلة الحاج شاملا الفجوات وتوصيات التطوير وجار العمل على دليل بيانات رحلة الحاج المتكاملة شاملا مصادر البيانات والجهات المالكة ومسؤوليات التحديث والتحقق وقواعد جودة البيانات والاكتمال والدقة على أن يتم الانتهاء من الدليل بتاريخ 27 سبتمبر 2026</a:t>
                      </a: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572283336"/>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2</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دراسة </a:t>
                      </a:r>
                      <a:r>
                        <a:rPr lang="en-US" sz="1100" b="0" i="0" u="none" strike="noStrike" kern="1200" dirty="0" err="1">
                          <a:solidFill>
                            <a:srgbClr val="000000"/>
                          </a:solidFill>
                          <a:effectLst/>
                          <a:latin typeface="Abar Mid" pitchFamily="50" charset="-78"/>
                          <a:ea typeface="Abar Mid" pitchFamily="50" charset="-78"/>
                          <a:cs typeface="Abar Mid" pitchFamily="50" charset="-78"/>
                        </a:rPr>
                        <a:t>إمكانية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تسكين</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بمكة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المكرمة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خلال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أيام</a:t>
                      </a:r>
                      <a:r>
                        <a:rPr lang="en-US" sz="1100" b="0" i="0" u="none" strike="noStrike" kern="1200" dirty="0">
                          <a:solidFill>
                            <a:srgbClr val="000000"/>
                          </a:solidFill>
                          <a:effectLst/>
                          <a:latin typeface="Abar Mid" pitchFamily="50" charset="-78"/>
                          <a:ea typeface="Abar Mid" pitchFamily="50" charset="-78"/>
                          <a:cs typeface="Abar Mid" pitchFamily="50" charset="-78"/>
                        </a:rPr>
                        <a:t> التشريق</a:t>
                      </a: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15-09-2026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30-11-2026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على</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المخطط</a:t>
                      </a:r>
                      <a:endParaRPr lang="en-US" sz="1100" b="0" i="0" u="none" strike="noStrike" dirty="0">
                        <a:solidFill>
                          <a:srgbClr val="000000"/>
                        </a:solidFill>
                        <a:effectLst/>
                        <a:latin typeface="Abar Mid" pitchFamily="50" charset="-78"/>
                        <a:cs typeface="Abar Mid" pitchFamily="50" charset="-78"/>
                      </a:endParaRP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cs typeface="Abar Mid" pitchFamily="50" charset="-78"/>
                        </a:rPr>
                        <a:t>تاريخ التحديث 23 </a:t>
                      </a:r>
                      <a:r>
                        <a:rPr lang="en-US" sz="1100" b="1" i="0" u="none" strike="noStrike" dirty="0" err="1">
                          <a:solidFill>
                            <a:srgbClr val="000000"/>
                          </a:solidFill>
                          <a:effectLst/>
                          <a:latin typeface="Abar Mid" pitchFamily="50" charset="-78"/>
                          <a:cs typeface="Abar Mid" pitchFamily="50" charset="-78"/>
                        </a:rPr>
                        <a:t>أغسطس</a:t>
                      </a:r>
                      <a:r>
                        <a:rPr lang="en-US" sz="1100" b="1"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استبيان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يوضح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الراغبين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بالسكن</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مكة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خلال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أيام</a:t>
                      </a:r>
                      <a:r>
                        <a:rPr lang="en-US" sz="1100" b="0" i="0" u="none" strike="noStrike" dirty="0">
                          <a:solidFill>
                            <a:srgbClr val="000000"/>
                          </a:solidFill>
                          <a:effectLst/>
                          <a:latin typeface="Abar Mid" pitchFamily="50" charset="-78"/>
                          <a:cs typeface="Abar Mid" pitchFamily="50" charset="-78"/>
                        </a:rPr>
                        <a:t> التشريق </a:t>
                      </a:r>
                      <a:r>
                        <a:rPr lang="en-US" sz="1100" b="0" i="0" u="none" strike="noStrike" dirty="0" err="1">
                          <a:solidFill>
                            <a:srgbClr val="000000"/>
                          </a:solidFill>
                          <a:effectLst/>
                          <a:latin typeface="Abar Mid" pitchFamily="50" charset="-78"/>
                          <a:cs typeface="Abar Mid" pitchFamily="50" charset="-78"/>
                        </a:rPr>
                        <a:t>والانتهاء</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6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إعداد </a:t>
                      </a:r>
                      <a:r>
                        <a:rPr lang="en-US" sz="1100" b="0" i="0" u="none" strike="noStrike" dirty="0" err="1">
                          <a:solidFill>
                            <a:srgbClr val="000000"/>
                          </a:solidFill>
                          <a:effectLst/>
                          <a:latin typeface="Abar Mid" pitchFamily="50" charset="-78"/>
                          <a:cs typeface="Abar Mid" pitchFamily="50" charset="-78"/>
                        </a:rPr>
                        <a:t>السيناريوهات</a:t>
                      </a:r>
                      <a:r>
                        <a:rPr lang="en-US" sz="1100" b="0" i="0" u="none" strike="noStrike" dirty="0">
                          <a:solidFill>
                            <a:srgbClr val="000000"/>
                          </a:solidFill>
                          <a:effectLst/>
                          <a:latin typeface="Abar Mid" pitchFamily="50" charset="-78"/>
                          <a:cs typeface="Abar Mid" pitchFamily="50" charset="-78"/>
                        </a:rPr>
                        <a:t> المتوقعة </a:t>
                      </a:r>
                      <a:r>
                        <a:rPr lang="en-US" sz="1100" b="0" i="0" u="none" strike="noStrike" dirty="0" err="1">
                          <a:solidFill>
                            <a:srgbClr val="000000"/>
                          </a:solidFill>
                          <a:effectLst/>
                          <a:latin typeface="Abar Mid" pitchFamily="50" charset="-78"/>
                          <a:cs typeface="Abar Mid" pitchFamily="50" charset="-78"/>
                        </a:rPr>
                        <a:t>لاستغلال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المساحات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مثال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زيادة</a:t>
                      </a:r>
                      <a:r>
                        <a:rPr lang="en-US" sz="1100" b="0" i="0" u="none" strike="noStrike" dirty="0">
                          <a:solidFill>
                            <a:srgbClr val="000000"/>
                          </a:solidFill>
                          <a:effectLst/>
                          <a:latin typeface="Abar Mid" pitchFamily="50" charset="-78"/>
                          <a:cs typeface="Abar Mid" pitchFamily="50" charset="-78"/>
                        </a:rPr>
                        <a:t> إعداد </a:t>
                      </a:r>
                      <a:r>
                        <a:rPr lang="en-US" sz="1100" b="0" i="0" u="none" strike="noStrike" dirty="0" err="1">
                          <a:solidFill>
                            <a:srgbClr val="000000"/>
                          </a:solidFill>
                          <a:effectLst/>
                          <a:latin typeface="Abar Mid" pitchFamily="50" charset="-78"/>
                          <a:cs typeface="Abar Mid" pitchFamily="50" charset="-78"/>
                        </a:rPr>
                        <a:t>الحجاج-تسكين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العمالة-زيادة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المساحة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المخصصة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للحاج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لاعتمادها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23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800805841"/>
                  </a:ext>
                </a:extLst>
              </a:tr>
              <a:tr h="503725">
                <a:tc>
                  <a:txBody>
                    <a:bodyPr/>
                    <a:lstStyle/>
                    <a:p>
                      <a:pPr marL="0" algn="ctr" defTabSz="914400" rtl="0" eaLnBrk="1" latinLnBrk="0" hangingPunct="1">
                        <a:lnSpc>
                          <a:spcPct val="105000"/>
                        </a:lnSpc>
                      </a:pPr>
                      <a:r>
                        <a:rPr lang="ar-SA" sz="1100" kern="0" baseline="0" dirty="0">
                          <a:solidFill>
                            <a:schemeClr val="tx1"/>
                          </a:solidFill>
                          <a:latin typeface="Abar Mid" pitchFamily="50" charset="-78"/>
                          <a:ea typeface="Abar Mid" pitchFamily="50" charset="-78"/>
                          <a:cs typeface="Abar Mid" pitchFamily="50" charset="-78"/>
                        </a:rPr>
                        <a:t>3</a:t>
                      </a:r>
                      <a:endParaRPr sz="1100" kern="0" baseline="0" dirty="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err="1">
                          <a:solidFill>
                            <a:srgbClr val="000000"/>
                          </a:solidFill>
                          <a:effectLst/>
                          <a:latin typeface="Abar Mid" pitchFamily="50" charset="-78"/>
                          <a:ea typeface="Abar Mid" pitchFamily="50" charset="-78"/>
                          <a:cs typeface="Abar Mid" pitchFamily="50" charset="-78"/>
                        </a:rPr>
                        <a:t>أعمال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وتنظيمات</a:t>
                      </a:r>
                      <a:r>
                        <a:rPr lang="en-US" sz="1100" b="0" i="0" u="none" strike="noStrike" kern="1200" dirty="0">
                          <a:solidFill>
                            <a:srgbClr val="000000"/>
                          </a:solidFill>
                          <a:effectLst/>
                          <a:latin typeface="Abar Mid" pitchFamily="50" charset="-78"/>
                          <a:ea typeface="Abar Mid" pitchFamily="50" charset="-78"/>
                          <a:cs typeface="Abar Mid" pitchFamily="50" charset="-78"/>
                        </a:rPr>
                        <a:t> شركات تقديم الخدمة </a:t>
                      </a:r>
                      <a:r>
                        <a:rPr lang="en-US" sz="1100" b="0" i="0" u="none" strike="noStrike" kern="1200" dirty="0" err="1">
                          <a:solidFill>
                            <a:srgbClr val="000000"/>
                          </a:solidFill>
                          <a:effectLst/>
                          <a:latin typeface="Abar Mid" pitchFamily="50" charset="-78"/>
                          <a:ea typeface="Abar Mid" pitchFamily="50" charset="-78"/>
                          <a:cs typeface="Abar Mid" pitchFamily="50" charset="-78"/>
                        </a:rPr>
                        <a:t>للحجاج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16-06-2026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05-11-2026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ar-SA" sz="1100" b="0" i="0" u="none" strike="noStrike" dirty="0">
                          <a:solidFill>
                            <a:srgbClr val="000000"/>
                          </a:solidFill>
                          <a:effectLst/>
                          <a:latin typeface="Abar Mid" pitchFamily="50" charset="-78"/>
                          <a:cs typeface="Abar Mid" pitchFamily="50" charset="-78"/>
                        </a:rPr>
                        <a:t>لم يبدأ</a:t>
                      </a:r>
                      <a:endParaRPr lang="en-US" sz="1100" b="0" i="0" u="none" strike="noStrike" dirty="0">
                        <a:solidFill>
                          <a:srgbClr val="000000"/>
                        </a:solidFill>
                        <a:effectLst/>
                        <a:latin typeface="Abar Mid" pitchFamily="50" charset="-78"/>
                        <a:cs typeface="Abar Mid" pitchFamily="50" charset="-78"/>
                      </a:endParaRP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2F2F2"/>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3 سبتمبر 2026</a:t>
                      </a:r>
                    </a:p>
                    <a:p>
                      <a:pPr algn="r" rtl="1" fontAlgn="ctr">
                        <a:buNone/>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على دراسة </a:t>
                      </a:r>
                      <a:r>
                        <a:rPr lang="en-US" sz="1100" b="0" i="0" u="none" strike="noStrike" dirty="0" err="1">
                          <a:solidFill>
                            <a:srgbClr val="000000"/>
                          </a:solidFill>
                          <a:effectLst/>
                          <a:latin typeface="Abar Mid" pitchFamily="50" charset="-78"/>
                          <a:cs typeface="Abar Mid" pitchFamily="50" charset="-78"/>
                        </a:rPr>
                        <a:t>وتحليل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نتائج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استبيان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نموذج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تشغيل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مراكز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الضيافة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لموسم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a:t>
                      </a:r>
                      <a:r>
                        <a:rPr lang="en-US" sz="1100" b="0" i="0" u="none" strike="noStrike" dirty="0">
                          <a:solidFill>
                            <a:srgbClr val="000000"/>
                          </a:solidFill>
                          <a:effectLst/>
                          <a:latin typeface="Abar Mid" pitchFamily="50" charset="-78"/>
                          <a:cs typeface="Abar Mid" pitchFamily="50" charset="-78"/>
                        </a:rPr>
                        <a:t> 1447هـ، على </a:t>
                      </a:r>
                      <a:r>
                        <a:rPr lang="en-US" sz="1100" b="0" i="0" u="none" strike="noStrike" dirty="0" err="1">
                          <a:solidFill>
                            <a:srgbClr val="000000"/>
                          </a:solidFill>
                          <a:effectLst/>
                          <a:latin typeface="Abar Mid" pitchFamily="50" charset="-78"/>
                          <a:cs typeface="Abar Mid" pitchFamily="50" charset="-78"/>
                        </a:rPr>
                        <a:t>أن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يتم</a:t>
                      </a:r>
                      <a:r>
                        <a:rPr lang="en-US" sz="1100" b="0" i="0" u="none" strike="noStrike" dirty="0">
                          <a:solidFill>
                            <a:srgbClr val="000000"/>
                          </a:solidFill>
                          <a:effectLst/>
                          <a:latin typeface="Abar Mid" pitchFamily="50" charset="-78"/>
                          <a:cs typeface="Abar Mid" pitchFamily="50" charset="-78"/>
                        </a:rPr>
                        <a:t> الانتهاء من </a:t>
                      </a:r>
                      <a:r>
                        <a:rPr lang="en-US" sz="1100" b="0" i="0" u="none" strike="noStrike" dirty="0" err="1">
                          <a:solidFill>
                            <a:srgbClr val="000000"/>
                          </a:solidFill>
                          <a:effectLst/>
                          <a:latin typeface="Abar Mid" pitchFamily="50" charset="-78"/>
                          <a:cs typeface="Abar Mid" pitchFamily="50" charset="-78"/>
                        </a:rPr>
                        <a:t>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النتائج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20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2026م</a:t>
                      </a: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90736528"/>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4</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err="1">
                          <a:solidFill>
                            <a:srgbClr val="000000"/>
                          </a:solidFill>
                          <a:effectLst/>
                          <a:latin typeface="Abar Mid" pitchFamily="50" charset="-78"/>
                          <a:ea typeface="Abar Mid" pitchFamily="50" charset="-78"/>
                          <a:cs typeface="Abar Mid" pitchFamily="50" charset="-78"/>
                        </a:rPr>
                        <a:t>تطوير</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نموذج</a:t>
                      </a:r>
                      <a:r>
                        <a:rPr lang="en-US" sz="1100" b="0" i="0" u="none" strike="noStrike" kern="1200" dirty="0">
                          <a:solidFill>
                            <a:srgbClr val="000000"/>
                          </a:solidFill>
                          <a:effectLst/>
                          <a:latin typeface="Abar Mid" pitchFamily="50" charset="-78"/>
                          <a:ea typeface="Abar Mid" pitchFamily="50" charset="-78"/>
                          <a:cs typeface="Abar Mid" pitchFamily="50" charset="-78"/>
                        </a:rPr>
                        <a:t> شركات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الداخل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16-06-2026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04-10-2026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الاجتماع</a:t>
                      </a:r>
                      <a:r>
                        <a:rPr lang="en-US" sz="1100" b="0" i="0" u="none" strike="noStrike" dirty="0">
                          <a:solidFill>
                            <a:srgbClr val="000000"/>
                          </a:solidFill>
                          <a:effectLst/>
                          <a:latin typeface="Abar Mid" pitchFamily="50" charset="-78"/>
                          <a:cs typeface="Abar Mid" pitchFamily="50" charset="-78"/>
                        </a:rPr>
                        <a:t> مع </a:t>
                      </a:r>
                      <a:r>
                        <a:rPr lang="en-US" sz="1100" b="0" i="0" u="none" strike="noStrike" dirty="0" err="1">
                          <a:solidFill>
                            <a:srgbClr val="000000"/>
                          </a:solidFill>
                          <a:effectLst/>
                          <a:latin typeface="Abar Mid" pitchFamily="50" charset="-78"/>
                          <a:cs typeface="Abar Mid" pitchFamily="50" charset="-78"/>
                        </a:rPr>
                        <a:t>المجلس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التنسيقي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لاستعراض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مستجدات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موسم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a:t>
                      </a:r>
                      <a:r>
                        <a:rPr lang="en-US" sz="1100" b="0" i="0" u="none" strike="noStrike" dirty="0">
                          <a:solidFill>
                            <a:srgbClr val="000000"/>
                          </a:solidFill>
                          <a:effectLst/>
                          <a:latin typeface="Abar Mid" pitchFamily="50" charset="-78"/>
                          <a:cs typeface="Abar Mid" pitchFamily="50" charset="-78"/>
                        </a:rPr>
                        <a:t> 1448 هـ  وتم </a:t>
                      </a:r>
                      <a:r>
                        <a:rPr lang="en-US" sz="1100" b="0" i="0" u="none" strike="noStrike" dirty="0" err="1">
                          <a:solidFill>
                            <a:srgbClr val="000000"/>
                          </a:solidFill>
                          <a:effectLst/>
                          <a:latin typeface="Abar Mid" pitchFamily="50" charset="-78"/>
                          <a:cs typeface="Abar Mid" pitchFamily="50" charset="-78"/>
                        </a:rPr>
                        <a:t>التوصل</a:t>
                      </a:r>
                      <a:r>
                        <a:rPr lang="en-US" sz="1100" b="0" i="0" u="none" strike="noStrike" dirty="0">
                          <a:solidFill>
                            <a:srgbClr val="000000"/>
                          </a:solidFill>
                          <a:effectLst/>
                          <a:latin typeface="Abar Mid" pitchFamily="50" charset="-78"/>
                          <a:cs typeface="Abar Mid" pitchFamily="50" charset="-78"/>
                        </a:rPr>
                        <a:t> إلى </a:t>
                      </a:r>
                      <a:r>
                        <a:rPr lang="en-US" sz="1100" b="0" i="0" u="none" strike="noStrike" dirty="0" err="1">
                          <a:solidFill>
                            <a:srgbClr val="000000"/>
                          </a:solidFill>
                          <a:effectLst/>
                          <a:latin typeface="Abar Mid" pitchFamily="50" charset="-78"/>
                          <a:cs typeface="Abar Mid" pitchFamily="50" charset="-78"/>
                        </a:rPr>
                        <a:t>إضافة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بعض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المتطلبات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لتحسين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وتجويد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الخدمات</a:t>
                      </a:r>
                      <a:endParaRPr lang="en-US" sz="1100" b="0" i="0" u="none" strike="noStrike" dirty="0">
                        <a:solidFill>
                          <a:srgbClr val="000000"/>
                        </a:solidFill>
                        <a:effectLst/>
                        <a:latin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تحديث</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بنود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النموذج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التشغيلي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لشركات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وفي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طور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اعتمادها</a:t>
                      </a:r>
                      <a:endParaRPr lang="en-US" sz="1100" b="0" i="0" u="none" strike="noStrike" dirty="0">
                        <a:solidFill>
                          <a:srgbClr val="000000"/>
                        </a:solidFill>
                        <a:effectLst/>
                        <a:latin typeface="Abar Mid" pitchFamily="50" charset="-78"/>
                        <a:cs typeface="Abar Mid" pitchFamily="50" charset="-78"/>
                      </a:endParaRP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173659202"/>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5</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بمشعر مزدلفة لموسم حج 1448 هجري</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30 </a:t>
                      </a:r>
                      <a:r>
                        <a:rPr lang="en-US" sz="1100" b="1" i="0" u="none" strike="noStrike" dirty="0" err="1">
                          <a:solidFill>
                            <a:srgbClr val="000000"/>
                          </a:solidFill>
                          <a:effectLst/>
                          <a:latin typeface="Abar Mid" pitchFamily="50" charset="-78"/>
                          <a:ea typeface="Abar Mid" pitchFamily="50" charset="-78"/>
                          <a:cs typeface="Abar Mid" pitchFamily="50" charset="-78"/>
                        </a:rPr>
                        <a:t>أغسطس</a:t>
                      </a:r>
                      <a:r>
                        <a:rPr lang="en-US" sz="1100" b="1"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المخرجات</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24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تمت المواءمة مع وكالة التعاون الدولي </a:t>
                      </a:r>
                      <a:r>
                        <a:rPr lang="en-US" sz="1100" b="0" i="0" u="none" strike="noStrike" dirty="0" err="1">
                          <a:solidFill>
                            <a:srgbClr val="000000"/>
                          </a:solidFill>
                          <a:effectLst/>
                          <a:latin typeface="Abar Mid" pitchFamily="50" charset="-78"/>
                          <a:ea typeface="Abar Mid" pitchFamily="50" charset="-78"/>
                          <a:cs typeface="Abar Mid" pitchFamily="50" charset="-78"/>
                        </a:rPr>
                        <a:t>لتضمين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شرح</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توضيحي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لمكاتب</a:t>
                      </a:r>
                      <a:r>
                        <a:rPr lang="en-US" sz="1100" b="0" i="0" u="none" strike="noStrike" dirty="0">
                          <a:solidFill>
                            <a:srgbClr val="000000"/>
                          </a:solidFill>
                          <a:effectLst/>
                          <a:latin typeface="Abar Mid" pitchFamily="50" charset="-78"/>
                          <a:ea typeface="Abar Mid" pitchFamily="50" charset="-78"/>
                          <a:cs typeface="Abar Mid" pitchFamily="50" charset="-78"/>
                        </a:rPr>
                        <a:t> شؤون الحج </a:t>
                      </a:r>
                      <a:r>
                        <a:rPr lang="en-US" sz="1100" b="0" i="0" u="none" strike="noStrike" dirty="0" err="1">
                          <a:solidFill>
                            <a:srgbClr val="000000"/>
                          </a:solidFill>
                          <a:effectLst/>
                          <a:latin typeface="Abar Mid" pitchFamily="50" charset="-78"/>
                          <a:ea typeface="Abar Mid" pitchFamily="50" charset="-78"/>
                          <a:cs typeface="Abar Mid" pitchFamily="50" charset="-78"/>
                        </a:rPr>
                        <a:t>لمواقع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مشعر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مزدلفة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حسب</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الرخص</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الشرعية</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الاجتماعات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التحضيرية</a:t>
                      </a:r>
                      <a:r>
                        <a:rPr lang="en-US" sz="1100" b="0" i="0" u="none" strike="noStrike" dirty="0">
                          <a:solidFill>
                            <a:srgbClr val="000000"/>
                          </a:solidFill>
                          <a:effectLst/>
                          <a:latin typeface="Abar Mid" pitchFamily="50" charset="-78"/>
                          <a:ea typeface="Abar Mid" pitchFamily="50" charset="-78"/>
                          <a:cs typeface="Abar Mid" pitchFamily="50" charset="-78"/>
                        </a:rPr>
                        <a:t> وتم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استعراضها</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ضمن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التحضيري</a:t>
                      </a:r>
                      <a:r>
                        <a:rPr lang="en-US" sz="1100" b="0" i="0" u="none" strike="noStrike" dirty="0">
                          <a:solidFill>
                            <a:srgbClr val="000000"/>
                          </a:solidFill>
                          <a:effectLst/>
                          <a:latin typeface="Abar Mid" pitchFamily="50" charset="-78"/>
                          <a:ea typeface="Abar Mid" pitchFamily="50" charset="-78"/>
                          <a:cs typeface="Abar Mid" pitchFamily="50" charset="-78"/>
                        </a:rPr>
                        <a:t> مع </a:t>
                      </a:r>
                      <a:r>
                        <a:rPr lang="en-US" sz="1100" b="0" i="0" u="none" strike="noStrike" dirty="0" err="1">
                          <a:solidFill>
                            <a:srgbClr val="000000"/>
                          </a:solidFill>
                          <a:effectLst/>
                          <a:latin typeface="Abar Mid" pitchFamily="50" charset="-78"/>
                          <a:ea typeface="Abar Mid" pitchFamily="50" charset="-78"/>
                          <a:cs typeface="Abar Mid" pitchFamily="50" charset="-78"/>
                        </a:rPr>
                        <a:t>مكتب</a:t>
                      </a:r>
                      <a:r>
                        <a:rPr lang="en-US" sz="1100" b="0" i="0" u="none" strike="noStrike" dirty="0">
                          <a:solidFill>
                            <a:srgbClr val="000000"/>
                          </a:solidFill>
                          <a:effectLst/>
                          <a:latin typeface="Abar Mid" pitchFamily="50" charset="-78"/>
                          <a:ea typeface="Abar Mid" pitchFamily="50" charset="-78"/>
                          <a:cs typeface="Abar Mid" pitchFamily="50" charset="-78"/>
                        </a:rPr>
                        <a:t> شؤون </a:t>
                      </a:r>
                      <a:r>
                        <a:rPr lang="en-US" sz="1100" b="0" i="0" u="none" strike="noStrike" dirty="0" err="1">
                          <a:solidFill>
                            <a:srgbClr val="000000"/>
                          </a:solidFill>
                          <a:effectLst/>
                          <a:latin typeface="Abar Mid" pitchFamily="50" charset="-78"/>
                          <a:ea typeface="Abar Mid" pitchFamily="50" charset="-78"/>
                          <a:cs typeface="Abar Mid" pitchFamily="50" charset="-78"/>
                        </a:rPr>
                        <a:t>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تونس</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851824227"/>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أعمال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رغبات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لأداء</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النسك</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حج</a:t>
                      </a:r>
                      <a:r>
                        <a:rPr lang="en-US" sz="1100" b="0" i="0" u="none" strike="noStrike" dirty="0">
                          <a:solidFill>
                            <a:srgbClr val="000000"/>
                          </a:solidFill>
                          <a:effectLst/>
                          <a:latin typeface="Abar Mid" pitchFamily="50" charset="-78"/>
                          <a:ea typeface="Abar Mid" pitchFamily="50" charset="-78"/>
                          <a:cs typeface="Abar Mid" pitchFamily="50" charset="-78"/>
                        </a:rPr>
                        <a:t> 1448 </a:t>
                      </a:r>
                      <a:r>
                        <a:rPr lang="en-US" sz="1100" b="0" i="0" u="none" strike="noStrike" dirty="0" err="1">
                          <a:solidFill>
                            <a:srgbClr val="000000"/>
                          </a:solidFill>
                          <a:effectLst/>
                          <a:latin typeface="Abar Mid" pitchFamily="50" charset="-78"/>
                          <a:ea typeface="Abar Mid" pitchFamily="50" charset="-78"/>
                          <a:cs typeface="Abar Mid" pitchFamily="50" charset="-78"/>
                        </a:rPr>
                        <a:t>هجري</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25-06-2026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kumimoji="0" lang="ar-SA" sz="1100" b="0" i="0" u="none" strike="noStrike" kern="1200" cap="none" spc="0" normalizeH="0" baseline="0" noProof="0">
                          <a:ln>
                            <a:noFill/>
                          </a:ln>
                          <a:solidFill>
                            <a:srgbClr val="000000"/>
                          </a:solidFill>
                          <a:effectLst/>
                          <a:uLnTx/>
                          <a:uFillTx/>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 سبتمبر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مخرجات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المشروع</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31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أعمال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رغبات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لأداء</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النسك</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1448هـ</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71286878"/>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err="1">
                          <a:solidFill>
                            <a:srgbClr val="000000"/>
                          </a:solidFill>
                          <a:effectLst/>
                          <a:latin typeface="Abar Mid" pitchFamily="50" charset="-78"/>
                          <a:ea typeface="Abar Mid" pitchFamily="50" charset="-78"/>
                          <a:cs typeface="Abar Mid" pitchFamily="50" charset="-78"/>
                        </a:rPr>
                        <a:t>النموذج التشغيلي لقادة الأفواج</a:t>
                      </a:r>
                      <a:endParaRPr lang="en-US" sz="1100" b="0" i="0" u="none" strike="noStrike">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16-06-2026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13-08-2026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kumimoji="0" lang="ar-SA" sz="11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3سبتمبر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مخرجات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المشروع</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31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النموذج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استقطاب</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وتأهيل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النموذج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استقطابهم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وتأهيلهم</a:t>
                      </a:r>
                      <a:r>
                        <a:rPr lang="en-US" sz="1100" b="0" i="0" u="none" strike="noStrike" dirty="0">
                          <a:solidFill>
                            <a:srgbClr val="000000"/>
                          </a:solidFill>
                          <a:effectLst/>
                          <a:latin typeface="Abar Mid" pitchFamily="50" charset="-78"/>
                          <a:ea typeface="Abar Mid" pitchFamily="50" charset="-78"/>
                          <a:cs typeface="Abar Mid" pitchFamily="50" charset="-78"/>
                        </a:rPr>
                        <a:t>، على </a:t>
                      </a:r>
                      <a:r>
                        <a:rPr lang="en-US" sz="1100" b="0" i="0" u="none" strike="noStrike" dirty="0" err="1">
                          <a:solidFill>
                            <a:srgbClr val="000000"/>
                          </a:solidFill>
                          <a:effectLst/>
                          <a:latin typeface="Abar Mid" pitchFamily="50" charset="-78"/>
                          <a:ea typeface="Abar Mid" pitchFamily="50" charset="-78"/>
                          <a:cs typeface="Abar Mid" pitchFamily="50" charset="-78"/>
                        </a:rPr>
                        <a:t>أن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يتم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إنشاء</a:t>
                      </a:r>
                      <a:r>
                        <a:rPr lang="en-US" sz="1100" b="0" i="0" u="none" strike="noStrike" dirty="0">
                          <a:solidFill>
                            <a:srgbClr val="000000"/>
                          </a:solidFill>
                          <a:effectLst/>
                          <a:latin typeface="Abar Mid" pitchFamily="50" charset="-78"/>
                          <a:ea typeface="Abar Mid" pitchFamily="50" charset="-78"/>
                          <a:cs typeface="Abar Mid" pitchFamily="50" charset="-78"/>
                        </a:rPr>
                        <a:t> مشروع </a:t>
                      </a:r>
                      <a:r>
                        <a:rPr lang="en-US" sz="1100" b="0" i="0" u="none" strike="noStrike" dirty="0" err="1">
                          <a:solidFill>
                            <a:srgbClr val="000000"/>
                          </a:solidFill>
                          <a:effectLst/>
                          <a:latin typeface="Abar Mid" pitchFamily="50" charset="-78"/>
                          <a:ea typeface="Abar Mid" pitchFamily="50" charset="-78"/>
                          <a:cs typeface="Abar Mid" pitchFamily="50" charset="-78"/>
                        </a:rPr>
                        <a:t>مستقل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لمتابعة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تنفيذ</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الاستقطاب</a:t>
                      </a:r>
                      <a:r>
                        <a:rPr lang="en-US" sz="1100" b="0" i="0" u="none" strike="noStrike" dirty="0">
                          <a:solidFill>
                            <a:srgbClr val="000000"/>
                          </a:solidFill>
                          <a:effectLst/>
                          <a:latin typeface="Abar Mid" pitchFamily="50" charset="-78"/>
                          <a:ea typeface="Abar Mid" pitchFamily="50" charset="-78"/>
                          <a:cs typeface="Abar Mid" pitchFamily="50" charset="-78"/>
                        </a:rPr>
                        <a:t> والتأهيل </a:t>
                      </a:r>
                      <a:r>
                        <a:rPr lang="en-US" sz="1100" b="0" i="0" u="none" strike="noStrike" dirty="0" err="1">
                          <a:solidFill>
                            <a:srgbClr val="000000"/>
                          </a:solidFill>
                          <a:effectLst/>
                          <a:latin typeface="Abar Mid" pitchFamily="50" charset="-78"/>
                          <a:ea typeface="Abar Mid" pitchFamily="50" charset="-78"/>
                          <a:cs typeface="Abar Mid" pitchFamily="50" charset="-78"/>
                        </a:rPr>
                        <a:t>وفق</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المعتمدة</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114199285"/>
                  </a:ext>
                </a:extLst>
              </a:tr>
            </a:tbl>
          </a:graphicData>
        </a:graphic>
      </p:graphicFrame>
    </p:spTree>
    <p:extLst>
      <p:ext uri="{BB962C8B-B14F-4D97-AF65-F5344CB8AC3E}">
        <p14:creationId xmlns:p14="http://schemas.microsoft.com/office/powerpoint/2010/main" val="35153844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4B5A7-003E-5DEC-84E9-B55A25823A76}"/>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6837880-E51B-7361-16B6-387FB40B8B71}"/>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1795A2EF-AC87-149F-3131-9F3562995787}"/>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D49C43BA-B7AF-5718-EA79-309A9B1E67B0}"/>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6" name="Table 5">
            <a:extLst>
              <a:ext uri="{FF2B5EF4-FFF2-40B4-BE49-F238E27FC236}">
                <a16:creationId xmlns:a16="http://schemas.microsoft.com/office/drawing/2014/main" id="{BB642828-958B-9DCB-92F0-C20EC69E8D02}"/>
              </a:ext>
            </a:extLst>
          </p:cNvPr>
          <p:cNvGraphicFramePr>
            <a:graphicFrameLocks noGrp="1"/>
          </p:cNvGraphicFramePr>
          <p:nvPr>
            <p:extLst>
              <p:ext uri="{D42A27DB-BD31-4B8C-83A1-F6EECF244321}">
                <p14:modId xmlns:p14="http://schemas.microsoft.com/office/powerpoint/2010/main" val="1719666019"/>
              </p:ext>
            </p:extLst>
          </p:nvPr>
        </p:nvGraphicFramePr>
        <p:xfrm>
          <a:off x="193932" y="2195297"/>
          <a:ext cx="13051848" cy="1632462"/>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7">
                  <a:extLst>
                    <a:ext uri="{9D8B030D-6E8A-4147-A177-3AD203B41FA5}">
                      <a16:colId xmlns:a16="http://schemas.microsoft.com/office/drawing/2014/main" val="20001"/>
                    </a:ext>
                  </a:extLst>
                </a:gridCol>
                <a:gridCol w="982617">
                  <a:extLst>
                    <a:ext uri="{9D8B030D-6E8A-4147-A177-3AD203B41FA5}">
                      <a16:colId xmlns:a16="http://schemas.microsoft.com/office/drawing/2014/main" val="20002"/>
                    </a:ext>
                  </a:extLst>
                </a:gridCol>
                <a:gridCol w="982617">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5">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تطوير الأعمال وخدمة المستفيدين</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047246">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تجربة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مظلات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مبتكرة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لضيوف</a:t>
                      </a:r>
                      <a:r>
                        <a:rPr lang="en-US" sz="1100" b="0" i="0" u="none" strike="noStrike" dirty="0">
                          <a:solidFill>
                            <a:srgbClr val="000000"/>
                          </a:solidFill>
                          <a:effectLst/>
                          <a:latin typeface="Abar Mid" pitchFamily="50" charset="-78"/>
                          <a:ea typeface="Abar Mid" pitchFamily="50" charset="-78"/>
                          <a:cs typeface="Abar Mid" pitchFamily="50" charset="-78"/>
                        </a:rPr>
                        <a:t> الرحمن</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11-06-2026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15-11-2026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10" name="Table 9">
            <a:extLst>
              <a:ext uri="{FF2B5EF4-FFF2-40B4-BE49-F238E27FC236}">
                <a16:creationId xmlns:a16="http://schemas.microsoft.com/office/drawing/2014/main" id="{A8407863-CB40-C593-FC42-245E840B5E3B}"/>
              </a:ext>
            </a:extLst>
          </p:cNvPr>
          <p:cNvGraphicFramePr>
            <a:graphicFrameLocks noGrp="1"/>
          </p:cNvGraphicFramePr>
          <p:nvPr>
            <p:extLst>
              <p:ext uri="{D42A27DB-BD31-4B8C-83A1-F6EECF244321}">
                <p14:modId xmlns:p14="http://schemas.microsoft.com/office/powerpoint/2010/main" val="2577416490"/>
              </p:ext>
            </p:extLst>
          </p:nvPr>
        </p:nvGraphicFramePr>
        <p:xfrm>
          <a:off x="193933" y="4031754"/>
          <a:ext cx="13051848" cy="2628035"/>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7">
                  <a:extLst>
                    <a:ext uri="{9D8B030D-6E8A-4147-A177-3AD203B41FA5}">
                      <a16:colId xmlns:a16="http://schemas.microsoft.com/office/drawing/2014/main" val="20001"/>
                    </a:ext>
                  </a:extLst>
                </a:gridCol>
                <a:gridCol w="982617">
                  <a:extLst>
                    <a:ext uri="{9D8B030D-6E8A-4147-A177-3AD203B41FA5}">
                      <a16:colId xmlns:a16="http://schemas.microsoft.com/office/drawing/2014/main" val="20002"/>
                    </a:ext>
                  </a:extLst>
                </a:gridCol>
                <a:gridCol w="982617">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5">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التعاون الدولي والشراكات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23233">
                <a:tc>
                  <a:txBody>
                    <a:bodyPr/>
                    <a:lstStyle/>
                    <a:p>
                      <a:pPr algn="ctr" rtl="1" fontAlgn="ctr">
                        <a:buNone/>
                      </a:pPr>
                      <a:r>
                        <a:rPr lang="en-US" sz="1100" b="0" i="0" u="none" strike="noStrike" dirty="0">
                          <a:solidFill>
                            <a:srgbClr val="000000"/>
                          </a:solidFill>
                          <a:effectLst/>
                          <a:latin typeface="+mn-lt"/>
                          <a:ea typeface="+mn-lt"/>
                          <a:cs typeface="+mn-lt"/>
                          <a:sym typeface="+mn-lt"/>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نسك </a:t>
                      </a:r>
                      <a:r>
                        <a:rPr lang="en-US" sz="1100" b="0" i="0" u="none" strike="noStrike" kern="1200" dirty="0" err="1">
                          <a:solidFill>
                            <a:srgbClr val="000000"/>
                          </a:solidFill>
                          <a:effectLst/>
                          <a:latin typeface="Abar Mid" pitchFamily="50" charset="-78"/>
                          <a:ea typeface="Abar Mid" pitchFamily="50" charset="-78"/>
                          <a:cs typeface="Abar Mid" pitchFamily="50" charset="-78"/>
                        </a:rPr>
                        <a:t>امتثال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مراكز</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الضيافة</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14-06-2026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تم إعادة إرسال كراسة الشروط والمواصفات بعد معالجات الملاحظات لإدارة المشتريات لاستكمال  إجراءات الطرح</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796353">
                <a:tc>
                  <a:txBody>
                    <a:bodyPr/>
                    <a:lstStyle/>
                    <a:p>
                      <a:pPr algn="ctr" rtl="1" fontAlgn="ctr">
                        <a:buNone/>
                      </a:pPr>
                      <a:r>
                        <a:rPr lang="en-US" sz="1100" b="0" i="0" u="none" strike="noStrike">
                          <a:solidFill>
                            <a:srgbClr val="000000"/>
                          </a:solidFill>
                          <a:effectLst/>
                          <a:latin typeface="+mn-lt"/>
                          <a:ea typeface="+mn-lt"/>
                          <a:cs typeface="+mn-lt"/>
                          <a:sym typeface="+mn-lt"/>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دراسة </a:t>
                      </a:r>
                      <a:r>
                        <a:rPr lang="en-US" sz="1100" b="0" i="0" u="none" strike="noStrike" kern="1200" dirty="0" err="1">
                          <a:solidFill>
                            <a:srgbClr val="000000"/>
                          </a:solidFill>
                          <a:effectLst/>
                          <a:latin typeface="Abar Mid" pitchFamily="50" charset="-78"/>
                          <a:ea typeface="Abar Mid" pitchFamily="50" charset="-78"/>
                          <a:cs typeface="Abar Mid" pitchFamily="50" charset="-78"/>
                        </a:rPr>
                        <a:t>تحسين</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نموذج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عمل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آلية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تنظيم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قدوم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الخليج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14-06-2026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28-03-2027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جاري العمل على تحليل المخاطر السياسية للنموذج الجديد وعرضه على مستوى الوكلاء والوزارات المعنية في دول الخليج في معرض ومؤتمر الحج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623233">
                <a:tc>
                  <a:txBody>
                    <a:bodyPr/>
                    <a:lstStyle/>
                    <a:p>
                      <a:pPr algn="ctr" rtl="1" fontAlgn="ctr">
                        <a:buNone/>
                      </a:pPr>
                      <a:r>
                        <a:rPr lang="en-US" sz="1100" b="0" i="0" u="none" strike="noStrike">
                          <a:solidFill>
                            <a:srgbClr val="000000"/>
                          </a:solidFill>
                          <a:effectLst/>
                          <a:latin typeface="+mn-lt"/>
                          <a:ea typeface="+mn-lt"/>
                          <a:cs typeface="+mn-lt"/>
                          <a:sym typeface="+mn-lt"/>
                        </a:rPr>
                        <a:t>3</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برنامج </a:t>
                      </a:r>
                      <a:r>
                        <a:rPr lang="en-US" sz="1100" b="0" i="0" u="none" strike="noStrike" kern="1200" dirty="0" err="1">
                          <a:solidFill>
                            <a:srgbClr val="000000"/>
                          </a:solidFill>
                          <a:effectLst/>
                          <a:latin typeface="Abar Mid" pitchFamily="50" charset="-78"/>
                          <a:ea typeface="Abar Mid" pitchFamily="50" charset="-78"/>
                          <a:cs typeface="Abar Mid" pitchFamily="50" charset="-78"/>
                        </a:rPr>
                        <a:t>اعتماد</a:t>
                      </a:r>
                      <a:r>
                        <a:rPr lang="en-US" sz="1100" b="0" i="0" u="none" strike="noStrike" kern="1200" dirty="0">
                          <a:solidFill>
                            <a:srgbClr val="000000"/>
                          </a:solidFill>
                          <a:effectLst/>
                          <a:latin typeface="Abar Mid" pitchFamily="50" charset="-78"/>
                          <a:ea typeface="Abar Mid" pitchFamily="50" charset="-78"/>
                          <a:cs typeface="Abar Mid" pitchFamily="50" charset="-78"/>
                        </a:rPr>
                        <a:t> مكاتب 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تم استلام العروض الفنية والمالية على أن يتم الانتهاء من تقييم العروض بتاريخ 1 أكتوبر 2026</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bl>
          </a:graphicData>
        </a:graphic>
      </p:graphicFrame>
      <p:graphicFrame>
        <p:nvGraphicFramePr>
          <p:cNvPr id="15" name="Table 14">
            <a:extLst>
              <a:ext uri="{FF2B5EF4-FFF2-40B4-BE49-F238E27FC236}">
                <a16:creationId xmlns:a16="http://schemas.microsoft.com/office/drawing/2014/main" id="{2E895623-494A-A68F-D8FA-B0DEB08E139C}"/>
              </a:ext>
            </a:extLst>
          </p:cNvPr>
          <p:cNvGraphicFramePr>
            <a:graphicFrameLocks noGrp="1"/>
          </p:cNvGraphicFramePr>
          <p:nvPr>
            <p:extLst>
              <p:ext uri="{D42A27DB-BD31-4B8C-83A1-F6EECF244321}">
                <p14:modId xmlns:p14="http://schemas.microsoft.com/office/powerpoint/2010/main" val="4218910213"/>
              </p:ext>
            </p:extLst>
          </p:nvPr>
        </p:nvGraphicFramePr>
        <p:xfrm>
          <a:off x="193932" y="804347"/>
          <a:ext cx="13051848" cy="1088941"/>
        </p:xfrm>
        <a:graphic>
          <a:graphicData uri="http://schemas.openxmlformats.org/drawingml/2006/table">
            <a:tbl>
              <a:tblPr rtl="1"/>
              <a:tblGrid>
                <a:gridCol w="797682">
                  <a:extLst>
                    <a:ext uri="{9D8B030D-6E8A-4147-A177-3AD203B41FA5}">
                      <a16:colId xmlns:a16="http://schemas.microsoft.com/office/drawing/2014/main" val="20000"/>
                    </a:ext>
                  </a:extLst>
                </a:gridCol>
                <a:gridCol w="2912140">
                  <a:extLst>
                    <a:ext uri="{9D8B030D-6E8A-4147-A177-3AD203B41FA5}">
                      <a16:colId xmlns:a16="http://schemas.microsoft.com/office/drawing/2014/main" val="20001"/>
                    </a:ext>
                  </a:extLst>
                </a:gridCol>
                <a:gridCol w="982962">
                  <a:extLst>
                    <a:ext uri="{9D8B030D-6E8A-4147-A177-3AD203B41FA5}">
                      <a16:colId xmlns:a16="http://schemas.microsoft.com/office/drawing/2014/main" val="20002"/>
                    </a:ext>
                  </a:extLst>
                </a:gridCol>
                <a:gridCol w="982962">
                  <a:extLst>
                    <a:ext uri="{9D8B030D-6E8A-4147-A177-3AD203B41FA5}">
                      <a16:colId xmlns:a16="http://schemas.microsoft.com/office/drawing/2014/main" val="20003"/>
                    </a:ext>
                  </a:extLst>
                </a:gridCol>
                <a:gridCol w="620377">
                  <a:extLst>
                    <a:ext uri="{9D8B030D-6E8A-4147-A177-3AD203B41FA5}">
                      <a16:colId xmlns:a16="http://schemas.microsoft.com/office/drawing/2014/main" val="20005"/>
                    </a:ext>
                  </a:extLst>
                </a:gridCol>
                <a:gridCol w="6755725">
                  <a:extLst>
                    <a:ext uri="{9D8B030D-6E8A-4147-A177-3AD203B41FA5}">
                      <a16:colId xmlns:a16="http://schemas.microsoft.com/office/drawing/2014/main" val="20006"/>
                    </a:ext>
                  </a:extLst>
                </a:gridCol>
              </a:tblGrid>
              <a:tr h="251862">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شؤون الحج</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518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03725">
                <a:tc>
                  <a:txBody>
                    <a:bodyPr/>
                    <a:lstStyle/>
                    <a:p>
                      <a:pPr marL="0" algn="ctr" defTabSz="914400" rtl="0" eaLnBrk="1" latinLnBrk="0" hangingPunct="1">
                        <a:lnSpc>
                          <a:spcPct val="105000"/>
                        </a:lnSpc>
                      </a:pPr>
                      <a:r>
                        <a:rPr lang="ar-SA" sz="1100" kern="0" baseline="0" dirty="0">
                          <a:solidFill>
                            <a:schemeClr val="tx1"/>
                          </a:solidFill>
                          <a:latin typeface="Abar Mid" pitchFamily="50" charset="-78"/>
                          <a:ea typeface="Abar Mid" pitchFamily="50" charset="-78"/>
                          <a:cs typeface="Abar Mid" pitchFamily="50" charset="-78"/>
                        </a:rPr>
                        <a:t>8</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إصدار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دليل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تصنيف</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الخدمات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المحدث</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حج</a:t>
                      </a:r>
                      <a:r>
                        <a:rPr lang="en-US" sz="1100" b="0" i="0" u="none" strike="noStrike" dirty="0">
                          <a:solidFill>
                            <a:srgbClr val="000000"/>
                          </a:solidFill>
                          <a:effectLst/>
                          <a:latin typeface="Abar Mid" pitchFamily="50" charset="-78"/>
                          <a:ea typeface="Abar Mid" pitchFamily="50" charset="-78"/>
                          <a:cs typeface="Abar Mid" pitchFamily="50" charset="-78"/>
                        </a:rPr>
                        <a:t> 1448 </a:t>
                      </a:r>
                      <a:r>
                        <a:rPr lang="en-US" sz="1100" b="0" i="0" u="none" strike="noStrike" dirty="0" err="1">
                          <a:solidFill>
                            <a:srgbClr val="000000"/>
                          </a:solidFill>
                          <a:effectLst/>
                          <a:latin typeface="Abar Mid" pitchFamily="50" charset="-78"/>
                          <a:ea typeface="Abar Mid" pitchFamily="50" charset="-78"/>
                          <a:cs typeface="Abar Mid" pitchFamily="50" charset="-78"/>
                        </a:rPr>
                        <a:t>هجري</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16-06-2026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31-07-2026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30 </a:t>
                      </a:r>
                      <a:r>
                        <a:rPr lang="en-US" sz="1100" b="1" i="0" u="none" strike="noStrike" dirty="0" err="1">
                          <a:solidFill>
                            <a:srgbClr val="000000"/>
                          </a:solidFill>
                          <a:effectLst/>
                          <a:latin typeface="Abar Mid" pitchFamily="50" charset="-78"/>
                          <a:ea typeface="Abar Mid" pitchFamily="50" charset="-78"/>
                          <a:cs typeface="Abar Mid" pitchFamily="50" charset="-78"/>
                        </a:rPr>
                        <a:t>أغسطس</a:t>
                      </a:r>
                      <a:r>
                        <a:rPr lang="en-US" sz="11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التصنيف</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الكمي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والنوعي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1448 هـ </a:t>
                      </a:r>
                      <a:r>
                        <a:rPr lang="en-US" sz="1100" b="0" i="0" u="none" strike="noStrike" dirty="0" err="1">
                          <a:solidFill>
                            <a:srgbClr val="000000"/>
                          </a:solidFill>
                          <a:effectLst/>
                          <a:latin typeface="Abar Mid" pitchFamily="50" charset="-78"/>
                          <a:ea typeface="Abar Mid" pitchFamily="50" charset="-78"/>
                          <a:cs typeface="Abar Mid" pitchFamily="50" charset="-78"/>
                        </a:rPr>
                        <a:t>بالقرار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الوزاري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رقم</a:t>
                      </a:r>
                      <a:r>
                        <a:rPr lang="en-US" sz="1100" b="0" i="0" u="none" strike="noStrike" dirty="0">
                          <a:solidFill>
                            <a:srgbClr val="000000"/>
                          </a:solidFill>
                          <a:effectLst/>
                          <a:latin typeface="Abar Mid" pitchFamily="50" charset="-78"/>
                          <a:ea typeface="Abar Mid" pitchFamily="50" charset="-78"/>
                          <a:cs typeface="Abar Mid" pitchFamily="50" charset="-78"/>
                        </a:rPr>
                        <a:t> 480212055  </a:t>
                      </a:r>
                      <a:r>
                        <a:rPr lang="en-US" sz="1100" b="0" i="0" u="none" strike="noStrike" dirty="0" err="1">
                          <a:solidFill>
                            <a:srgbClr val="000000"/>
                          </a:solidFill>
                          <a:effectLst/>
                          <a:latin typeface="Abar Mid" pitchFamily="50" charset="-78"/>
                          <a:ea typeface="Abar Mid" pitchFamily="50" charset="-78"/>
                          <a:cs typeface="Abar Mid" pitchFamily="50" charset="-78"/>
                        </a:rPr>
                        <a:t>وتاريخ</a:t>
                      </a:r>
                      <a:r>
                        <a:rPr lang="en-US" sz="1100" b="0" i="0" u="none" strike="noStrike" dirty="0">
                          <a:solidFill>
                            <a:srgbClr val="000000"/>
                          </a:solidFill>
                          <a:effectLst/>
                          <a:latin typeface="Abar Mid" pitchFamily="50" charset="-78"/>
                          <a:ea typeface="Abar Mid" pitchFamily="50" charset="-78"/>
                          <a:cs typeface="Abar Mid" pitchFamily="50" charset="-78"/>
                        </a:rPr>
                        <a:t> 1448/02/16 هـ</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572283336"/>
                  </a:ext>
                </a:extLst>
              </a:tr>
            </a:tbl>
          </a:graphicData>
        </a:graphic>
      </p:graphicFrame>
    </p:spTree>
    <p:extLst>
      <p:ext uri="{BB962C8B-B14F-4D97-AF65-F5344CB8AC3E}">
        <p14:creationId xmlns:p14="http://schemas.microsoft.com/office/powerpoint/2010/main" val="32188962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A8015-1CA4-B9EF-1B94-4A71B8657253}"/>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7ABFDDD-19EE-FE2A-AE11-26F788943687}"/>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98098073-5702-E342-F117-21B1B2C0C507}"/>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D280ED46-B3D8-54A8-8D03-A4E9B4595D82}"/>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3" name="Table 2">
            <a:extLst>
              <a:ext uri="{FF2B5EF4-FFF2-40B4-BE49-F238E27FC236}">
                <a16:creationId xmlns:a16="http://schemas.microsoft.com/office/drawing/2014/main" id="{DC8EC721-451E-4D5B-7A6E-7825D472F3DE}"/>
              </a:ext>
            </a:extLst>
          </p:cNvPr>
          <p:cNvGraphicFramePr>
            <a:graphicFrameLocks noGrp="1"/>
          </p:cNvGraphicFramePr>
          <p:nvPr>
            <p:extLst>
              <p:ext uri="{D42A27DB-BD31-4B8C-83A1-F6EECF244321}">
                <p14:modId xmlns:p14="http://schemas.microsoft.com/office/powerpoint/2010/main" val="2346019959"/>
              </p:ext>
            </p:extLst>
          </p:nvPr>
        </p:nvGraphicFramePr>
        <p:xfrm>
          <a:off x="193928" y="4269624"/>
          <a:ext cx="13051847" cy="2424266"/>
        </p:xfrm>
        <a:graphic>
          <a:graphicData uri="http://schemas.openxmlformats.org/drawingml/2006/table">
            <a:tbl>
              <a:tblPr rtl="1"/>
              <a:tblGrid>
                <a:gridCol w="797902">
                  <a:extLst>
                    <a:ext uri="{9D8B030D-6E8A-4147-A177-3AD203B41FA5}">
                      <a16:colId xmlns:a16="http://schemas.microsoft.com/office/drawing/2014/main" val="20000"/>
                    </a:ext>
                  </a:extLst>
                </a:gridCol>
                <a:gridCol w="2911191">
                  <a:extLst>
                    <a:ext uri="{9D8B030D-6E8A-4147-A177-3AD203B41FA5}">
                      <a16:colId xmlns:a16="http://schemas.microsoft.com/office/drawing/2014/main" val="20001"/>
                    </a:ext>
                  </a:extLst>
                </a:gridCol>
                <a:gridCol w="982642">
                  <a:extLst>
                    <a:ext uri="{9D8B030D-6E8A-4147-A177-3AD203B41FA5}">
                      <a16:colId xmlns:a16="http://schemas.microsoft.com/office/drawing/2014/main" val="20002"/>
                    </a:ext>
                  </a:extLst>
                </a:gridCol>
                <a:gridCol w="982642">
                  <a:extLst>
                    <a:ext uri="{9D8B030D-6E8A-4147-A177-3AD203B41FA5}">
                      <a16:colId xmlns:a16="http://schemas.microsoft.com/office/drawing/2014/main" val="20003"/>
                    </a:ext>
                  </a:extLst>
                </a:gridCol>
                <a:gridCol w="619341">
                  <a:extLst>
                    <a:ext uri="{9D8B030D-6E8A-4147-A177-3AD203B41FA5}">
                      <a16:colId xmlns:a16="http://schemas.microsoft.com/office/drawing/2014/main" val="20005"/>
                    </a:ext>
                  </a:extLst>
                </a:gridCol>
                <a:gridCol w="6758129">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التحول الرقمي وتقنية المعلومات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44690">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مشروع دراسة وتوسعة منظومة المستشعرات والرصد الذكي للحج والعمرة.</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19-07-2026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20-06-2027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10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وثيقة الدراسة وجمع المتطلبات لإصدار التصاريح لدخول المشاعر المقدسة لفريق العمل مع شركة كدانه ، وجار العمل على الانتهاء من التصور للتوسع بمستشعرات الرصد بتاريخ 15 أكتوبر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530395">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المنصة الموحدة للعاملين</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01-07-2027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10 سبتمبر 2026 </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بناء واعتماد وثائق التطوير وجار العمل على تطوير المنصة الموحدة للعاملين  على أن يتم الانتهاء من التطوير بتاريخ 2 فبراير 2027</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graphicFrame>
        <p:nvGraphicFramePr>
          <p:cNvPr id="14" name="Table 13">
            <a:extLst>
              <a:ext uri="{FF2B5EF4-FFF2-40B4-BE49-F238E27FC236}">
                <a16:creationId xmlns:a16="http://schemas.microsoft.com/office/drawing/2014/main" id="{AB28733B-7EA0-D370-A56A-D6FF23BA9719}"/>
              </a:ext>
            </a:extLst>
          </p:cNvPr>
          <p:cNvGraphicFramePr>
            <a:graphicFrameLocks noGrp="1"/>
          </p:cNvGraphicFramePr>
          <p:nvPr>
            <p:extLst>
              <p:ext uri="{D42A27DB-BD31-4B8C-83A1-F6EECF244321}">
                <p14:modId xmlns:p14="http://schemas.microsoft.com/office/powerpoint/2010/main" val="3112190959"/>
              </p:ext>
            </p:extLst>
          </p:nvPr>
        </p:nvGraphicFramePr>
        <p:xfrm>
          <a:off x="193932" y="804347"/>
          <a:ext cx="13051847" cy="3216373"/>
        </p:xfrm>
        <a:graphic>
          <a:graphicData uri="http://schemas.openxmlformats.org/drawingml/2006/table">
            <a:tbl>
              <a:tblPr rtl="1"/>
              <a:tblGrid>
                <a:gridCol w="797901">
                  <a:extLst>
                    <a:ext uri="{9D8B030D-6E8A-4147-A177-3AD203B41FA5}">
                      <a16:colId xmlns:a16="http://schemas.microsoft.com/office/drawing/2014/main" val="20000"/>
                    </a:ext>
                  </a:extLst>
                </a:gridCol>
                <a:gridCol w="2911191">
                  <a:extLst>
                    <a:ext uri="{9D8B030D-6E8A-4147-A177-3AD203B41FA5}">
                      <a16:colId xmlns:a16="http://schemas.microsoft.com/office/drawing/2014/main" val="20001"/>
                    </a:ext>
                  </a:extLst>
                </a:gridCol>
                <a:gridCol w="982642">
                  <a:extLst>
                    <a:ext uri="{9D8B030D-6E8A-4147-A177-3AD203B41FA5}">
                      <a16:colId xmlns:a16="http://schemas.microsoft.com/office/drawing/2014/main" val="20002"/>
                    </a:ext>
                  </a:extLst>
                </a:gridCol>
                <a:gridCol w="982642">
                  <a:extLst>
                    <a:ext uri="{9D8B030D-6E8A-4147-A177-3AD203B41FA5}">
                      <a16:colId xmlns:a16="http://schemas.microsoft.com/office/drawing/2014/main" val="20003"/>
                    </a:ext>
                  </a:extLst>
                </a:gridCol>
                <a:gridCol w="619340">
                  <a:extLst>
                    <a:ext uri="{9D8B030D-6E8A-4147-A177-3AD203B41FA5}">
                      <a16:colId xmlns:a16="http://schemas.microsoft.com/office/drawing/2014/main" val="20005"/>
                    </a:ext>
                  </a:extLst>
                </a:gridCol>
                <a:gridCol w="6758131">
                  <a:extLst>
                    <a:ext uri="{9D8B030D-6E8A-4147-A177-3AD203B41FA5}">
                      <a16:colId xmlns:a16="http://schemas.microsoft.com/office/drawing/2014/main" val="20006"/>
                    </a:ext>
                  </a:extLst>
                </a:gridCol>
              </a:tblGrid>
              <a:tr h="185574">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التوعية وتنمية المهارات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185574">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68051">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توحيد الهوية المؤسسية داخليا وخارجيا</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25-08-2026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تمت المواءمة واستلام الخطة الزمنية من المركز العام للنقل بشأن توحيد الهوية على الحافلات، وجار عكس الملاحظات وتطوير التصاميم تمهيدا لاعتمادها بتاريخ 9 نوفمبر 2026، على أن يتولى المركز العام للنقل الطباعة والتنفيذ بإشراف وزارة الحج والعمرة</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680437">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التوعية بخدمات وأوقات النقل للحرم المكي بأيام التشريق</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16-06-2026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جار حاليا دراسة وتحليل الوضع الراهن، على أن يتم الانتهاء بتاريخ 11 يناير 2027، تمهيدا  لإعداد خطة توعوية متكاملة تشمل المنتجات التوعوية، وقنوات النشر الرقمية والمكانية والمباشرة، والجدول الزمني للتنفيذ والنشر.</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37114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التعريف والتأهيل للمسؤولين في مكاتب 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22-07-2027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37114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4</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زمالة قيادات مكاتب 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bl>
          </a:graphicData>
        </a:graphic>
      </p:graphicFrame>
    </p:spTree>
    <p:extLst>
      <p:ext uri="{BB962C8B-B14F-4D97-AF65-F5344CB8AC3E}">
        <p14:creationId xmlns:p14="http://schemas.microsoft.com/office/powerpoint/2010/main" val="23448315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8F041-BC4B-2029-A5F7-97F2C19194B1}"/>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0F663E0E-2AEF-A2B7-9490-1B73E2A8BBE9}"/>
              </a:ext>
            </a:extLst>
          </p:cNvPr>
          <p:cNvGraphicFramePr>
            <a:graphicFrameLocks noGrp="1"/>
          </p:cNvGraphicFramePr>
          <p:nvPr>
            <p:extLst>
              <p:ext uri="{D42A27DB-BD31-4B8C-83A1-F6EECF244321}">
                <p14:modId xmlns:p14="http://schemas.microsoft.com/office/powerpoint/2010/main" val="525232860"/>
              </p:ext>
            </p:extLst>
          </p:nvPr>
        </p:nvGraphicFramePr>
        <p:xfrm>
          <a:off x="193935" y="804347"/>
          <a:ext cx="13051844" cy="1492444"/>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6">
                  <a:extLst>
                    <a:ext uri="{9D8B030D-6E8A-4147-A177-3AD203B41FA5}">
                      <a16:colId xmlns:a16="http://schemas.microsoft.com/office/drawing/2014/main" val="20001"/>
                    </a:ext>
                  </a:extLst>
                </a:gridCol>
                <a:gridCol w="982616">
                  <a:extLst>
                    <a:ext uri="{9D8B030D-6E8A-4147-A177-3AD203B41FA5}">
                      <a16:colId xmlns:a16="http://schemas.microsoft.com/office/drawing/2014/main" val="20002"/>
                    </a:ext>
                  </a:extLst>
                </a:gridCol>
                <a:gridCol w="982616">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4">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مركز منصة نسك الرقمية</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0722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تسويق تطبيق نسك</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30-06-2026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01-08-2027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16 سبتمبر 2026</a:t>
                      </a:r>
                      <a:endParaRPr lang="ar-SA" sz="11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والأحكام الخاصة بالمشروع والميزانية المتوقعة للمشروع  وتم مشاركتها مع إدارة المشتريات لأخذ مرئياتهم</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cxnSp>
        <p:nvCxnSpPr>
          <p:cNvPr id="7" name="Straight Connector 6">
            <a:extLst>
              <a:ext uri="{FF2B5EF4-FFF2-40B4-BE49-F238E27FC236}">
                <a16:creationId xmlns:a16="http://schemas.microsoft.com/office/drawing/2014/main" id="{18B39E20-C636-1F86-1B4B-D5D1B1F86C3D}"/>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699353A4-A111-4F06-AA8C-E500A9E78209}"/>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A4F52DFF-C77B-8A7D-C67C-7A783713D4F6}"/>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4" name="Table 3">
            <a:extLst>
              <a:ext uri="{FF2B5EF4-FFF2-40B4-BE49-F238E27FC236}">
                <a16:creationId xmlns:a16="http://schemas.microsoft.com/office/drawing/2014/main" id="{72FA7B05-776D-49FC-E24C-8AB16F77CF8B}"/>
              </a:ext>
            </a:extLst>
          </p:cNvPr>
          <p:cNvGraphicFramePr>
            <a:graphicFrameLocks noGrp="1"/>
          </p:cNvGraphicFramePr>
          <p:nvPr>
            <p:extLst>
              <p:ext uri="{D42A27DB-BD31-4B8C-83A1-F6EECF244321}">
                <p14:modId xmlns:p14="http://schemas.microsoft.com/office/powerpoint/2010/main" val="2552772457"/>
              </p:ext>
            </p:extLst>
          </p:nvPr>
        </p:nvGraphicFramePr>
        <p:xfrm>
          <a:off x="193935" y="2737770"/>
          <a:ext cx="13051846" cy="1646792"/>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6">
                  <a:extLst>
                    <a:ext uri="{9D8B030D-6E8A-4147-A177-3AD203B41FA5}">
                      <a16:colId xmlns:a16="http://schemas.microsoft.com/office/drawing/2014/main" val="20001"/>
                    </a:ext>
                  </a:extLst>
                </a:gridCol>
                <a:gridCol w="982617">
                  <a:extLst>
                    <a:ext uri="{9D8B030D-6E8A-4147-A177-3AD203B41FA5}">
                      <a16:colId xmlns:a16="http://schemas.microsoft.com/office/drawing/2014/main" val="20002"/>
                    </a:ext>
                  </a:extLst>
                </a:gridCol>
                <a:gridCol w="982617">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4">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مركز امتثال أعمال</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061576">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ضيف بلا حقيبة</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09-08-2026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23-03-2027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10 سبتمبر 2026</a:t>
                      </a:r>
                      <a:endParaRPr lang="en-US" sz="1100" b="0" i="0" u="none" strike="noStrike" dirty="0">
                        <a:solidFill>
                          <a:srgbClr val="000000"/>
                        </a:solidFill>
                        <a:effectLst/>
                        <a:latin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cs typeface="Abar Mid" pitchFamily="50" charset="-78"/>
                        </a:rPr>
                        <a:t>تمت المواءمة مع برنامج خدمة ضيوف الرحمن وتحديد المهام والمعالم الرئيسية وجار متابعة تنفيذها داخليا بالتنسيق مع وكالة التعاون الدولي ووكالة التحول الرقمي وتقنية المعلومات ووكالة الوزارة لشؤون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spTree>
    <p:extLst>
      <p:ext uri="{BB962C8B-B14F-4D97-AF65-F5344CB8AC3E}">
        <p14:creationId xmlns:p14="http://schemas.microsoft.com/office/powerpoint/2010/main" val="404137775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2.xml><?xml version="1.0" encoding="utf-8"?>
<p:tagLst xmlns:a="http://schemas.openxmlformats.org/drawingml/2006/main" xmlns:r="http://schemas.openxmlformats.org/officeDocument/2006/relationships" xmlns:p="http://schemas.openxmlformats.org/presentationml/2006/main">
  <p:tag name="AS_UNIQUEID" val="114598"/>
</p:tagLst>
</file>

<file path=ppt/tags/tag3.xml><?xml version="1.0" encoding="utf-8"?>
<p:tagLst xmlns:a="http://schemas.openxmlformats.org/drawingml/2006/main" xmlns:r="http://schemas.openxmlformats.org/officeDocument/2006/relationships" xmlns:p="http://schemas.openxmlformats.org/presentationml/2006/main">
  <p:tag name="POWER_USER_POWER_POINT_EXCEL_LINK_TAG_NAME" val="{&quot;Id&quot;:&quot;POWER_USER_LINK_30A61A5A_E7DE_4A5B_B76E_D1F7BDEF788B&quot;,&quot;SourceFullName&quot;:&quot;&quot;,&quot;LastUpdate&quot;:&quot;2023-05-21 8:25 PM&quot;,&quot;UpdatedBy&quot;:&quot;bakhs&quot;,&quot;IsLinked&quot;:false,&quot;IsBrokenLink&quot;:false,&quot;Type&quot;:2}"/>
</p:tagLst>
</file>

<file path=ppt/tags/tag4.xml><?xml version="1.0" encoding="utf-8"?>
<p:tagLst xmlns:a="http://schemas.openxmlformats.org/drawingml/2006/main" xmlns:r="http://schemas.openxmlformats.org/officeDocument/2006/relationships" xmlns:p="http://schemas.openxmlformats.org/presentationml/2006/main">
  <p:tag name="AS_UNIQUEID" val="114598"/>
</p:tagLst>
</file>

<file path=ppt/tags/tag5.xml><?xml version="1.0" encoding="utf-8"?>
<p:tagLst xmlns:a="http://schemas.openxmlformats.org/drawingml/2006/main" xmlns:r="http://schemas.openxmlformats.org/officeDocument/2006/relationships" xmlns:p="http://schemas.openxmlformats.org/presentationml/2006/main">
  <p:tag name="AS_UNIQUEID" val="114598"/>
</p:tagLst>
</file>

<file path=ppt/tags/tag6.xml><?xml version="1.0" encoding="utf-8"?>
<p:tagLst xmlns:a="http://schemas.openxmlformats.org/drawingml/2006/main" xmlns:r="http://schemas.openxmlformats.org/officeDocument/2006/relationships" xmlns:p="http://schemas.openxmlformats.org/presentationml/2006/main">
  <p:tag name="AS_UNIQUEID" val="114598"/>
</p:tagLst>
</file>

<file path=ppt/tags/tag7.xml><?xml version="1.0" encoding="utf-8"?>
<p:tagLst xmlns:a="http://schemas.openxmlformats.org/drawingml/2006/main" xmlns:r="http://schemas.openxmlformats.org/officeDocument/2006/relationships" xmlns:p="http://schemas.openxmlformats.org/presentationml/2006/main">
  <p:tag name="AS_UNIQUEID" val="114598"/>
</p:tagLst>
</file>

<file path=ppt/tags/tag8.xml><?xml version="1.0" encoding="utf-8"?>
<p:tagLst xmlns:a="http://schemas.openxmlformats.org/drawingml/2006/main" xmlns:r="http://schemas.openxmlformats.org/officeDocument/2006/relationships" xmlns:p="http://schemas.openxmlformats.org/presentationml/2006/main">
  <p:tag name="AS_UNIQUEID" val="114598"/>
</p:tagLst>
</file>

<file path=ppt/tags/tag9.xml><?xml version="1.0" encoding="utf-8"?>
<p:tagLst xmlns:a="http://schemas.openxmlformats.org/drawingml/2006/main" xmlns:r="http://schemas.openxmlformats.org/officeDocument/2006/relationships" xmlns:p="http://schemas.openxmlformats.org/presentationml/2006/main">
  <p:tag name="AS_UNIQUEID" val="114598"/>
</p:tagLst>
</file>

<file path=ppt/tags/tag10.xml><?xml version="1.0" encoding="utf-8"?>
<p:tagLst xmlns:a="http://schemas.openxmlformats.org/drawingml/2006/main" xmlns:r="http://schemas.openxmlformats.org/officeDocument/2006/relationships" xmlns:p="http://schemas.openxmlformats.org/presentationml/2006/main">
  <p:tag name="AS_UNIQUEID" val="114598"/>
</p:tagLst>
</file>

<file path=ppt/tags/tag11.xml><?xml version="1.0" encoding="utf-8"?>
<p:tagLst xmlns:a="http://schemas.openxmlformats.org/drawingml/2006/main" xmlns:r="http://schemas.openxmlformats.org/officeDocument/2006/relationships" xmlns:p="http://schemas.openxmlformats.org/presentationml/2006/main">
  <p:tag name="AS_UNIQUEID" val="114598"/>
</p:tagLst>
</file>

<file path=ppt/tags/tag12.xml><?xml version="1.0" encoding="utf-8"?>
<p:tagLst xmlns:a="http://schemas.openxmlformats.org/drawingml/2006/main" xmlns:r="http://schemas.openxmlformats.org/officeDocument/2006/relationships" xmlns:p="http://schemas.openxmlformats.org/presentationml/2006/main">
  <p:tag name="AS_UNIQUEID" val="114598"/>
</p:tagLst>
</file>

<file path=ppt/tags/tag13.xml><?xml version="1.0" encoding="utf-8"?>
<p:tagLst xmlns:a="http://schemas.openxmlformats.org/drawingml/2006/main" xmlns:r="http://schemas.openxmlformats.org/officeDocument/2006/relationships" xmlns:p="http://schemas.openxmlformats.org/presentationml/2006/main">
  <p:tag name="AS_UNIQUEID" val="114598"/>
</p:tagLst>
</file>

<file path=ppt/tags/tag14.xml><?xml version="1.0" encoding="utf-8"?>
<p:tagLst xmlns:a="http://schemas.openxmlformats.org/drawingml/2006/main" xmlns:r="http://schemas.openxmlformats.org/officeDocument/2006/relationships" xmlns:p="http://schemas.openxmlformats.org/presentationml/2006/main">
  <p:tag name="AS_UNIQUEID" val="114598"/>
</p:tagLst>
</file>

<file path=ppt/tags/tag15.xml><?xml version="1.0" encoding="utf-8"?>
<p:tagLst xmlns:a="http://schemas.openxmlformats.org/drawingml/2006/main" xmlns:r="http://schemas.openxmlformats.org/officeDocument/2006/relationships" xmlns:p="http://schemas.openxmlformats.org/presentationml/2006/main">
  <p:tag name="AS_UNIQUEID" val="114598"/>
</p:tagLst>
</file>

<file path=ppt/tags/tag16.xml><?xml version="1.0" encoding="utf-8"?>
<p:tagLst xmlns:a="http://schemas.openxmlformats.org/drawingml/2006/main" xmlns:r="http://schemas.openxmlformats.org/officeDocument/2006/relationships" xmlns:p="http://schemas.openxmlformats.org/presentationml/2006/main">
  <p:tag name="AS_UNIQUEID" val="114598"/>
</p:tagLst>
</file>

<file path=ppt/tags/tag17.xml><?xml version="1.0" encoding="utf-8"?>
<p:tagLst xmlns:a="http://schemas.openxmlformats.org/drawingml/2006/main" xmlns:r="http://schemas.openxmlformats.org/officeDocument/2006/relationships" xmlns:p="http://schemas.openxmlformats.org/presentationml/2006/main">
  <p:tag name="AS_UNIQUEID" val="114598"/>
</p:tagLst>
</file>

<file path=ppt/tags/tag18.xml><?xml version="1.0" encoding="utf-8"?>
<p:tagLst xmlns:a="http://schemas.openxmlformats.org/drawingml/2006/main" xmlns:r="http://schemas.openxmlformats.org/officeDocument/2006/relationships" xmlns:p="http://schemas.openxmlformats.org/presentationml/2006/main">
  <p:tag name="AS_UNIQUEID" val="11459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5CE64B34CF6EC44A199F338B72EDEB5" ma:contentTypeVersion="13" ma:contentTypeDescription="Create a new document." ma:contentTypeScope="" ma:versionID="3f4b9e014ff65a4ea3c0e512a7f292a9">
  <xsd:schema xmlns:xsd="http://www.w3.org/2001/XMLSchema" xmlns:xs="http://www.w3.org/2001/XMLSchema" xmlns:p="http://schemas.microsoft.com/office/2006/metadata/properties" xmlns:ns2="eddcb049-de32-468e-a2a1-70a63145ae32" xmlns:ns3="2f6d02a0-59ef-494b-8458-690fa2dbc213" targetNamespace="http://schemas.microsoft.com/office/2006/metadata/properties" ma:root="true" ma:fieldsID="4438d69b347d6f7105c41aa14e58a461" ns2:_="" ns3:_="">
    <xsd:import namespace="eddcb049-de32-468e-a2a1-70a63145ae32"/>
    <xsd:import namespace="2f6d02a0-59ef-494b-8458-690fa2dbc21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LengthInSeconds" minOccurs="0"/>
                <xsd:element ref="ns2:MediaServiceOCR" minOccurs="0"/>
                <xsd:element ref="ns2:_Flow_SignoffStatu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cb049-de32-468e-a2a1-70a63145ae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15cc7d9-54bd-481d-a51c-d3ab4800245b"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OCR" ma:index="18" nillable="true" ma:displayName="Extracted Text" ma:internalName="MediaServiceOCR" ma:readOnly="true">
      <xsd:simpleType>
        <xsd:restriction base="dms:Note">
          <xsd:maxLength value="255"/>
        </xsd:restriction>
      </xsd:simpleType>
    </xsd:element>
    <xsd:element name="_Flow_SignoffStatus" ma:index="19" nillable="true" ma:displayName="Sign-off status" ma:internalName="_x0024_Resources_x003a_core_x002c_Signoff_Status">
      <xsd:simpleType>
        <xsd:restriction base="dms:Text"/>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f6d02a0-59ef-494b-8458-690fa2dbc21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f63078d-e739-44c7-952a-bfa7a1ce5c02}" ma:internalName="TaxCatchAll" ma:showField="CatchAllData" ma:web="2f6d02a0-59ef-494b-8458-690fa2dbc21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ddcb049-de32-468e-a2a1-70a63145ae32">
      <Terms xmlns="http://schemas.microsoft.com/office/infopath/2007/PartnerControls"/>
    </lcf76f155ced4ddcb4097134ff3c332f>
    <_Flow_SignoffStatus xmlns="eddcb049-de32-468e-a2a1-70a63145ae32" xsi:nil="true"/>
    <TaxCatchAll xmlns="2f6d02a0-59ef-494b-8458-690fa2dbc213" xsi:nil="true"/>
  </documentManagement>
</p:properties>
</file>

<file path=customXml/itemProps1.xml><?xml version="1.0" encoding="utf-8"?>
<ds:datastoreItem xmlns:ds="http://schemas.openxmlformats.org/officeDocument/2006/customXml" ds:itemID="{E4614D0E-864B-431B-AF4E-0327C77DE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cb049-de32-468e-a2a1-70a63145ae32"/>
    <ds:schemaRef ds:uri="2f6d02a0-59ef-494b-8458-690fa2dbc21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899081D-06B7-410B-AF0C-A4DBB8C9B47C}">
  <ds:schemaRefs>
    <ds:schemaRef ds:uri="http://schemas.microsoft.com/sharepoint/v3/contenttype/forms"/>
  </ds:schemaRefs>
</ds:datastoreItem>
</file>

<file path=customXml/itemProps3.xml><?xml version="1.0" encoding="utf-8"?>
<ds:datastoreItem xmlns:ds="http://schemas.openxmlformats.org/officeDocument/2006/customXml" ds:itemID="{1D545B23-912C-4482-9429-8461417BA76D}">
  <ds:schemaRefs>
    <ds:schemaRef ds:uri="2f6d02a0-59ef-494b-8458-690fa2dbc213"/>
    <ds:schemaRef ds:uri="eddcb049-de32-468e-a2a1-70a63145ae32"/>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95653b52-df9b-47d2-8549-8de78ac04e21}" enabled="1" method="Standard" siteId="{deff24bb-2089-4400-8c8e-f71e680378b2}" removed="0"/>
</clbl:labelList>
</file>

<file path=docProps/app.xml><?xml version="1.0" encoding="utf-8"?>
<Properties xmlns="http://schemas.openxmlformats.org/officeDocument/2006/extended-properties" xmlns:vt="http://schemas.openxmlformats.org/officeDocument/2006/docPropsVTypes">
  <TotalTime>118</TotalTime>
  <Words>2362</Words>
  <Application>Microsoft Office PowerPoint</Application>
  <PresentationFormat>Custom</PresentationFormat>
  <Paragraphs>468</Paragraphs>
  <Slides>18</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Abar Mid</vt:lpstr>
      <vt:lpstr>Aptos</vt:lpstr>
      <vt:lpstr>Arial</vt:lpstr>
      <vt:lpstr>Century Gothic</vt:lpstr>
      <vt:lpstr>Sakkal Majalla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Jamjoom, Mamdouh</dc:creator>
  <cp:keywords/>
  <dc:description>generated using python-pptx</dc:description>
  <cp:lastModifiedBy>Baraa Fayez Bakhsh</cp:lastModifiedBy>
  <cp:revision>4</cp:revision>
  <dcterms:created xsi:type="dcterms:W3CDTF">2013-01-27T09:14:16Z</dcterms:created>
  <dcterms:modified xsi:type="dcterms:W3CDTF">2026-09-29T13:23:08Z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0x010100F5CE64B34CF6EC44A199F338B72EDEB5</vt:lpwstr>
  </property>
  <property fmtid="{D5CDD505-2E9C-101B-9397-08002B2CF9AE}" pid="3" name="MediaServiceImageTags">
    <vt:lpwstr/>
  </property>
</Properties>
</file>