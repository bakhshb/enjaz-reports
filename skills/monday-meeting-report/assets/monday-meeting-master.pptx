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63" r:id="rId5"/>
    <p:sldId id="271" r:id="rId6"/>
    <p:sldId id="272" r:id="rId7"/>
    <p:sldId id="276" r:id="rId8"/>
    <p:sldId id="257" r:id="rId9"/>
    <p:sldId id="273" r:id="rId10"/>
    <p:sldId id="274" r:id="rId11"/>
    <p:sldId id="260" r:id="rId12"/>
    <p:sldId id="292" r:id="rId13"/>
    <p:sldId id="279" r:id="rId14"/>
    <p:sldId id="294" r:id="rId15"/>
    <p:sldId id="295" r:id="rId16"/>
    <p:sldId id="287" r:id="rId17"/>
    <p:sldId id="258" r:id="rId18"/>
    <p:sldId id="296" r:id="rId19"/>
    <p:sldId id="293" r:id="rId20"/>
    <p:sldId id="290" r:id="rId21"/>
    <p:sldId id="291" r:id="rId22"/>
  </p:sldIdLst>
  <p:sldSz cx="13439775" cy="7559675"/>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6037A69-F5D6-4533-91A0-55DB387C14A4}">
          <p14:sldIdLst>
            <p14:sldId id="263"/>
            <p14:sldId id="271"/>
            <p14:sldId id="272"/>
          </p14:sldIdLst>
        </p14:section>
        <p14:section name="استعراض المهام والمشاريع والدعم المطلوب" id="{790C0009-BA6E-482E-8B27-6DC45653DF9F}">
          <p14:sldIdLst>
            <p14:sldId id="276"/>
            <p14:sldId id="257"/>
          </p14:sldIdLst>
        </p14:section>
        <p14:section name="إحاطات" id="{CB294DBE-3799-4E29-B90C-A40D26ECD6BF}">
          <p14:sldIdLst>
            <p14:sldId id="273"/>
          </p14:sldIdLst>
        </p14:section>
        <p14:section name="ملخص الاجتماع" id="{F57DE959-2D85-4083-8299-680C7FF7A395}">
          <p14:sldIdLst>
            <p14:sldId id="274"/>
          </p14:sldIdLst>
        </p14:section>
        <p14:section name="الخاتمة" id="{8BC89A38-DFE2-498B-AB16-506928F414CD}">
          <p14:sldIdLst>
            <p14:sldId id="260"/>
            <p14:sldId id="292"/>
          </p14:sldIdLst>
        </p14:section>
        <p14:section name="تفاصيل المهام" id="{41E1E6EC-CC7C-475F-9DFF-0C58B1775ADB}">
          <p14:sldIdLst>
            <p14:sldId id="279"/>
            <p14:sldId id="294"/>
            <p14:sldId id="295"/>
          </p14:sldIdLst>
        </p14:section>
        <p14:section name="تفاصيل مشاريع سهيل" id="{96142558-D63F-4685-BE3B-4EC9ABBC5B18}">
          <p14:sldIdLst>
            <p14:sldId id="287"/>
            <p14:sldId id="258"/>
            <p14:sldId id="296"/>
            <p14:sldId id="293"/>
            <p14:sldId id="290"/>
            <p14:sldId id="291"/>
          </p14:sldIdLst>
        </p14:section>
      </p14:sectionLst>
    </p:ext>
    <p:ext uri="{EFAFB233-063F-42B5-8137-9DF3F51BA10A}">
      <p15:sldGuideLst xmlns:p15="http://schemas.microsoft.com/office/powerpoint/2012/main">
        <p15:guide id="1" orient="horz" pos="2160" userDrawn="1">
          <p15:clr>
            <a:srgbClr val="A4A3A4"/>
          </p15:clr>
        </p15:guide>
        <p15:guide id="2" pos="3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a:srgbClr val="EBF1DE"/>
    <a:srgbClr val="F2F2F2"/>
    <a:srgbClr val="000000"/>
    <a:srgbClr val="DCB077"/>
    <a:srgbClr val="2C577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914CBA-F84C-43AB-AF3C-C922D1C32B8E}" v="93" dt="2026-09-28T10:38:32.389"/>
    <p1510:client id="{E5104B97-1974-415B-9BCB-341C0AB14CB9}" v="93" dt="2026-09-28T12:15:26.6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564" y="-180"/>
      </p:cViewPr>
      <p:guideLst>
        <p:guide orient="horz" pos="2160"/>
        <p:guide pos="3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em Osama Gazzaz" userId="16fecdcb-1937-454f-aaff-75f029355375" providerId="ADAL" clId="{01AF0615-9A4D-40D1-9E55-EDC49078952C}"/>
    <pc:docChg chg="custSel modSld">
      <pc:chgData name="Basem Osama Gazzaz" userId="16fecdcb-1937-454f-aaff-75f029355375" providerId="ADAL" clId="{01AF0615-9A4D-40D1-9E55-EDC49078952C}" dt="2026-09-13T14:14:25.593" v="144" actId="20577"/>
      <pc:docMkLst>
        <pc:docMk/>
      </pc:docMkLst>
      <pc:sldChg chg="modSp mod">
        <pc:chgData name="Basem Osama Gazzaz" userId="16fecdcb-1937-454f-aaff-75f029355375" providerId="ADAL" clId="{01AF0615-9A4D-40D1-9E55-EDC49078952C}" dt="2026-09-13T11:42:06.245" v="27" actId="313"/>
        <pc:sldMkLst>
          <pc:docMk/>
          <pc:sldMk cId="846082208" sldId="263"/>
        </pc:sldMkLst>
        <pc:spChg chg="mod">
          <ac:chgData name="Basem Osama Gazzaz" userId="16fecdcb-1937-454f-aaff-75f029355375" providerId="ADAL" clId="{01AF0615-9A4D-40D1-9E55-EDC49078952C}" dt="2026-09-13T11:41:43.607" v="17" actId="20577"/>
          <ac:spMkLst>
            <pc:docMk/>
            <pc:sldMk cId="846082208" sldId="263"/>
            <ac:spMk id="3" creationId="{2966FC70-2697-64BD-0D6D-17D74CFB965F}"/>
          </ac:spMkLst>
        </pc:spChg>
        <pc:spChg chg="mod">
          <ac:chgData name="Basem Osama Gazzaz" userId="16fecdcb-1937-454f-aaff-75f029355375" providerId="ADAL" clId="{01AF0615-9A4D-40D1-9E55-EDC49078952C}" dt="2026-09-13T11:42:06.245" v="27" actId="313"/>
          <ac:spMkLst>
            <pc:docMk/>
            <pc:sldMk cId="846082208" sldId="263"/>
            <ac:spMk id="4" creationId="{EE87937D-2EC9-3E45-FB97-E5087D1BA186}"/>
          </ac:spMkLst>
        </pc:spChg>
      </pc:sldChg>
      <pc:sldChg chg="modSp mod">
        <pc:chgData name="Basem Osama Gazzaz" userId="16fecdcb-1937-454f-aaff-75f029355375" providerId="ADAL" clId="{01AF0615-9A4D-40D1-9E55-EDC49078952C}" dt="2026-09-13T14:14:25.593" v="144" actId="20577"/>
        <pc:sldMkLst>
          <pc:docMk/>
          <pc:sldMk cId="1748086610" sldId="271"/>
        </pc:sldMkLst>
        <pc:graphicFrameChg chg="modGraphic">
          <ac:chgData name="Basem Osama Gazzaz" userId="16fecdcb-1937-454f-aaff-75f029355375" providerId="ADAL" clId="{01AF0615-9A4D-40D1-9E55-EDC49078952C}" dt="2026-09-13T14:14:25.593" v="144" actId="20577"/>
          <ac:graphicFrameMkLst>
            <pc:docMk/>
            <pc:sldMk cId="1748086610" sldId="271"/>
            <ac:graphicFrameMk id="7" creationId="{03BCF0DC-5D7E-D09C-8B63-AD356527C1C9}"/>
          </ac:graphicFrameMkLst>
        </pc:graphicFrameChg>
      </pc:sldChg>
    </pc:docChg>
  </pc:docChgLst>
  <pc:docChgLst>
    <pc:chgData name="Mamdouh Jamjoom" userId="4f83adfd-8daa-4f62-9189-dd97c2009acc" providerId="ADAL" clId="{C50D1312-49B6-4843-BF8F-FF2439C740DC}"/>
    <pc:docChg chg="undo custSel addSld delSld modSld sldOrd modSection">
      <pc:chgData name="Mamdouh Jamjoom" userId="4f83adfd-8daa-4f62-9189-dd97c2009acc" providerId="ADAL" clId="{C50D1312-49B6-4843-BF8F-FF2439C740DC}" dt="2026-09-28T12:15:26.630" v="619" actId="572"/>
      <pc:docMkLst>
        <pc:docMk/>
      </pc:docMkLst>
      <pc:sldChg chg="addSp delSp modSp mod">
        <pc:chgData name="Mamdouh Jamjoom" userId="4f83adfd-8daa-4f62-9189-dd97c2009acc" providerId="ADAL" clId="{C50D1312-49B6-4843-BF8F-FF2439C740DC}" dt="2026-09-28T12:15:00.311" v="610" actId="572"/>
        <pc:sldMkLst>
          <pc:docMk/>
          <pc:sldMk cId="0" sldId="257"/>
        </pc:sldMkLst>
        <pc:spChg chg="mod">
          <ac:chgData name="Mamdouh Jamjoom" userId="4f83adfd-8daa-4f62-9189-dd97c2009acc" providerId="ADAL" clId="{C50D1312-49B6-4843-BF8F-FF2439C740DC}" dt="2026-09-20T12:05:59.609" v="146" actId="255"/>
          <ac:spMkLst>
            <pc:docMk/>
            <pc:sldMk cId="0" sldId="257"/>
            <ac:spMk id="16" creationId="{7E9B4622-A36B-F7BE-1C0C-02DB7F3DB3E9}"/>
          </ac:spMkLst>
        </pc:spChg>
        <pc:spChg chg="mod">
          <ac:chgData name="Mamdouh Jamjoom" userId="4f83adfd-8daa-4f62-9189-dd97c2009acc" providerId="ADAL" clId="{C50D1312-49B6-4843-BF8F-FF2439C740DC}" dt="2026-09-20T12:05:59.609" v="146" actId="255"/>
          <ac:spMkLst>
            <pc:docMk/>
            <pc:sldMk cId="0" sldId="257"/>
            <ac:spMk id="17" creationId="{183ABFA4-9FD9-4674-4F06-18013E630531}"/>
          </ac:spMkLst>
        </pc:spChg>
        <pc:spChg chg="mod">
          <ac:chgData name="Mamdouh Jamjoom" userId="4f83adfd-8daa-4f62-9189-dd97c2009acc" providerId="ADAL" clId="{C50D1312-49B6-4843-BF8F-FF2439C740DC}" dt="2026-09-20T12:06:05.569" v="149" actId="255"/>
          <ac:spMkLst>
            <pc:docMk/>
            <pc:sldMk cId="0" sldId="257"/>
            <ac:spMk id="18" creationId="{4F3CCE75-1975-5AD9-B4C2-968F0999F69F}"/>
          </ac:spMkLst>
        </pc:spChg>
        <pc:spChg chg="mod">
          <ac:chgData name="Mamdouh Jamjoom" userId="4f83adfd-8daa-4f62-9189-dd97c2009acc" providerId="ADAL" clId="{C50D1312-49B6-4843-BF8F-FF2439C740DC}" dt="2026-09-20T12:06:05.569" v="149" actId="255"/>
          <ac:spMkLst>
            <pc:docMk/>
            <pc:sldMk cId="0" sldId="257"/>
            <ac:spMk id="19" creationId="{D6D164FD-BBE6-C25A-E446-CCE1C3126B61}"/>
          </ac:spMkLst>
        </pc:spChg>
        <pc:spChg chg="mod">
          <ac:chgData name="Mamdouh Jamjoom" userId="4f83adfd-8daa-4f62-9189-dd97c2009acc" providerId="ADAL" clId="{C50D1312-49B6-4843-BF8F-FF2439C740DC}" dt="2026-09-20T12:05:59.609" v="146" actId="255"/>
          <ac:spMkLst>
            <pc:docMk/>
            <pc:sldMk cId="0" sldId="257"/>
            <ac:spMk id="20" creationId="{DBE8DE5E-2B01-B9ED-4358-98F661013026}"/>
          </ac:spMkLst>
        </pc:spChg>
        <pc:spChg chg="mod">
          <ac:chgData name="Mamdouh Jamjoom" userId="4f83adfd-8daa-4f62-9189-dd97c2009acc" providerId="ADAL" clId="{C50D1312-49B6-4843-BF8F-FF2439C740DC}" dt="2026-09-20T12:06:05.569" v="149" actId="255"/>
          <ac:spMkLst>
            <pc:docMk/>
            <pc:sldMk cId="0" sldId="257"/>
            <ac:spMk id="21" creationId="{6C213196-8A04-2FAD-FBDD-8A229F8D1EE9}"/>
          </ac:spMkLst>
        </pc:spChg>
        <pc:spChg chg="mod">
          <ac:chgData name="Mamdouh Jamjoom" userId="4f83adfd-8daa-4f62-9189-dd97c2009acc" providerId="ADAL" clId="{C50D1312-49B6-4843-BF8F-FF2439C740DC}" dt="2026-09-20T12:06:05.569" v="149" actId="255"/>
          <ac:spMkLst>
            <pc:docMk/>
            <pc:sldMk cId="0" sldId="257"/>
            <ac:spMk id="22" creationId="{8D681E39-ADD8-C594-716B-73D2C9C8F370}"/>
          </ac:spMkLst>
        </pc:spChg>
        <pc:spChg chg="mod">
          <ac:chgData name="Mamdouh Jamjoom" userId="4f83adfd-8daa-4f62-9189-dd97c2009acc" providerId="ADAL" clId="{C50D1312-49B6-4843-BF8F-FF2439C740DC}" dt="2026-09-20T12:06:05.569" v="149" actId="255"/>
          <ac:spMkLst>
            <pc:docMk/>
            <pc:sldMk cId="0" sldId="257"/>
            <ac:spMk id="23" creationId="{A2C514DC-97F6-3889-8180-0BE9B2B9C750}"/>
          </ac:spMkLst>
        </pc:spChg>
        <pc:spChg chg="mod">
          <ac:chgData name="Mamdouh Jamjoom" userId="4f83adfd-8daa-4f62-9189-dd97c2009acc" providerId="ADAL" clId="{C50D1312-49B6-4843-BF8F-FF2439C740DC}" dt="2026-09-20T12:06:05.569" v="149" actId="255"/>
          <ac:spMkLst>
            <pc:docMk/>
            <pc:sldMk cId="0" sldId="257"/>
            <ac:spMk id="24" creationId="{F7A44687-1040-2384-2F7D-A4CEAA69D440}"/>
          </ac:spMkLst>
        </pc:spChg>
        <pc:spChg chg="mod">
          <ac:chgData name="Mamdouh Jamjoom" userId="4f83adfd-8daa-4f62-9189-dd97c2009acc" providerId="ADAL" clId="{C50D1312-49B6-4843-BF8F-FF2439C740DC}" dt="2026-09-20T12:06:05.569" v="149" actId="255"/>
          <ac:spMkLst>
            <pc:docMk/>
            <pc:sldMk cId="0" sldId="257"/>
            <ac:spMk id="25" creationId="{655EFD64-72CE-5B02-038F-E3EF346E6808}"/>
          </ac:spMkLst>
        </pc:spChg>
        <pc:spChg chg="mod">
          <ac:chgData name="Mamdouh Jamjoom" userId="4f83adfd-8daa-4f62-9189-dd97c2009acc" providerId="ADAL" clId="{C50D1312-49B6-4843-BF8F-FF2439C740DC}" dt="2026-09-20T12:06:05.569" v="149" actId="255"/>
          <ac:spMkLst>
            <pc:docMk/>
            <pc:sldMk cId="0" sldId="257"/>
            <ac:spMk id="26" creationId="{16030ABC-E859-EE4D-3833-1FAD0FD6C489}"/>
          </ac:spMkLst>
        </pc:spChg>
        <pc:spChg chg="mod">
          <ac:chgData name="Mamdouh Jamjoom" userId="4f83adfd-8daa-4f62-9189-dd97c2009acc" providerId="ADAL" clId="{C50D1312-49B6-4843-BF8F-FF2439C740DC}" dt="2026-09-20T12:05:59.609" v="146" actId="255"/>
          <ac:spMkLst>
            <pc:docMk/>
            <pc:sldMk cId="0" sldId="257"/>
            <ac:spMk id="27" creationId="{50813D75-5E58-FFC7-F847-86C86BFF7ED5}"/>
          </ac:spMkLst>
        </pc:spChg>
        <pc:spChg chg="mod">
          <ac:chgData name="Mamdouh Jamjoom" userId="4f83adfd-8daa-4f62-9189-dd97c2009acc" providerId="ADAL" clId="{C50D1312-49B6-4843-BF8F-FF2439C740DC}" dt="2026-09-20T12:06:05.569" v="149" actId="255"/>
          <ac:spMkLst>
            <pc:docMk/>
            <pc:sldMk cId="0" sldId="257"/>
            <ac:spMk id="28" creationId="{F4E04539-090F-D1A9-DD9C-824C2F987424}"/>
          </ac:spMkLst>
        </pc:spChg>
        <pc:spChg chg="mod">
          <ac:chgData name="Mamdouh Jamjoom" userId="4f83adfd-8daa-4f62-9189-dd97c2009acc" providerId="ADAL" clId="{C50D1312-49B6-4843-BF8F-FF2439C740DC}" dt="2026-09-20T12:05:59.609" v="146" actId="255"/>
          <ac:spMkLst>
            <pc:docMk/>
            <pc:sldMk cId="0" sldId="257"/>
            <ac:spMk id="39" creationId="{F3D2FD89-22B2-877B-7941-EFBE9C0AA63D}"/>
          </ac:spMkLst>
        </pc:spChg>
        <pc:grpChg chg="mod">
          <ac:chgData name="Mamdouh Jamjoom" userId="4f83adfd-8daa-4f62-9189-dd97c2009acc" providerId="ADAL" clId="{C50D1312-49B6-4843-BF8F-FF2439C740DC}" dt="2026-09-20T12:06:05.569" v="149" actId="255"/>
          <ac:grpSpMkLst>
            <pc:docMk/>
            <pc:sldMk cId="0" sldId="257"/>
            <ac:grpSpMk id="40" creationId="{B2DD188B-DEB6-929C-652C-5BBE7E4695ED}"/>
          </ac:grpSpMkLst>
        </pc:grpChg>
        <pc:graphicFrameChg chg="add del mod">
          <ac:chgData name="Mamdouh Jamjoom" userId="4f83adfd-8daa-4f62-9189-dd97c2009acc" providerId="ADAL" clId="{C50D1312-49B6-4843-BF8F-FF2439C740DC}" dt="2026-09-28T11:48:47.317" v="492" actId="478"/>
          <ac:graphicFrameMkLst>
            <pc:docMk/>
            <pc:sldMk cId="0" sldId="257"/>
            <ac:graphicFrameMk id="4" creationId="{7EC14126-76CB-4997-8919-72E071164D45}"/>
          </ac:graphicFrameMkLst>
        </pc:graphicFrameChg>
        <pc:graphicFrameChg chg="add del mod">
          <ac:chgData name="Mamdouh Jamjoom" userId="4f83adfd-8daa-4f62-9189-dd97c2009acc" providerId="ADAL" clId="{C50D1312-49B6-4843-BF8F-FF2439C740DC}" dt="2026-09-28T11:48:47.317" v="492" actId="478"/>
          <ac:graphicFrameMkLst>
            <pc:docMk/>
            <pc:sldMk cId="0" sldId="257"/>
            <ac:graphicFrameMk id="6" creationId="{00C0C158-8295-A30F-3B47-BA067EDFF424}"/>
          </ac:graphicFrameMkLst>
        </pc:graphicFrameChg>
        <pc:graphicFrameChg chg="add del mod">
          <ac:chgData name="Mamdouh Jamjoom" userId="4f83adfd-8daa-4f62-9189-dd97c2009acc" providerId="ADAL" clId="{C50D1312-49B6-4843-BF8F-FF2439C740DC}" dt="2026-09-28T11:48:47.317" v="492" actId="478"/>
          <ac:graphicFrameMkLst>
            <pc:docMk/>
            <pc:sldMk cId="0" sldId="257"/>
            <ac:graphicFrameMk id="8" creationId="{4B895478-D38D-37FB-65F5-2084FDC9FFFB}"/>
          </ac:graphicFrameMkLst>
        </pc:graphicFrameChg>
        <pc:graphicFrameChg chg="add mod modGraphic">
          <ac:chgData name="Mamdouh Jamjoom" userId="4f83adfd-8daa-4f62-9189-dd97c2009acc" providerId="ADAL" clId="{C50D1312-49B6-4843-BF8F-FF2439C740DC}" dt="2026-09-28T12:14:43.888" v="601" actId="572"/>
          <ac:graphicFrameMkLst>
            <pc:docMk/>
            <pc:sldMk cId="0" sldId="257"/>
            <ac:graphicFrameMk id="9" creationId="{D96A1065-2CDC-FD7E-B595-7AD90E566C9F}"/>
          </ac:graphicFrameMkLst>
        </pc:graphicFrameChg>
        <pc:graphicFrameChg chg="add mod modGraphic">
          <ac:chgData name="Mamdouh Jamjoom" userId="4f83adfd-8daa-4f62-9189-dd97c2009acc" providerId="ADAL" clId="{C50D1312-49B6-4843-BF8F-FF2439C740DC}" dt="2026-09-28T12:14:55.246" v="607" actId="572"/>
          <ac:graphicFrameMkLst>
            <pc:docMk/>
            <pc:sldMk cId="0" sldId="257"/>
            <ac:graphicFrameMk id="10" creationId="{92064D1D-742E-1670-6F61-3AC442787108}"/>
          </ac:graphicFrameMkLst>
        </pc:graphicFrameChg>
        <pc:graphicFrameChg chg="add mod">
          <ac:chgData name="Mamdouh Jamjoom" userId="4f83adfd-8daa-4f62-9189-dd97c2009acc" providerId="ADAL" clId="{C50D1312-49B6-4843-BF8F-FF2439C740DC}" dt="2026-09-28T12:15:00.311" v="610" actId="572"/>
          <ac:graphicFrameMkLst>
            <pc:docMk/>
            <pc:sldMk cId="0" sldId="257"/>
            <ac:graphicFrameMk id="11" creationId="{0C22B720-45C1-4E89-BEEC-C9D3F200C0A8}"/>
          </ac:graphicFrameMkLst>
        </pc:graphicFrameChg>
        <pc:graphicFrameChg chg="mod modGraphic">
          <ac:chgData name="Mamdouh Jamjoom" userId="4f83adfd-8daa-4f62-9189-dd97c2009acc" providerId="ADAL" clId="{C50D1312-49B6-4843-BF8F-FF2439C740DC}" dt="2026-09-28T12:14:50.615" v="604" actId="572"/>
          <ac:graphicFrameMkLst>
            <pc:docMk/>
            <pc:sldMk cId="0" sldId="257"/>
            <ac:graphicFrameMk id="48" creationId="{EAD8973F-3875-A3F6-A96E-C90EBA4158F6}"/>
          </ac:graphicFrameMkLst>
        </pc:graphicFrameChg>
      </pc:sldChg>
      <pc:sldChg chg="addSp delSp modSp mod modShow">
        <pc:chgData name="Mamdouh Jamjoom" userId="4f83adfd-8daa-4f62-9189-dd97c2009acc" providerId="ADAL" clId="{C50D1312-49B6-4843-BF8F-FF2439C740DC}" dt="2026-09-28T12:15:26.630" v="619" actId="572"/>
        <pc:sldMkLst>
          <pc:docMk/>
          <pc:sldMk cId="0" sldId="258"/>
        </pc:sldMkLst>
        <pc:spChg chg="add del">
          <ac:chgData name="Mamdouh Jamjoom" userId="4f83adfd-8daa-4f62-9189-dd97c2009acc" providerId="ADAL" clId="{C50D1312-49B6-4843-BF8F-FF2439C740DC}" dt="2026-09-28T12:13:23.716" v="575" actId="478"/>
          <ac:spMkLst>
            <pc:docMk/>
            <pc:sldMk cId="0" sldId="258"/>
            <ac:spMk id="28" creationId="{D7290342-3275-6F66-D933-879D297EA008}"/>
          </ac:spMkLst>
        </pc:spChg>
        <pc:graphicFrameChg chg="add mod modGraphic">
          <ac:chgData name="Mamdouh Jamjoom" userId="4f83adfd-8daa-4f62-9189-dd97c2009acc" providerId="ADAL" clId="{C50D1312-49B6-4843-BF8F-FF2439C740DC}" dt="2026-09-28T12:15:26.630" v="619" actId="572"/>
          <ac:graphicFrameMkLst>
            <pc:docMk/>
            <pc:sldMk cId="0" sldId="258"/>
            <ac:graphicFrameMk id="23" creationId="{142E4F55-4C37-00E5-E996-BB74374C5317}"/>
          </ac:graphicFrameMkLst>
        </pc:graphicFrameChg>
        <pc:graphicFrameChg chg="add mod modGraphic">
          <ac:chgData name="Mamdouh Jamjoom" userId="4f83adfd-8daa-4f62-9189-dd97c2009acc" providerId="ADAL" clId="{C50D1312-49B6-4843-BF8F-FF2439C740DC}" dt="2026-09-28T12:15:19.243" v="616" actId="572"/>
          <ac:graphicFrameMkLst>
            <pc:docMk/>
            <pc:sldMk cId="0" sldId="258"/>
            <ac:graphicFrameMk id="25" creationId="{5B818A72-84E1-60F5-7930-258061412BF5}"/>
          </ac:graphicFrameMkLst>
        </pc:graphicFrameChg>
        <pc:graphicFrameChg chg="mod modGraphic">
          <ac:chgData name="Mamdouh Jamjoom" userId="4f83adfd-8daa-4f62-9189-dd97c2009acc" providerId="ADAL" clId="{C50D1312-49B6-4843-BF8F-FF2439C740DC}" dt="2026-09-28T12:15:16.142" v="613" actId="572"/>
          <ac:graphicFrameMkLst>
            <pc:docMk/>
            <pc:sldMk cId="0" sldId="258"/>
            <ac:graphicFrameMk id="44" creationId="{588A520A-F53B-B1B0-9BB7-03F70263EBFD}"/>
          </ac:graphicFrameMkLst>
        </pc:graphicFrameChg>
      </pc:sldChg>
      <pc:sldChg chg="modSp del mod">
        <pc:chgData name="Mamdouh Jamjoom" userId="4f83adfd-8daa-4f62-9189-dd97c2009acc" providerId="ADAL" clId="{C50D1312-49B6-4843-BF8F-FF2439C740DC}" dt="2026-09-28T10:30:27.928" v="303" actId="47"/>
        <pc:sldMkLst>
          <pc:docMk/>
          <pc:sldMk cId="2696406087" sldId="283"/>
        </pc:sldMkLst>
        <pc:graphicFrameChg chg="mod modGraphic">
          <ac:chgData name="Mamdouh Jamjoom" userId="4f83adfd-8daa-4f62-9189-dd97c2009acc" providerId="ADAL" clId="{C50D1312-49B6-4843-BF8F-FF2439C740DC}" dt="2026-09-28T10:24:38.287" v="245" actId="572"/>
          <ac:graphicFrameMkLst>
            <pc:docMk/>
            <pc:sldMk cId="2696406087" sldId="283"/>
            <ac:graphicFrameMk id="3" creationId="{97F1BD4B-43FC-153B-FF2A-F2856C634826}"/>
          </ac:graphicFrameMkLst>
        </pc:graphicFrameChg>
        <pc:graphicFrameChg chg="mod modGraphic">
          <ac:chgData name="Mamdouh Jamjoom" userId="4f83adfd-8daa-4f62-9189-dd97c2009acc" providerId="ADAL" clId="{C50D1312-49B6-4843-BF8F-FF2439C740DC}" dt="2026-09-28T10:24:45.740" v="249"/>
          <ac:graphicFrameMkLst>
            <pc:docMk/>
            <pc:sldMk cId="2696406087" sldId="283"/>
            <ac:graphicFrameMk id="4" creationId="{6CA5A6A6-43CD-4178-3308-87DBF5D6BF2E}"/>
          </ac:graphicFrameMkLst>
        </pc:graphicFrameChg>
        <pc:graphicFrameChg chg="mod modGraphic">
          <ac:chgData name="Mamdouh Jamjoom" userId="4f83adfd-8daa-4f62-9189-dd97c2009acc" providerId="ADAL" clId="{C50D1312-49B6-4843-BF8F-FF2439C740DC}" dt="2026-09-28T10:24:42.606" v="248" actId="572"/>
          <ac:graphicFrameMkLst>
            <pc:docMk/>
            <pc:sldMk cId="2696406087" sldId="283"/>
            <ac:graphicFrameMk id="18" creationId="{DDB61EEA-162A-5F01-6481-0639FF0B1166}"/>
          </ac:graphicFrameMkLst>
        </pc:graphicFrameChg>
      </pc:sldChg>
      <pc:sldChg chg="mod modShow">
        <pc:chgData name="Mamdouh Jamjoom" userId="4f83adfd-8daa-4f62-9189-dd97c2009acc" providerId="ADAL" clId="{C50D1312-49B6-4843-BF8F-FF2439C740DC}" dt="2026-09-28T10:21:30.118" v="207" actId="34476"/>
        <pc:sldMkLst>
          <pc:docMk/>
          <pc:sldMk cId="857615756" sldId="287"/>
        </pc:sldMkLst>
      </pc:sldChg>
      <pc:sldChg chg="addSp delSp modSp del mod modShow">
        <pc:chgData name="Mamdouh Jamjoom" userId="4f83adfd-8daa-4f62-9189-dd97c2009acc" providerId="ADAL" clId="{C50D1312-49B6-4843-BF8F-FF2439C740DC}" dt="2026-09-28T10:38:55.804" v="414" actId="47"/>
        <pc:sldMkLst>
          <pc:docMk/>
          <pc:sldMk cId="4027802772" sldId="288"/>
        </pc:sldMkLst>
        <pc:graphicFrameChg chg="add del">
          <ac:chgData name="Mamdouh Jamjoom" userId="4f83adfd-8daa-4f62-9189-dd97c2009acc" providerId="ADAL" clId="{C50D1312-49B6-4843-BF8F-FF2439C740DC}" dt="2026-09-28T10:18:50.674" v="186" actId="478"/>
          <ac:graphicFrameMkLst>
            <pc:docMk/>
            <pc:sldMk cId="4027802772" sldId="288"/>
            <ac:graphicFrameMk id="3" creationId="{BD08D713-5934-DD6C-B1EC-F2984D3DF7DE}"/>
          </ac:graphicFrameMkLst>
        </pc:graphicFrameChg>
        <pc:graphicFrameChg chg="add del mod modGraphic">
          <ac:chgData name="Mamdouh Jamjoom" userId="4f83adfd-8daa-4f62-9189-dd97c2009acc" providerId="ADAL" clId="{C50D1312-49B6-4843-BF8F-FF2439C740DC}" dt="2026-09-28T10:36:17.313" v="374" actId="478"/>
          <ac:graphicFrameMkLst>
            <pc:docMk/>
            <pc:sldMk cId="4027802772" sldId="288"/>
            <ac:graphicFrameMk id="4" creationId="{8A5EE00A-0BDC-475E-9528-62DC78887B7A}"/>
          </ac:graphicFrameMkLst>
        </pc:graphicFrameChg>
        <pc:graphicFrameChg chg="add del">
          <ac:chgData name="Mamdouh Jamjoom" userId="4f83adfd-8daa-4f62-9189-dd97c2009acc" providerId="ADAL" clId="{C50D1312-49B6-4843-BF8F-FF2439C740DC}" dt="2026-09-28T10:31:14.853" v="307" actId="478"/>
          <ac:graphicFrameMkLst>
            <pc:docMk/>
            <pc:sldMk cId="4027802772" sldId="288"/>
            <ac:graphicFrameMk id="6" creationId="{3DA77D03-9F72-F8D2-355B-BA270C439BD8}"/>
          </ac:graphicFrameMkLst>
        </pc:graphicFrameChg>
        <pc:graphicFrameChg chg="add del">
          <ac:chgData name="Mamdouh Jamjoom" userId="4f83adfd-8daa-4f62-9189-dd97c2009acc" providerId="ADAL" clId="{C50D1312-49B6-4843-BF8F-FF2439C740DC}" dt="2026-09-28T10:33:26.450" v="338" actId="478"/>
          <ac:graphicFrameMkLst>
            <pc:docMk/>
            <pc:sldMk cId="4027802772" sldId="288"/>
            <ac:graphicFrameMk id="10" creationId="{CECBB97B-6653-ABEE-E51F-2B34B2D98761}"/>
          </ac:graphicFrameMkLst>
        </pc:graphicFrameChg>
        <pc:graphicFrameChg chg="add del">
          <ac:chgData name="Mamdouh Jamjoom" userId="4f83adfd-8daa-4f62-9189-dd97c2009acc" providerId="ADAL" clId="{C50D1312-49B6-4843-BF8F-FF2439C740DC}" dt="2026-09-28T10:35:56.942" v="371" actId="478"/>
          <ac:graphicFrameMkLst>
            <pc:docMk/>
            <pc:sldMk cId="4027802772" sldId="288"/>
            <ac:graphicFrameMk id="13" creationId="{B4060DFC-4966-C61A-066A-073F62824467}"/>
          </ac:graphicFrameMkLst>
        </pc:graphicFrameChg>
        <pc:graphicFrameChg chg="add">
          <ac:chgData name="Mamdouh Jamjoom" userId="4f83adfd-8daa-4f62-9189-dd97c2009acc" providerId="ADAL" clId="{C50D1312-49B6-4843-BF8F-FF2439C740DC}" dt="2026-09-28T10:36:17.870" v="375" actId="22"/>
          <ac:graphicFrameMkLst>
            <pc:docMk/>
            <pc:sldMk cId="4027802772" sldId="288"/>
            <ac:graphicFrameMk id="15" creationId="{A6585C1B-A128-5692-D396-1649D9BB2886}"/>
          </ac:graphicFrameMkLst>
        </pc:graphicFrameChg>
      </pc:sldChg>
      <pc:sldChg chg="addSp delSp modSp mod modShow">
        <pc:chgData name="Mamdouh Jamjoom" userId="4f83adfd-8daa-4f62-9189-dd97c2009acc" providerId="ADAL" clId="{C50D1312-49B6-4843-BF8F-FF2439C740DC}" dt="2026-09-28T10:37:21.606" v="391" actId="22"/>
        <pc:sldMkLst>
          <pc:docMk/>
          <pc:sldMk cId="2344831510" sldId="290"/>
        </pc:sldMkLst>
        <pc:graphicFrameChg chg="mod modGraphic">
          <ac:chgData name="Mamdouh Jamjoom" userId="4f83adfd-8daa-4f62-9189-dd97c2009acc" providerId="ADAL" clId="{C50D1312-49B6-4843-BF8F-FF2439C740DC}" dt="2026-09-28T10:36:34.720" v="380" actId="14100"/>
          <ac:graphicFrameMkLst>
            <pc:docMk/>
            <pc:sldMk cId="2344831510" sldId="290"/>
            <ac:graphicFrameMk id="3" creationId="{DC8EC721-451E-4D5B-7A6E-7825D472F3DE}"/>
          </ac:graphicFrameMkLst>
        </pc:graphicFrameChg>
        <pc:graphicFrameChg chg="add del">
          <ac:chgData name="Mamdouh Jamjoom" userId="4f83adfd-8daa-4f62-9189-dd97c2009acc" providerId="ADAL" clId="{C50D1312-49B6-4843-BF8F-FF2439C740DC}" dt="2026-09-28T10:22:21.777" v="220" actId="478"/>
          <ac:graphicFrameMkLst>
            <pc:docMk/>
            <pc:sldMk cId="2344831510" sldId="290"/>
            <ac:graphicFrameMk id="4" creationId="{CDDF517E-FDA3-A167-B302-70A69E8E521F}"/>
          </ac:graphicFrameMkLst>
        </pc:graphicFrameChg>
        <pc:graphicFrameChg chg="del mod modGraphic">
          <ac:chgData name="Mamdouh Jamjoom" userId="4f83adfd-8daa-4f62-9189-dd97c2009acc" providerId="ADAL" clId="{C50D1312-49B6-4843-BF8F-FF2439C740DC}" dt="2026-09-28T10:37:21.043" v="390" actId="478"/>
          <ac:graphicFrameMkLst>
            <pc:docMk/>
            <pc:sldMk cId="2344831510" sldId="290"/>
            <ac:graphicFrameMk id="6" creationId="{44BFA0C4-86E5-6033-F7A7-99818A8FF86F}"/>
          </ac:graphicFrameMkLst>
        </pc:graphicFrameChg>
        <pc:graphicFrameChg chg="add del">
          <ac:chgData name="Mamdouh Jamjoom" userId="4f83adfd-8daa-4f62-9189-dd97c2009acc" providerId="ADAL" clId="{C50D1312-49B6-4843-BF8F-FF2439C740DC}" dt="2026-09-28T10:32:23.626" v="325" actId="478"/>
          <ac:graphicFrameMkLst>
            <pc:docMk/>
            <pc:sldMk cId="2344831510" sldId="290"/>
            <ac:graphicFrameMk id="8" creationId="{ED4FFC21-5F1D-3A8C-45A6-3CC45C235DF8}"/>
          </ac:graphicFrameMkLst>
        </pc:graphicFrameChg>
        <pc:graphicFrameChg chg="add del modGraphic">
          <ac:chgData name="Mamdouh Jamjoom" userId="4f83adfd-8daa-4f62-9189-dd97c2009acc" providerId="ADAL" clId="{C50D1312-49B6-4843-BF8F-FF2439C740DC}" dt="2026-09-28T10:36:36.351" v="381" actId="478"/>
          <ac:graphicFrameMkLst>
            <pc:docMk/>
            <pc:sldMk cId="2344831510" sldId="290"/>
            <ac:graphicFrameMk id="12" creationId="{8CCB680C-2EED-FD54-E20D-4CF4AA50D505}"/>
          </ac:graphicFrameMkLst>
        </pc:graphicFrameChg>
        <pc:graphicFrameChg chg="add">
          <ac:chgData name="Mamdouh Jamjoom" userId="4f83adfd-8daa-4f62-9189-dd97c2009acc" providerId="ADAL" clId="{C50D1312-49B6-4843-BF8F-FF2439C740DC}" dt="2026-09-28T10:37:21.606" v="391" actId="22"/>
          <ac:graphicFrameMkLst>
            <pc:docMk/>
            <pc:sldMk cId="2344831510" sldId="290"/>
            <ac:graphicFrameMk id="14" creationId="{AB28733B-7EA0-D370-A56A-D6FF23BA9719}"/>
          </ac:graphicFrameMkLst>
        </pc:graphicFrameChg>
      </pc:sldChg>
      <pc:sldChg chg="addSp delSp modSp mod modShow">
        <pc:chgData name="Mamdouh Jamjoom" userId="4f83adfd-8daa-4f62-9189-dd97c2009acc" providerId="ADAL" clId="{C50D1312-49B6-4843-BF8F-FF2439C740DC}" dt="2026-09-28T10:37:39.652" v="396" actId="1076"/>
        <pc:sldMkLst>
          <pc:docMk/>
          <pc:sldMk cId="4041377758" sldId="291"/>
        </pc:sldMkLst>
        <pc:graphicFrameChg chg="add del">
          <ac:chgData name="Mamdouh Jamjoom" userId="4f83adfd-8daa-4f62-9189-dd97c2009acc" providerId="ADAL" clId="{C50D1312-49B6-4843-BF8F-FF2439C740DC}" dt="2026-09-28T10:22:31.013" v="224" actId="478"/>
          <ac:graphicFrameMkLst>
            <pc:docMk/>
            <pc:sldMk cId="4041377758" sldId="291"/>
            <ac:graphicFrameMk id="3" creationId="{1D7526DA-8E5B-A744-E05A-97BE7AA3FF10}"/>
          </ac:graphicFrameMkLst>
        </pc:graphicFrameChg>
        <pc:graphicFrameChg chg="mod modGraphic">
          <ac:chgData name="Mamdouh Jamjoom" userId="4f83adfd-8daa-4f62-9189-dd97c2009acc" providerId="ADAL" clId="{C50D1312-49B6-4843-BF8F-FF2439C740DC}" dt="2026-09-28T10:37:39.652" v="396" actId="1076"/>
          <ac:graphicFrameMkLst>
            <pc:docMk/>
            <pc:sldMk cId="4041377758" sldId="291"/>
            <ac:graphicFrameMk id="4" creationId="{72FA7B05-776D-49FC-E24C-8AB16F77CF8B}"/>
          </ac:graphicFrameMkLst>
        </pc:graphicFrameChg>
        <pc:graphicFrameChg chg="add del">
          <ac:chgData name="Mamdouh Jamjoom" userId="4f83adfd-8daa-4f62-9189-dd97c2009acc" providerId="ADAL" clId="{C50D1312-49B6-4843-BF8F-FF2439C740DC}" dt="2026-09-28T10:32:35.343" v="330" actId="478"/>
          <ac:graphicFrameMkLst>
            <pc:docMk/>
            <pc:sldMk cId="4041377758" sldId="291"/>
            <ac:graphicFrameMk id="6" creationId="{2BEC02B4-D17E-BE1D-B79E-5EC3721F56B0}"/>
          </ac:graphicFrameMkLst>
        </pc:graphicFrameChg>
        <pc:graphicFrameChg chg="mod modGraphic">
          <ac:chgData name="Mamdouh Jamjoom" userId="4f83adfd-8daa-4f62-9189-dd97c2009acc" providerId="ADAL" clId="{C50D1312-49B6-4843-BF8F-FF2439C740DC}" dt="2026-09-28T10:37:33.411" v="394" actId="1076"/>
          <ac:graphicFrameMkLst>
            <pc:docMk/>
            <pc:sldMk cId="4041377758" sldId="291"/>
            <ac:graphicFrameMk id="8" creationId="{0F663E0E-2AEF-A2B7-9490-1B73E2A8BBE9}"/>
          </ac:graphicFrameMkLst>
        </pc:graphicFrameChg>
        <pc:graphicFrameChg chg="add del modGraphic">
          <ac:chgData name="Mamdouh Jamjoom" userId="4f83adfd-8daa-4f62-9189-dd97c2009acc" providerId="ADAL" clId="{C50D1312-49B6-4843-BF8F-FF2439C740DC}" dt="2026-09-28T10:36:50.168" v="386" actId="478"/>
          <ac:graphicFrameMkLst>
            <pc:docMk/>
            <pc:sldMk cId="4041377758" sldId="291"/>
            <ac:graphicFrameMk id="12" creationId="{01357AAB-15EC-5474-83C7-0668103AE676}"/>
          </ac:graphicFrameMkLst>
        </pc:graphicFrameChg>
        <pc:graphicFrameChg chg="add del ord">
          <ac:chgData name="Mamdouh Jamjoom" userId="4f83adfd-8daa-4f62-9189-dd97c2009acc" providerId="ADAL" clId="{C50D1312-49B6-4843-BF8F-FF2439C740DC}" dt="2026-09-28T10:37:36.774" v="395" actId="478"/>
          <ac:graphicFrameMkLst>
            <pc:docMk/>
            <pc:sldMk cId="4041377758" sldId="291"/>
            <ac:graphicFrameMk id="14" creationId="{53914EA4-8BCE-1066-9F4D-B345A4C049BD}"/>
          </ac:graphicFrameMkLst>
        </pc:graphicFrameChg>
      </pc:sldChg>
      <pc:sldChg chg="addSp delSp modSp add mod modShow">
        <pc:chgData name="Mamdouh Jamjoom" userId="4f83adfd-8daa-4f62-9189-dd97c2009acc" providerId="ADAL" clId="{C50D1312-49B6-4843-BF8F-FF2439C740DC}" dt="2026-09-28T10:37:18.304" v="389" actId="478"/>
        <pc:sldMkLst>
          <pc:docMk/>
          <pc:sldMk cId="3218896207" sldId="293"/>
        </pc:sldMkLst>
        <pc:graphicFrameChg chg="add del ord modGraphic">
          <ac:chgData name="Mamdouh Jamjoom" userId="4f83adfd-8daa-4f62-9189-dd97c2009acc" providerId="ADAL" clId="{C50D1312-49B6-4843-BF8F-FF2439C740DC}" dt="2026-09-28T10:22:08.791" v="216" actId="478"/>
          <ac:graphicFrameMkLst>
            <pc:docMk/>
            <pc:sldMk cId="3218896207" sldId="293"/>
            <ac:graphicFrameMk id="3" creationId="{F8ADDC2D-5ADF-EF17-DDC9-26AB5FE265D5}"/>
          </ac:graphicFrameMkLst>
        </pc:graphicFrameChg>
        <pc:graphicFrameChg chg="add del mod ord modGraphic">
          <ac:chgData name="Mamdouh Jamjoom" userId="4f83adfd-8daa-4f62-9189-dd97c2009acc" providerId="ADAL" clId="{C50D1312-49B6-4843-BF8F-FF2439C740DC}" dt="2026-09-28T10:35:47.344" v="366" actId="478"/>
          <ac:graphicFrameMkLst>
            <pc:docMk/>
            <pc:sldMk cId="3218896207" sldId="293"/>
            <ac:graphicFrameMk id="4" creationId="{75B4E091-5B9B-91EF-A7EF-DE97F223A609}"/>
          </ac:graphicFrameMkLst>
        </pc:graphicFrameChg>
        <pc:graphicFrameChg chg="add mod modGraphic">
          <ac:chgData name="Mamdouh Jamjoom" userId="4f83adfd-8daa-4f62-9189-dd97c2009acc" providerId="ADAL" clId="{C50D1312-49B6-4843-BF8F-FF2439C740DC}" dt="2026-09-28T10:35:50.746" v="368" actId="14100"/>
          <ac:graphicFrameMkLst>
            <pc:docMk/>
            <pc:sldMk cId="3218896207" sldId="293"/>
            <ac:graphicFrameMk id="6" creationId="{BB642828-958B-9DCB-92F0-C20EC69E8D02}"/>
          </ac:graphicFrameMkLst>
        </pc:graphicFrameChg>
        <pc:graphicFrameChg chg="add del mod modGraphic">
          <ac:chgData name="Mamdouh Jamjoom" userId="4f83adfd-8daa-4f62-9189-dd97c2009acc" providerId="ADAL" clId="{C50D1312-49B6-4843-BF8F-FF2439C740DC}" dt="2026-09-28T10:32:11.080" v="321" actId="478"/>
          <ac:graphicFrameMkLst>
            <pc:docMk/>
            <pc:sldMk cId="3218896207" sldId="293"/>
            <ac:graphicFrameMk id="8" creationId="{15FDD208-8AE0-6F55-E2A2-92BFF58B4A1A}"/>
          </ac:graphicFrameMkLst>
        </pc:graphicFrameChg>
        <pc:graphicFrameChg chg="add mod modGraphic">
          <ac:chgData name="Mamdouh Jamjoom" userId="4f83adfd-8daa-4f62-9189-dd97c2009acc" providerId="ADAL" clId="{C50D1312-49B6-4843-BF8F-FF2439C740DC}" dt="2026-09-28T10:35:52.611" v="369" actId="14100"/>
          <ac:graphicFrameMkLst>
            <pc:docMk/>
            <pc:sldMk cId="3218896207" sldId="293"/>
            <ac:graphicFrameMk id="10" creationId="{A8407863-CB40-C593-FC42-245E840B5E3B}"/>
          </ac:graphicFrameMkLst>
        </pc:graphicFrameChg>
        <pc:graphicFrameChg chg="add del">
          <ac:chgData name="Mamdouh Jamjoom" userId="4f83adfd-8daa-4f62-9189-dd97c2009acc" providerId="ADAL" clId="{C50D1312-49B6-4843-BF8F-FF2439C740DC}" dt="2026-09-28T10:35:09.720" v="357" actId="22"/>
          <ac:graphicFrameMkLst>
            <pc:docMk/>
            <pc:sldMk cId="3218896207" sldId="293"/>
            <ac:graphicFrameMk id="13" creationId="{821210DD-6134-72D8-8D50-9A86ABE7DE05}"/>
          </ac:graphicFrameMkLst>
        </pc:graphicFrameChg>
        <pc:graphicFrameChg chg="add">
          <ac:chgData name="Mamdouh Jamjoom" userId="4f83adfd-8daa-4f62-9189-dd97c2009acc" providerId="ADAL" clId="{C50D1312-49B6-4843-BF8F-FF2439C740DC}" dt="2026-09-28T10:35:47.733" v="367" actId="22"/>
          <ac:graphicFrameMkLst>
            <pc:docMk/>
            <pc:sldMk cId="3218896207" sldId="293"/>
            <ac:graphicFrameMk id="15" creationId="{2E895623-494A-A68F-D8FA-B0DEB08E139C}"/>
          </ac:graphicFrameMkLst>
        </pc:graphicFrameChg>
        <pc:graphicFrameChg chg="add del mod">
          <ac:chgData name="Mamdouh Jamjoom" userId="4f83adfd-8daa-4f62-9189-dd97c2009acc" providerId="ADAL" clId="{C50D1312-49B6-4843-BF8F-FF2439C740DC}" dt="2026-09-28T10:36:20.415" v="376" actId="478"/>
          <ac:graphicFrameMkLst>
            <pc:docMk/>
            <pc:sldMk cId="3218896207" sldId="293"/>
            <ac:graphicFrameMk id="17" creationId="{8F8EE2BF-8BF4-8CC6-73CD-CE536977DBBB}"/>
          </ac:graphicFrameMkLst>
        </pc:graphicFrameChg>
        <pc:graphicFrameChg chg="add del mod">
          <ac:chgData name="Mamdouh Jamjoom" userId="4f83adfd-8daa-4f62-9189-dd97c2009acc" providerId="ADAL" clId="{C50D1312-49B6-4843-BF8F-FF2439C740DC}" dt="2026-09-28T10:37:18.304" v="389" actId="478"/>
          <ac:graphicFrameMkLst>
            <pc:docMk/>
            <pc:sldMk cId="3218896207" sldId="293"/>
            <ac:graphicFrameMk id="19" creationId="{889F0A82-4558-2DDB-3478-9C6693D90685}"/>
          </ac:graphicFrameMkLst>
        </pc:graphicFrameChg>
      </pc:sldChg>
      <pc:sldChg chg="addSp delSp modSp add mod ord">
        <pc:chgData name="Mamdouh Jamjoom" userId="4f83adfd-8daa-4f62-9189-dd97c2009acc" providerId="ADAL" clId="{C50D1312-49B6-4843-BF8F-FF2439C740DC}" dt="2026-09-28T10:59:16.517" v="481" actId="207"/>
        <pc:sldMkLst>
          <pc:docMk/>
          <pc:sldMk cId="1228709156" sldId="294"/>
        </pc:sldMkLst>
        <pc:graphicFrameChg chg="add del mod">
          <ac:chgData name="Mamdouh Jamjoom" userId="4f83adfd-8daa-4f62-9189-dd97c2009acc" providerId="ADAL" clId="{C50D1312-49B6-4843-BF8F-FF2439C740DC}" dt="2026-09-28T10:55:14.344" v="444" actId="478"/>
          <ac:graphicFrameMkLst>
            <pc:docMk/>
            <pc:sldMk cId="1228709156" sldId="294"/>
            <ac:graphicFrameMk id="3" creationId="{69F85CD7-5F84-67AB-B8AB-0C19B4865560}"/>
          </ac:graphicFrameMkLst>
        </pc:graphicFrameChg>
        <pc:graphicFrameChg chg="add del">
          <ac:chgData name="Mamdouh Jamjoom" userId="4f83adfd-8daa-4f62-9189-dd97c2009acc" providerId="ADAL" clId="{C50D1312-49B6-4843-BF8F-FF2439C740DC}" dt="2026-09-28T10:28:46.879" v="286" actId="478"/>
          <ac:graphicFrameMkLst>
            <pc:docMk/>
            <pc:sldMk cId="1228709156" sldId="294"/>
            <ac:graphicFrameMk id="3" creationId="{B35805B7-3F70-DD4A-ADA5-D28B41E7149F}"/>
          </ac:graphicFrameMkLst>
        </pc:graphicFrameChg>
        <pc:graphicFrameChg chg="del mod modGraphic">
          <ac:chgData name="Mamdouh Jamjoom" userId="4f83adfd-8daa-4f62-9189-dd97c2009acc" providerId="ADAL" clId="{C50D1312-49B6-4843-BF8F-FF2439C740DC}" dt="2026-09-28T10:59:09.615" v="480" actId="478"/>
          <ac:graphicFrameMkLst>
            <pc:docMk/>
            <pc:sldMk cId="1228709156" sldId="294"/>
            <ac:graphicFrameMk id="5" creationId="{E18BC729-5651-FB0B-6942-26E872602F2C}"/>
          </ac:graphicFrameMkLst>
        </pc:graphicFrameChg>
        <pc:graphicFrameChg chg="add del">
          <ac:chgData name="Mamdouh Jamjoom" userId="4f83adfd-8daa-4f62-9189-dd97c2009acc" providerId="ADAL" clId="{C50D1312-49B6-4843-BF8F-FF2439C740DC}" dt="2026-09-28T10:57:20.104" v="469" actId="478"/>
          <ac:graphicFrameMkLst>
            <pc:docMk/>
            <pc:sldMk cId="1228709156" sldId="294"/>
            <ac:graphicFrameMk id="6" creationId="{941B9469-5F49-9E91-4C73-90755F31E07B}"/>
          </ac:graphicFrameMkLst>
        </pc:graphicFrameChg>
        <pc:graphicFrameChg chg="add del">
          <ac:chgData name="Mamdouh Jamjoom" userId="4f83adfd-8daa-4f62-9189-dd97c2009acc" providerId="ADAL" clId="{C50D1312-49B6-4843-BF8F-FF2439C740DC}" dt="2026-09-28T10:58:24.589" v="474" actId="478"/>
          <ac:graphicFrameMkLst>
            <pc:docMk/>
            <pc:sldMk cId="1228709156" sldId="294"/>
            <ac:graphicFrameMk id="11" creationId="{4BA00D04-2F4D-F94E-FF85-44EEE3C8955E}"/>
          </ac:graphicFrameMkLst>
        </pc:graphicFrameChg>
        <pc:graphicFrameChg chg="add mod modGraphic">
          <ac:chgData name="Mamdouh Jamjoom" userId="4f83adfd-8daa-4f62-9189-dd97c2009acc" providerId="ADAL" clId="{C50D1312-49B6-4843-BF8F-FF2439C740DC}" dt="2026-09-28T10:59:16.517" v="481" actId="207"/>
          <ac:graphicFrameMkLst>
            <pc:docMk/>
            <pc:sldMk cId="1228709156" sldId="294"/>
            <ac:graphicFrameMk id="13" creationId="{9D9FE706-3C2E-2B60-BCEC-718A7D04BDF3}"/>
          </ac:graphicFrameMkLst>
        </pc:graphicFrameChg>
      </pc:sldChg>
      <pc:sldChg chg="addSp delSp modSp add mod">
        <pc:chgData name="Mamdouh Jamjoom" userId="4f83adfd-8daa-4f62-9189-dd97c2009acc" providerId="ADAL" clId="{C50D1312-49B6-4843-BF8F-FF2439C740DC}" dt="2026-09-28T10:57:14.122" v="466" actId="478"/>
        <pc:sldMkLst>
          <pc:docMk/>
          <pc:sldMk cId="3000095571" sldId="295"/>
        </pc:sldMkLst>
        <pc:graphicFrameChg chg="add del mod modGraphic">
          <ac:chgData name="Mamdouh Jamjoom" userId="4f83adfd-8daa-4f62-9189-dd97c2009acc" providerId="ADAL" clId="{C50D1312-49B6-4843-BF8F-FF2439C740DC}" dt="2026-09-28T10:56:34.283" v="462" actId="478"/>
          <ac:graphicFrameMkLst>
            <pc:docMk/>
            <pc:sldMk cId="3000095571" sldId="295"/>
            <ac:graphicFrameMk id="3" creationId="{86E40E29-FEE6-3459-435F-CCAD20EE5846}"/>
          </ac:graphicFrameMkLst>
        </pc:graphicFrameChg>
        <pc:graphicFrameChg chg="add del">
          <ac:chgData name="Mamdouh Jamjoom" userId="4f83adfd-8daa-4f62-9189-dd97c2009acc" providerId="ADAL" clId="{C50D1312-49B6-4843-BF8F-FF2439C740DC}" dt="2026-09-28T10:29:29.981" v="291" actId="22"/>
          <ac:graphicFrameMkLst>
            <pc:docMk/>
            <pc:sldMk cId="3000095571" sldId="295"/>
            <ac:graphicFrameMk id="3" creationId="{EDBEE671-B0A0-5557-B4BB-5E2EAE882551}"/>
          </ac:graphicFrameMkLst>
        </pc:graphicFrameChg>
        <pc:graphicFrameChg chg="add del mod modGraphic">
          <ac:chgData name="Mamdouh Jamjoom" userId="4f83adfd-8daa-4f62-9189-dd97c2009acc" providerId="ADAL" clId="{C50D1312-49B6-4843-BF8F-FF2439C740DC}" dt="2026-09-28T10:56:30.112" v="461" actId="1076"/>
          <ac:graphicFrameMkLst>
            <pc:docMk/>
            <pc:sldMk cId="3000095571" sldId="295"/>
            <ac:graphicFrameMk id="5" creationId="{EDE84349-60CC-6BB4-DC78-8839D4675037}"/>
          </ac:graphicFrameMkLst>
        </pc:graphicFrameChg>
        <pc:graphicFrameChg chg="add del">
          <ac:chgData name="Mamdouh Jamjoom" userId="4f83adfd-8daa-4f62-9189-dd97c2009acc" providerId="ADAL" clId="{C50D1312-49B6-4843-BF8F-FF2439C740DC}" dt="2026-09-28T10:29:29.981" v="291" actId="22"/>
          <ac:graphicFrameMkLst>
            <pc:docMk/>
            <pc:sldMk cId="3000095571" sldId="295"/>
            <ac:graphicFrameMk id="6" creationId="{2094C0DE-205A-407F-07B1-68AA532DA163}"/>
          </ac:graphicFrameMkLst>
        </pc:graphicFrameChg>
        <pc:graphicFrameChg chg="add del mod modGraphic">
          <ac:chgData name="Mamdouh Jamjoom" userId="4f83adfd-8daa-4f62-9189-dd97c2009acc" providerId="ADAL" clId="{C50D1312-49B6-4843-BF8F-FF2439C740DC}" dt="2026-09-28T10:57:14.122" v="466" actId="478"/>
          <ac:graphicFrameMkLst>
            <pc:docMk/>
            <pc:sldMk cId="3000095571" sldId="295"/>
            <ac:graphicFrameMk id="6" creationId="{A6E73494-6102-6230-36E0-FE170B3D43A9}"/>
          </ac:graphicFrameMkLst>
        </pc:graphicFrameChg>
        <pc:graphicFrameChg chg="add del mod modGraphic">
          <ac:chgData name="Mamdouh Jamjoom" userId="4f83adfd-8daa-4f62-9189-dd97c2009acc" providerId="ADAL" clId="{C50D1312-49B6-4843-BF8F-FF2439C740DC}" dt="2026-09-28T10:56:25.371" v="457" actId="478"/>
          <ac:graphicFrameMkLst>
            <pc:docMk/>
            <pc:sldMk cId="3000095571" sldId="295"/>
            <ac:graphicFrameMk id="8" creationId="{B07FC504-1E90-283F-FA53-F5F64DD4E739}"/>
          </ac:graphicFrameMkLst>
        </pc:graphicFrameChg>
        <pc:graphicFrameChg chg="add mod modGraphic">
          <ac:chgData name="Mamdouh Jamjoom" userId="4f83adfd-8daa-4f62-9189-dd97c2009acc" providerId="ADAL" clId="{C50D1312-49B6-4843-BF8F-FF2439C740DC}" dt="2026-09-28T10:55:42.597" v="450"/>
          <ac:graphicFrameMkLst>
            <pc:docMk/>
            <pc:sldMk cId="3000095571" sldId="295"/>
            <ac:graphicFrameMk id="11" creationId="{494A5A4B-7F9B-4333-84F4-A7497E786746}"/>
          </ac:graphicFrameMkLst>
        </pc:graphicFrameChg>
        <pc:graphicFrameChg chg="add del mod modGraphic">
          <ac:chgData name="Mamdouh Jamjoom" userId="4f83adfd-8daa-4f62-9189-dd97c2009acc" providerId="ADAL" clId="{C50D1312-49B6-4843-BF8F-FF2439C740DC}" dt="2026-09-28T10:35:42.771" v="365" actId="478"/>
          <ac:graphicFrameMkLst>
            <pc:docMk/>
            <pc:sldMk cId="3000095571" sldId="295"/>
            <ac:graphicFrameMk id="13" creationId="{5031F7DE-191E-3A58-C23E-2701D2DD63DB}"/>
          </ac:graphicFrameMkLst>
        </pc:graphicFrameChg>
      </pc:sldChg>
      <pc:sldChg chg="new del ord">
        <pc:chgData name="Mamdouh Jamjoom" userId="4f83adfd-8daa-4f62-9189-dd97c2009acc" providerId="ADAL" clId="{C50D1312-49B6-4843-BF8F-FF2439C740DC}" dt="2026-09-28T10:37:56.936" v="401" actId="680"/>
        <pc:sldMkLst>
          <pc:docMk/>
          <pc:sldMk cId="1222546987" sldId="296"/>
        </pc:sldMkLst>
      </pc:sldChg>
      <pc:sldChg chg="addSp delSp modSp add del mod">
        <pc:chgData name="Mamdouh Jamjoom" userId="4f83adfd-8daa-4f62-9189-dd97c2009acc" providerId="ADAL" clId="{C50D1312-49B6-4843-BF8F-FF2439C740DC}" dt="2026-09-28T10:38:51.950" v="413" actId="47"/>
        <pc:sldMkLst>
          <pc:docMk/>
          <pc:sldMk cId="3515384450" sldId="296"/>
        </pc:sldMkLst>
        <pc:graphicFrameChg chg="add mod modGraphic">
          <ac:chgData name="Mamdouh Jamjoom" userId="4f83adfd-8daa-4f62-9189-dd97c2009acc" providerId="ADAL" clId="{C50D1312-49B6-4843-BF8F-FF2439C740DC}" dt="2026-09-28T10:38:42.160" v="411" actId="207"/>
          <ac:graphicFrameMkLst>
            <pc:docMk/>
            <pc:sldMk cId="3515384450" sldId="296"/>
            <ac:graphicFrameMk id="3" creationId="{CC92F5C2-76D1-F275-7860-16DEEF8182D0}"/>
          </ac:graphicFrameMkLst>
        </pc:graphicFrameChg>
        <pc:graphicFrameChg chg="del">
          <ac:chgData name="Mamdouh Jamjoom" userId="4f83adfd-8daa-4f62-9189-dd97c2009acc" providerId="ADAL" clId="{C50D1312-49B6-4843-BF8F-FF2439C740DC}" dt="2026-09-28T10:38:00.913" v="403" actId="478"/>
          <ac:graphicFrameMkLst>
            <pc:docMk/>
            <pc:sldMk cId="3515384450" sldId="296"/>
            <ac:graphicFrameMk id="15" creationId="{70C41098-9727-FED3-EBB8-F3A2CB1B29D1}"/>
          </ac:graphicFrameMkLst>
        </pc:graphicFrameChg>
      </pc:sldChg>
    </pc:docChg>
  </pc:docChgLst>
  <pc:docChgLst>
    <pc:chgData name="Samar Muhammad Almsarri" userId="44257f33-7198-4de5-a73d-e309910297e5" providerId="ADAL" clId="{36D95498-DD52-4D49-98D4-DE0035E678BB}"/>
    <pc:docChg chg="undo custSel delSld modSld modSection">
      <pc:chgData name="Samar Muhammad Almsarri" userId="44257f33-7198-4de5-a73d-e309910297e5" providerId="ADAL" clId="{36D95498-DD52-4D49-98D4-DE0035E678BB}" dt="2026-09-20T11:50:04.158" v="22" actId="255"/>
      <pc:docMkLst>
        <pc:docMk/>
      </pc:docMkLst>
      <pc:sldChg chg="mod">
        <pc:chgData name="Samar Muhammad Almsarri" userId="44257f33-7198-4de5-a73d-e309910297e5" providerId="ADAL" clId="{36D95498-DD52-4D49-98D4-DE0035E678BB}" dt="2026-09-20T11:47:41.324" v="18" actId="27918"/>
        <pc:sldMkLst>
          <pc:docMk/>
          <pc:sldMk cId="0" sldId="258"/>
        </pc:sldMkLst>
      </pc:sldChg>
    </pc:docChg>
  </pc:docChgLst>
  <pc:docChgLst>
    <pc:chgData name="Baraa Fayez Bakhsh" userId="b9aaab7b-6818-4bdd-903a-1ab14bd1342d" providerId="ADAL" clId="{5189D8EB-F4BB-4ED1-BE3E-2FE4F8A8F623}"/>
    <pc:docChg chg="modSld">
      <pc:chgData name="Baraa Fayez Bakhsh" userId="b9aaab7b-6818-4bdd-903a-1ab14bd1342d" providerId="ADAL" clId="{5189D8EB-F4BB-4ED1-BE3E-2FE4F8A8F623}" dt="2026-09-28T13:03:56.570" v="87" actId="6549"/>
      <pc:docMkLst>
        <pc:docMk/>
      </pc:docMkLst>
      <pc:sldChg chg="modSp mod">
        <pc:chgData name="Baraa Fayez Bakhsh" userId="b9aaab7b-6818-4bdd-903a-1ab14bd1342d" providerId="ADAL" clId="{5189D8EB-F4BB-4ED1-BE3E-2FE4F8A8F623}" dt="2026-09-28T13:03:56.570" v="87" actId="6549"/>
        <pc:sldMkLst>
          <pc:docMk/>
          <pc:sldMk cId="0" sldId="257"/>
        </pc:sldMkLst>
        <pc:graphicFrameChg chg="modGraphic">
          <ac:chgData name="Baraa Fayez Bakhsh" userId="b9aaab7b-6818-4bdd-903a-1ab14bd1342d" providerId="ADAL" clId="{5189D8EB-F4BB-4ED1-BE3E-2FE4F8A8F623}" dt="2026-09-28T13:03:55.529" v="85" actId="6549"/>
          <ac:graphicFrameMkLst>
            <pc:docMk/>
            <pc:sldMk cId="0" sldId="257"/>
            <ac:graphicFrameMk id="9" creationId="{D96A1065-2CDC-FD7E-B595-7AD90E566C9F}"/>
          </ac:graphicFrameMkLst>
        </pc:graphicFrameChg>
        <pc:graphicFrameChg chg="modGraphic">
          <ac:chgData name="Baraa Fayez Bakhsh" userId="b9aaab7b-6818-4bdd-903a-1ab14bd1342d" providerId="ADAL" clId="{5189D8EB-F4BB-4ED1-BE3E-2FE4F8A8F623}" dt="2026-09-28T13:03:56.570" v="87" actId="6549"/>
          <ac:graphicFrameMkLst>
            <pc:docMk/>
            <pc:sldMk cId="0" sldId="257"/>
            <ac:graphicFrameMk id="10" creationId="{92064D1D-742E-1670-6F61-3AC442787108}"/>
          </ac:graphicFrameMkLst>
        </pc:graphicFrameChg>
        <pc:graphicFrameChg chg="modGraphic">
          <ac:chgData name="Baraa Fayez Bakhsh" userId="b9aaab7b-6818-4bdd-903a-1ab14bd1342d" providerId="ADAL" clId="{5189D8EB-F4BB-4ED1-BE3E-2FE4F8A8F623}" dt="2026-09-28T13:03:54.393" v="83" actId="6549"/>
          <ac:graphicFrameMkLst>
            <pc:docMk/>
            <pc:sldMk cId="0" sldId="257"/>
            <ac:graphicFrameMk id="48" creationId="{EAD8973F-3875-A3F6-A96E-C90EBA4158F6}"/>
          </ac:graphicFrameMkLst>
        </pc:graphicFrameChg>
      </pc:sldChg>
      <pc:sldChg chg="mod modShow">
        <pc:chgData name="Baraa Fayez Bakhsh" userId="b9aaab7b-6818-4bdd-903a-1ab14bd1342d" providerId="ADAL" clId="{5189D8EB-F4BB-4ED1-BE3E-2FE4F8A8F623}" dt="2026-09-20T18:54:12.460" v="76" actId="729"/>
        <pc:sldMkLst>
          <pc:docMk/>
          <pc:sldMk cId="0" sldId="258"/>
        </pc:sldMkLst>
      </pc:sldChg>
      <pc:sldChg chg="modSp mod">
        <pc:chgData name="Baraa Fayez Bakhsh" userId="b9aaab7b-6818-4bdd-903a-1ab14bd1342d" providerId="ADAL" clId="{5189D8EB-F4BB-4ED1-BE3E-2FE4F8A8F623}" dt="2026-09-20T18:55:37.045" v="81" actId="20577"/>
        <pc:sldMkLst>
          <pc:docMk/>
          <pc:sldMk cId="1748086610" sldId="271"/>
        </pc:sldMkLst>
        <pc:graphicFrameChg chg="mod modGraphic">
          <ac:chgData name="Baraa Fayez Bakhsh" userId="b9aaab7b-6818-4bdd-903a-1ab14bd1342d" providerId="ADAL" clId="{5189D8EB-F4BB-4ED1-BE3E-2FE4F8A8F623}" dt="2026-09-20T18:55:37.045" v="81" actId="20577"/>
          <ac:graphicFrameMkLst>
            <pc:docMk/>
            <pc:sldMk cId="1748086610" sldId="271"/>
            <ac:graphicFrameMk id="7" creationId="{03BCF0DC-5D7E-D09C-8B63-AD356527C1C9}"/>
          </ac:graphicFrameMkLst>
        </pc:graphicFrameChg>
      </pc:sldChg>
      <pc:sldChg chg="mod modShow">
        <pc:chgData name="Baraa Fayez Bakhsh" userId="b9aaab7b-6818-4bdd-903a-1ab14bd1342d" providerId="ADAL" clId="{5189D8EB-F4BB-4ED1-BE3E-2FE4F8A8F623}" dt="2026-09-20T18:54:12.460" v="76" actId="729"/>
        <pc:sldMkLst>
          <pc:docMk/>
          <pc:sldMk cId="857615756" sldId="287"/>
        </pc:sldMkLst>
      </pc:sldChg>
      <pc:sldChg chg="mod modShow">
        <pc:chgData name="Baraa Fayez Bakhsh" userId="b9aaab7b-6818-4bdd-903a-1ab14bd1342d" providerId="ADAL" clId="{5189D8EB-F4BB-4ED1-BE3E-2FE4F8A8F623}" dt="2026-09-20T18:54:12.460" v="76" actId="729"/>
        <pc:sldMkLst>
          <pc:docMk/>
          <pc:sldMk cId="2344831510" sldId="290"/>
        </pc:sldMkLst>
      </pc:sldChg>
      <pc:sldChg chg="mod modShow">
        <pc:chgData name="Baraa Fayez Bakhsh" userId="b9aaab7b-6818-4bdd-903a-1ab14bd1342d" providerId="ADAL" clId="{5189D8EB-F4BB-4ED1-BE3E-2FE4F8A8F623}" dt="2026-09-20T18:54:12.460" v="76" actId="729"/>
        <pc:sldMkLst>
          <pc:docMk/>
          <pc:sldMk cId="4041377758" sldId="291"/>
        </pc:sldMkLst>
      </pc:sldChg>
      <pc:sldChg chg="mod modShow">
        <pc:chgData name="Baraa Fayez Bakhsh" userId="b9aaab7b-6818-4bdd-903a-1ab14bd1342d" providerId="ADAL" clId="{5189D8EB-F4BB-4ED1-BE3E-2FE4F8A8F623}" dt="2026-09-20T18:54:12.460" v="76" actId="729"/>
        <pc:sldMkLst>
          <pc:docMk/>
          <pc:sldMk cId="3218896207" sldId="293"/>
        </pc:sldMkLst>
      </pc:sldChg>
    </pc:docChg>
  </pc:docChgLst>
  <pc:docChgLst>
    <pc:chgData name="Amjad Abdulrahman Alluhaibi" userId="991dd13c-d66c-4e29-a764-81fc4b3aa379" providerId="ADAL" clId="{75DB031D-D834-4C29-BF15-25C88C7302BD}"/>
    <pc:docChg chg="custSel addSld modSld sldOrd modMainMaster modSection">
      <pc:chgData name="Amjad Abdulrahman Alluhaibi" userId="991dd13c-d66c-4e29-a764-81fc4b3aa379" providerId="ADAL" clId="{75DB031D-D834-4C29-BF15-25C88C7302BD}" dt="2026-09-13T12:09:04.629" v="232" actId="20577"/>
      <pc:docMkLst>
        <pc:docMk/>
      </pc:docMkLst>
      <pc:sldChg chg="modSp mod">
        <pc:chgData name="Amjad Abdulrahman Alluhaibi" userId="991dd13c-d66c-4e29-a764-81fc4b3aa379" providerId="ADAL" clId="{75DB031D-D834-4C29-BF15-25C88C7302BD}" dt="2026-09-13T12:03:47.150" v="217" actId="27918"/>
        <pc:sldMkLst>
          <pc:docMk/>
          <pc:sldMk cId="0" sldId="257"/>
        </pc:sldMkLst>
        <pc:spChg chg="mod">
          <ac:chgData name="Amjad Abdulrahman Alluhaibi" userId="991dd13c-d66c-4e29-a764-81fc4b3aa379" providerId="ADAL" clId="{75DB031D-D834-4C29-BF15-25C88C7302BD}" dt="2026-09-13T12:03:26.630" v="211" actId="20577"/>
          <ac:spMkLst>
            <pc:docMk/>
            <pc:sldMk cId="0" sldId="257"/>
            <ac:spMk id="18" creationId="{4F3CCE75-1975-5AD9-B4C2-968F0999F69F}"/>
          </ac:spMkLst>
        </pc:spChg>
        <pc:spChg chg="mod">
          <ac:chgData name="Amjad Abdulrahman Alluhaibi" userId="991dd13c-d66c-4e29-a764-81fc4b3aa379" providerId="ADAL" clId="{75DB031D-D834-4C29-BF15-25C88C7302BD}" dt="2026-09-13T12:03:30.706" v="213" actId="20577"/>
          <ac:spMkLst>
            <pc:docMk/>
            <pc:sldMk cId="0" sldId="257"/>
            <ac:spMk id="25" creationId="{655EFD64-72CE-5B02-038F-E3EF346E6808}"/>
          </ac:spMkLst>
        </pc:spChg>
        <pc:spChg chg="mod">
          <ac:chgData name="Amjad Abdulrahman Alluhaibi" userId="991dd13c-d66c-4e29-a764-81fc4b3aa379" providerId="ADAL" clId="{75DB031D-D834-4C29-BF15-25C88C7302BD}" dt="2026-09-13T12:03:22.389" v="210" actId="20577"/>
          <ac:spMkLst>
            <pc:docMk/>
            <pc:sldMk cId="0" sldId="257"/>
            <ac:spMk id="26" creationId="{16030ABC-E859-EE4D-3833-1FAD0FD6C489}"/>
          </ac:spMkLst>
        </pc:spChg>
        <pc:spChg chg="mod">
          <ac:chgData name="Amjad Abdulrahman Alluhaibi" userId="991dd13c-d66c-4e29-a764-81fc4b3aa379" providerId="ADAL" clId="{75DB031D-D834-4C29-BF15-25C88C7302BD}" dt="2026-09-13T11:58:32.536" v="156"/>
          <ac:spMkLst>
            <pc:docMk/>
            <pc:sldMk cId="0" sldId="257"/>
            <ac:spMk id="39" creationId="{F3D2FD89-22B2-877B-7941-EFBE9C0AA63D}"/>
          </ac:spMkLst>
        </pc:spChg>
        <pc:graphicFrameChg chg="modGraphic">
          <ac:chgData name="Amjad Abdulrahman Alluhaibi" userId="991dd13c-d66c-4e29-a764-81fc4b3aa379" providerId="ADAL" clId="{75DB031D-D834-4C29-BF15-25C88C7302BD}" dt="2026-09-13T12:03:11.574" v="205" actId="20577"/>
          <ac:graphicFrameMkLst>
            <pc:docMk/>
            <pc:sldMk cId="0" sldId="257"/>
            <ac:graphicFrameMk id="48" creationId="{EAD8973F-3875-A3F6-A96E-C90EBA4158F6}"/>
          </ac:graphicFrameMkLst>
        </pc:graphicFrameChg>
      </pc:sldChg>
      <pc:sldChg chg="modSp mod ord">
        <pc:chgData name="Amjad Abdulrahman Alluhaibi" userId="991dd13c-d66c-4e29-a764-81fc4b3aa379" providerId="ADAL" clId="{75DB031D-D834-4C29-BF15-25C88C7302BD}" dt="2026-09-13T12:09:04.629" v="232" actId="20577"/>
        <pc:sldMkLst>
          <pc:docMk/>
          <pc:sldMk cId="0" sldId="258"/>
        </pc:sldMkLst>
        <pc:spChg chg="mod">
          <ac:chgData name="Amjad Abdulrahman Alluhaibi" userId="991dd13c-d66c-4e29-a764-81fc4b3aa379" providerId="ADAL" clId="{75DB031D-D834-4C29-BF15-25C88C7302BD}" dt="2026-09-13T12:09:04.629" v="232" actId="20577"/>
          <ac:spMkLst>
            <pc:docMk/>
            <pc:sldMk cId="0" sldId="258"/>
            <ac:spMk id="4" creationId="{CB26C45B-2781-05AE-60E9-BFE4E8B4101F}"/>
          </ac:spMkLst>
        </pc:spChg>
        <pc:graphicFrameChg chg="mod modGraphic">
          <ac:chgData name="Amjad Abdulrahman Alluhaibi" userId="991dd13c-d66c-4e29-a764-81fc4b3aa379" providerId="ADAL" clId="{75DB031D-D834-4C29-BF15-25C88C7302BD}" dt="2026-09-13T11:46:50.844" v="77" actId="113"/>
          <ac:graphicFrameMkLst>
            <pc:docMk/>
            <pc:sldMk cId="0" sldId="258"/>
            <ac:graphicFrameMk id="44" creationId="{588A520A-F53B-B1B0-9BB7-03F70263EBFD}"/>
          </ac:graphicFrameMkLst>
        </pc:graphicFrameChg>
      </pc:sldChg>
      <pc:sldChg chg="ord">
        <pc:chgData name="Amjad Abdulrahman Alluhaibi" userId="991dd13c-d66c-4e29-a764-81fc4b3aa379" providerId="ADAL" clId="{75DB031D-D834-4C29-BF15-25C88C7302BD}" dt="2026-09-13T11:48:10.955" v="92"/>
        <pc:sldMkLst>
          <pc:docMk/>
          <pc:sldMk cId="0" sldId="260"/>
        </pc:sldMkLst>
      </pc:sldChg>
      <pc:sldChg chg="modSp mod">
        <pc:chgData name="Amjad Abdulrahman Alluhaibi" userId="991dd13c-d66c-4e29-a764-81fc4b3aa379" providerId="ADAL" clId="{75DB031D-D834-4C29-BF15-25C88C7302BD}" dt="2026-09-13T11:51:40.518" v="143" actId="20577"/>
        <pc:sldMkLst>
          <pc:docMk/>
          <pc:sldMk cId="846082208" sldId="263"/>
        </pc:sldMkLst>
        <pc:spChg chg="mod">
          <ac:chgData name="Amjad Abdulrahman Alluhaibi" userId="991dd13c-d66c-4e29-a764-81fc4b3aa379" providerId="ADAL" clId="{75DB031D-D834-4C29-BF15-25C88C7302BD}" dt="2026-09-13T11:51:40.518" v="143" actId="20577"/>
          <ac:spMkLst>
            <pc:docMk/>
            <pc:sldMk cId="846082208" sldId="263"/>
            <ac:spMk id="3" creationId="{2966FC70-2697-64BD-0D6D-17D74CFB965F}"/>
          </ac:spMkLst>
        </pc:spChg>
      </pc:sldChg>
      <pc:sldChg chg="modSp mod">
        <pc:chgData name="Amjad Abdulrahman Alluhaibi" userId="991dd13c-d66c-4e29-a764-81fc4b3aa379" providerId="ADAL" clId="{75DB031D-D834-4C29-BF15-25C88C7302BD}" dt="2026-09-13T12:02:37.015" v="198"/>
        <pc:sldMkLst>
          <pc:docMk/>
          <pc:sldMk cId="1748086610" sldId="271"/>
        </pc:sldMkLst>
        <pc:graphicFrameChg chg="mod modGraphic">
          <ac:chgData name="Amjad Abdulrahman Alluhaibi" userId="991dd13c-d66c-4e29-a764-81fc4b3aa379" providerId="ADAL" clId="{75DB031D-D834-4C29-BF15-25C88C7302BD}" dt="2026-09-13T12:02:37.015" v="198"/>
          <ac:graphicFrameMkLst>
            <pc:docMk/>
            <pc:sldMk cId="1748086610" sldId="271"/>
            <ac:graphicFrameMk id="7" creationId="{03BCF0DC-5D7E-D09C-8B63-AD356527C1C9}"/>
          </ac:graphicFrameMkLst>
        </pc:graphicFrameChg>
      </pc:sldChg>
      <pc:sldChg chg="ord">
        <pc:chgData name="Amjad Abdulrahman Alluhaibi" userId="991dd13c-d66c-4e29-a764-81fc4b3aa379" providerId="ADAL" clId="{75DB031D-D834-4C29-BF15-25C88C7302BD}" dt="2026-09-13T11:48:33.363" v="96"/>
        <pc:sldMkLst>
          <pc:docMk/>
          <pc:sldMk cId="732413781" sldId="274"/>
        </pc:sldMkLst>
      </pc:sldChg>
      <pc:sldChg chg="modSp mod">
        <pc:chgData name="Amjad Abdulrahman Alluhaibi" userId="991dd13c-d66c-4e29-a764-81fc4b3aa379" providerId="ADAL" clId="{75DB031D-D834-4C29-BF15-25C88C7302BD}" dt="2026-09-13T11:51:02.857" v="141" actId="20577"/>
        <pc:sldMkLst>
          <pc:docMk/>
          <pc:sldMk cId="2483166998" sldId="276"/>
        </pc:sldMkLst>
        <pc:spChg chg="mod">
          <ac:chgData name="Amjad Abdulrahman Alluhaibi" userId="991dd13c-d66c-4e29-a764-81fc4b3aa379" providerId="ADAL" clId="{75DB031D-D834-4C29-BF15-25C88C7302BD}" dt="2026-09-13T11:51:02.857" v="141" actId="20577"/>
          <ac:spMkLst>
            <pc:docMk/>
            <pc:sldMk cId="2483166998" sldId="276"/>
            <ac:spMk id="3" creationId="{8383E11E-EE67-0327-9276-6BBBFAB146BD}"/>
          </ac:spMkLst>
        </pc:spChg>
      </pc:sldChg>
      <pc:sldChg chg="modSp mod">
        <pc:chgData name="Amjad Abdulrahman Alluhaibi" userId="991dd13c-d66c-4e29-a764-81fc4b3aa379" providerId="ADAL" clId="{75DB031D-D834-4C29-BF15-25C88C7302BD}" dt="2026-09-13T11:41:22.160" v="40"/>
        <pc:sldMkLst>
          <pc:docMk/>
          <pc:sldMk cId="2344831510" sldId="290"/>
        </pc:sldMkLst>
        <pc:graphicFrameChg chg="mod modGraphic">
          <ac:chgData name="Amjad Abdulrahman Alluhaibi" userId="991dd13c-d66c-4e29-a764-81fc4b3aa379" providerId="ADAL" clId="{75DB031D-D834-4C29-BF15-25C88C7302BD}" dt="2026-09-13T11:39:05.518" v="36" actId="113"/>
          <ac:graphicFrameMkLst>
            <pc:docMk/>
            <pc:sldMk cId="2344831510" sldId="290"/>
            <ac:graphicFrameMk id="3" creationId="{DC8EC721-451E-4D5B-7A6E-7825D472F3DE}"/>
          </ac:graphicFrameMkLst>
        </pc:graphicFrameChg>
      </pc:sldChg>
      <pc:sldChg chg="modSp">
        <pc:chgData name="Amjad Abdulrahman Alluhaibi" userId="991dd13c-d66c-4e29-a764-81fc4b3aa379" providerId="ADAL" clId="{75DB031D-D834-4C29-BF15-25C88C7302BD}" dt="2026-09-13T11:39:34.107" v="37"/>
        <pc:sldMkLst>
          <pc:docMk/>
          <pc:sldMk cId="4041377758" sldId="291"/>
        </pc:sldMkLst>
        <pc:graphicFrameChg chg="mod">
          <ac:chgData name="Amjad Abdulrahman Alluhaibi" userId="991dd13c-d66c-4e29-a764-81fc4b3aa379" providerId="ADAL" clId="{75DB031D-D834-4C29-BF15-25C88C7302BD}" dt="2026-09-13T11:39:34.107" v="37"/>
          <ac:graphicFrameMkLst>
            <pc:docMk/>
            <pc:sldMk cId="4041377758" sldId="291"/>
            <ac:graphicFrameMk id="4" creationId="{72FA7B05-776D-49FC-E24C-8AB16F77CF8B}"/>
          </ac:graphicFrameMkLst>
        </pc:graphicFrameChg>
      </pc:sldChg>
      <pc:sldChg chg="modSp add mod ord modClrScheme chgLayout">
        <pc:chgData name="Amjad Abdulrahman Alluhaibi" userId="991dd13c-d66c-4e29-a764-81fc4b3aa379" providerId="ADAL" clId="{75DB031D-D834-4C29-BF15-25C88C7302BD}" dt="2026-09-13T11:49:50.347" v="100" actId="1076"/>
        <pc:sldMkLst>
          <pc:docMk/>
          <pc:sldMk cId="1467959429" sldId="292"/>
        </pc:sldMkLst>
        <pc:spChg chg="mod">
          <ac:chgData name="Amjad Abdulrahman Alluhaibi" userId="991dd13c-d66c-4e29-a764-81fc4b3aa379" providerId="ADAL" clId="{75DB031D-D834-4C29-BF15-25C88C7302BD}" dt="2026-09-13T11:49:41.189" v="99" actId="1076"/>
          <ac:spMkLst>
            <pc:docMk/>
            <pc:sldMk cId="1467959429" sldId="292"/>
            <ac:spMk id="3" creationId="{3001FF24-0088-54F5-409C-7440466F8671}"/>
          </ac:spMkLst>
        </pc:spChg>
        <pc:cxnChg chg="mod">
          <ac:chgData name="Amjad Abdulrahman Alluhaibi" userId="991dd13c-d66c-4e29-a764-81fc4b3aa379" providerId="ADAL" clId="{75DB031D-D834-4C29-BF15-25C88C7302BD}" dt="2026-09-13T11:49:50.347" v="100" actId="1076"/>
          <ac:cxnSpMkLst>
            <pc:docMk/>
            <pc:sldMk cId="1467959429" sldId="292"/>
            <ac:cxnSpMk id="5" creationId="{14FC2E42-3AF6-B2B8-D639-1E79DB01B430}"/>
          </ac:cxnSpMkLst>
        </pc:cxnChg>
      </pc:sldChg>
      <pc:sldMasterChg chg="modSldLayout">
        <pc:chgData name="Amjad Abdulrahman Alluhaibi" userId="991dd13c-d66c-4e29-a764-81fc4b3aa379" providerId="ADAL" clId="{75DB031D-D834-4C29-BF15-25C88C7302BD}" dt="2026-09-13T12:01:16.278" v="197" actId="14100"/>
        <pc:sldMasterMkLst>
          <pc:docMk/>
          <pc:sldMasterMk cId="2209977519" sldId="2147483648"/>
        </pc:sldMasterMkLst>
        <pc:sldLayoutChg chg="modSp mod">
          <pc:chgData name="Amjad Abdulrahman Alluhaibi" userId="991dd13c-d66c-4e29-a764-81fc4b3aa379" providerId="ADAL" clId="{75DB031D-D834-4C29-BF15-25C88C7302BD}" dt="2026-09-13T12:01:16.278" v="197" actId="14100"/>
          <pc:sldLayoutMkLst>
            <pc:docMk/>
            <pc:sldMasterMk cId="2209977519" sldId="2147483648"/>
            <pc:sldLayoutMk cId="3966831843" sldId="2147483669"/>
          </pc:sldLayoutMkLst>
          <pc:spChg chg="mod">
            <ac:chgData name="Amjad Abdulrahman Alluhaibi" userId="991dd13c-d66c-4e29-a764-81fc4b3aa379" providerId="ADAL" clId="{75DB031D-D834-4C29-BF15-25C88C7302BD}" dt="2026-09-13T12:01:13.801" v="196" actId="14100"/>
            <ac:spMkLst>
              <pc:docMk/>
              <pc:sldMasterMk cId="2209977519" sldId="2147483648"/>
              <pc:sldLayoutMk cId="3966831843" sldId="2147483669"/>
              <ac:spMk id="7" creationId="{3D7E9DDE-7987-9AC9-5252-A94D317A18B0}"/>
            </ac:spMkLst>
          </pc:spChg>
          <pc:cxnChg chg="mod">
            <ac:chgData name="Amjad Abdulrahman Alluhaibi" userId="991dd13c-d66c-4e29-a764-81fc4b3aa379" providerId="ADAL" clId="{75DB031D-D834-4C29-BF15-25C88C7302BD}" dt="2026-09-13T12:01:16.278" v="197" actId="14100"/>
            <ac:cxnSpMkLst>
              <pc:docMk/>
              <pc:sldMasterMk cId="2209977519" sldId="2147483648"/>
              <pc:sldLayoutMk cId="3966831843" sldId="2147483669"/>
              <ac:cxnSpMk id="3" creationId="{34C9488C-3CB6-A1BF-F105-0FFBB6F88156}"/>
            </ac:cxnSpMkLst>
          </pc:cxn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ar-S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وكالة التحول الرقمي وتقنية المعلومات</c:v>
                </c:pt>
                <c:pt idx="2">
                  <c:v>وكالة التعاون الدولي والشراكات</c:v>
                </c:pt>
                <c:pt idx="3">
                  <c:v>وكالة تطوير الاعمال وخدمة المستفيدين</c:v>
                </c:pt>
                <c:pt idx="4">
                  <c:v>وكالة شؤون الحج</c:v>
                </c:pt>
                <c:pt idx="5">
                  <c:v>مركز منصة نسك الرقمية</c:v>
                </c:pt>
                <c:pt idx="6">
                  <c:v>مركز امتثال الأعمال</c:v>
                </c:pt>
                <c:pt idx="7">
                  <c:v>برنامج خدمة ضيوف الرحمن</c:v>
                </c:pt>
              </c:strCache>
            </c:strRef>
          </c:cat>
          <c:val>
            <c:numRef>
              <c:f>Sheet1!$B$2:$B$9</c:f>
              <c:numCache>
                <c:formatCode>General</c:formatCode>
                <c:ptCount val="8"/>
                <c:pt idx="1">
                  <c:v>1</c:v>
                </c:pt>
                <c:pt idx="4">
                  <c:v>1</c:v>
                </c:pt>
              </c:numCache>
            </c:numRef>
          </c:val>
          <c:extLst>
            <c:ext xmlns:c16="http://schemas.microsoft.com/office/drawing/2014/chart" uri="{C3380CC4-5D6E-409C-BE32-E72D297353CC}">
              <c16:uniqueId val="{00000000-661E-4494-8B9D-05CCD6877DE6}"/>
            </c:ext>
          </c:extLst>
        </c:ser>
        <c:ser>
          <c:idx val="1"/>
          <c:order val="1"/>
          <c:tx>
            <c:strRef>
              <c:f>Sheet1!$C$1</c:f>
              <c:strCache>
                <c:ptCount val="1"/>
                <c:pt idx="0">
                  <c:v>على المخطط</c:v>
                </c:pt>
              </c:strCache>
            </c:strRef>
          </c:tx>
          <c:spPr>
            <a:solidFill>
              <a:srgbClr val="03806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ar-S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وكالة التحول الرقمي وتقنية المعلومات</c:v>
                </c:pt>
                <c:pt idx="2">
                  <c:v>وكالة التعاون الدولي والشراكات</c:v>
                </c:pt>
                <c:pt idx="3">
                  <c:v>وكالة تطوير الاعمال وخدمة المستفيدين</c:v>
                </c:pt>
                <c:pt idx="4">
                  <c:v>وكالة شؤون الحج</c:v>
                </c:pt>
                <c:pt idx="5">
                  <c:v>مركز منصة نسك الرقمية</c:v>
                </c:pt>
                <c:pt idx="6">
                  <c:v>مركز امتثال الأعمال</c:v>
                </c:pt>
                <c:pt idx="7">
                  <c:v>برنامج خدمة ضيوف الرحمن</c:v>
                </c:pt>
              </c:strCache>
            </c:strRef>
          </c:cat>
          <c:val>
            <c:numRef>
              <c:f>Sheet1!$C$2:$C$9</c:f>
              <c:numCache>
                <c:formatCode>General</c:formatCode>
                <c:ptCount val="8"/>
                <c:pt idx="0">
                  <c:v>1</c:v>
                </c:pt>
                <c:pt idx="1">
                  <c:v>3</c:v>
                </c:pt>
                <c:pt idx="2">
                  <c:v>1</c:v>
                </c:pt>
                <c:pt idx="3">
                  <c:v>2</c:v>
                </c:pt>
                <c:pt idx="5">
                  <c:v>1</c:v>
                </c:pt>
                <c:pt idx="6">
                  <c:v>1</c:v>
                </c:pt>
                <c:pt idx="7">
                  <c:v>1</c:v>
                </c:pt>
              </c:numCache>
            </c:numRef>
          </c:val>
          <c:extLst>
            <c:ext xmlns:c16="http://schemas.microsoft.com/office/drawing/2014/chart" uri="{C3380CC4-5D6E-409C-BE32-E72D297353CC}">
              <c16:uniqueId val="{00000001-661E-4494-8B9D-05CCD6877DE6}"/>
            </c:ext>
          </c:extLst>
        </c:ser>
        <c:ser>
          <c:idx val="2"/>
          <c:order val="2"/>
          <c:tx>
            <c:strRef>
              <c:f>Sheet1!$D$1</c:f>
              <c:strCache>
                <c:ptCount val="1"/>
                <c:pt idx="0">
                  <c:v>متأخر</c:v>
                </c:pt>
              </c:strCache>
            </c:strRef>
          </c:tx>
          <c:spPr>
            <a:solidFill>
              <a:srgbClr val="87452B"/>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ar-S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وكالة التحول الرقمي وتقنية المعلومات</c:v>
                </c:pt>
                <c:pt idx="2">
                  <c:v>وكالة التعاون الدولي والشراكات</c:v>
                </c:pt>
                <c:pt idx="3">
                  <c:v>وكالة تطوير الاعمال وخدمة المستفيدين</c:v>
                </c:pt>
                <c:pt idx="4">
                  <c:v>وكالة شؤون الحج</c:v>
                </c:pt>
                <c:pt idx="5">
                  <c:v>مركز منصة نسك الرقمية</c:v>
                </c:pt>
                <c:pt idx="6">
                  <c:v>مركز امتثال الأعمال</c:v>
                </c:pt>
                <c:pt idx="7">
                  <c:v>برنامج خدمة ضيوف الرحمن</c:v>
                </c:pt>
              </c:strCache>
            </c:strRef>
          </c:cat>
          <c:val>
            <c:numRef>
              <c:f>Sheet1!$D$2:$D$9</c:f>
              <c:numCache>
                <c:formatCode>General</c:formatCode>
                <c:ptCount val="8"/>
              </c:numCache>
            </c:numRef>
          </c:val>
          <c:extLst>
            <c:ext xmlns:c16="http://schemas.microsoft.com/office/drawing/2014/chart" uri="{C3380CC4-5D6E-409C-BE32-E72D297353CC}">
              <c16:uniqueId val="{00000002-661E-4494-8B9D-05CCD6877DE6}"/>
            </c:ext>
          </c:extLst>
        </c:ser>
        <c:ser>
          <c:idx val="3"/>
          <c:order val="3"/>
          <c:tx>
            <c:strRef>
              <c:f>Sheet1!$E$1</c:f>
              <c:strCache>
                <c:ptCount val="1"/>
                <c:pt idx="0">
                  <c:v>معلق</c:v>
                </c:pt>
              </c:strCache>
            </c:strRef>
          </c:tx>
          <c:spPr>
            <a:solidFill>
              <a:schemeClr val="accent3">
                <a:tint val="58000"/>
              </a:schemeClr>
            </a:solidFill>
            <a:ln>
              <a:noFill/>
            </a:ln>
            <a:effectLst/>
          </c:spPr>
          <c:invertIfNegative val="0"/>
          <c:dLbls>
            <c:spPr>
              <a:noFill/>
              <a:ln>
                <a:noFill/>
              </a:ln>
              <a:effectLst/>
            </c:spPr>
            <c:txPr>
              <a:bodyPr rot="0" spcFirstLastPara="1" vertOverflow="ellipsis" vert="horz" wrap="square" anchor="ctr" anchorCtr="1"/>
              <a:lstStyle/>
              <a:p>
                <a:pPr>
                  <a:defRPr sz="600" b="0" i="0" u="none" strike="noStrike" kern="1200" baseline="0">
                    <a:solidFill>
                      <a:schemeClr val="bg1"/>
                    </a:solidFill>
                    <a:latin typeface="Abar Mid" pitchFamily="50" charset="-78"/>
                    <a:ea typeface="Abar Mid" pitchFamily="50" charset="-78"/>
                    <a:cs typeface="Abar Mid" pitchFamily="50" charset="-78"/>
                  </a:defRPr>
                </a:pPr>
                <a:endParaRPr lang="ar-S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وكالة التحول الرقمي وتقنية المعلومات</c:v>
                </c:pt>
                <c:pt idx="2">
                  <c:v>وكالة التعاون الدولي والشراكات</c:v>
                </c:pt>
                <c:pt idx="3">
                  <c:v>وكالة تطوير الاعمال وخدمة المستفيدين</c:v>
                </c:pt>
                <c:pt idx="4">
                  <c:v>وكالة شؤون الحج</c:v>
                </c:pt>
                <c:pt idx="5">
                  <c:v>مركز منصة نسك الرقمية</c:v>
                </c:pt>
                <c:pt idx="6">
                  <c:v>مركز امتثال الأعمال</c:v>
                </c:pt>
                <c:pt idx="7">
                  <c:v>برنامج خدمة ضيوف الرحمن</c:v>
                </c:pt>
              </c:strCache>
            </c:strRef>
          </c:cat>
          <c:val>
            <c:numRef>
              <c:f>Sheet1!$E$2:$E$9</c:f>
              <c:numCache>
                <c:formatCode>General</c:formatCode>
                <c:ptCount val="8"/>
              </c:numCache>
            </c:numRef>
          </c:val>
          <c:extLst>
            <c:ext xmlns:c16="http://schemas.microsoft.com/office/drawing/2014/chart" uri="{C3380CC4-5D6E-409C-BE32-E72D297353CC}">
              <c16:uniqueId val="{00000003-661E-4494-8B9D-05CCD6877DE6}"/>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10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ar-SA"/>
          </a:p>
        </c:txPr>
        <c:crossAx val="1717972351"/>
        <c:crosses val="autoZero"/>
        <c:auto val="1"/>
        <c:lblAlgn val="ctr"/>
        <c:lblOffset val="130"/>
        <c:noMultiLvlLbl val="0"/>
      </c:catAx>
      <c:valAx>
        <c:axId val="1717972351"/>
        <c:scaling>
          <c:orientation val="maxMin"/>
        </c:scaling>
        <c:delete val="1"/>
        <c:axPos val="b"/>
        <c:numFmt formatCode="General"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ar-SA"/>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ar-S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وكالة التوعية وتنمية المهارات</c:v>
                </c:pt>
                <c:pt idx="2">
                  <c:v>مركز منصة نسك الرقمية</c:v>
                </c:pt>
                <c:pt idx="3">
                  <c:v>وكالة التعاون الدولي والشراكات</c:v>
                </c:pt>
                <c:pt idx="4">
                  <c:v>وكالة تطوير الأعمال وخدمة المستفيدين</c:v>
                </c:pt>
                <c:pt idx="5">
                  <c:v>وكالة التحول الرقمي وتقنية المعلومات</c:v>
                </c:pt>
                <c:pt idx="6">
                  <c:v>وكالة شؤون الحج</c:v>
                </c:pt>
              </c:strCache>
            </c:strRef>
          </c:cat>
          <c:val>
            <c:numRef>
              <c:f>Sheet1!$B$2:$B$8</c:f>
              <c:numCache>
                <c:formatCode>General</c:formatCode>
                <c:ptCount val="7"/>
                <c:pt idx="6">
                  <c:v>4</c:v>
                </c:pt>
              </c:numCache>
            </c:numRef>
          </c:val>
          <c:extLst>
            <c:ext xmlns:c16="http://schemas.microsoft.com/office/drawing/2014/chart" uri="{C3380CC4-5D6E-409C-BE32-E72D297353CC}">
              <c16:uniqueId val="{00000000-6507-46EA-A523-7D67C2C61D65}"/>
            </c:ext>
          </c:extLst>
        </c:ser>
        <c:ser>
          <c:idx val="1"/>
          <c:order val="1"/>
          <c:tx>
            <c:strRef>
              <c:f>Sheet1!$C$1</c:f>
              <c:strCache>
                <c:ptCount val="1"/>
                <c:pt idx="0">
                  <c:v>على المخطط</c:v>
                </c:pt>
              </c:strCache>
            </c:strRef>
          </c:tx>
          <c:spPr>
            <a:solidFill>
              <a:srgbClr val="03806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ar-S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وكالة التوعية وتنمية المهارات</c:v>
                </c:pt>
                <c:pt idx="2">
                  <c:v>مركز منصة نسك الرقمية</c:v>
                </c:pt>
                <c:pt idx="3">
                  <c:v>وكالة التعاون الدولي والشراكات</c:v>
                </c:pt>
                <c:pt idx="4">
                  <c:v>وكالة تطوير الأعمال وخدمة المستفيدين</c:v>
                </c:pt>
                <c:pt idx="5">
                  <c:v>وكالة التحول الرقمي وتقنية المعلومات</c:v>
                </c:pt>
                <c:pt idx="6">
                  <c:v>وكالة شؤون الحج</c:v>
                </c:pt>
              </c:strCache>
            </c:strRef>
          </c:cat>
          <c:val>
            <c:numRef>
              <c:f>Sheet1!$C$2:$C$8</c:f>
              <c:numCache>
                <c:formatCode>General</c:formatCode>
                <c:ptCount val="7"/>
                <c:pt idx="0">
                  <c:v>1</c:v>
                </c:pt>
                <c:pt idx="1">
                  <c:v>4</c:v>
                </c:pt>
                <c:pt idx="2">
                  <c:v>1</c:v>
                </c:pt>
                <c:pt idx="3">
                  <c:v>3</c:v>
                </c:pt>
                <c:pt idx="4">
                  <c:v>1</c:v>
                </c:pt>
                <c:pt idx="5">
                  <c:v>2</c:v>
                </c:pt>
                <c:pt idx="6">
                  <c:v>4</c:v>
                </c:pt>
              </c:numCache>
            </c:numRef>
          </c:val>
          <c:extLst>
            <c:ext xmlns:c16="http://schemas.microsoft.com/office/drawing/2014/chart" uri="{C3380CC4-5D6E-409C-BE32-E72D297353CC}">
              <c16:uniqueId val="{00000001-6507-46EA-A523-7D67C2C61D65}"/>
            </c:ext>
          </c:extLst>
        </c:ser>
        <c:ser>
          <c:idx val="2"/>
          <c:order val="2"/>
          <c:tx>
            <c:strRef>
              <c:f>Sheet1!$D$1</c:f>
              <c:strCache>
                <c:ptCount val="1"/>
                <c:pt idx="0">
                  <c:v>متأخر</c:v>
                </c:pt>
              </c:strCache>
            </c:strRef>
          </c:tx>
          <c:spPr>
            <a:solidFill>
              <a:srgbClr val="87452B"/>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ar-S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وكالة التوعية وتنمية المهارات</c:v>
                </c:pt>
                <c:pt idx="2">
                  <c:v>مركز منصة نسك الرقمية</c:v>
                </c:pt>
                <c:pt idx="3">
                  <c:v>وكالة التعاون الدولي والشراكات</c:v>
                </c:pt>
                <c:pt idx="4">
                  <c:v>وكالة تطوير الأعمال وخدمة المستفيدين</c:v>
                </c:pt>
                <c:pt idx="5">
                  <c:v>وكالة التحول الرقمي وتقنية المعلومات</c:v>
                </c:pt>
                <c:pt idx="6">
                  <c:v>وكالة شؤون الحج</c:v>
                </c:pt>
              </c:strCache>
            </c:strRef>
          </c:cat>
          <c:val>
            <c:numRef>
              <c:f>Sheet1!$D$2:$D$8</c:f>
              <c:numCache>
                <c:formatCode>General</c:formatCode>
                <c:ptCount val="7"/>
              </c:numCache>
            </c:numRef>
          </c:val>
          <c:extLst>
            <c:ext xmlns:c16="http://schemas.microsoft.com/office/drawing/2014/chart" uri="{C3380CC4-5D6E-409C-BE32-E72D297353CC}">
              <c16:uniqueId val="{00000002-6507-46EA-A523-7D67C2C61D65}"/>
            </c:ext>
          </c:extLst>
        </c:ser>
        <c:ser>
          <c:idx val="3"/>
          <c:order val="3"/>
          <c:tx>
            <c:strRef>
              <c:f>Sheet1!$E$1</c:f>
              <c:strCache>
                <c:ptCount val="1"/>
                <c:pt idx="0">
                  <c:v>لم تبدأ</c:v>
                </c:pt>
              </c:strCache>
            </c:strRef>
          </c:tx>
          <c:spPr>
            <a:solidFill>
              <a:schemeClr val="accent3">
                <a:tint val="58000"/>
              </a:schemeClr>
            </a:solidFill>
            <a:ln>
              <a:noFill/>
            </a:ln>
            <a:effectLst/>
          </c:spPr>
          <c:invertIfNegative val="0"/>
          <c:dLbls>
            <c:spPr>
              <a:noFill/>
              <a:ln>
                <a:noFill/>
              </a:ln>
              <a:effectLst/>
            </c:spPr>
            <c:txPr>
              <a:bodyPr rot="0" spcFirstLastPara="1" vertOverflow="ellipsis" vert="horz" wrap="square" anchor="ctr" anchorCtr="1"/>
              <a:lstStyle/>
              <a:p>
                <a:pPr>
                  <a:defRPr sz="600" b="0" i="0" u="none" strike="noStrike" kern="1200" baseline="0">
                    <a:solidFill>
                      <a:schemeClr val="bg1"/>
                    </a:solidFill>
                    <a:latin typeface="Abar Mid" pitchFamily="50" charset="-78"/>
                    <a:ea typeface="Abar Mid" pitchFamily="50" charset="-78"/>
                    <a:cs typeface="Abar Mid" pitchFamily="50" charset="-78"/>
                  </a:defRPr>
                </a:pPr>
                <a:endParaRPr lang="ar-SA"/>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وكالة التوعية وتنمية المهارات</c:v>
                </c:pt>
                <c:pt idx="2">
                  <c:v>مركز منصة نسك الرقمية</c:v>
                </c:pt>
                <c:pt idx="3">
                  <c:v>وكالة التعاون الدولي والشراكات</c:v>
                </c:pt>
                <c:pt idx="4">
                  <c:v>وكالة تطوير الأعمال وخدمة المستفيدين</c:v>
                </c:pt>
                <c:pt idx="5">
                  <c:v>وكالة التحول الرقمي وتقنية المعلومات</c:v>
                </c:pt>
                <c:pt idx="6">
                  <c:v>وكالة شؤون الحج</c:v>
                </c:pt>
              </c:strCache>
            </c:strRef>
          </c:cat>
          <c:val>
            <c:numRef>
              <c:f>Sheet1!$E$2:$E$8</c:f>
              <c:numCache>
                <c:formatCode>General</c:formatCode>
                <c:ptCount val="7"/>
              </c:numCache>
            </c:numRef>
          </c:val>
          <c:extLst>
            <c:ext xmlns:c16="http://schemas.microsoft.com/office/drawing/2014/chart" uri="{C3380CC4-5D6E-409C-BE32-E72D297353CC}">
              <c16:uniqueId val="{00000003-6507-46EA-A523-7D67C2C61D65}"/>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ar-SA"/>
          </a:p>
        </c:txPr>
        <c:crossAx val="1717972351"/>
        <c:crosses val="autoZero"/>
        <c:auto val="1"/>
        <c:lblAlgn val="ctr"/>
        <c:lblOffset val="130"/>
        <c:noMultiLvlLbl val="0"/>
      </c:catAx>
      <c:valAx>
        <c:axId val="1717972351"/>
        <c:scaling>
          <c:orientation val="maxMin"/>
        </c:scaling>
        <c:delete val="1"/>
        <c:axPos val="b"/>
        <c:numFmt formatCode="General"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ar-SA"/>
    </a:p>
  </c:txPr>
  <c:externalData r:id="rId4">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ar-SA" dirty="0"/>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519F979-473D-45AE-A1ED-750BAD1B2742}" type="datetimeFigureOut">
              <a:rPr lang="ar-SA" smtClean="0"/>
              <a:t>1448-04-17</a:t>
            </a:fld>
            <a:endParaRPr lang="ar-SA"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ar-SA" dirty="0"/>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ar-SA" dirty="0"/>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A44D7C8-2158-4051-A1DE-CFE5E980D843}" type="slidenum">
              <a:rPr lang="ar-SA" smtClean="0"/>
              <a:t>‹#›</a:t>
            </a:fld>
            <a:endParaRPr lang="ar-SA" dirty="0"/>
          </a:p>
        </p:txBody>
      </p:sp>
    </p:spTree>
    <p:extLst>
      <p:ext uri="{BB962C8B-B14F-4D97-AF65-F5344CB8AC3E}">
        <p14:creationId xmlns:p14="http://schemas.microsoft.com/office/powerpoint/2010/main" val="4039216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1</a:t>
            </a:fld>
            <a:endParaRPr lang="ar-SA" dirty="0"/>
          </a:p>
        </p:txBody>
      </p:sp>
    </p:spTree>
    <p:extLst>
      <p:ext uri="{BB962C8B-B14F-4D97-AF65-F5344CB8AC3E}">
        <p14:creationId xmlns:p14="http://schemas.microsoft.com/office/powerpoint/2010/main" val="1270416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2</a:t>
            </a:fld>
            <a:endParaRPr lang="ar-SA" dirty="0"/>
          </a:p>
        </p:txBody>
      </p:sp>
    </p:spTree>
    <p:extLst>
      <p:ext uri="{BB962C8B-B14F-4D97-AF65-F5344CB8AC3E}">
        <p14:creationId xmlns:p14="http://schemas.microsoft.com/office/powerpoint/2010/main" val="647945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3</a:t>
            </a:fld>
            <a:endParaRPr lang="ar-SA" dirty="0"/>
          </a:p>
        </p:txBody>
      </p:sp>
    </p:spTree>
    <p:extLst>
      <p:ext uri="{BB962C8B-B14F-4D97-AF65-F5344CB8AC3E}">
        <p14:creationId xmlns:p14="http://schemas.microsoft.com/office/powerpoint/2010/main" val="928616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4</a:t>
            </a:fld>
            <a:endParaRPr lang="ar-SA" dirty="0"/>
          </a:p>
        </p:txBody>
      </p:sp>
    </p:spTree>
    <p:extLst>
      <p:ext uri="{BB962C8B-B14F-4D97-AF65-F5344CB8AC3E}">
        <p14:creationId xmlns:p14="http://schemas.microsoft.com/office/powerpoint/2010/main" val="2402857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5</a:t>
            </a:fld>
            <a:endParaRPr lang="ar-SA" dirty="0"/>
          </a:p>
        </p:txBody>
      </p:sp>
    </p:spTree>
    <p:extLst>
      <p:ext uri="{BB962C8B-B14F-4D97-AF65-F5344CB8AC3E}">
        <p14:creationId xmlns:p14="http://schemas.microsoft.com/office/powerpoint/2010/main" val="2449668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6</a:t>
            </a:fld>
            <a:endParaRPr lang="ar-SA" dirty="0"/>
          </a:p>
        </p:txBody>
      </p:sp>
    </p:spTree>
    <p:extLst>
      <p:ext uri="{BB962C8B-B14F-4D97-AF65-F5344CB8AC3E}">
        <p14:creationId xmlns:p14="http://schemas.microsoft.com/office/powerpoint/2010/main" val="3074171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7</a:t>
            </a:fld>
            <a:endParaRPr lang="ar-SA" dirty="0"/>
          </a:p>
        </p:txBody>
      </p:sp>
    </p:spTree>
    <p:extLst>
      <p:ext uri="{BB962C8B-B14F-4D97-AF65-F5344CB8AC3E}">
        <p14:creationId xmlns:p14="http://schemas.microsoft.com/office/powerpoint/2010/main" val="2761336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8</a:t>
            </a:fld>
            <a:endParaRPr lang="ar-SA" dirty="0"/>
          </a:p>
        </p:txBody>
      </p:sp>
    </p:spTree>
    <p:extLst>
      <p:ext uri="{BB962C8B-B14F-4D97-AF65-F5344CB8AC3E}">
        <p14:creationId xmlns:p14="http://schemas.microsoft.com/office/powerpoint/2010/main" val="4416441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AE45E-BB57-D882-65A5-987C4E06F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992D5-9A20-8C7B-D086-AD0F32FA828B}"/>
              </a:ext>
            </a:extLst>
          </p:cNvPr>
          <p:cNvSpPr>
            <a:spLocks noGrp="1" noRot="1" noChangeAspect="1"/>
          </p:cNvSpPr>
          <p:nvPr>
            <p:ph type="sldImg"/>
          </p:nvPr>
        </p:nvSpPr>
        <p:spPr/>
        <p:txBody>
          <a:bodyPr/>
          <a:lstStyle/>
          <a:p>
            <a:endParaRPr lang="ar-SA" dirty="0"/>
          </a:p>
        </p:txBody>
      </p:sp>
      <p:sp>
        <p:nvSpPr>
          <p:cNvPr id="3" name="Notes Placeholder 2">
            <a:extLst>
              <a:ext uri="{FF2B5EF4-FFF2-40B4-BE49-F238E27FC236}">
                <a16:creationId xmlns:a16="http://schemas.microsoft.com/office/drawing/2014/main" id="{6F4128FD-99E8-87E0-5268-AC8CF5BCAC7D}"/>
              </a:ext>
            </a:extLst>
          </p:cNvPr>
          <p:cNvSpPr>
            <a:spLocks noGrp="1"/>
          </p:cNvSpPr>
          <p:nvPr>
            <p:ph type="body" idx="1"/>
          </p:nvPr>
        </p:nvSpPr>
        <p:spPr/>
        <p:txBody>
          <a:bodyPr/>
          <a:lstStyle/>
          <a:p>
            <a:endParaRPr lang="ar-SA" dirty="0"/>
          </a:p>
        </p:txBody>
      </p:sp>
      <p:sp>
        <p:nvSpPr>
          <p:cNvPr id="4" name="Slide Number Placeholder 3">
            <a:extLst>
              <a:ext uri="{FF2B5EF4-FFF2-40B4-BE49-F238E27FC236}">
                <a16:creationId xmlns:a16="http://schemas.microsoft.com/office/drawing/2014/main" id="{B16BA3E7-7038-66B2-339D-49DED45F7FD6}"/>
              </a:ext>
            </a:extLst>
          </p:cNvPr>
          <p:cNvSpPr>
            <a:spLocks noGrp="1"/>
          </p:cNvSpPr>
          <p:nvPr>
            <p:ph type="sldNum" sz="quarter" idx="5"/>
          </p:nvPr>
        </p:nvSpPr>
        <p:spPr/>
        <p:txBody>
          <a:bodyPr/>
          <a:lstStyle/>
          <a:p>
            <a:fld id="{DA44D7C8-2158-4051-A1DE-CFE5E980D843}" type="slidenum">
              <a:rPr lang="ar-SA" smtClean="0"/>
              <a:t>9</a:t>
            </a:fld>
            <a:endParaRPr lang="ar-SA" dirty="0"/>
          </a:p>
        </p:txBody>
      </p:sp>
    </p:spTree>
    <p:extLst>
      <p:ext uri="{BB962C8B-B14F-4D97-AF65-F5344CB8AC3E}">
        <p14:creationId xmlns:p14="http://schemas.microsoft.com/office/powerpoint/2010/main" val="2876624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dirty="0"/>
          </a:p>
        </p:txBody>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DA44D7C8-2158-4051-A1DE-CFE5E980D843}" type="slidenum">
              <a:rPr lang="ar-SA" smtClean="0"/>
              <a:t>10</a:t>
            </a:fld>
            <a:endParaRPr lang="ar-SA" dirty="0"/>
          </a:p>
        </p:txBody>
      </p:sp>
    </p:spTree>
    <p:extLst>
      <p:ext uri="{BB962C8B-B14F-4D97-AF65-F5344CB8AC3E}">
        <p14:creationId xmlns:p14="http://schemas.microsoft.com/office/powerpoint/2010/main" val="12148749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B8AC-45F4-C69A-C022-AC6D4DAE2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BD590-7BA1-B8F6-A70F-BC92A02DAF16}"/>
              </a:ext>
            </a:extLst>
          </p:cNvPr>
          <p:cNvSpPr>
            <a:spLocks noGrp="1" noRot="1" noChangeAspect="1"/>
          </p:cNvSpPr>
          <p:nvPr>
            <p:ph type="sldImg"/>
          </p:nvPr>
        </p:nvSpPr>
        <p:spPr/>
        <p:txBody>
          <a:bodyPr/>
          <a:lstStyle/>
          <a:p>
            <a:endParaRPr lang="ar-SA"/>
          </a:p>
        </p:txBody>
      </p:sp>
      <p:sp>
        <p:nvSpPr>
          <p:cNvPr id="3" name="Notes Placeholder 2">
            <a:extLst>
              <a:ext uri="{FF2B5EF4-FFF2-40B4-BE49-F238E27FC236}">
                <a16:creationId xmlns:a16="http://schemas.microsoft.com/office/drawing/2014/main" id="{88951667-E1B2-34D6-6922-FDD6C259CE48}"/>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99D6E068-1583-E00B-3092-AB590A7674F1}"/>
              </a:ext>
            </a:extLst>
          </p:cNvPr>
          <p:cNvSpPr>
            <a:spLocks noGrp="1"/>
          </p:cNvSpPr>
          <p:nvPr>
            <p:ph type="sldNum" sz="quarter" idx="5"/>
          </p:nvPr>
        </p:nvSpPr>
        <p:spPr/>
        <p:txBody>
          <a:bodyPr/>
          <a:lstStyle/>
          <a:p>
            <a:fld id="{DA44D7C8-2158-4051-A1DE-CFE5E980D843}" type="slidenum">
              <a:rPr lang="ar-SA" smtClean="0"/>
              <a:t>11</a:t>
            </a:fld>
            <a:endParaRPr lang="ar-SA"/>
          </a:p>
        </p:txBody>
      </p:sp>
    </p:spTree>
    <p:extLst>
      <p:ext uri="{BB962C8B-B14F-4D97-AF65-F5344CB8AC3E}">
        <p14:creationId xmlns:p14="http://schemas.microsoft.com/office/powerpoint/2010/main" val="3406109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8784D-7ECF-DDE0-2582-E07D4BE52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07A98-8957-6544-93F8-E1B87C659AC7}"/>
              </a:ext>
            </a:extLst>
          </p:cNvPr>
          <p:cNvSpPr>
            <a:spLocks noGrp="1" noRot="1" noChangeAspect="1"/>
          </p:cNvSpPr>
          <p:nvPr>
            <p:ph type="sldImg"/>
          </p:nvPr>
        </p:nvSpPr>
        <p:spPr/>
        <p:txBody>
          <a:bodyPr/>
          <a:lstStyle/>
          <a:p>
            <a:endParaRPr lang="ar-SA"/>
          </a:p>
        </p:txBody>
      </p:sp>
      <p:sp>
        <p:nvSpPr>
          <p:cNvPr id="3" name="Notes Placeholder 2">
            <a:extLst>
              <a:ext uri="{FF2B5EF4-FFF2-40B4-BE49-F238E27FC236}">
                <a16:creationId xmlns:a16="http://schemas.microsoft.com/office/drawing/2014/main" id="{85AED952-6771-5C2D-647E-758953DAEB6E}"/>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DD8ED021-803C-7031-B457-4F6DB624EED1}"/>
              </a:ext>
            </a:extLst>
          </p:cNvPr>
          <p:cNvSpPr>
            <a:spLocks noGrp="1"/>
          </p:cNvSpPr>
          <p:nvPr>
            <p:ph type="sldNum" sz="quarter" idx="5"/>
          </p:nvPr>
        </p:nvSpPr>
        <p:spPr/>
        <p:txBody>
          <a:bodyPr/>
          <a:lstStyle/>
          <a:p>
            <a:fld id="{DA44D7C8-2158-4051-A1DE-CFE5E980D843}" type="slidenum">
              <a:rPr lang="ar-SA" smtClean="0"/>
              <a:t>12</a:t>
            </a:fld>
            <a:endParaRPr lang="ar-SA"/>
          </a:p>
        </p:txBody>
      </p:sp>
    </p:spTree>
    <p:extLst>
      <p:ext uri="{BB962C8B-B14F-4D97-AF65-F5344CB8AC3E}">
        <p14:creationId xmlns:p14="http://schemas.microsoft.com/office/powerpoint/2010/main" val="297619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AE32-D165-539D-6486-03C37BAAB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A3D8E-3724-F01D-D167-A18A9D58C7D0}"/>
              </a:ext>
            </a:extLst>
          </p:cNvPr>
          <p:cNvSpPr>
            <a:spLocks noGrp="1" noRot="1" noChangeAspect="1"/>
          </p:cNvSpPr>
          <p:nvPr>
            <p:ph type="sldImg"/>
          </p:nvPr>
        </p:nvSpPr>
        <p:spPr/>
        <p:txBody>
          <a:bodyPr/>
          <a:lstStyle/>
          <a:p>
            <a:endParaRPr lang="ar-SA"/>
          </a:p>
        </p:txBody>
      </p:sp>
      <p:sp>
        <p:nvSpPr>
          <p:cNvPr id="3" name="Notes Placeholder 2">
            <a:extLst>
              <a:ext uri="{FF2B5EF4-FFF2-40B4-BE49-F238E27FC236}">
                <a16:creationId xmlns:a16="http://schemas.microsoft.com/office/drawing/2014/main" id="{E2A457A5-7A5A-A7FA-E5BE-37F532E56C6D}"/>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07515100-E8C9-2D5A-A5C8-611B52652AC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A44D7C8-2158-4051-A1DE-CFE5E980D843}" type="slidenum">
              <a:rPr kumimoji="0" lang="ar-SA"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ar-SA"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1289701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ar-SA"/>
          </a:p>
        </p:txBody>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DA44D7C8-2158-4051-A1DE-CFE5E980D843}" type="slidenum">
              <a:rPr lang="ar-SA" smtClean="0"/>
              <a:t>14</a:t>
            </a:fld>
            <a:endParaRPr lang="ar-SA"/>
          </a:p>
        </p:txBody>
      </p:sp>
    </p:spTree>
    <p:extLst>
      <p:ext uri="{BB962C8B-B14F-4D97-AF65-F5344CB8AC3E}">
        <p14:creationId xmlns:p14="http://schemas.microsoft.com/office/powerpoint/2010/main" val="3196068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E0AB7-76B1-5D76-8A42-8206F2E29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66CF3-8D57-BB3B-E4EF-EFC20C511B20}"/>
              </a:ext>
            </a:extLst>
          </p:cNvPr>
          <p:cNvSpPr>
            <a:spLocks noGrp="1" noRot="1" noChangeAspect="1"/>
          </p:cNvSpPr>
          <p:nvPr>
            <p:ph type="sldImg"/>
          </p:nvPr>
        </p:nvSpPr>
        <p:spPr/>
        <p:txBody>
          <a:bodyPr/>
          <a:lstStyle/>
          <a:p>
            <a:endParaRPr lang="ar-SA"/>
          </a:p>
        </p:txBody>
      </p:sp>
      <p:sp>
        <p:nvSpPr>
          <p:cNvPr id="3" name="Notes Placeholder 2">
            <a:extLst>
              <a:ext uri="{FF2B5EF4-FFF2-40B4-BE49-F238E27FC236}">
                <a16:creationId xmlns:a16="http://schemas.microsoft.com/office/drawing/2014/main" id="{5F05AD69-5297-DB6E-7AD3-E0F32139A2A9}"/>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CA16D0E7-BFBB-DCD7-FDB3-1B46A4CD5ED7}"/>
              </a:ext>
            </a:extLst>
          </p:cNvPr>
          <p:cNvSpPr>
            <a:spLocks noGrp="1"/>
          </p:cNvSpPr>
          <p:nvPr>
            <p:ph type="sldNum" sz="quarter" idx="5"/>
          </p:nvPr>
        </p:nvSpPr>
        <p:spPr/>
        <p:txBody>
          <a:bodyPr/>
          <a:lstStyle/>
          <a:p>
            <a:fld id="{DA44D7C8-2158-4051-A1DE-CFE5E980D843}" type="slidenum">
              <a:rPr lang="ar-SA" smtClean="0"/>
              <a:t>15</a:t>
            </a:fld>
            <a:endParaRPr lang="ar-SA"/>
          </a:p>
        </p:txBody>
      </p:sp>
    </p:spTree>
    <p:extLst>
      <p:ext uri="{BB962C8B-B14F-4D97-AF65-F5344CB8AC3E}">
        <p14:creationId xmlns:p14="http://schemas.microsoft.com/office/powerpoint/2010/main" val="1606656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5E3CC-120B-BA5F-F075-E5476A49E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82955-4366-1768-9C4A-E3BF8CF6B762}"/>
              </a:ext>
            </a:extLst>
          </p:cNvPr>
          <p:cNvSpPr>
            <a:spLocks noGrp="1" noRot="1" noChangeAspect="1"/>
          </p:cNvSpPr>
          <p:nvPr>
            <p:ph type="sldImg"/>
          </p:nvPr>
        </p:nvSpPr>
        <p:spPr/>
        <p:txBody>
          <a:bodyPr/>
          <a:lstStyle/>
          <a:p>
            <a:endParaRPr lang="ar-SA" dirty="0"/>
          </a:p>
        </p:txBody>
      </p:sp>
      <p:sp>
        <p:nvSpPr>
          <p:cNvPr id="3" name="Notes Placeholder 2">
            <a:extLst>
              <a:ext uri="{FF2B5EF4-FFF2-40B4-BE49-F238E27FC236}">
                <a16:creationId xmlns:a16="http://schemas.microsoft.com/office/drawing/2014/main" id="{88B49BAD-F72D-1884-6C27-0B62A44C2DC1}"/>
              </a:ext>
            </a:extLst>
          </p:cNvPr>
          <p:cNvSpPr>
            <a:spLocks noGrp="1"/>
          </p:cNvSpPr>
          <p:nvPr>
            <p:ph type="body" idx="1"/>
          </p:nvPr>
        </p:nvSpPr>
        <p:spPr/>
        <p:txBody>
          <a:bodyPr/>
          <a:lstStyle/>
          <a:p>
            <a:endParaRPr lang="ar-SA" dirty="0"/>
          </a:p>
        </p:txBody>
      </p:sp>
      <p:sp>
        <p:nvSpPr>
          <p:cNvPr id="4" name="Slide Number Placeholder 3">
            <a:extLst>
              <a:ext uri="{FF2B5EF4-FFF2-40B4-BE49-F238E27FC236}">
                <a16:creationId xmlns:a16="http://schemas.microsoft.com/office/drawing/2014/main" id="{9A14D231-E286-2E4B-E182-F891D2807662}"/>
              </a:ext>
            </a:extLst>
          </p:cNvPr>
          <p:cNvSpPr>
            <a:spLocks noGrp="1"/>
          </p:cNvSpPr>
          <p:nvPr>
            <p:ph type="sldNum" sz="quarter" idx="5"/>
          </p:nvPr>
        </p:nvSpPr>
        <p:spPr/>
        <p:txBody>
          <a:bodyPr/>
          <a:lstStyle/>
          <a:p>
            <a:fld id="{DA44D7C8-2158-4051-A1DE-CFE5E980D843}" type="slidenum">
              <a:rPr lang="ar-SA" smtClean="0"/>
              <a:t>16</a:t>
            </a:fld>
            <a:endParaRPr lang="ar-SA" dirty="0"/>
          </a:p>
        </p:txBody>
      </p:sp>
    </p:spTree>
    <p:extLst>
      <p:ext uri="{BB962C8B-B14F-4D97-AF65-F5344CB8AC3E}">
        <p14:creationId xmlns:p14="http://schemas.microsoft.com/office/powerpoint/2010/main" val="3831760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48E6C-6D37-2E72-B6A0-34DCA4D8F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24CD7-D764-43B1-0CC4-F5B9D9D1F283}"/>
              </a:ext>
            </a:extLst>
          </p:cNvPr>
          <p:cNvSpPr>
            <a:spLocks noGrp="1" noRot="1" noChangeAspect="1"/>
          </p:cNvSpPr>
          <p:nvPr>
            <p:ph type="sldImg"/>
          </p:nvPr>
        </p:nvSpPr>
        <p:spPr/>
        <p:txBody>
          <a:bodyPr/>
          <a:lstStyle/>
          <a:p>
            <a:endParaRPr lang="ar-SA" dirty="0"/>
          </a:p>
        </p:txBody>
      </p:sp>
      <p:sp>
        <p:nvSpPr>
          <p:cNvPr id="3" name="Notes Placeholder 2">
            <a:extLst>
              <a:ext uri="{FF2B5EF4-FFF2-40B4-BE49-F238E27FC236}">
                <a16:creationId xmlns:a16="http://schemas.microsoft.com/office/drawing/2014/main" id="{85F93ED4-CC88-48DB-6CE1-1062583F6639}"/>
              </a:ext>
            </a:extLst>
          </p:cNvPr>
          <p:cNvSpPr>
            <a:spLocks noGrp="1"/>
          </p:cNvSpPr>
          <p:nvPr>
            <p:ph type="body" idx="1"/>
          </p:nvPr>
        </p:nvSpPr>
        <p:spPr/>
        <p:txBody>
          <a:bodyPr/>
          <a:lstStyle/>
          <a:p>
            <a:endParaRPr lang="ar-SA" dirty="0"/>
          </a:p>
        </p:txBody>
      </p:sp>
      <p:sp>
        <p:nvSpPr>
          <p:cNvPr id="4" name="Slide Number Placeholder 3">
            <a:extLst>
              <a:ext uri="{FF2B5EF4-FFF2-40B4-BE49-F238E27FC236}">
                <a16:creationId xmlns:a16="http://schemas.microsoft.com/office/drawing/2014/main" id="{90BAC85F-D83D-7D3E-FFD8-125F6A8D056A}"/>
              </a:ext>
            </a:extLst>
          </p:cNvPr>
          <p:cNvSpPr>
            <a:spLocks noGrp="1"/>
          </p:cNvSpPr>
          <p:nvPr>
            <p:ph type="sldNum" sz="quarter" idx="5"/>
          </p:nvPr>
        </p:nvSpPr>
        <p:spPr/>
        <p:txBody>
          <a:bodyPr/>
          <a:lstStyle/>
          <a:p>
            <a:fld id="{DA44D7C8-2158-4051-A1DE-CFE5E980D843}" type="slidenum">
              <a:rPr lang="ar-SA" smtClean="0"/>
              <a:t>17</a:t>
            </a:fld>
            <a:endParaRPr lang="ar-SA" dirty="0"/>
          </a:p>
        </p:txBody>
      </p:sp>
    </p:spTree>
    <p:extLst>
      <p:ext uri="{BB962C8B-B14F-4D97-AF65-F5344CB8AC3E}">
        <p14:creationId xmlns:p14="http://schemas.microsoft.com/office/powerpoint/2010/main" val="15723359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1DF48-E24C-FB02-B9A9-65CA838C52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8D944-B859-A599-B6FB-00BE743E1D4C}"/>
              </a:ext>
            </a:extLst>
          </p:cNvPr>
          <p:cNvSpPr>
            <a:spLocks noGrp="1" noRot="1" noChangeAspect="1"/>
          </p:cNvSpPr>
          <p:nvPr>
            <p:ph type="sldImg"/>
          </p:nvPr>
        </p:nvSpPr>
        <p:spPr/>
        <p:txBody>
          <a:bodyPr/>
          <a:lstStyle/>
          <a:p>
            <a:endParaRPr lang="ar-SA" dirty="0"/>
          </a:p>
        </p:txBody>
      </p:sp>
      <p:sp>
        <p:nvSpPr>
          <p:cNvPr id="3" name="Notes Placeholder 2">
            <a:extLst>
              <a:ext uri="{FF2B5EF4-FFF2-40B4-BE49-F238E27FC236}">
                <a16:creationId xmlns:a16="http://schemas.microsoft.com/office/drawing/2014/main" id="{18539142-223A-D9D2-778B-F2061CF8D45C}"/>
              </a:ext>
            </a:extLst>
          </p:cNvPr>
          <p:cNvSpPr>
            <a:spLocks noGrp="1"/>
          </p:cNvSpPr>
          <p:nvPr>
            <p:ph type="body" idx="1"/>
          </p:nvPr>
        </p:nvSpPr>
        <p:spPr/>
        <p:txBody>
          <a:bodyPr/>
          <a:lstStyle/>
          <a:p>
            <a:endParaRPr lang="ar-SA" dirty="0"/>
          </a:p>
        </p:txBody>
      </p:sp>
      <p:sp>
        <p:nvSpPr>
          <p:cNvPr id="4" name="Slide Number Placeholder 3">
            <a:extLst>
              <a:ext uri="{FF2B5EF4-FFF2-40B4-BE49-F238E27FC236}">
                <a16:creationId xmlns:a16="http://schemas.microsoft.com/office/drawing/2014/main" id="{7D1F1FCA-08B9-6257-7057-C14449417D94}"/>
              </a:ext>
            </a:extLst>
          </p:cNvPr>
          <p:cNvSpPr>
            <a:spLocks noGrp="1"/>
          </p:cNvSpPr>
          <p:nvPr>
            <p:ph type="sldNum" sz="quarter" idx="5"/>
          </p:nvPr>
        </p:nvSpPr>
        <p:spPr/>
        <p:txBody>
          <a:bodyPr/>
          <a:lstStyle/>
          <a:p>
            <a:fld id="{DA44D7C8-2158-4051-A1DE-CFE5E980D843}" type="slidenum">
              <a:rPr lang="ar-SA" smtClean="0"/>
              <a:t>18</a:t>
            </a:fld>
            <a:endParaRPr lang="ar-SA" dirty="0"/>
          </a:p>
        </p:txBody>
      </p:sp>
    </p:spTree>
    <p:extLst>
      <p:ext uri="{BB962C8B-B14F-4D97-AF65-F5344CB8AC3E}">
        <p14:creationId xmlns:p14="http://schemas.microsoft.com/office/powerpoint/2010/main" val="184567203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EF37E50A-3E7B-B36B-06F4-84707EFFF4A2}"/>
              </a:ext>
            </a:extLst>
          </p:cNvPr>
          <p:cNvPicPr>
            <a:picLocks noChangeAspect="1"/>
          </p:cNvPicPr>
          <p:nvPr userDrawn="1"/>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0" y="0"/>
            <a:ext cx="13439775" cy="7559675"/>
          </a:xfrm>
          <a:prstGeom prst="rect">
            <a:avLst/>
          </a:prstGeom>
        </p:spPr>
      </p:pic>
      <p:sp>
        <p:nvSpPr>
          <p:cNvPr id="22" name="Rectangle 21">
            <a:extLst>
              <a:ext uri="{FF2B5EF4-FFF2-40B4-BE49-F238E27FC236}">
                <a16:creationId xmlns:a16="http://schemas.microsoft.com/office/drawing/2014/main" id="{ACA326A9-442C-2E77-DC2A-1E9305A73BB7}"/>
              </a:ext>
            </a:extLst>
          </p:cNvPr>
          <p:cNvSpPr/>
          <p:nvPr userDrawn="1"/>
        </p:nvSpPr>
        <p:spPr>
          <a:xfrm>
            <a:off x="1" y="-1"/>
            <a:ext cx="13439774" cy="7559676"/>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17" name="Picture 16" descr="A black and gold sign with white text&#10;&#10;AI-generated content may be incorrect.">
            <a:extLst>
              <a:ext uri="{FF2B5EF4-FFF2-40B4-BE49-F238E27FC236}">
                <a16:creationId xmlns:a16="http://schemas.microsoft.com/office/drawing/2014/main" id="{C09F9294-A6C0-AC13-8301-1F6AA7884FB3}"/>
              </a:ext>
            </a:extLst>
          </p:cNvPr>
          <p:cNvPicPr>
            <a:picLocks noChangeAspect="1"/>
          </p:cNvPicPr>
          <p:nvPr userDrawn="1"/>
        </p:nvPicPr>
        <p:blipFill>
          <a:blip r:embed="rId4"/>
          <a:stretch>
            <a:fillRect/>
          </a:stretch>
        </p:blipFill>
        <p:spPr>
          <a:xfrm>
            <a:off x="10645895" y="342867"/>
            <a:ext cx="2613480" cy="772721"/>
          </a:xfrm>
          <a:prstGeom prst="rect">
            <a:avLst/>
          </a:prstGeom>
        </p:spPr>
      </p:pic>
      <p:sp>
        <p:nvSpPr>
          <p:cNvPr id="19" name="Freeform: Shape 18">
            <a:extLst>
              <a:ext uri="{FF2B5EF4-FFF2-40B4-BE49-F238E27FC236}">
                <a16:creationId xmlns:a16="http://schemas.microsoft.com/office/drawing/2014/main" id="{0AB111AC-384A-802A-A633-484B3EBC85C8}"/>
              </a:ext>
            </a:extLst>
          </p:cNvPr>
          <p:cNvSpPr/>
          <p:nvPr userDrawn="1"/>
        </p:nvSpPr>
        <p:spPr>
          <a:xfrm>
            <a:off x="1" y="5303931"/>
            <a:ext cx="5174679" cy="175712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pPr rtl="0"/>
            <a:endParaRPr lang="en-GB" sz="1800" dirty="0"/>
          </a:p>
        </p:txBody>
      </p:sp>
    </p:spTree>
    <p:extLst>
      <p:ext uri="{BB962C8B-B14F-4D97-AF65-F5344CB8AC3E}">
        <p14:creationId xmlns:p14="http://schemas.microsoft.com/office/powerpoint/2010/main" val="1212999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9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BFF666-CE65-5D94-B73A-6C42C6CD173D}"/>
              </a:ext>
            </a:extLst>
          </p:cNvPr>
          <p:cNvPicPr>
            <a:picLocks noChangeAspect="1"/>
          </p:cNvPicPr>
          <p:nvPr userDrawn="1"/>
        </p:nvPicPr>
        <p:blipFill>
          <a:blip r:embed="rId2"/>
          <a:stretch>
            <a:fillRect/>
          </a:stretch>
        </p:blipFill>
        <p:spPr>
          <a:xfrm>
            <a:off x="1" y="-1"/>
            <a:ext cx="13439774" cy="7559675"/>
          </a:xfrm>
          <a:prstGeom prst="rect">
            <a:avLst/>
          </a:prstGeom>
        </p:spPr>
      </p:pic>
      <p:sp>
        <p:nvSpPr>
          <p:cNvPr id="22" name="Rectangle 21">
            <a:extLst>
              <a:ext uri="{FF2B5EF4-FFF2-40B4-BE49-F238E27FC236}">
                <a16:creationId xmlns:a16="http://schemas.microsoft.com/office/drawing/2014/main" id="{ACA326A9-442C-2E77-DC2A-1E9305A73BB7}"/>
              </a:ext>
            </a:extLst>
          </p:cNvPr>
          <p:cNvSpPr/>
          <p:nvPr userDrawn="1"/>
        </p:nvSpPr>
        <p:spPr>
          <a:xfrm>
            <a:off x="1" y="-1"/>
            <a:ext cx="13439774" cy="7559676"/>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17" name="Picture 16" descr="A black and gold sign with white text&#10;&#10;AI-generated content may be incorrect.">
            <a:extLst>
              <a:ext uri="{FF2B5EF4-FFF2-40B4-BE49-F238E27FC236}">
                <a16:creationId xmlns:a16="http://schemas.microsoft.com/office/drawing/2014/main" id="{C09F9294-A6C0-AC13-8301-1F6AA7884FB3}"/>
              </a:ext>
            </a:extLst>
          </p:cNvPr>
          <p:cNvPicPr>
            <a:picLocks noChangeAspect="1"/>
          </p:cNvPicPr>
          <p:nvPr userDrawn="1"/>
        </p:nvPicPr>
        <p:blipFill>
          <a:blip r:embed="rId3"/>
          <a:stretch>
            <a:fillRect/>
          </a:stretch>
        </p:blipFill>
        <p:spPr>
          <a:xfrm>
            <a:off x="10645895" y="342867"/>
            <a:ext cx="2613480" cy="772721"/>
          </a:xfrm>
          <a:prstGeom prst="rect">
            <a:avLst/>
          </a:prstGeom>
        </p:spPr>
      </p:pic>
      <p:sp>
        <p:nvSpPr>
          <p:cNvPr id="19" name="Freeform: Shape 18">
            <a:extLst>
              <a:ext uri="{FF2B5EF4-FFF2-40B4-BE49-F238E27FC236}">
                <a16:creationId xmlns:a16="http://schemas.microsoft.com/office/drawing/2014/main" id="{0AB111AC-384A-802A-A633-484B3EBC85C8}"/>
              </a:ext>
            </a:extLst>
          </p:cNvPr>
          <p:cNvSpPr/>
          <p:nvPr userDrawn="1"/>
        </p:nvSpPr>
        <p:spPr>
          <a:xfrm>
            <a:off x="1" y="5303931"/>
            <a:ext cx="5174679" cy="175712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pPr rtl="0"/>
            <a:endParaRPr lang="en-GB" sz="1800" dirty="0"/>
          </a:p>
        </p:txBody>
      </p:sp>
    </p:spTree>
    <p:extLst>
      <p:ext uri="{BB962C8B-B14F-4D97-AF65-F5344CB8AC3E}">
        <p14:creationId xmlns:p14="http://schemas.microsoft.com/office/powerpoint/2010/main" val="1902757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8_Blank">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08E75BA0-1E48-FDB9-5F0D-FEA44933DDE7}"/>
              </a:ext>
            </a:extLst>
          </p:cNvPr>
          <p:cNvPicPr>
            <a:picLocks noChangeAspect="1"/>
          </p:cNvPicPr>
          <p:nvPr userDrawn="1"/>
        </p:nvPicPr>
        <p:blipFill>
          <a:blip r:embed="rId2"/>
          <a:stretch>
            <a:fillRect/>
          </a:stretch>
        </p:blipFill>
        <p:spPr>
          <a:xfrm>
            <a:off x="0" y="0"/>
            <a:ext cx="13439775" cy="7559675"/>
          </a:xfrm>
          <a:prstGeom prst="rect">
            <a:avLst/>
          </a:prstGeom>
        </p:spPr>
      </p:pic>
      <p:sp>
        <p:nvSpPr>
          <p:cNvPr id="22" name="Rectangle 21">
            <a:extLst>
              <a:ext uri="{FF2B5EF4-FFF2-40B4-BE49-F238E27FC236}">
                <a16:creationId xmlns:a16="http://schemas.microsoft.com/office/drawing/2014/main" id="{ACA326A9-442C-2E77-DC2A-1E9305A73BB7}"/>
              </a:ext>
            </a:extLst>
          </p:cNvPr>
          <p:cNvSpPr/>
          <p:nvPr userDrawn="1"/>
        </p:nvSpPr>
        <p:spPr>
          <a:xfrm>
            <a:off x="1" y="-1"/>
            <a:ext cx="13439774" cy="7559676"/>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17" name="Picture 16" descr="A black and gold sign with white text&#10;&#10;AI-generated content may be incorrect.">
            <a:extLst>
              <a:ext uri="{FF2B5EF4-FFF2-40B4-BE49-F238E27FC236}">
                <a16:creationId xmlns:a16="http://schemas.microsoft.com/office/drawing/2014/main" id="{C09F9294-A6C0-AC13-8301-1F6AA7884FB3}"/>
              </a:ext>
            </a:extLst>
          </p:cNvPr>
          <p:cNvPicPr>
            <a:picLocks noChangeAspect="1"/>
          </p:cNvPicPr>
          <p:nvPr userDrawn="1"/>
        </p:nvPicPr>
        <p:blipFill>
          <a:blip r:embed="rId3"/>
          <a:stretch>
            <a:fillRect/>
          </a:stretch>
        </p:blipFill>
        <p:spPr>
          <a:xfrm>
            <a:off x="10645895" y="342867"/>
            <a:ext cx="2613480" cy="772721"/>
          </a:xfrm>
          <a:prstGeom prst="rect">
            <a:avLst/>
          </a:prstGeom>
        </p:spPr>
      </p:pic>
      <p:sp>
        <p:nvSpPr>
          <p:cNvPr id="19" name="Freeform: Shape 18">
            <a:extLst>
              <a:ext uri="{FF2B5EF4-FFF2-40B4-BE49-F238E27FC236}">
                <a16:creationId xmlns:a16="http://schemas.microsoft.com/office/drawing/2014/main" id="{0AB111AC-384A-802A-A633-484B3EBC85C8}"/>
              </a:ext>
            </a:extLst>
          </p:cNvPr>
          <p:cNvSpPr/>
          <p:nvPr userDrawn="1"/>
        </p:nvSpPr>
        <p:spPr>
          <a:xfrm>
            <a:off x="1" y="5303931"/>
            <a:ext cx="5174679" cy="175712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pPr rtl="0"/>
            <a:endParaRPr lang="en-GB" sz="1800" dirty="0"/>
          </a:p>
        </p:txBody>
      </p:sp>
    </p:spTree>
    <p:extLst>
      <p:ext uri="{BB962C8B-B14F-4D97-AF65-F5344CB8AC3E}">
        <p14:creationId xmlns:p14="http://schemas.microsoft.com/office/powerpoint/2010/main" val="3222286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0_Blank">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08E75BA0-1E48-FDB9-5F0D-FEA44933DDE7}"/>
              </a:ext>
            </a:extLst>
          </p:cNvPr>
          <p:cNvPicPr>
            <a:picLocks noChangeAspect="1"/>
          </p:cNvPicPr>
          <p:nvPr userDrawn="1"/>
        </p:nvPicPr>
        <p:blipFill>
          <a:blip r:embed="rId3"/>
          <a:stretch>
            <a:fillRect/>
          </a:stretch>
        </p:blipFill>
        <p:spPr>
          <a:xfrm>
            <a:off x="0" y="0"/>
            <a:ext cx="13439775" cy="7559675"/>
          </a:xfrm>
          <a:prstGeom prst="rect">
            <a:avLst/>
          </a:prstGeom>
        </p:spPr>
      </p:pic>
      <p:sp>
        <p:nvSpPr>
          <p:cNvPr id="22" name="Rectangle 21">
            <a:extLst>
              <a:ext uri="{FF2B5EF4-FFF2-40B4-BE49-F238E27FC236}">
                <a16:creationId xmlns:a16="http://schemas.microsoft.com/office/drawing/2014/main" id="{ACA326A9-442C-2E77-DC2A-1E9305A73BB7}"/>
              </a:ext>
            </a:extLst>
          </p:cNvPr>
          <p:cNvSpPr/>
          <p:nvPr userDrawn="1"/>
        </p:nvSpPr>
        <p:spPr>
          <a:xfrm>
            <a:off x="1" y="-1"/>
            <a:ext cx="13439774" cy="7559676"/>
          </a:xfrm>
          <a:prstGeom prst="rect">
            <a:avLst/>
          </a:prstGeom>
          <a:solidFill>
            <a:srgbClr val="000000">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17" name="Picture 16" descr="A black and gold sign with white text&#10;&#10;AI-generated content may be incorrect.">
            <a:extLst>
              <a:ext uri="{FF2B5EF4-FFF2-40B4-BE49-F238E27FC236}">
                <a16:creationId xmlns:a16="http://schemas.microsoft.com/office/drawing/2014/main" id="{C09F9294-A6C0-AC13-8301-1F6AA7884FB3}"/>
              </a:ext>
            </a:extLst>
          </p:cNvPr>
          <p:cNvPicPr>
            <a:picLocks noChangeAspect="1"/>
          </p:cNvPicPr>
          <p:nvPr userDrawn="1"/>
        </p:nvPicPr>
        <p:blipFill>
          <a:blip r:embed="rId4"/>
          <a:stretch>
            <a:fillRect/>
          </a:stretch>
        </p:blipFill>
        <p:spPr>
          <a:xfrm>
            <a:off x="173170" y="6911195"/>
            <a:ext cx="1303475" cy="385395"/>
          </a:xfrm>
          <a:prstGeom prst="rect">
            <a:avLst/>
          </a:prstGeom>
        </p:spPr>
      </p:pic>
      <p:cxnSp>
        <p:nvCxnSpPr>
          <p:cNvPr id="3" name="Straight Connector 2">
            <a:extLst>
              <a:ext uri="{FF2B5EF4-FFF2-40B4-BE49-F238E27FC236}">
                <a16:creationId xmlns:a16="http://schemas.microsoft.com/office/drawing/2014/main" id="{34C9488C-3CB6-A1BF-F105-0FFBB6F88156}"/>
              </a:ext>
            </a:extLst>
          </p:cNvPr>
          <p:cNvCxnSpPr>
            <a:cxnSpLocks/>
            <a:endCxn id="7" idx="1"/>
          </p:cNvCxnSpPr>
          <p:nvPr userDrawn="1"/>
        </p:nvCxnSpPr>
        <p:spPr>
          <a:xfrm flipV="1">
            <a:off x="1228535" y="7085106"/>
            <a:ext cx="7791640" cy="18761"/>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
        <p:nvSpPr>
          <p:cNvPr id="7" name="TextBox 6">
            <a:extLst>
              <a:ext uri="{FF2B5EF4-FFF2-40B4-BE49-F238E27FC236}">
                <a16:creationId xmlns:a16="http://schemas.microsoft.com/office/drawing/2014/main" id="{3D7E9DDE-7987-9AC9-5252-A94D317A18B0}"/>
              </a:ext>
            </a:extLst>
          </p:cNvPr>
          <p:cNvSpPr txBox="1"/>
          <p:nvPr userDrawn="1"/>
        </p:nvSpPr>
        <p:spPr>
          <a:xfrm>
            <a:off x="9020175" y="6946606"/>
            <a:ext cx="3854544" cy="276999"/>
          </a:xfrm>
          <a:prstGeom prst="rect">
            <a:avLst/>
          </a:prstGeom>
          <a:noFill/>
        </p:spPr>
        <p:txBody>
          <a:bodyPr wrap="square" rtlCol="0">
            <a:spAutoFit/>
          </a:bodyPr>
          <a:lstStyle/>
          <a:p>
            <a:pPr algn="r"/>
            <a:r>
              <a:rPr lang="ar-SA" sz="1200" b="0" dirty="0">
                <a:solidFill>
                  <a:schemeClr val="bg1"/>
                </a:solidFill>
                <a:latin typeface="Abar Mid" pitchFamily="50" charset="-78"/>
                <a:ea typeface="Abar Mid" pitchFamily="50" charset="-78"/>
                <a:cs typeface="Abar Mid" pitchFamily="50" charset="-78"/>
              </a:rPr>
              <a:t>سيتم ضبط الوقت لكل فقرة في الاجتماع بواسطة أمانة الاجتماع</a:t>
            </a:r>
          </a:p>
        </p:txBody>
      </p:sp>
      <p:grpSp>
        <p:nvGrpSpPr>
          <p:cNvPr id="9" name="Stopwatch7" descr="{&quot;Key&quot;:&quot;POWER_USER_SHAPE_ICON&quot;,&quot;Value&quot;:&quot;POWER_USER_SHAPE_ICON_STYLE_1&quot;}">
            <a:extLst>
              <a:ext uri="{FF2B5EF4-FFF2-40B4-BE49-F238E27FC236}">
                <a16:creationId xmlns:a16="http://schemas.microsoft.com/office/drawing/2014/main" id="{191E1788-B9FE-DA63-3806-A9B107003475}"/>
              </a:ext>
            </a:extLst>
          </p:cNvPr>
          <p:cNvGrpSpPr>
            <a:grpSpLocks noChangeAspect="1"/>
          </p:cNvGrpSpPr>
          <p:nvPr userDrawn="1">
            <p:custDataLst>
              <p:tags r:id="rId1"/>
            </p:custDataLst>
          </p:nvPr>
        </p:nvGrpSpPr>
        <p:grpSpPr>
          <a:xfrm>
            <a:off x="12870803" y="6995320"/>
            <a:ext cx="160301" cy="185408"/>
            <a:chOff x="1365250" y="2062163"/>
            <a:chExt cx="263525" cy="304800"/>
          </a:xfrm>
          <a:solidFill>
            <a:schemeClr val="bg1"/>
          </a:solidFill>
        </p:grpSpPr>
        <p:sp>
          <p:nvSpPr>
            <p:cNvPr id="10" name="Freeform 928">
              <a:extLst>
                <a:ext uri="{FF2B5EF4-FFF2-40B4-BE49-F238E27FC236}">
                  <a16:creationId xmlns:a16="http://schemas.microsoft.com/office/drawing/2014/main" id="{57133BE7-7221-A9A6-782C-10D35D49FA63}"/>
                </a:ext>
              </a:extLst>
            </p:cNvPr>
            <p:cNvSpPr>
              <a:spLocks/>
            </p:cNvSpPr>
            <p:nvPr/>
          </p:nvSpPr>
          <p:spPr bwMode="auto">
            <a:xfrm>
              <a:off x="1573213" y="2116138"/>
              <a:ext cx="39688" cy="39688"/>
            </a:xfrm>
            <a:custGeom>
              <a:avLst/>
              <a:gdLst>
                <a:gd name="T0" fmla="*/ 14 w 25"/>
                <a:gd name="T1" fmla="*/ 25 h 25"/>
                <a:gd name="T2" fmla="*/ 9 w 25"/>
                <a:gd name="T3" fmla="*/ 20 h 25"/>
                <a:gd name="T4" fmla="*/ 16 w 25"/>
                <a:gd name="T5" fmla="*/ 14 h 25"/>
                <a:gd name="T6" fmla="*/ 12 w 25"/>
                <a:gd name="T7" fmla="*/ 9 h 25"/>
                <a:gd name="T8" fmla="*/ 5 w 25"/>
                <a:gd name="T9" fmla="*/ 16 h 25"/>
                <a:gd name="T10" fmla="*/ 0 w 25"/>
                <a:gd name="T11" fmla="*/ 12 h 25"/>
                <a:gd name="T12" fmla="*/ 12 w 25"/>
                <a:gd name="T13" fmla="*/ 0 h 25"/>
                <a:gd name="T14" fmla="*/ 25 w 25"/>
                <a:gd name="T15" fmla="*/ 14 h 25"/>
                <a:gd name="T16" fmla="*/ 14 w 25"/>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5">
                  <a:moveTo>
                    <a:pt x="14" y="25"/>
                  </a:moveTo>
                  <a:lnTo>
                    <a:pt x="9" y="20"/>
                  </a:lnTo>
                  <a:lnTo>
                    <a:pt x="16" y="14"/>
                  </a:lnTo>
                  <a:lnTo>
                    <a:pt x="12" y="9"/>
                  </a:lnTo>
                  <a:lnTo>
                    <a:pt x="5" y="16"/>
                  </a:lnTo>
                  <a:lnTo>
                    <a:pt x="0" y="12"/>
                  </a:lnTo>
                  <a:lnTo>
                    <a:pt x="12" y="0"/>
                  </a:lnTo>
                  <a:lnTo>
                    <a:pt x="25" y="14"/>
                  </a:lnTo>
                  <a:lnTo>
                    <a:pt x="14" y="25"/>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11" name="Freeform 929">
              <a:extLst>
                <a:ext uri="{FF2B5EF4-FFF2-40B4-BE49-F238E27FC236}">
                  <a16:creationId xmlns:a16="http://schemas.microsoft.com/office/drawing/2014/main" id="{204B4B44-29D1-01F2-1043-BAF83A654779}"/>
                </a:ext>
              </a:extLst>
            </p:cNvPr>
            <p:cNvSpPr>
              <a:spLocks noEditPoints="1"/>
            </p:cNvSpPr>
            <p:nvPr/>
          </p:nvSpPr>
          <p:spPr bwMode="auto">
            <a:xfrm>
              <a:off x="1479550" y="2217738"/>
              <a:ext cx="34925" cy="33338"/>
            </a:xfrm>
            <a:custGeom>
              <a:avLst/>
              <a:gdLst>
                <a:gd name="T0" fmla="*/ 28 w 56"/>
                <a:gd name="T1" fmla="*/ 17 h 55"/>
                <a:gd name="T2" fmla="*/ 17 w 56"/>
                <a:gd name="T3" fmla="*/ 28 h 55"/>
                <a:gd name="T4" fmla="*/ 28 w 56"/>
                <a:gd name="T5" fmla="*/ 39 h 55"/>
                <a:gd name="T6" fmla="*/ 39 w 56"/>
                <a:gd name="T7" fmla="*/ 28 h 55"/>
                <a:gd name="T8" fmla="*/ 28 w 56"/>
                <a:gd name="T9" fmla="*/ 17 h 55"/>
                <a:gd name="T10" fmla="*/ 28 w 56"/>
                <a:gd name="T11" fmla="*/ 55 h 55"/>
                <a:gd name="T12" fmla="*/ 0 w 56"/>
                <a:gd name="T13" fmla="*/ 28 h 55"/>
                <a:gd name="T14" fmla="*/ 28 w 56"/>
                <a:gd name="T15" fmla="*/ 0 h 55"/>
                <a:gd name="T16" fmla="*/ 56 w 56"/>
                <a:gd name="T17" fmla="*/ 28 h 55"/>
                <a:gd name="T18" fmla="*/ 28 w 56"/>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5">
                  <a:moveTo>
                    <a:pt x="28" y="17"/>
                  </a:moveTo>
                  <a:cubicBezTo>
                    <a:pt x="22" y="17"/>
                    <a:pt x="17" y="22"/>
                    <a:pt x="17" y="28"/>
                  </a:cubicBezTo>
                  <a:cubicBezTo>
                    <a:pt x="17" y="34"/>
                    <a:pt x="22" y="39"/>
                    <a:pt x="28" y="39"/>
                  </a:cubicBezTo>
                  <a:cubicBezTo>
                    <a:pt x="34" y="39"/>
                    <a:pt x="39" y="34"/>
                    <a:pt x="39" y="28"/>
                  </a:cubicBezTo>
                  <a:cubicBezTo>
                    <a:pt x="39" y="22"/>
                    <a:pt x="34" y="17"/>
                    <a:pt x="28" y="17"/>
                  </a:cubicBezTo>
                  <a:close/>
                  <a:moveTo>
                    <a:pt x="28" y="55"/>
                  </a:moveTo>
                  <a:cubicBezTo>
                    <a:pt x="13" y="55"/>
                    <a:pt x="0" y="43"/>
                    <a:pt x="0" y="28"/>
                  </a:cubicBezTo>
                  <a:cubicBezTo>
                    <a:pt x="0" y="13"/>
                    <a:pt x="13" y="0"/>
                    <a:pt x="28" y="0"/>
                  </a:cubicBezTo>
                  <a:cubicBezTo>
                    <a:pt x="43" y="0"/>
                    <a:pt x="56" y="13"/>
                    <a:pt x="56" y="28"/>
                  </a:cubicBezTo>
                  <a:cubicBezTo>
                    <a:pt x="56" y="43"/>
                    <a:pt x="43" y="55"/>
                    <a:pt x="28" y="5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12" name="Freeform 930">
              <a:extLst>
                <a:ext uri="{FF2B5EF4-FFF2-40B4-BE49-F238E27FC236}">
                  <a16:creationId xmlns:a16="http://schemas.microsoft.com/office/drawing/2014/main" id="{879A7866-3516-E465-FD80-BBBC4D1ACFD5}"/>
                </a:ext>
              </a:extLst>
            </p:cNvPr>
            <p:cNvSpPr>
              <a:spLocks/>
            </p:cNvSpPr>
            <p:nvPr/>
          </p:nvSpPr>
          <p:spPr bwMode="auto">
            <a:xfrm>
              <a:off x="1481138" y="2082801"/>
              <a:ext cx="30163" cy="25400"/>
            </a:xfrm>
            <a:custGeom>
              <a:avLst/>
              <a:gdLst>
                <a:gd name="T0" fmla="*/ 19 w 19"/>
                <a:gd name="T1" fmla="*/ 16 h 16"/>
                <a:gd name="T2" fmla="*/ 13 w 19"/>
                <a:gd name="T3" fmla="*/ 16 h 16"/>
                <a:gd name="T4" fmla="*/ 13 w 19"/>
                <a:gd name="T5" fmla="*/ 6 h 16"/>
                <a:gd name="T6" fmla="*/ 7 w 19"/>
                <a:gd name="T7" fmla="*/ 6 h 16"/>
                <a:gd name="T8" fmla="*/ 7 w 19"/>
                <a:gd name="T9" fmla="*/ 16 h 16"/>
                <a:gd name="T10" fmla="*/ 0 w 19"/>
                <a:gd name="T11" fmla="*/ 16 h 16"/>
                <a:gd name="T12" fmla="*/ 0 w 19"/>
                <a:gd name="T13" fmla="*/ 0 h 16"/>
                <a:gd name="T14" fmla="*/ 19 w 19"/>
                <a:gd name="T15" fmla="*/ 0 h 16"/>
                <a:gd name="T16" fmla="*/ 19 w 19"/>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6">
                  <a:moveTo>
                    <a:pt x="19" y="16"/>
                  </a:moveTo>
                  <a:lnTo>
                    <a:pt x="13" y="16"/>
                  </a:lnTo>
                  <a:lnTo>
                    <a:pt x="13" y="6"/>
                  </a:lnTo>
                  <a:lnTo>
                    <a:pt x="7" y="6"/>
                  </a:lnTo>
                  <a:lnTo>
                    <a:pt x="7" y="16"/>
                  </a:lnTo>
                  <a:lnTo>
                    <a:pt x="0" y="16"/>
                  </a:lnTo>
                  <a:lnTo>
                    <a:pt x="0" y="0"/>
                  </a:lnTo>
                  <a:lnTo>
                    <a:pt x="19" y="0"/>
                  </a:lnTo>
                  <a:lnTo>
                    <a:pt x="19" y="1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13" name="Freeform 931">
              <a:extLst>
                <a:ext uri="{FF2B5EF4-FFF2-40B4-BE49-F238E27FC236}">
                  <a16:creationId xmlns:a16="http://schemas.microsoft.com/office/drawing/2014/main" id="{F4A8DD8F-0002-C4DD-F930-E5442EE13E12}"/>
                </a:ext>
              </a:extLst>
            </p:cNvPr>
            <p:cNvSpPr>
              <a:spLocks noEditPoints="1"/>
            </p:cNvSpPr>
            <p:nvPr/>
          </p:nvSpPr>
          <p:spPr bwMode="auto">
            <a:xfrm>
              <a:off x="1470025" y="2062163"/>
              <a:ext cx="53975" cy="30163"/>
            </a:xfrm>
            <a:custGeom>
              <a:avLst/>
              <a:gdLst>
                <a:gd name="T0" fmla="*/ 17 w 90"/>
                <a:gd name="T1" fmla="*/ 34 h 50"/>
                <a:gd name="T2" fmla="*/ 73 w 90"/>
                <a:gd name="T3" fmla="*/ 34 h 50"/>
                <a:gd name="T4" fmla="*/ 73 w 90"/>
                <a:gd name="T5" fmla="*/ 17 h 50"/>
                <a:gd name="T6" fmla="*/ 17 w 90"/>
                <a:gd name="T7" fmla="*/ 17 h 50"/>
                <a:gd name="T8" fmla="*/ 17 w 90"/>
                <a:gd name="T9" fmla="*/ 34 h 50"/>
                <a:gd name="T10" fmla="*/ 90 w 90"/>
                <a:gd name="T11" fmla="*/ 50 h 50"/>
                <a:gd name="T12" fmla="*/ 0 w 90"/>
                <a:gd name="T13" fmla="*/ 50 h 50"/>
                <a:gd name="T14" fmla="*/ 0 w 90"/>
                <a:gd name="T15" fmla="*/ 0 h 50"/>
                <a:gd name="T16" fmla="*/ 90 w 90"/>
                <a:gd name="T17" fmla="*/ 0 h 50"/>
                <a:gd name="T18" fmla="*/ 90 w 90"/>
                <a:gd name="T19"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50">
                  <a:moveTo>
                    <a:pt x="17" y="34"/>
                  </a:moveTo>
                  <a:lnTo>
                    <a:pt x="73" y="34"/>
                  </a:lnTo>
                  <a:lnTo>
                    <a:pt x="73" y="17"/>
                  </a:lnTo>
                  <a:lnTo>
                    <a:pt x="17" y="17"/>
                  </a:lnTo>
                  <a:lnTo>
                    <a:pt x="17" y="34"/>
                  </a:lnTo>
                  <a:close/>
                  <a:moveTo>
                    <a:pt x="90" y="50"/>
                  </a:moveTo>
                  <a:lnTo>
                    <a:pt x="0" y="50"/>
                  </a:lnTo>
                  <a:lnTo>
                    <a:pt x="0" y="0"/>
                  </a:lnTo>
                  <a:lnTo>
                    <a:pt x="90" y="0"/>
                  </a:lnTo>
                  <a:lnTo>
                    <a:pt x="90" y="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14" name="Freeform 932">
              <a:extLst>
                <a:ext uri="{FF2B5EF4-FFF2-40B4-BE49-F238E27FC236}">
                  <a16:creationId xmlns:a16="http://schemas.microsoft.com/office/drawing/2014/main" id="{552DFB57-5A6D-5166-EB42-363D3F42C4DA}"/>
                </a:ext>
              </a:extLst>
            </p:cNvPr>
            <p:cNvSpPr>
              <a:spLocks noEditPoints="1"/>
            </p:cNvSpPr>
            <p:nvPr/>
          </p:nvSpPr>
          <p:spPr bwMode="auto">
            <a:xfrm>
              <a:off x="1365250" y="2103438"/>
              <a:ext cx="263525" cy="263525"/>
            </a:xfrm>
            <a:custGeom>
              <a:avLst/>
              <a:gdLst>
                <a:gd name="T0" fmla="*/ 216 w 433"/>
                <a:gd name="T1" fmla="*/ 17 h 433"/>
                <a:gd name="T2" fmla="*/ 16 w 433"/>
                <a:gd name="T3" fmla="*/ 217 h 433"/>
                <a:gd name="T4" fmla="*/ 216 w 433"/>
                <a:gd name="T5" fmla="*/ 417 h 433"/>
                <a:gd name="T6" fmla="*/ 416 w 433"/>
                <a:gd name="T7" fmla="*/ 217 h 433"/>
                <a:gd name="T8" fmla="*/ 216 w 433"/>
                <a:gd name="T9" fmla="*/ 17 h 433"/>
                <a:gd name="T10" fmla="*/ 216 w 433"/>
                <a:gd name="T11" fmla="*/ 433 h 433"/>
                <a:gd name="T12" fmla="*/ 0 w 433"/>
                <a:gd name="T13" fmla="*/ 217 h 433"/>
                <a:gd name="T14" fmla="*/ 216 w 433"/>
                <a:gd name="T15" fmla="*/ 0 h 433"/>
                <a:gd name="T16" fmla="*/ 433 w 433"/>
                <a:gd name="T17" fmla="*/ 217 h 433"/>
                <a:gd name="T18" fmla="*/ 216 w 433"/>
                <a:gd name="T19"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3" h="433">
                  <a:moveTo>
                    <a:pt x="216" y="17"/>
                  </a:moveTo>
                  <a:cubicBezTo>
                    <a:pt x="106" y="17"/>
                    <a:pt x="16" y="107"/>
                    <a:pt x="16" y="217"/>
                  </a:cubicBezTo>
                  <a:cubicBezTo>
                    <a:pt x="16" y="327"/>
                    <a:pt x="106" y="417"/>
                    <a:pt x="216" y="417"/>
                  </a:cubicBezTo>
                  <a:cubicBezTo>
                    <a:pt x="326" y="417"/>
                    <a:pt x="416" y="327"/>
                    <a:pt x="416" y="217"/>
                  </a:cubicBezTo>
                  <a:cubicBezTo>
                    <a:pt x="416" y="107"/>
                    <a:pt x="326" y="17"/>
                    <a:pt x="216" y="17"/>
                  </a:cubicBezTo>
                  <a:close/>
                  <a:moveTo>
                    <a:pt x="216" y="433"/>
                  </a:moveTo>
                  <a:cubicBezTo>
                    <a:pt x="97" y="433"/>
                    <a:pt x="0" y="336"/>
                    <a:pt x="0" y="217"/>
                  </a:cubicBezTo>
                  <a:cubicBezTo>
                    <a:pt x="0" y="97"/>
                    <a:pt x="97" y="0"/>
                    <a:pt x="216" y="0"/>
                  </a:cubicBezTo>
                  <a:cubicBezTo>
                    <a:pt x="335" y="0"/>
                    <a:pt x="433" y="97"/>
                    <a:pt x="433" y="217"/>
                  </a:cubicBezTo>
                  <a:cubicBezTo>
                    <a:pt x="433" y="336"/>
                    <a:pt x="335" y="433"/>
                    <a:pt x="216" y="433"/>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15" name="Freeform 933">
              <a:extLst>
                <a:ext uri="{FF2B5EF4-FFF2-40B4-BE49-F238E27FC236}">
                  <a16:creationId xmlns:a16="http://schemas.microsoft.com/office/drawing/2014/main" id="{3C587E95-9E5F-ECD5-302D-7E1DC4615D8A}"/>
                </a:ext>
              </a:extLst>
            </p:cNvPr>
            <p:cNvSpPr>
              <a:spLocks/>
            </p:cNvSpPr>
            <p:nvPr/>
          </p:nvSpPr>
          <p:spPr bwMode="auto">
            <a:xfrm>
              <a:off x="1492250" y="2128838"/>
              <a:ext cx="111125" cy="111125"/>
            </a:xfrm>
            <a:custGeom>
              <a:avLst/>
              <a:gdLst>
                <a:gd name="T0" fmla="*/ 182 w 182"/>
                <a:gd name="T1" fmla="*/ 182 h 182"/>
                <a:gd name="T2" fmla="*/ 28 w 182"/>
                <a:gd name="T3" fmla="*/ 182 h 182"/>
                <a:gd name="T4" fmla="*/ 28 w 182"/>
                <a:gd name="T5" fmla="*/ 165 h 182"/>
                <a:gd name="T6" fmla="*/ 165 w 182"/>
                <a:gd name="T7" fmla="*/ 165 h 182"/>
                <a:gd name="T8" fmla="*/ 17 w 182"/>
                <a:gd name="T9" fmla="*/ 17 h 182"/>
                <a:gd name="T10" fmla="*/ 17 w 182"/>
                <a:gd name="T11" fmla="*/ 153 h 182"/>
                <a:gd name="T12" fmla="*/ 0 w 182"/>
                <a:gd name="T13" fmla="*/ 153 h 182"/>
                <a:gd name="T14" fmla="*/ 0 w 182"/>
                <a:gd name="T15" fmla="*/ 0 h 182"/>
                <a:gd name="T16" fmla="*/ 8 w 182"/>
                <a:gd name="T17" fmla="*/ 0 h 182"/>
                <a:gd name="T18" fmla="*/ 182 w 182"/>
                <a:gd name="T19" fmla="*/ 173 h 182"/>
                <a:gd name="T20" fmla="*/ 182 w 182"/>
                <a:gd name="T21" fmla="*/ 182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2" h="182">
                  <a:moveTo>
                    <a:pt x="182" y="182"/>
                  </a:moveTo>
                  <a:lnTo>
                    <a:pt x="28" y="182"/>
                  </a:lnTo>
                  <a:lnTo>
                    <a:pt x="28" y="165"/>
                  </a:lnTo>
                  <a:lnTo>
                    <a:pt x="165" y="165"/>
                  </a:lnTo>
                  <a:cubicBezTo>
                    <a:pt x="161" y="85"/>
                    <a:pt x="96" y="21"/>
                    <a:pt x="17" y="17"/>
                  </a:cubicBezTo>
                  <a:lnTo>
                    <a:pt x="17" y="153"/>
                  </a:lnTo>
                  <a:lnTo>
                    <a:pt x="0" y="153"/>
                  </a:lnTo>
                  <a:lnTo>
                    <a:pt x="0" y="0"/>
                  </a:lnTo>
                  <a:lnTo>
                    <a:pt x="8" y="0"/>
                  </a:lnTo>
                  <a:cubicBezTo>
                    <a:pt x="104" y="0"/>
                    <a:pt x="182" y="78"/>
                    <a:pt x="182" y="173"/>
                  </a:cubicBezTo>
                  <a:lnTo>
                    <a:pt x="182" y="18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16" name="Freeform 934">
              <a:extLst>
                <a:ext uri="{FF2B5EF4-FFF2-40B4-BE49-F238E27FC236}">
                  <a16:creationId xmlns:a16="http://schemas.microsoft.com/office/drawing/2014/main" id="{386DC3F6-52D0-AD50-7B09-A85CCEF660B9}"/>
                </a:ext>
              </a:extLst>
            </p:cNvPr>
            <p:cNvSpPr>
              <a:spLocks/>
            </p:cNvSpPr>
            <p:nvPr/>
          </p:nvSpPr>
          <p:spPr bwMode="auto">
            <a:xfrm>
              <a:off x="1501775" y="2187576"/>
              <a:ext cx="42863" cy="41275"/>
            </a:xfrm>
            <a:custGeom>
              <a:avLst/>
              <a:gdLst>
                <a:gd name="T0" fmla="*/ 4 w 27"/>
                <a:gd name="T1" fmla="*/ 26 h 26"/>
                <a:gd name="T2" fmla="*/ 0 w 27"/>
                <a:gd name="T3" fmla="*/ 22 h 26"/>
                <a:gd name="T4" fmla="*/ 22 w 27"/>
                <a:gd name="T5" fmla="*/ 0 h 26"/>
                <a:gd name="T6" fmla="*/ 27 w 27"/>
                <a:gd name="T7" fmla="*/ 4 h 26"/>
                <a:gd name="T8" fmla="*/ 4 w 27"/>
                <a:gd name="T9" fmla="*/ 26 h 26"/>
              </a:gdLst>
              <a:ahLst/>
              <a:cxnLst>
                <a:cxn ang="0">
                  <a:pos x="T0" y="T1"/>
                </a:cxn>
                <a:cxn ang="0">
                  <a:pos x="T2" y="T3"/>
                </a:cxn>
                <a:cxn ang="0">
                  <a:pos x="T4" y="T5"/>
                </a:cxn>
                <a:cxn ang="0">
                  <a:pos x="T6" y="T7"/>
                </a:cxn>
                <a:cxn ang="0">
                  <a:pos x="T8" y="T9"/>
                </a:cxn>
              </a:cxnLst>
              <a:rect l="0" t="0" r="r" b="b"/>
              <a:pathLst>
                <a:path w="27" h="26">
                  <a:moveTo>
                    <a:pt x="4" y="26"/>
                  </a:moveTo>
                  <a:lnTo>
                    <a:pt x="0" y="22"/>
                  </a:lnTo>
                  <a:lnTo>
                    <a:pt x="22" y="0"/>
                  </a:lnTo>
                  <a:lnTo>
                    <a:pt x="27" y="4"/>
                  </a:lnTo>
                  <a:lnTo>
                    <a:pt x="4" y="26"/>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dirty="0"/>
            </a:p>
          </p:txBody>
        </p:sp>
        <p:sp>
          <p:nvSpPr>
            <p:cNvPr id="18" name="Freeform 935">
              <a:extLst>
                <a:ext uri="{FF2B5EF4-FFF2-40B4-BE49-F238E27FC236}">
                  <a16:creationId xmlns:a16="http://schemas.microsoft.com/office/drawing/2014/main" id="{E7F16510-46DA-782F-3439-B723CD107737}"/>
                </a:ext>
              </a:extLst>
            </p:cNvPr>
            <p:cNvSpPr>
              <a:spLocks/>
            </p:cNvSpPr>
            <p:nvPr/>
          </p:nvSpPr>
          <p:spPr bwMode="auto">
            <a:xfrm>
              <a:off x="1390650" y="2130426"/>
              <a:ext cx="209550" cy="209550"/>
            </a:xfrm>
            <a:custGeom>
              <a:avLst/>
              <a:gdLst>
                <a:gd name="T0" fmla="*/ 174 w 345"/>
                <a:gd name="T1" fmla="*/ 345 h 345"/>
                <a:gd name="T2" fmla="*/ 0 w 345"/>
                <a:gd name="T3" fmla="*/ 172 h 345"/>
                <a:gd name="T4" fmla="*/ 148 w 345"/>
                <a:gd name="T5" fmla="*/ 0 h 345"/>
                <a:gd name="T6" fmla="*/ 150 w 345"/>
                <a:gd name="T7" fmla="*/ 17 h 345"/>
                <a:gd name="T8" fmla="*/ 17 w 345"/>
                <a:gd name="T9" fmla="*/ 172 h 345"/>
                <a:gd name="T10" fmla="*/ 174 w 345"/>
                <a:gd name="T11" fmla="*/ 329 h 345"/>
                <a:gd name="T12" fmla="*/ 329 w 345"/>
                <a:gd name="T13" fmla="*/ 198 h 345"/>
                <a:gd name="T14" fmla="*/ 345 w 345"/>
                <a:gd name="T15" fmla="*/ 201 h 345"/>
                <a:gd name="T16" fmla="*/ 174 w 345"/>
                <a:gd name="T17" fmla="*/ 345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345">
                  <a:moveTo>
                    <a:pt x="174" y="345"/>
                  </a:moveTo>
                  <a:cubicBezTo>
                    <a:pt x="78" y="345"/>
                    <a:pt x="0" y="267"/>
                    <a:pt x="0" y="172"/>
                  </a:cubicBezTo>
                  <a:cubicBezTo>
                    <a:pt x="0" y="87"/>
                    <a:pt x="64" y="13"/>
                    <a:pt x="148" y="0"/>
                  </a:cubicBezTo>
                  <a:lnTo>
                    <a:pt x="150" y="17"/>
                  </a:lnTo>
                  <a:cubicBezTo>
                    <a:pt x="74" y="28"/>
                    <a:pt x="17" y="95"/>
                    <a:pt x="17" y="172"/>
                  </a:cubicBezTo>
                  <a:cubicBezTo>
                    <a:pt x="17" y="258"/>
                    <a:pt x="88" y="329"/>
                    <a:pt x="174" y="329"/>
                  </a:cubicBezTo>
                  <a:cubicBezTo>
                    <a:pt x="251" y="329"/>
                    <a:pt x="316" y="274"/>
                    <a:pt x="329" y="198"/>
                  </a:cubicBezTo>
                  <a:lnTo>
                    <a:pt x="345" y="201"/>
                  </a:lnTo>
                  <a:cubicBezTo>
                    <a:pt x="331" y="285"/>
                    <a:pt x="259" y="345"/>
                    <a:pt x="174" y="345"/>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fr-FR" dirty="0"/>
            </a:p>
          </p:txBody>
        </p:sp>
      </p:grpSp>
    </p:spTree>
    <p:extLst>
      <p:ext uri="{BB962C8B-B14F-4D97-AF65-F5344CB8AC3E}">
        <p14:creationId xmlns:p14="http://schemas.microsoft.com/office/powerpoint/2010/main" val="3966831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04E9635-A1A7-0DD8-8DD7-E010F044E359}"/>
              </a:ext>
            </a:extLst>
          </p:cNvPr>
          <p:cNvSpPr/>
          <p:nvPr userDrawn="1"/>
        </p:nvSpPr>
        <p:spPr>
          <a:xfrm>
            <a:off x="4" y="0"/>
            <a:ext cx="13439771" cy="7559678"/>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414" rtl="0" eaLnBrk="1" latinLnBrk="0" hangingPunct="1"/>
            <a:endParaRPr lang="en-SA" sz="1013">
              <a:ln>
                <a:noFill/>
              </a:ln>
              <a:solidFill>
                <a:srgbClr val="FDFDF2"/>
              </a:solidFill>
            </a:endParaRPr>
          </a:p>
        </p:txBody>
      </p:sp>
      <p:sp>
        <p:nvSpPr>
          <p:cNvPr id="5" name="object 117">
            <a:extLst>
              <a:ext uri="{FF2B5EF4-FFF2-40B4-BE49-F238E27FC236}">
                <a16:creationId xmlns:a16="http://schemas.microsoft.com/office/drawing/2014/main" id="{90F0945D-18CE-B2E6-8EF8-9320F67A0BFA}"/>
              </a:ext>
            </a:extLst>
          </p:cNvPr>
          <p:cNvSpPr/>
          <p:nvPr userDrawn="1"/>
        </p:nvSpPr>
        <p:spPr>
          <a:xfrm>
            <a:off x="12837956" y="6896565"/>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sp>
        <p:nvSpPr>
          <p:cNvPr id="6" name="object 118">
            <a:extLst>
              <a:ext uri="{FF2B5EF4-FFF2-40B4-BE49-F238E27FC236}">
                <a16:creationId xmlns:a16="http://schemas.microsoft.com/office/drawing/2014/main" id="{4F1E0229-DFE8-6264-49CB-BDEAAA46B18F}"/>
              </a:ext>
            </a:extLst>
          </p:cNvPr>
          <p:cNvSpPr/>
          <p:nvPr userDrawn="1"/>
        </p:nvSpPr>
        <p:spPr>
          <a:xfrm>
            <a:off x="12871546" y="6928297"/>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pic>
        <p:nvPicPr>
          <p:cNvPr id="7" name="Picture 6" descr="A black and gold rectangular frame with a black background&#10;&#10;AI-generated content may be incorrect.">
            <a:extLst>
              <a:ext uri="{FF2B5EF4-FFF2-40B4-BE49-F238E27FC236}">
                <a16:creationId xmlns:a16="http://schemas.microsoft.com/office/drawing/2014/main" id="{37CB2E98-CB7B-74B6-090D-5649286C4901}"/>
              </a:ext>
            </a:extLst>
          </p:cNvPr>
          <p:cNvPicPr>
            <a:picLocks noChangeAspect="1"/>
          </p:cNvPicPr>
          <p:nvPr userDrawn="1"/>
        </p:nvPicPr>
        <p:blipFill>
          <a:blip r:embed="rId2"/>
          <a:stretch>
            <a:fillRect/>
          </a:stretch>
        </p:blipFill>
        <p:spPr>
          <a:xfrm>
            <a:off x="173170" y="6911195"/>
            <a:ext cx="1303475" cy="385395"/>
          </a:xfrm>
          <a:prstGeom prst="rect">
            <a:avLst/>
          </a:prstGeom>
          <a:effectLst/>
        </p:spPr>
      </p:pic>
      <p:cxnSp>
        <p:nvCxnSpPr>
          <p:cNvPr id="8" name="Straight Connector 7">
            <a:extLst>
              <a:ext uri="{FF2B5EF4-FFF2-40B4-BE49-F238E27FC236}">
                <a16:creationId xmlns:a16="http://schemas.microsoft.com/office/drawing/2014/main" id="{80DB1003-82B0-D205-4787-ACA1105F5FF6}"/>
              </a:ext>
            </a:extLst>
          </p:cNvPr>
          <p:cNvCxnSpPr>
            <a:cxnSpLocks/>
          </p:cNvCxnSpPr>
          <p:nvPr userDrawn="1"/>
        </p:nvCxnSpPr>
        <p:spPr>
          <a:xfrm>
            <a:off x="1620420" y="7103867"/>
            <a:ext cx="11217536" cy="0"/>
          </a:xfrm>
          <a:prstGeom prst="line">
            <a:avLst/>
          </a:prstGeom>
          <a:noFill/>
          <a:ln w="3175" cap="flat" cmpd="sng" algn="ctr">
            <a:solidFill>
              <a:srgbClr val="000000"/>
            </a:solidFill>
            <a:prstDash val="solid"/>
            <a:miter lim="800000"/>
          </a:ln>
          <a:effectLst/>
        </p:spPr>
      </p:cxnSp>
      <p:sp>
        <p:nvSpPr>
          <p:cNvPr id="9" name="Date Placeholder 3">
            <a:extLst>
              <a:ext uri="{FF2B5EF4-FFF2-40B4-BE49-F238E27FC236}">
                <a16:creationId xmlns:a16="http://schemas.microsoft.com/office/drawing/2014/main" id="{F1964FF8-964D-1D26-71F7-1428A14E37C9}"/>
              </a:ext>
            </a:extLst>
          </p:cNvPr>
          <p:cNvSpPr txBox="1">
            <a:spLocks/>
          </p:cNvSpPr>
          <p:nvPr userDrawn="1"/>
        </p:nvSpPr>
        <p:spPr>
          <a:xfrm>
            <a:off x="12984887" y="7042317"/>
            <a:ext cx="142668"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23" name="Rectangle 22">
            <a:extLst>
              <a:ext uri="{FF2B5EF4-FFF2-40B4-BE49-F238E27FC236}">
                <a16:creationId xmlns:a16="http://schemas.microsoft.com/office/drawing/2014/main" id="{807A3424-ACB0-799E-A262-9C04DD4161AC}"/>
              </a:ext>
            </a:extLst>
          </p:cNvPr>
          <p:cNvSpPr/>
          <p:nvPr userDrawn="1"/>
        </p:nvSpPr>
        <p:spPr>
          <a:xfrm>
            <a:off x="-2" y="7444076"/>
            <a:ext cx="13439778" cy="115601"/>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dirty="0"/>
          </a:p>
        </p:txBody>
      </p:sp>
    </p:spTree>
    <p:extLst>
      <p:ext uri="{BB962C8B-B14F-4D97-AF65-F5344CB8AC3E}">
        <p14:creationId xmlns:p14="http://schemas.microsoft.com/office/powerpoint/2010/main" val="656372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D1EB5A-7194-33FF-B7CB-8987D955B463}"/>
              </a:ext>
            </a:extLst>
          </p:cNvPr>
          <p:cNvSpPr/>
          <p:nvPr userDrawn="1"/>
        </p:nvSpPr>
        <p:spPr>
          <a:xfrm>
            <a:off x="4" y="0"/>
            <a:ext cx="13439771" cy="7559678"/>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414" rtl="0" eaLnBrk="1" latinLnBrk="0" hangingPunct="1"/>
            <a:endParaRPr lang="en-SA" sz="1013">
              <a:ln>
                <a:noFill/>
              </a:ln>
              <a:solidFill>
                <a:srgbClr val="FDFDF2"/>
              </a:solidFill>
            </a:endParaRPr>
          </a:p>
        </p:txBody>
      </p:sp>
      <p:sp>
        <p:nvSpPr>
          <p:cNvPr id="8" name="object 117">
            <a:extLst>
              <a:ext uri="{FF2B5EF4-FFF2-40B4-BE49-F238E27FC236}">
                <a16:creationId xmlns:a16="http://schemas.microsoft.com/office/drawing/2014/main" id="{C9D57042-220D-8769-F637-CF526A7A6C49}"/>
              </a:ext>
            </a:extLst>
          </p:cNvPr>
          <p:cNvSpPr/>
          <p:nvPr userDrawn="1"/>
        </p:nvSpPr>
        <p:spPr>
          <a:xfrm>
            <a:off x="12837956" y="6896565"/>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sp>
        <p:nvSpPr>
          <p:cNvPr id="9" name="object 118">
            <a:extLst>
              <a:ext uri="{FF2B5EF4-FFF2-40B4-BE49-F238E27FC236}">
                <a16:creationId xmlns:a16="http://schemas.microsoft.com/office/drawing/2014/main" id="{5D91F9F7-1F5A-F2BB-FA97-176C057087A0}"/>
              </a:ext>
            </a:extLst>
          </p:cNvPr>
          <p:cNvSpPr/>
          <p:nvPr userDrawn="1"/>
        </p:nvSpPr>
        <p:spPr>
          <a:xfrm>
            <a:off x="12871546" y="6928297"/>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pic>
        <p:nvPicPr>
          <p:cNvPr id="10" name="Picture 9" descr="A black and gold rectangular frame with a black background&#10;&#10;AI-generated content may be incorrect.">
            <a:extLst>
              <a:ext uri="{FF2B5EF4-FFF2-40B4-BE49-F238E27FC236}">
                <a16:creationId xmlns:a16="http://schemas.microsoft.com/office/drawing/2014/main" id="{0230E449-F311-8C44-3D1E-C3275C1C3FFA}"/>
              </a:ext>
            </a:extLst>
          </p:cNvPr>
          <p:cNvPicPr>
            <a:picLocks noChangeAspect="1"/>
          </p:cNvPicPr>
          <p:nvPr userDrawn="1"/>
        </p:nvPicPr>
        <p:blipFill>
          <a:blip r:embed="rId2"/>
          <a:stretch>
            <a:fillRect/>
          </a:stretch>
        </p:blipFill>
        <p:spPr>
          <a:xfrm>
            <a:off x="173170" y="6911195"/>
            <a:ext cx="1303475" cy="385395"/>
          </a:xfrm>
          <a:prstGeom prst="rect">
            <a:avLst/>
          </a:prstGeom>
          <a:effectLst/>
        </p:spPr>
      </p:pic>
      <p:cxnSp>
        <p:nvCxnSpPr>
          <p:cNvPr id="11" name="Straight Connector 10">
            <a:extLst>
              <a:ext uri="{FF2B5EF4-FFF2-40B4-BE49-F238E27FC236}">
                <a16:creationId xmlns:a16="http://schemas.microsoft.com/office/drawing/2014/main" id="{DDE57EBF-E4BD-DCF0-B9E9-8E5B55BACF4E}"/>
              </a:ext>
            </a:extLst>
          </p:cNvPr>
          <p:cNvCxnSpPr>
            <a:cxnSpLocks/>
          </p:cNvCxnSpPr>
          <p:nvPr userDrawn="1"/>
        </p:nvCxnSpPr>
        <p:spPr>
          <a:xfrm>
            <a:off x="1620420" y="7103867"/>
            <a:ext cx="11217536" cy="0"/>
          </a:xfrm>
          <a:prstGeom prst="line">
            <a:avLst/>
          </a:prstGeom>
          <a:noFill/>
          <a:ln w="3175" cap="flat" cmpd="sng" algn="ctr">
            <a:solidFill>
              <a:srgbClr val="000000"/>
            </a:solidFill>
            <a:prstDash val="solid"/>
            <a:miter lim="800000"/>
          </a:ln>
          <a:effectLst/>
        </p:spPr>
      </p:cxnSp>
      <p:sp>
        <p:nvSpPr>
          <p:cNvPr id="12" name="Date Placeholder 3">
            <a:extLst>
              <a:ext uri="{FF2B5EF4-FFF2-40B4-BE49-F238E27FC236}">
                <a16:creationId xmlns:a16="http://schemas.microsoft.com/office/drawing/2014/main" id="{58BAF67A-D201-7266-1603-DF2A9D8CCAF6}"/>
              </a:ext>
            </a:extLst>
          </p:cNvPr>
          <p:cNvSpPr txBox="1">
            <a:spLocks/>
          </p:cNvSpPr>
          <p:nvPr userDrawn="1"/>
        </p:nvSpPr>
        <p:spPr>
          <a:xfrm>
            <a:off x="12984887" y="7042317"/>
            <a:ext cx="142668"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18" name="Rectangle 17">
            <a:extLst>
              <a:ext uri="{FF2B5EF4-FFF2-40B4-BE49-F238E27FC236}">
                <a16:creationId xmlns:a16="http://schemas.microsoft.com/office/drawing/2014/main" id="{35EBD517-F8AC-477E-4541-B01A43A1AECF}"/>
              </a:ext>
            </a:extLst>
          </p:cNvPr>
          <p:cNvSpPr/>
          <p:nvPr userDrawn="1"/>
        </p:nvSpPr>
        <p:spPr>
          <a:xfrm>
            <a:off x="-2" y="7444076"/>
            <a:ext cx="13439778" cy="115601"/>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dirty="0"/>
          </a:p>
        </p:txBody>
      </p:sp>
    </p:spTree>
    <p:extLst>
      <p:ext uri="{BB962C8B-B14F-4D97-AF65-F5344CB8AC3E}">
        <p14:creationId xmlns:p14="http://schemas.microsoft.com/office/powerpoint/2010/main" val="2445919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5416F5F-EB7F-156A-2418-9E1431E14DAB}"/>
              </a:ext>
            </a:extLst>
          </p:cNvPr>
          <p:cNvSpPr/>
          <p:nvPr userDrawn="1"/>
        </p:nvSpPr>
        <p:spPr>
          <a:xfrm>
            <a:off x="4" y="0"/>
            <a:ext cx="13439771" cy="7559678"/>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414" rtl="0" eaLnBrk="1" latinLnBrk="0" hangingPunct="1"/>
            <a:endParaRPr lang="en-SA" sz="1013">
              <a:ln>
                <a:noFill/>
              </a:ln>
              <a:solidFill>
                <a:srgbClr val="FDFDF2"/>
              </a:solidFill>
            </a:endParaRPr>
          </a:p>
        </p:txBody>
      </p:sp>
      <p:sp>
        <p:nvSpPr>
          <p:cNvPr id="8" name="object 117">
            <a:extLst>
              <a:ext uri="{FF2B5EF4-FFF2-40B4-BE49-F238E27FC236}">
                <a16:creationId xmlns:a16="http://schemas.microsoft.com/office/drawing/2014/main" id="{B28AE921-3223-6F93-038D-AFCFF5243E44}"/>
              </a:ext>
            </a:extLst>
          </p:cNvPr>
          <p:cNvSpPr/>
          <p:nvPr userDrawn="1"/>
        </p:nvSpPr>
        <p:spPr>
          <a:xfrm>
            <a:off x="12837956" y="6896565"/>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sp>
        <p:nvSpPr>
          <p:cNvPr id="9" name="object 118">
            <a:extLst>
              <a:ext uri="{FF2B5EF4-FFF2-40B4-BE49-F238E27FC236}">
                <a16:creationId xmlns:a16="http://schemas.microsoft.com/office/drawing/2014/main" id="{180C3598-85CD-1BE4-B2DB-A03D50F38F7E}"/>
              </a:ext>
            </a:extLst>
          </p:cNvPr>
          <p:cNvSpPr/>
          <p:nvPr userDrawn="1"/>
        </p:nvSpPr>
        <p:spPr>
          <a:xfrm>
            <a:off x="12871546" y="6928297"/>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pic>
        <p:nvPicPr>
          <p:cNvPr id="13" name="Picture 12" descr="A black and gold rectangular frame with a black background&#10;&#10;AI-generated content may be incorrect.">
            <a:extLst>
              <a:ext uri="{FF2B5EF4-FFF2-40B4-BE49-F238E27FC236}">
                <a16:creationId xmlns:a16="http://schemas.microsoft.com/office/drawing/2014/main" id="{50DAC4FE-197C-8263-063A-A1ACB3A03B08}"/>
              </a:ext>
            </a:extLst>
          </p:cNvPr>
          <p:cNvPicPr>
            <a:picLocks noChangeAspect="1"/>
          </p:cNvPicPr>
          <p:nvPr userDrawn="1"/>
        </p:nvPicPr>
        <p:blipFill>
          <a:blip r:embed="rId2"/>
          <a:stretch>
            <a:fillRect/>
          </a:stretch>
        </p:blipFill>
        <p:spPr>
          <a:xfrm>
            <a:off x="173170" y="6911195"/>
            <a:ext cx="1303475" cy="385395"/>
          </a:xfrm>
          <a:prstGeom prst="rect">
            <a:avLst/>
          </a:prstGeom>
          <a:effectLst/>
        </p:spPr>
      </p:pic>
      <p:cxnSp>
        <p:nvCxnSpPr>
          <p:cNvPr id="15" name="Straight Connector 14">
            <a:extLst>
              <a:ext uri="{FF2B5EF4-FFF2-40B4-BE49-F238E27FC236}">
                <a16:creationId xmlns:a16="http://schemas.microsoft.com/office/drawing/2014/main" id="{820D6167-EF1C-BE2E-2EF4-ADB6F6BB8083}"/>
              </a:ext>
            </a:extLst>
          </p:cNvPr>
          <p:cNvCxnSpPr>
            <a:cxnSpLocks/>
          </p:cNvCxnSpPr>
          <p:nvPr userDrawn="1"/>
        </p:nvCxnSpPr>
        <p:spPr>
          <a:xfrm>
            <a:off x="1620420" y="7103867"/>
            <a:ext cx="11217536" cy="0"/>
          </a:xfrm>
          <a:prstGeom prst="line">
            <a:avLst/>
          </a:prstGeom>
          <a:noFill/>
          <a:ln w="3175" cap="flat" cmpd="sng" algn="ctr">
            <a:solidFill>
              <a:srgbClr val="000000"/>
            </a:solidFill>
            <a:prstDash val="solid"/>
            <a:miter lim="800000"/>
          </a:ln>
          <a:effectLst/>
        </p:spPr>
      </p:cxnSp>
      <p:sp>
        <p:nvSpPr>
          <p:cNvPr id="18" name="Date Placeholder 3">
            <a:extLst>
              <a:ext uri="{FF2B5EF4-FFF2-40B4-BE49-F238E27FC236}">
                <a16:creationId xmlns:a16="http://schemas.microsoft.com/office/drawing/2014/main" id="{93909FD2-A2D8-CBAA-06F5-38BF87D31231}"/>
              </a:ext>
            </a:extLst>
          </p:cNvPr>
          <p:cNvSpPr txBox="1">
            <a:spLocks/>
          </p:cNvSpPr>
          <p:nvPr userDrawn="1"/>
        </p:nvSpPr>
        <p:spPr>
          <a:xfrm>
            <a:off x="12984887" y="7042317"/>
            <a:ext cx="142668"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20" name="Rectangle 19">
            <a:extLst>
              <a:ext uri="{FF2B5EF4-FFF2-40B4-BE49-F238E27FC236}">
                <a16:creationId xmlns:a16="http://schemas.microsoft.com/office/drawing/2014/main" id="{A36F7220-A0B2-7AE5-DD53-C0F36C0D3B6B}"/>
              </a:ext>
            </a:extLst>
          </p:cNvPr>
          <p:cNvSpPr/>
          <p:nvPr userDrawn="1"/>
        </p:nvSpPr>
        <p:spPr>
          <a:xfrm>
            <a:off x="-2" y="7444076"/>
            <a:ext cx="13439778" cy="115601"/>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dirty="0"/>
          </a:p>
        </p:txBody>
      </p:sp>
    </p:spTree>
    <p:extLst>
      <p:ext uri="{BB962C8B-B14F-4D97-AF65-F5344CB8AC3E}">
        <p14:creationId xmlns:p14="http://schemas.microsoft.com/office/powerpoint/2010/main" val="4115618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95C4C84-BE65-F648-9F4E-281E1FD93BE1}"/>
              </a:ext>
            </a:extLst>
          </p:cNvPr>
          <p:cNvSpPr/>
          <p:nvPr userDrawn="1"/>
        </p:nvSpPr>
        <p:spPr>
          <a:xfrm>
            <a:off x="4" y="0"/>
            <a:ext cx="13439771" cy="7559678"/>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414" rtl="0" eaLnBrk="1" latinLnBrk="0" hangingPunct="1"/>
            <a:endParaRPr lang="en-SA" sz="1013">
              <a:ln>
                <a:noFill/>
              </a:ln>
              <a:solidFill>
                <a:srgbClr val="FDFDF2"/>
              </a:solidFill>
            </a:endParaRPr>
          </a:p>
        </p:txBody>
      </p:sp>
      <p:sp>
        <p:nvSpPr>
          <p:cNvPr id="9" name="object 117">
            <a:extLst>
              <a:ext uri="{FF2B5EF4-FFF2-40B4-BE49-F238E27FC236}">
                <a16:creationId xmlns:a16="http://schemas.microsoft.com/office/drawing/2014/main" id="{6E4570B3-A584-9A2C-5144-D4EF58076A5F}"/>
              </a:ext>
            </a:extLst>
          </p:cNvPr>
          <p:cNvSpPr/>
          <p:nvPr userDrawn="1"/>
        </p:nvSpPr>
        <p:spPr>
          <a:xfrm>
            <a:off x="12837956" y="6896565"/>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sp>
        <p:nvSpPr>
          <p:cNvPr id="13" name="object 118">
            <a:extLst>
              <a:ext uri="{FF2B5EF4-FFF2-40B4-BE49-F238E27FC236}">
                <a16:creationId xmlns:a16="http://schemas.microsoft.com/office/drawing/2014/main" id="{5ACA2CE4-1267-A564-BD10-66F822240029}"/>
              </a:ext>
            </a:extLst>
          </p:cNvPr>
          <p:cNvSpPr/>
          <p:nvPr userDrawn="1"/>
        </p:nvSpPr>
        <p:spPr>
          <a:xfrm>
            <a:off x="12871546" y="6928297"/>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pic>
        <p:nvPicPr>
          <p:cNvPr id="14" name="Picture 13" descr="A black and gold rectangular frame with a black background&#10;&#10;AI-generated content may be incorrect.">
            <a:extLst>
              <a:ext uri="{FF2B5EF4-FFF2-40B4-BE49-F238E27FC236}">
                <a16:creationId xmlns:a16="http://schemas.microsoft.com/office/drawing/2014/main" id="{34E2AA58-A843-0829-C339-49AB57539170}"/>
              </a:ext>
            </a:extLst>
          </p:cNvPr>
          <p:cNvPicPr>
            <a:picLocks noChangeAspect="1"/>
          </p:cNvPicPr>
          <p:nvPr userDrawn="1"/>
        </p:nvPicPr>
        <p:blipFill>
          <a:blip r:embed="rId2"/>
          <a:stretch>
            <a:fillRect/>
          </a:stretch>
        </p:blipFill>
        <p:spPr>
          <a:xfrm>
            <a:off x="173170" y="6911195"/>
            <a:ext cx="1303475" cy="385395"/>
          </a:xfrm>
          <a:prstGeom prst="rect">
            <a:avLst/>
          </a:prstGeom>
          <a:effectLst/>
        </p:spPr>
      </p:pic>
      <p:cxnSp>
        <p:nvCxnSpPr>
          <p:cNvPr id="15" name="Straight Connector 14">
            <a:extLst>
              <a:ext uri="{FF2B5EF4-FFF2-40B4-BE49-F238E27FC236}">
                <a16:creationId xmlns:a16="http://schemas.microsoft.com/office/drawing/2014/main" id="{63E014CF-73F1-8B75-2D74-D72EA67D728C}"/>
              </a:ext>
            </a:extLst>
          </p:cNvPr>
          <p:cNvCxnSpPr>
            <a:cxnSpLocks/>
          </p:cNvCxnSpPr>
          <p:nvPr userDrawn="1"/>
        </p:nvCxnSpPr>
        <p:spPr>
          <a:xfrm>
            <a:off x="1620420" y="7103867"/>
            <a:ext cx="11217536" cy="0"/>
          </a:xfrm>
          <a:prstGeom prst="line">
            <a:avLst/>
          </a:prstGeom>
          <a:noFill/>
          <a:ln w="3175" cap="flat" cmpd="sng" algn="ctr">
            <a:solidFill>
              <a:srgbClr val="000000"/>
            </a:solidFill>
            <a:prstDash val="solid"/>
            <a:miter lim="800000"/>
          </a:ln>
          <a:effectLst/>
        </p:spPr>
      </p:cxnSp>
      <p:sp>
        <p:nvSpPr>
          <p:cNvPr id="18" name="Date Placeholder 3">
            <a:extLst>
              <a:ext uri="{FF2B5EF4-FFF2-40B4-BE49-F238E27FC236}">
                <a16:creationId xmlns:a16="http://schemas.microsoft.com/office/drawing/2014/main" id="{3A97E3F1-7B17-F85B-620B-29975EF66BB0}"/>
              </a:ext>
            </a:extLst>
          </p:cNvPr>
          <p:cNvSpPr txBox="1">
            <a:spLocks/>
          </p:cNvSpPr>
          <p:nvPr userDrawn="1"/>
        </p:nvSpPr>
        <p:spPr>
          <a:xfrm>
            <a:off x="12984887" y="7042317"/>
            <a:ext cx="142668"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20" name="Rectangle 19">
            <a:extLst>
              <a:ext uri="{FF2B5EF4-FFF2-40B4-BE49-F238E27FC236}">
                <a16:creationId xmlns:a16="http://schemas.microsoft.com/office/drawing/2014/main" id="{E05237BC-97AF-A58F-66F4-28CC31C71249}"/>
              </a:ext>
            </a:extLst>
          </p:cNvPr>
          <p:cNvSpPr/>
          <p:nvPr userDrawn="1"/>
        </p:nvSpPr>
        <p:spPr>
          <a:xfrm>
            <a:off x="-2" y="7444076"/>
            <a:ext cx="13439778" cy="115601"/>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dirty="0"/>
          </a:p>
        </p:txBody>
      </p:sp>
    </p:spTree>
    <p:extLst>
      <p:ext uri="{BB962C8B-B14F-4D97-AF65-F5344CB8AC3E}">
        <p14:creationId xmlns:p14="http://schemas.microsoft.com/office/powerpoint/2010/main" val="3613744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FF945C-527D-BC9C-53D3-3886AF04EB80}"/>
              </a:ext>
            </a:extLst>
          </p:cNvPr>
          <p:cNvSpPr/>
          <p:nvPr userDrawn="1"/>
        </p:nvSpPr>
        <p:spPr>
          <a:xfrm>
            <a:off x="4" y="0"/>
            <a:ext cx="13439771" cy="7559678"/>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414" rtl="0" eaLnBrk="1" latinLnBrk="0" hangingPunct="1"/>
            <a:endParaRPr lang="en-SA" sz="1013">
              <a:ln>
                <a:noFill/>
              </a:ln>
              <a:solidFill>
                <a:srgbClr val="FDFDF2"/>
              </a:solidFill>
            </a:endParaRPr>
          </a:p>
        </p:txBody>
      </p:sp>
      <p:sp>
        <p:nvSpPr>
          <p:cNvPr id="7" name="object 117">
            <a:extLst>
              <a:ext uri="{FF2B5EF4-FFF2-40B4-BE49-F238E27FC236}">
                <a16:creationId xmlns:a16="http://schemas.microsoft.com/office/drawing/2014/main" id="{F2E5476E-F8A1-8C4B-73F7-46A2D1D4B2CC}"/>
              </a:ext>
            </a:extLst>
          </p:cNvPr>
          <p:cNvSpPr/>
          <p:nvPr userDrawn="1"/>
        </p:nvSpPr>
        <p:spPr>
          <a:xfrm>
            <a:off x="12837956" y="6896565"/>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sp>
        <p:nvSpPr>
          <p:cNvPr id="8" name="object 118">
            <a:extLst>
              <a:ext uri="{FF2B5EF4-FFF2-40B4-BE49-F238E27FC236}">
                <a16:creationId xmlns:a16="http://schemas.microsoft.com/office/drawing/2014/main" id="{33E6BAF3-72B3-FC8F-09B9-982F97166B2F}"/>
              </a:ext>
            </a:extLst>
          </p:cNvPr>
          <p:cNvSpPr/>
          <p:nvPr userDrawn="1"/>
        </p:nvSpPr>
        <p:spPr>
          <a:xfrm>
            <a:off x="12871546" y="6928297"/>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pPr lvl="0"/>
            <a:endParaRPr dirty="0">
              <a:solidFill>
                <a:prstClr val="black"/>
              </a:solidFill>
              <a:latin typeface="Aptos" panose="02110004020202020204"/>
            </a:endParaRPr>
          </a:p>
        </p:txBody>
      </p:sp>
      <p:pic>
        <p:nvPicPr>
          <p:cNvPr id="9" name="Picture 8" descr="A black and gold rectangular frame with a black background&#10;&#10;AI-generated content may be incorrect.">
            <a:extLst>
              <a:ext uri="{FF2B5EF4-FFF2-40B4-BE49-F238E27FC236}">
                <a16:creationId xmlns:a16="http://schemas.microsoft.com/office/drawing/2014/main" id="{613E29C5-C568-40AE-46C5-AD6FF5305627}"/>
              </a:ext>
            </a:extLst>
          </p:cNvPr>
          <p:cNvPicPr>
            <a:picLocks noChangeAspect="1"/>
          </p:cNvPicPr>
          <p:nvPr userDrawn="1"/>
        </p:nvPicPr>
        <p:blipFill>
          <a:blip r:embed="rId2"/>
          <a:stretch>
            <a:fillRect/>
          </a:stretch>
        </p:blipFill>
        <p:spPr>
          <a:xfrm>
            <a:off x="173170" y="6911195"/>
            <a:ext cx="1303475" cy="385395"/>
          </a:xfrm>
          <a:prstGeom prst="rect">
            <a:avLst/>
          </a:prstGeom>
          <a:effectLst/>
        </p:spPr>
      </p:pic>
      <p:cxnSp>
        <p:nvCxnSpPr>
          <p:cNvPr id="10" name="Straight Connector 9">
            <a:extLst>
              <a:ext uri="{FF2B5EF4-FFF2-40B4-BE49-F238E27FC236}">
                <a16:creationId xmlns:a16="http://schemas.microsoft.com/office/drawing/2014/main" id="{AB3FD511-5928-8EAD-4E10-975C077FA49F}"/>
              </a:ext>
            </a:extLst>
          </p:cNvPr>
          <p:cNvCxnSpPr>
            <a:cxnSpLocks/>
          </p:cNvCxnSpPr>
          <p:nvPr userDrawn="1"/>
        </p:nvCxnSpPr>
        <p:spPr>
          <a:xfrm>
            <a:off x="1620420" y="7103867"/>
            <a:ext cx="11217536" cy="0"/>
          </a:xfrm>
          <a:prstGeom prst="line">
            <a:avLst/>
          </a:prstGeom>
          <a:noFill/>
          <a:ln w="3175" cap="flat" cmpd="sng" algn="ctr">
            <a:solidFill>
              <a:srgbClr val="000000"/>
            </a:solidFill>
            <a:prstDash val="solid"/>
            <a:miter lim="800000"/>
          </a:ln>
          <a:effectLst/>
        </p:spPr>
      </p:cxnSp>
      <p:sp>
        <p:nvSpPr>
          <p:cNvPr id="11" name="Date Placeholder 3">
            <a:extLst>
              <a:ext uri="{FF2B5EF4-FFF2-40B4-BE49-F238E27FC236}">
                <a16:creationId xmlns:a16="http://schemas.microsoft.com/office/drawing/2014/main" id="{D95AF46A-D693-0A39-E060-24F438F3CAEA}"/>
              </a:ext>
            </a:extLst>
          </p:cNvPr>
          <p:cNvSpPr txBox="1">
            <a:spLocks/>
          </p:cNvSpPr>
          <p:nvPr userDrawn="1"/>
        </p:nvSpPr>
        <p:spPr>
          <a:xfrm>
            <a:off x="12984887" y="7042317"/>
            <a:ext cx="142668"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13" name="Rectangle 12">
            <a:extLst>
              <a:ext uri="{FF2B5EF4-FFF2-40B4-BE49-F238E27FC236}">
                <a16:creationId xmlns:a16="http://schemas.microsoft.com/office/drawing/2014/main" id="{718B93E1-4082-3B8E-A003-B7DAB2DE30C8}"/>
              </a:ext>
            </a:extLst>
          </p:cNvPr>
          <p:cNvSpPr/>
          <p:nvPr userDrawn="1"/>
        </p:nvSpPr>
        <p:spPr>
          <a:xfrm>
            <a:off x="-2" y="7444076"/>
            <a:ext cx="13439778" cy="115601"/>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dirty="0"/>
          </a:p>
        </p:txBody>
      </p:sp>
      <p:grpSp>
        <p:nvGrpSpPr>
          <p:cNvPr id="2" name="Group 1">
            <a:extLst>
              <a:ext uri="{FF2B5EF4-FFF2-40B4-BE49-F238E27FC236}">
                <a16:creationId xmlns:a16="http://schemas.microsoft.com/office/drawing/2014/main" id="{DDF15AF4-74A2-EB5E-704A-3221FBFAEF6D}"/>
              </a:ext>
            </a:extLst>
          </p:cNvPr>
          <p:cNvGrpSpPr/>
          <p:nvPr userDrawn="1"/>
        </p:nvGrpSpPr>
        <p:grpSpPr>
          <a:xfrm>
            <a:off x="-860146" y="0"/>
            <a:ext cx="800100" cy="2412802"/>
            <a:chOff x="-1115020" y="205707"/>
            <a:chExt cx="800100" cy="2412802"/>
          </a:xfrm>
        </p:grpSpPr>
        <p:sp>
          <p:nvSpPr>
            <p:cNvPr id="3" name="Rectangle 2">
              <a:extLst>
                <a:ext uri="{FF2B5EF4-FFF2-40B4-BE49-F238E27FC236}">
                  <a16:creationId xmlns:a16="http://schemas.microsoft.com/office/drawing/2014/main" id="{E5052F24-48C2-DED7-8DF0-43A8A8231467}"/>
                </a:ext>
              </a:extLst>
            </p:cNvPr>
            <p:cNvSpPr/>
            <p:nvPr userDrawn="1"/>
          </p:nvSpPr>
          <p:spPr>
            <a:xfrm>
              <a:off x="-1115020" y="211930"/>
              <a:ext cx="800100" cy="240657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dirty="0"/>
            </a:p>
          </p:txBody>
        </p:sp>
        <p:grpSp>
          <p:nvGrpSpPr>
            <p:cNvPr id="4" name="Group 3">
              <a:extLst>
                <a:ext uri="{FF2B5EF4-FFF2-40B4-BE49-F238E27FC236}">
                  <a16:creationId xmlns:a16="http://schemas.microsoft.com/office/drawing/2014/main" id="{A41949F3-2E35-456C-2828-F977B53BD834}"/>
                </a:ext>
              </a:extLst>
            </p:cNvPr>
            <p:cNvGrpSpPr/>
            <p:nvPr/>
          </p:nvGrpSpPr>
          <p:grpSpPr>
            <a:xfrm>
              <a:off x="-1048928" y="205707"/>
              <a:ext cx="667917" cy="479518"/>
              <a:chOff x="-1290218" y="1100204"/>
              <a:chExt cx="667917" cy="479518"/>
            </a:xfrm>
          </p:grpSpPr>
          <p:sp>
            <p:nvSpPr>
              <p:cNvPr id="21" name="Rectangle 20">
                <a:extLst>
                  <a:ext uri="{FF2B5EF4-FFF2-40B4-BE49-F238E27FC236}">
                    <a16:creationId xmlns:a16="http://schemas.microsoft.com/office/drawing/2014/main" id="{34139FC1-B245-8450-4AFC-6682CBC1B468}"/>
                  </a:ext>
                </a:extLst>
              </p:cNvPr>
              <p:cNvSpPr/>
              <p:nvPr/>
            </p:nvSpPr>
            <p:spPr>
              <a:xfrm>
                <a:off x="-1290218" y="1221049"/>
                <a:ext cx="667917" cy="358673"/>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#DCE6F2</a:t>
                </a:r>
                <a:endParaRPr lang="ar-SA" sz="900" dirty="0">
                  <a:solidFill>
                    <a:schemeClr val="tx1"/>
                  </a:solidFill>
                </a:endParaRPr>
              </a:p>
            </p:txBody>
          </p:sp>
          <p:sp>
            <p:nvSpPr>
              <p:cNvPr id="22" name="TextBox 21">
                <a:extLst>
                  <a:ext uri="{FF2B5EF4-FFF2-40B4-BE49-F238E27FC236}">
                    <a16:creationId xmlns:a16="http://schemas.microsoft.com/office/drawing/2014/main" id="{1AFCDB67-223C-CC40-B225-54297DBF9D44}"/>
                  </a:ext>
                </a:extLst>
              </p:cNvPr>
              <p:cNvSpPr txBox="1"/>
              <p:nvPr/>
            </p:nvSpPr>
            <p:spPr>
              <a:xfrm>
                <a:off x="-1230104" y="1100204"/>
                <a:ext cx="547688" cy="169277"/>
              </a:xfrm>
              <a:prstGeom prst="rect">
                <a:avLst/>
              </a:prstGeom>
              <a:noFill/>
            </p:spPr>
            <p:txBody>
              <a:bodyPr wrap="square" rtlCol="0">
                <a:spAutoFit/>
              </a:bodyPr>
              <a:lstStyle/>
              <a:p>
                <a:pPr algn="ctr"/>
                <a:r>
                  <a:rPr lang="ar-SA" sz="500" dirty="0">
                    <a:latin typeface="Abar Mid" pitchFamily="50" charset="-78"/>
                    <a:ea typeface="Abar Mid" pitchFamily="50" charset="-78"/>
                    <a:cs typeface="Abar Mid" pitchFamily="50" charset="-78"/>
                  </a:rPr>
                  <a:t>مكتمل</a:t>
                </a:r>
              </a:p>
            </p:txBody>
          </p:sp>
        </p:grpSp>
        <p:grpSp>
          <p:nvGrpSpPr>
            <p:cNvPr id="6" name="Group 5">
              <a:extLst>
                <a:ext uri="{FF2B5EF4-FFF2-40B4-BE49-F238E27FC236}">
                  <a16:creationId xmlns:a16="http://schemas.microsoft.com/office/drawing/2014/main" id="{1F9F5B3A-1B0E-E87F-595B-33D26019150B}"/>
                </a:ext>
              </a:extLst>
            </p:cNvPr>
            <p:cNvGrpSpPr/>
            <p:nvPr/>
          </p:nvGrpSpPr>
          <p:grpSpPr>
            <a:xfrm>
              <a:off x="-1048928" y="818257"/>
              <a:ext cx="667917" cy="479518"/>
              <a:chOff x="-1290218" y="238032"/>
              <a:chExt cx="667917" cy="479518"/>
            </a:xfrm>
          </p:grpSpPr>
          <p:sp>
            <p:nvSpPr>
              <p:cNvPr id="19" name="Rectangle 18">
                <a:extLst>
                  <a:ext uri="{FF2B5EF4-FFF2-40B4-BE49-F238E27FC236}">
                    <a16:creationId xmlns:a16="http://schemas.microsoft.com/office/drawing/2014/main" id="{2F0DC6F7-9079-58F2-9C8B-18339AE2A113}"/>
                  </a:ext>
                </a:extLst>
              </p:cNvPr>
              <p:cNvSpPr/>
              <p:nvPr/>
            </p:nvSpPr>
            <p:spPr>
              <a:xfrm>
                <a:off x="-1290218" y="358877"/>
                <a:ext cx="667917" cy="358673"/>
              </a:xfrm>
              <a:prstGeom prst="rect">
                <a:avLst/>
              </a:prstGeom>
              <a:solidFill>
                <a:schemeClr val="accent3">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#EBF1DE</a:t>
                </a:r>
                <a:endParaRPr lang="ar-SA" sz="900" dirty="0">
                  <a:solidFill>
                    <a:schemeClr val="tx1"/>
                  </a:solidFill>
                </a:endParaRPr>
              </a:p>
            </p:txBody>
          </p:sp>
          <p:sp>
            <p:nvSpPr>
              <p:cNvPr id="20" name="TextBox 19">
                <a:extLst>
                  <a:ext uri="{FF2B5EF4-FFF2-40B4-BE49-F238E27FC236}">
                    <a16:creationId xmlns:a16="http://schemas.microsoft.com/office/drawing/2014/main" id="{01C50D3E-B9BB-D9A2-63CE-97CC828C5ECE}"/>
                  </a:ext>
                </a:extLst>
              </p:cNvPr>
              <p:cNvSpPr txBox="1"/>
              <p:nvPr/>
            </p:nvSpPr>
            <p:spPr>
              <a:xfrm>
                <a:off x="-1230104" y="238032"/>
                <a:ext cx="547688" cy="169277"/>
              </a:xfrm>
              <a:prstGeom prst="rect">
                <a:avLst/>
              </a:prstGeom>
              <a:noFill/>
            </p:spPr>
            <p:txBody>
              <a:bodyPr wrap="square" rtlCol="0">
                <a:spAutoFit/>
              </a:bodyPr>
              <a:lstStyle/>
              <a:p>
                <a:pPr algn="ctr"/>
                <a:r>
                  <a:rPr lang="ar-SA" sz="500" dirty="0">
                    <a:latin typeface="Abar Mid" pitchFamily="50" charset="-78"/>
                    <a:ea typeface="Abar Mid" pitchFamily="50" charset="-78"/>
                    <a:cs typeface="Abar Mid" pitchFamily="50" charset="-78"/>
                  </a:rPr>
                  <a:t>على المخطط</a:t>
                </a:r>
              </a:p>
            </p:txBody>
          </p:sp>
        </p:grpSp>
        <p:grpSp>
          <p:nvGrpSpPr>
            <p:cNvPr id="12" name="Group 11">
              <a:extLst>
                <a:ext uri="{FF2B5EF4-FFF2-40B4-BE49-F238E27FC236}">
                  <a16:creationId xmlns:a16="http://schemas.microsoft.com/office/drawing/2014/main" id="{776EFE00-4676-D208-EE6D-0F0F3B50D86C}"/>
                </a:ext>
              </a:extLst>
            </p:cNvPr>
            <p:cNvGrpSpPr/>
            <p:nvPr/>
          </p:nvGrpSpPr>
          <p:grpSpPr>
            <a:xfrm>
              <a:off x="-1048928" y="1430807"/>
              <a:ext cx="667917" cy="478221"/>
              <a:chOff x="-1290218" y="670415"/>
              <a:chExt cx="667917" cy="478221"/>
            </a:xfrm>
          </p:grpSpPr>
          <p:sp>
            <p:nvSpPr>
              <p:cNvPr id="17" name="Rectangle 16">
                <a:extLst>
                  <a:ext uri="{FF2B5EF4-FFF2-40B4-BE49-F238E27FC236}">
                    <a16:creationId xmlns:a16="http://schemas.microsoft.com/office/drawing/2014/main" id="{80F87C81-CD69-E73D-085A-89F13EB03A5C}"/>
                  </a:ext>
                </a:extLst>
              </p:cNvPr>
              <p:cNvSpPr/>
              <p:nvPr/>
            </p:nvSpPr>
            <p:spPr>
              <a:xfrm>
                <a:off x="-1290218" y="789963"/>
                <a:ext cx="667917" cy="358673"/>
              </a:xfrm>
              <a:prstGeom prst="rect">
                <a:avLst/>
              </a:prstGeom>
              <a:solidFill>
                <a:schemeClr val="accent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#F2DCDB</a:t>
                </a:r>
                <a:endParaRPr lang="ar-SA" sz="900" dirty="0">
                  <a:solidFill>
                    <a:schemeClr val="tx1"/>
                  </a:solidFill>
                </a:endParaRPr>
              </a:p>
            </p:txBody>
          </p:sp>
          <p:sp>
            <p:nvSpPr>
              <p:cNvPr id="18" name="TextBox 17">
                <a:extLst>
                  <a:ext uri="{FF2B5EF4-FFF2-40B4-BE49-F238E27FC236}">
                    <a16:creationId xmlns:a16="http://schemas.microsoft.com/office/drawing/2014/main" id="{3519D8A6-C001-93E2-2701-3CB31AB2D398}"/>
                  </a:ext>
                </a:extLst>
              </p:cNvPr>
              <p:cNvSpPr txBox="1"/>
              <p:nvPr/>
            </p:nvSpPr>
            <p:spPr>
              <a:xfrm>
                <a:off x="-1249074" y="670415"/>
                <a:ext cx="547688" cy="169277"/>
              </a:xfrm>
              <a:prstGeom prst="rect">
                <a:avLst/>
              </a:prstGeom>
              <a:noFill/>
            </p:spPr>
            <p:txBody>
              <a:bodyPr wrap="square" rtlCol="0">
                <a:spAutoFit/>
              </a:bodyPr>
              <a:lstStyle/>
              <a:p>
                <a:pPr algn="ctr"/>
                <a:r>
                  <a:rPr lang="ar-SA" sz="500" dirty="0">
                    <a:latin typeface="Abar Mid" pitchFamily="50" charset="-78"/>
                    <a:ea typeface="Abar Mid" pitchFamily="50" charset="-78"/>
                    <a:cs typeface="Abar Mid" pitchFamily="50" charset="-78"/>
                  </a:rPr>
                  <a:t>متأخر</a:t>
                </a:r>
              </a:p>
            </p:txBody>
          </p:sp>
        </p:grpSp>
        <p:grpSp>
          <p:nvGrpSpPr>
            <p:cNvPr id="14" name="Group 13">
              <a:extLst>
                <a:ext uri="{FF2B5EF4-FFF2-40B4-BE49-F238E27FC236}">
                  <a16:creationId xmlns:a16="http://schemas.microsoft.com/office/drawing/2014/main" id="{F6DB97C2-DADC-06FB-3FA6-E2C630B7D91F}"/>
                </a:ext>
              </a:extLst>
            </p:cNvPr>
            <p:cNvGrpSpPr/>
            <p:nvPr/>
          </p:nvGrpSpPr>
          <p:grpSpPr>
            <a:xfrm>
              <a:off x="-1048928" y="2042061"/>
              <a:ext cx="667917" cy="486226"/>
              <a:chOff x="-1290218" y="1524581"/>
              <a:chExt cx="667917" cy="486226"/>
            </a:xfrm>
          </p:grpSpPr>
          <p:sp>
            <p:nvSpPr>
              <p:cNvPr id="15" name="Rectangle 14">
                <a:extLst>
                  <a:ext uri="{FF2B5EF4-FFF2-40B4-BE49-F238E27FC236}">
                    <a16:creationId xmlns:a16="http://schemas.microsoft.com/office/drawing/2014/main" id="{97ADD211-5B93-C342-11F6-68D84CE47979}"/>
                  </a:ext>
                </a:extLst>
              </p:cNvPr>
              <p:cNvSpPr/>
              <p:nvPr/>
            </p:nvSpPr>
            <p:spPr>
              <a:xfrm>
                <a:off x="-1290218" y="1652134"/>
                <a:ext cx="667917" cy="358673"/>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#F2F2F2</a:t>
                </a:r>
                <a:endParaRPr lang="ar-SA" sz="900" dirty="0">
                  <a:solidFill>
                    <a:schemeClr val="tx1"/>
                  </a:solidFill>
                </a:endParaRPr>
              </a:p>
            </p:txBody>
          </p:sp>
          <p:sp>
            <p:nvSpPr>
              <p:cNvPr id="16" name="TextBox 15">
                <a:extLst>
                  <a:ext uri="{FF2B5EF4-FFF2-40B4-BE49-F238E27FC236}">
                    <a16:creationId xmlns:a16="http://schemas.microsoft.com/office/drawing/2014/main" id="{49928C3F-71DA-BBCD-991D-49B3D8E2FE9D}"/>
                  </a:ext>
                </a:extLst>
              </p:cNvPr>
              <p:cNvSpPr txBox="1"/>
              <p:nvPr/>
            </p:nvSpPr>
            <p:spPr>
              <a:xfrm>
                <a:off x="-1234284" y="1524581"/>
                <a:ext cx="547688" cy="169277"/>
              </a:xfrm>
              <a:prstGeom prst="rect">
                <a:avLst/>
              </a:prstGeom>
              <a:noFill/>
            </p:spPr>
            <p:txBody>
              <a:bodyPr wrap="square" rtlCol="0">
                <a:spAutoFit/>
              </a:bodyPr>
              <a:lstStyle/>
              <a:p>
                <a:pPr algn="ctr"/>
                <a:r>
                  <a:rPr lang="ar-SA" sz="500" dirty="0">
                    <a:latin typeface="Abar Mid" pitchFamily="50" charset="-78"/>
                    <a:ea typeface="Abar Mid" pitchFamily="50" charset="-78"/>
                    <a:cs typeface="Abar Mid" pitchFamily="50" charset="-78"/>
                  </a:rPr>
                  <a:t>لم يبدأ/معلق</a:t>
                </a:r>
              </a:p>
            </p:txBody>
          </p:sp>
        </p:grpSp>
      </p:grpSp>
    </p:spTree>
    <p:extLst>
      <p:ext uri="{BB962C8B-B14F-4D97-AF65-F5344CB8AC3E}">
        <p14:creationId xmlns:p14="http://schemas.microsoft.com/office/powerpoint/2010/main" val="1928006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860C3C-C95F-014E-116F-B6AE72618E41}"/>
              </a:ext>
            </a:extLst>
          </p:cNvPr>
          <p:cNvPicPr>
            <a:picLocks noChangeAspect="1"/>
          </p:cNvPicPr>
          <p:nvPr userDrawn="1"/>
        </p:nvPicPr>
        <p:blipFill>
          <a:blip r:embed="rId2"/>
          <a:srcRect b="47541"/>
          <a:stretch>
            <a:fillRect/>
          </a:stretch>
        </p:blipFill>
        <p:spPr>
          <a:xfrm>
            <a:off x="1" y="1"/>
            <a:ext cx="13439774" cy="7559676"/>
          </a:xfrm>
          <a:prstGeom prst="rect">
            <a:avLst/>
          </a:prstGeom>
        </p:spPr>
      </p:pic>
      <p:sp>
        <p:nvSpPr>
          <p:cNvPr id="4" name="Rectangle 3">
            <a:extLst>
              <a:ext uri="{FF2B5EF4-FFF2-40B4-BE49-F238E27FC236}">
                <a16:creationId xmlns:a16="http://schemas.microsoft.com/office/drawing/2014/main" id="{8A6349CC-364B-CA39-7B4E-FC2A300763A9}"/>
              </a:ext>
            </a:extLst>
          </p:cNvPr>
          <p:cNvSpPr/>
          <p:nvPr userDrawn="1"/>
        </p:nvSpPr>
        <p:spPr>
          <a:xfrm>
            <a:off x="1" y="-1"/>
            <a:ext cx="13439774" cy="7559678"/>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10" name="Picture 9">
            <a:extLst>
              <a:ext uri="{FF2B5EF4-FFF2-40B4-BE49-F238E27FC236}">
                <a16:creationId xmlns:a16="http://schemas.microsoft.com/office/drawing/2014/main" id="{9D188BBB-5F82-1542-85F0-819FAA16583C}"/>
              </a:ext>
            </a:extLst>
          </p:cNvPr>
          <p:cNvPicPr>
            <a:picLocks noChangeAspect="1"/>
          </p:cNvPicPr>
          <p:nvPr userDrawn="1"/>
        </p:nvPicPr>
        <p:blipFill>
          <a:blip r:embed="rId3"/>
          <a:stretch>
            <a:fillRect/>
          </a:stretch>
        </p:blipFill>
        <p:spPr>
          <a:xfrm>
            <a:off x="4294063" y="1874799"/>
            <a:ext cx="4851649" cy="1498677"/>
          </a:xfrm>
          <a:prstGeom prst="rect">
            <a:avLst/>
          </a:prstGeom>
        </p:spPr>
      </p:pic>
      <p:sp>
        <p:nvSpPr>
          <p:cNvPr id="12" name="Freeform: Shape 11">
            <a:extLst>
              <a:ext uri="{FF2B5EF4-FFF2-40B4-BE49-F238E27FC236}">
                <a16:creationId xmlns:a16="http://schemas.microsoft.com/office/drawing/2014/main" id="{BA2B071E-AD5D-1ABB-91F3-4B757F58A992}"/>
              </a:ext>
            </a:extLst>
          </p:cNvPr>
          <p:cNvSpPr/>
          <p:nvPr userDrawn="1"/>
        </p:nvSpPr>
        <p:spPr>
          <a:xfrm>
            <a:off x="1" y="5303931"/>
            <a:ext cx="5174679" cy="175712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pPr rtl="0"/>
            <a:endParaRPr lang="en-GB" sz="1800" dirty="0"/>
          </a:p>
        </p:txBody>
      </p:sp>
    </p:spTree>
    <p:extLst>
      <p:ext uri="{BB962C8B-B14F-4D97-AF65-F5344CB8AC3E}">
        <p14:creationId xmlns:p14="http://schemas.microsoft.com/office/powerpoint/2010/main" val="1753074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 id="2147483668" r:id="rId2"/>
    <p:sldLayoutId id="2147483667" r:id="rId3"/>
    <p:sldLayoutId id="2147483669" r:id="rId4"/>
    <p:sldLayoutId id="2147483661" r:id="rId5"/>
    <p:sldLayoutId id="2147483662" r:id="rId6"/>
    <p:sldLayoutId id="2147483663" r:id="rId7"/>
    <p:sldLayoutId id="2147483665" r:id="rId8"/>
    <p:sldLayoutId id="2147483664" r:id="rId9"/>
    <p:sldLayoutId id="2147483660" r:id="rId10"/>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5" Type="http://schemas.openxmlformats.org/officeDocument/2006/relationships/slide" Target="slide10.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14.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9.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9.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9.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AA61-1CF0-507D-97B1-86552DCBAF92}"/>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5BE6CE6-D8C8-5CFE-E026-3B680C11CFD0}"/>
              </a:ext>
            </a:extLst>
          </p:cNvPr>
          <p:cNvGrpSpPr/>
          <p:nvPr/>
        </p:nvGrpSpPr>
        <p:grpSpPr>
          <a:xfrm>
            <a:off x="3857621" y="3256998"/>
            <a:ext cx="5724532" cy="1504767"/>
            <a:chOff x="1079493" y="4415868"/>
            <a:chExt cx="5724532" cy="1504767"/>
          </a:xfrm>
        </p:grpSpPr>
        <p:sp>
          <p:nvSpPr>
            <p:cNvPr id="3" name="btfpRowHeaderBoxText438126">
              <a:extLst>
                <a:ext uri="{FF2B5EF4-FFF2-40B4-BE49-F238E27FC236}">
                  <a16:creationId xmlns:a16="http://schemas.microsoft.com/office/drawing/2014/main" id="{2966FC70-2697-64BD-0D6D-17D74CFB965F}"/>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en-US" sz="4000" b="1" dirty="0">
                  <a:solidFill>
                    <a:srgbClr val="FFFFFF"/>
                  </a:solidFill>
                  <a:latin typeface="Abar Mid" pitchFamily="2" charset="-78"/>
                  <a:ea typeface="Abar Mid" pitchFamily="2" charset="-78"/>
                  <a:cs typeface="Abar Mid" pitchFamily="2" charset="-78"/>
                </a:rPr>
                <a:t>Monday Meeting</a:t>
              </a:r>
              <a:endParaRPr lang="ar-SA" sz="4000" b="1" dirty="0">
                <a:solidFill>
                  <a:srgbClr val="FFFFFF"/>
                </a:solidFill>
                <a:latin typeface="Abar Mid" pitchFamily="2" charset="-78"/>
                <a:ea typeface="Abar Mid" pitchFamily="2" charset="-78"/>
                <a:cs typeface="Abar Mid" pitchFamily="2" charset="-78"/>
              </a:endParaRPr>
            </a:p>
          </p:txBody>
        </p:sp>
        <p:sp>
          <p:nvSpPr>
            <p:cNvPr id="4" name="TextBox 3">
              <a:extLst>
                <a:ext uri="{FF2B5EF4-FFF2-40B4-BE49-F238E27FC236}">
                  <a16:creationId xmlns:a16="http://schemas.microsoft.com/office/drawing/2014/main" id="{EE87937D-2EC9-3E45-FB97-E5087D1BA186}"/>
                </a:ext>
              </a:extLst>
            </p:cNvPr>
            <p:cNvSpPr txBox="1"/>
            <p:nvPr/>
          </p:nvSpPr>
          <p:spPr>
            <a:xfrm>
              <a:off x="2266726" y="5458163"/>
              <a:ext cx="3350066" cy="307777"/>
            </a:xfrm>
            <a:prstGeom prst="rect">
              <a:avLst/>
            </a:prstGeom>
            <a:noFill/>
          </p:spPr>
          <p:txBody>
            <a:bodyPr wrap="square" lIns="0" tIns="0" rIns="0" bIns="0" anchor="ctr">
              <a:spAutoFit/>
            </a:bodyPr>
            <a:lstStyle/>
            <a:p>
              <a:pPr algn="ctr" defTabSz="977875" rtl="1"/>
              <a:r>
                <a:rPr lang="ar-SA" sz="2000" b="1" dirty="0">
                  <a:solidFill>
                    <a:srgbClr val="D7A360"/>
                  </a:solidFill>
                  <a:latin typeface="Abar Mid" pitchFamily="50" charset="-78"/>
                  <a:ea typeface="Abar Mid" pitchFamily="50" charset="-78"/>
                  <a:cs typeface="Abar Mid" pitchFamily="50" charset="-78"/>
                </a:rPr>
                <a:t>20 سبتمبر 2026</a:t>
              </a:r>
            </a:p>
          </p:txBody>
        </p:sp>
        <p:cxnSp>
          <p:nvCxnSpPr>
            <p:cNvPr id="5" name="Straight Connector 4">
              <a:extLst>
                <a:ext uri="{FF2B5EF4-FFF2-40B4-BE49-F238E27FC236}">
                  <a16:creationId xmlns:a16="http://schemas.microsoft.com/office/drawing/2014/main" id="{7405A5F8-CFF6-BF2F-AEE6-D20AF94E8C2C}"/>
                </a:ext>
              </a:extLst>
            </p:cNvPr>
            <p:cNvCxnSpPr>
              <a:cxnSpLocks/>
            </p:cNvCxnSpPr>
            <p:nvPr/>
          </p:nvCxnSpPr>
          <p:spPr>
            <a:xfrm>
              <a:off x="3300100" y="5920635"/>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846082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4056C-167D-FB0E-0DBB-B3D60206B3C3}"/>
            </a:ext>
          </a:extLst>
        </p:cNvPr>
        <p:cNvGrpSpPr/>
        <p:nvPr/>
      </p:nvGrpSpPr>
      <p:grpSpPr>
        <a:xfrm>
          <a:off x="0" y="0"/>
          <a:ext cx="0" cy="0"/>
          <a:chOff x="0" y="0"/>
          <a:chExt cx="0" cy="0"/>
        </a:xfrm>
      </p:grpSpPr>
      <p:graphicFrame>
        <p:nvGraphicFramePr>
          <p:cNvPr id="7" name="Table 5">
            <a:extLst>
              <a:ext uri="{FF2B5EF4-FFF2-40B4-BE49-F238E27FC236}">
                <a16:creationId xmlns:a16="http://schemas.microsoft.com/office/drawing/2014/main" id="{03BCF0DC-5D7E-D09C-8B63-AD356527C1C9}"/>
              </a:ext>
            </a:extLst>
          </p:cNvPr>
          <p:cNvGraphicFramePr>
            <a:graphicFrameLocks noGrp="1"/>
          </p:cNvGraphicFramePr>
          <p:nvPr>
            <p:custDataLst>
              <p:tags r:id="rId1"/>
            </p:custDataLst>
            <p:extLst>
              <p:ext uri="{D42A27DB-BD31-4B8C-83A1-F6EECF244321}">
                <p14:modId xmlns:p14="http://schemas.microsoft.com/office/powerpoint/2010/main" val="2703480034"/>
              </p:ext>
            </p:extLst>
          </p:nvPr>
        </p:nvGraphicFramePr>
        <p:xfrm>
          <a:off x="418257" y="692902"/>
          <a:ext cx="12603260" cy="5651914"/>
        </p:xfrm>
        <a:graphic>
          <a:graphicData uri="http://schemas.openxmlformats.org/drawingml/2006/table">
            <a:tbl>
              <a:tblPr rtl="1" firstRow="1" bandRow="1"/>
              <a:tblGrid>
                <a:gridCol w="414725">
                  <a:extLst>
                    <a:ext uri="{9D8B030D-6E8A-4147-A177-3AD203B41FA5}">
                      <a16:colId xmlns:a16="http://schemas.microsoft.com/office/drawing/2014/main" val="3812235192"/>
                    </a:ext>
                  </a:extLst>
                </a:gridCol>
                <a:gridCol w="6785264">
                  <a:extLst>
                    <a:ext uri="{9D8B030D-6E8A-4147-A177-3AD203B41FA5}">
                      <a16:colId xmlns:a16="http://schemas.microsoft.com/office/drawing/2014/main" val="2344785183"/>
                    </a:ext>
                  </a:extLst>
                </a:gridCol>
                <a:gridCol w="2680854">
                  <a:extLst>
                    <a:ext uri="{9D8B030D-6E8A-4147-A177-3AD203B41FA5}">
                      <a16:colId xmlns:a16="http://schemas.microsoft.com/office/drawing/2014/main" val="2108341803"/>
                    </a:ext>
                  </a:extLst>
                </a:gridCol>
                <a:gridCol w="2722417">
                  <a:extLst>
                    <a:ext uri="{9D8B030D-6E8A-4147-A177-3AD203B41FA5}">
                      <a16:colId xmlns:a16="http://schemas.microsoft.com/office/drawing/2014/main" val="3797053411"/>
                    </a:ext>
                  </a:extLst>
                </a:gridCol>
              </a:tblGrid>
              <a:tr h="62557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indent="0" algn="ctr" defTabSz="914400" rtl="1" eaLnBrk="1" latinLnBrk="0" hangingPunct="1">
                        <a:buFontTx/>
                        <a:buNone/>
                      </a:pPr>
                      <a:r>
                        <a:rPr lang="ar-SA" sz="1400" b="1" kern="1200" dirty="0">
                          <a:solidFill>
                            <a:schemeClr val="bg1"/>
                          </a:solidFill>
                          <a:latin typeface="Abar Mid" pitchFamily="50" charset="-78"/>
                          <a:ea typeface="Abar Mid" pitchFamily="50" charset="-78"/>
                          <a:cs typeface="Abar Mid" pitchFamily="50" charset="-78"/>
                          <a:sym typeface="+mn-lt"/>
                        </a:rPr>
                        <a:t>م</a:t>
                      </a:r>
                      <a:endParaRPr lang="en-US" sz="1400" b="1" kern="1200" dirty="0">
                        <a:solidFill>
                          <a:schemeClr val="bg1"/>
                        </a:solidFill>
                        <a:latin typeface="Abar Mid" pitchFamily="50" charset="-78"/>
                        <a:ea typeface="Abar Mid" pitchFamily="50" charset="-78"/>
                        <a:cs typeface="Abar Mid" pitchFamily="50" charset="-78"/>
                        <a:sym typeface="+mn-lt"/>
                      </a:endParaRPr>
                    </a:p>
                  </a:txBody>
                  <a:tcPr marL="14625" marR="14625" marT="29250" marB="2925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CB077">
                        <a:alpha val="69804"/>
                      </a:srgbClr>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marL="0" indent="0" algn="ctr" rtl="1">
                        <a:buFontTx/>
                        <a:buNone/>
                      </a:pPr>
                      <a:r>
                        <a:rPr lang="ar-SA" sz="1400" b="1" kern="1200" dirty="0">
                          <a:solidFill>
                            <a:schemeClr val="bg1"/>
                          </a:solidFill>
                          <a:latin typeface="Abar Mid" pitchFamily="50" charset="-78"/>
                          <a:ea typeface="Abar Mid" pitchFamily="50" charset="-78"/>
                          <a:cs typeface="Abar Mid" pitchFamily="50" charset="-78"/>
                          <a:sym typeface="+mn-lt"/>
                        </a:rPr>
                        <a:t>جدول الأعمال</a:t>
                      </a:r>
                      <a:endParaRPr lang="en-US" sz="1400" b="1" kern="1200" dirty="0">
                        <a:solidFill>
                          <a:schemeClr val="bg1"/>
                        </a:solidFill>
                        <a:latin typeface="Abar Mid" pitchFamily="50" charset="-78"/>
                        <a:ea typeface="Abar Mid" pitchFamily="50" charset="-78"/>
                        <a:cs typeface="Abar Mid" pitchFamily="50" charset="-78"/>
                        <a:sym typeface="+mn-lt"/>
                      </a:endParaRPr>
                    </a:p>
                  </a:txBody>
                  <a:tcPr marL="14625" marR="14625" marT="29250" marB="2925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CB077">
                        <a:alpha val="69804"/>
                      </a:srgbClr>
                    </a:solidFill>
                  </a:tcPr>
                </a:tc>
                <a:tc>
                  <a:txBody>
                    <a:bodyPr/>
                    <a:lstStyle/>
                    <a:p>
                      <a:pPr marL="0" indent="0" algn="ctr" rtl="1">
                        <a:buFontTx/>
                        <a:buNone/>
                      </a:pPr>
                      <a:r>
                        <a:rPr lang="ar-SA" sz="1400" b="1" kern="1200" dirty="0">
                          <a:solidFill>
                            <a:schemeClr val="bg1"/>
                          </a:solidFill>
                          <a:latin typeface="Abar Mid" pitchFamily="50" charset="-78"/>
                          <a:ea typeface="Abar Mid" pitchFamily="50" charset="-78"/>
                          <a:cs typeface="Abar Mid" pitchFamily="50" charset="-78"/>
                          <a:sym typeface="+mn-lt"/>
                        </a:rPr>
                        <a:t>المسؤول</a:t>
                      </a:r>
                      <a:endParaRPr lang="en-US" sz="1400" b="1" kern="1200" dirty="0">
                        <a:solidFill>
                          <a:schemeClr val="bg1"/>
                        </a:solidFill>
                        <a:latin typeface="Abar Mid" pitchFamily="50" charset="-78"/>
                        <a:ea typeface="Abar Mid" pitchFamily="50" charset="-78"/>
                        <a:cs typeface="Abar Mid" pitchFamily="50" charset="-78"/>
                        <a:sym typeface="+mn-lt"/>
                      </a:endParaRPr>
                    </a:p>
                  </a:txBody>
                  <a:tcPr marL="14625" marR="14625" marT="29250" marB="2925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CB077">
                        <a:alpha val="69804"/>
                      </a:srgbClr>
                    </a:solidFill>
                  </a:tcPr>
                </a:tc>
                <a:tc>
                  <a:txBody>
                    <a:bodyPr/>
                    <a:lstStyle/>
                    <a:p>
                      <a:pPr marL="0" indent="0" algn="ctr" rtl="1">
                        <a:buFontTx/>
                        <a:buNone/>
                      </a:pPr>
                      <a:r>
                        <a:rPr lang="ar-SA" sz="1400" b="1" kern="1200" dirty="0">
                          <a:solidFill>
                            <a:schemeClr val="bg1"/>
                          </a:solidFill>
                          <a:latin typeface="Abar Mid" pitchFamily="50" charset="-78"/>
                          <a:ea typeface="Abar Mid" pitchFamily="50" charset="-78"/>
                          <a:cs typeface="Abar Mid" pitchFamily="50" charset="-78"/>
                          <a:sym typeface="+mn-lt"/>
                        </a:rPr>
                        <a:t>المدة الزمنية (بالدقيقة)</a:t>
                      </a:r>
                      <a:endParaRPr lang="en-US" sz="1400" b="1" kern="1200" dirty="0">
                        <a:solidFill>
                          <a:schemeClr val="bg1"/>
                        </a:solidFill>
                        <a:latin typeface="Abar Mid" pitchFamily="50" charset="-78"/>
                        <a:ea typeface="Abar Mid" pitchFamily="50" charset="-78"/>
                        <a:cs typeface="Abar Mid" pitchFamily="50" charset="-78"/>
                        <a:sym typeface="+mn-lt"/>
                      </a:endParaRPr>
                    </a:p>
                  </a:txBody>
                  <a:tcPr marL="14625" marR="14625" marT="29250" marB="2925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DCB077">
                        <a:alpha val="69804"/>
                      </a:srgbClr>
                    </a:solidFill>
                  </a:tcPr>
                </a:tc>
                <a:extLst>
                  <a:ext uri="{0D108BD9-81ED-4DB2-BD59-A6C34878D82A}">
                    <a16:rowId xmlns:a16="http://schemas.microsoft.com/office/drawing/2014/main" val="1415268320"/>
                  </a:ext>
                </a:extLst>
              </a:tr>
              <a:tr h="698291">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indent="0" algn="ctr" defTabSz="853762" rtl="1" eaLnBrk="1" fontAlgn="ctr" latinLnBrk="0" hangingPunct="1">
                        <a:buFontTx/>
                        <a:buNone/>
                      </a:pPr>
                      <a:r>
                        <a:rPr lang="en-US" sz="1400" b="0" kern="1200" dirty="0">
                          <a:solidFill>
                            <a:schemeClr val="bg1"/>
                          </a:solidFill>
                          <a:effectLst/>
                          <a:latin typeface="Abar Mid" pitchFamily="50" charset="-78"/>
                          <a:ea typeface="Abar Mid" pitchFamily="50" charset="-78"/>
                          <a:cs typeface="Abar Mid" pitchFamily="50" charset="-78"/>
                          <a:sym typeface="+mn-lt"/>
                        </a:rPr>
                        <a:t>01</a:t>
                      </a:r>
                    </a:p>
                  </a:txBody>
                  <a:tcPr marL="6631" marR="6631" marT="6631"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افتتاحية</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معالي وزير الحج والعمرة</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5</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965752"/>
                  </a:ext>
                </a:extLst>
              </a:tr>
              <a:tr h="698291">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indent="0" algn="ctr" defTabSz="853762" rtl="1" eaLnBrk="1" fontAlgn="ctr" latinLnBrk="0" hangingPunct="1">
                        <a:buFontTx/>
                        <a:buNone/>
                      </a:pPr>
                      <a:r>
                        <a:rPr lang="en-US" sz="1400" b="0" kern="1200" dirty="0">
                          <a:solidFill>
                            <a:schemeClr val="bg1"/>
                          </a:solidFill>
                          <a:effectLst/>
                          <a:latin typeface="Abar Mid" pitchFamily="50" charset="-78"/>
                          <a:ea typeface="Abar Mid" pitchFamily="50" charset="-78"/>
                          <a:cs typeface="Abar Mid" pitchFamily="50" charset="-78"/>
                          <a:sym typeface="+mn-lt"/>
                        </a:rPr>
                        <a:t>02</a:t>
                      </a:r>
                    </a:p>
                  </a:txBody>
                  <a:tcPr marL="6631" marR="6631" marT="6631"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a:solidFill>
                            <a:schemeClr val="bg1"/>
                          </a:solidFill>
                          <a:latin typeface="Abar Mid" pitchFamily="50" charset="-78"/>
                          <a:ea typeface="Abar Mid" pitchFamily="50" charset="-78"/>
                          <a:cs typeface="Abar Mid" pitchFamily="50" charset="-78"/>
                          <a:sym typeface="+mn-lt"/>
                        </a:rPr>
                        <a:t>استعراض ملخص الإنجاز الأسبوعي</a:t>
                      </a:r>
                      <a:endParaRPr lang="ar-SA" sz="1400" kern="1200" dirty="0">
                        <a:solidFill>
                          <a:schemeClr val="bg1"/>
                        </a:solidFill>
                        <a:latin typeface="Abar Mid" pitchFamily="50" charset="-78"/>
                        <a:ea typeface="Abar Mid" pitchFamily="50" charset="-78"/>
                        <a:cs typeface="Abar Mid" pitchFamily="50" charset="-78"/>
                        <a:sym typeface="+mn-lt"/>
                      </a:endParaRP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مصعب مندورة</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5</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4431052"/>
                  </a:ext>
                </a:extLst>
              </a:tr>
              <a:tr h="725952">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indent="0" algn="ctr" defTabSz="853762" rtl="1" eaLnBrk="1" fontAlgn="ctr" latinLnBrk="0" hangingPunct="1">
                        <a:buFontTx/>
                        <a:buNone/>
                      </a:pPr>
                      <a:r>
                        <a:rPr lang="en-US" sz="1400" b="0" kern="1200" dirty="0">
                          <a:solidFill>
                            <a:schemeClr val="bg1"/>
                          </a:solidFill>
                          <a:effectLst/>
                          <a:latin typeface="Abar Mid" pitchFamily="50" charset="-78"/>
                          <a:ea typeface="Abar Mid" pitchFamily="50" charset="-78"/>
                          <a:cs typeface="Abar Mid" pitchFamily="50" charset="-78"/>
                          <a:sym typeface="+mn-lt"/>
                        </a:rPr>
                        <a:t>03</a:t>
                      </a:r>
                    </a:p>
                  </a:txBody>
                  <a:tcPr marL="6631" marR="6631" marT="6631"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نتائج مراجعة الاختصاصات والمهام التنظيمية لوزارة الحج والعمرة</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عبدالله  بخش</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15</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6525680"/>
                  </a:ext>
                </a:extLst>
              </a:tr>
              <a:tr h="725952">
                <a:tc>
                  <a:txBody>
                    <a:bodyPr/>
                    <a:lstStyle/>
                    <a:p>
                      <a:pPr marL="0" indent="0" algn="ctr" defTabSz="853762" rtl="1" eaLnBrk="1" fontAlgn="ctr" latinLnBrk="0" hangingPunct="1">
                        <a:buFontTx/>
                        <a:buNone/>
                      </a:pPr>
                      <a:r>
                        <a:rPr lang="ar-SA" sz="1400" b="0" kern="1200" dirty="0">
                          <a:solidFill>
                            <a:schemeClr val="bg1"/>
                          </a:solidFill>
                          <a:effectLst/>
                          <a:latin typeface="Abar Mid" pitchFamily="50" charset="-78"/>
                          <a:ea typeface="Abar Mid" pitchFamily="50" charset="-78"/>
                          <a:cs typeface="Abar Mid" pitchFamily="50" charset="-78"/>
                          <a:sym typeface="+mn-lt"/>
                        </a:rPr>
                        <a:t>04</a:t>
                      </a:r>
                      <a:endParaRPr lang="en-US" sz="1400" b="0" kern="1200" dirty="0">
                        <a:solidFill>
                          <a:schemeClr val="bg1"/>
                        </a:solidFill>
                        <a:effectLst/>
                        <a:latin typeface="Abar Mid" pitchFamily="50" charset="-78"/>
                        <a:ea typeface="Abar Mid" pitchFamily="50" charset="-78"/>
                        <a:cs typeface="Abar Mid" pitchFamily="50" charset="-78"/>
                        <a:sym typeface="+mn-lt"/>
                      </a:endParaRPr>
                    </a:p>
                  </a:txBody>
                  <a:tcPr marL="6631" marR="6631" marT="6631"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عرض لجنة الموقع الالكتروني</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أنس الحميد</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10</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7094181"/>
                  </a:ext>
                </a:extLst>
              </a:tr>
              <a:tr h="725952">
                <a:tc>
                  <a:txBody>
                    <a:bodyPr/>
                    <a:lstStyle/>
                    <a:p>
                      <a:pPr marL="0" indent="0" algn="ctr" defTabSz="853762" rtl="1" eaLnBrk="1" fontAlgn="ctr" latinLnBrk="0" hangingPunct="1">
                        <a:buFontTx/>
                        <a:buNone/>
                      </a:pPr>
                      <a:r>
                        <a:rPr lang="ar-SA" sz="1400" b="0" kern="1200" dirty="0">
                          <a:solidFill>
                            <a:schemeClr val="bg1"/>
                          </a:solidFill>
                          <a:effectLst/>
                          <a:latin typeface="Abar Mid" pitchFamily="50" charset="-78"/>
                          <a:ea typeface="Abar Mid" pitchFamily="50" charset="-78"/>
                          <a:cs typeface="Abar Mid" pitchFamily="50" charset="-78"/>
                          <a:sym typeface="+mn-lt"/>
                        </a:rPr>
                        <a:t>05</a:t>
                      </a:r>
                      <a:endParaRPr lang="en-US" sz="1400" b="0" kern="1200" dirty="0">
                        <a:solidFill>
                          <a:schemeClr val="bg1"/>
                        </a:solidFill>
                        <a:effectLst/>
                        <a:latin typeface="Abar Mid" pitchFamily="50" charset="-78"/>
                        <a:ea typeface="Abar Mid" pitchFamily="50" charset="-78"/>
                        <a:cs typeface="Abar Mid" pitchFamily="50" charset="-78"/>
                        <a:sym typeface="+mn-lt"/>
                      </a:endParaRPr>
                    </a:p>
                  </a:txBody>
                  <a:tcPr marL="6631" marR="6631" marT="6631"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تأهيل مركز الاستقبال والترحيب بالزايدي</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هيثم الزهراني</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10</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652615"/>
                  </a:ext>
                </a:extLst>
              </a:tr>
              <a:tr h="725952">
                <a:tc>
                  <a:txBody>
                    <a:bodyPr/>
                    <a:lstStyle/>
                    <a:p>
                      <a:pPr marL="0" indent="0" algn="ctr" defTabSz="853762" rtl="1" eaLnBrk="1" fontAlgn="ctr" latinLnBrk="0" hangingPunct="1">
                        <a:buFontTx/>
                        <a:buNone/>
                      </a:pPr>
                      <a:r>
                        <a:rPr lang="ar-SA" sz="1400" b="0" kern="1200" dirty="0">
                          <a:solidFill>
                            <a:schemeClr val="bg1"/>
                          </a:solidFill>
                          <a:effectLst/>
                          <a:latin typeface="Abar Mid" pitchFamily="50" charset="-78"/>
                          <a:ea typeface="Abar Mid" pitchFamily="50" charset="-78"/>
                          <a:cs typeface="Abar Mid" pitchFamily="50" charset="-78"/>
                          <a:sym typeface="+mn-lt"/>
                        </a:rPr>
                        <a:t>06</a:t>
                      </a:r>
                      <a:endParaRPr lang="en-US" sz="1400" b="0" kern="1200" dirty="0">
                        <a:solidFill>
                          <a:schemeClr val="bg1"/>
                        </a:solidFill>
                        <a:effectLst/>
                        <a:latin typeface="Abar Mid" pitchFamily="50" charset="-78"/>
                        <a:ea typeface="Abar Mid" pitchFamily="50" charset="-78"/>
                        <a:cs typeface="Abar Mid" pitchFamily="50" charset="-78"/>
                        <a:sym typeface="+mn-lt"/>
                      </a:endParaRPr>
                    </a:p>
                  </a:txBody>
                  <a:tcPr marL="6631" marR="6631" marT="6631"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إحاطات</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الوكلاء</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en-US" sz="1400" kern="1200" dirty="0">
                          <a:solidFill>
                            <a:schemeClr val="bg1"/>
                          </a:solidFill>
                          <a:latin typeface="Abar Mid" pitchFamily="50" charset="-78"/>
                          <a:ea typeface="Abar Mid" pitchFamily="50" charset="-78"/>
                          <a:cs typeface="Abar Mid" pitchFamily="50" charset="-78"/>
                          <a:sym typeface="+mn-lt"/>
                        </a:rPr>
                        <a:t>20</a:t>
                      </a:r>
                      <a:endParaRPr lang="ar-SA" sz="1400" kern="1200" dirty="0">
                        <a:solidFill>
                          <a:schemeClr val="bg1"/>
                        </a:solidFill>
                        <a:latin typeface="Abar Mid" pitchFamily="50" charset="-78"/>
                        <a:ea typeface="Abar Mid" pitchFamily="50" charset="-78"/>
                        <a:cs typeface="Abar Mid" pitchFamily="50" charset="-78"/>
                        <a:sym typeface="+mn-lt"/>
                      </a:endParaRP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4293264"/>
                  </a:ext>
                </a:extLst>
              </a:tr>
              <a:tr h="725952">
                <a:tc>
                  <a:txBody>
                    <a:bodyPr/>
                    <a:lstStyle/>
                    <a:p>
                      <a:pPr marL="0" indent="0" algn="ctr" defTabSz="853762" rtl="1" eaLnBrk="1" fontAlgn="ctr" latinLnBrk="0" hangingPunct="1">
                        <a:buFontTx/>
                        <a:buNone/>
                      </a:pPr>
                      <a:r>
                        <a:rPr lang="ar-SA" sz="1400" b="0" kern="1200" dirty="0">
                          <a:solidFill>
                            <a:schemeClr val="bg1"/>
                          </a:solidFill>
                          <a:effectLst/>
                          <a:latin typeface="Abar Mid" pitchFamily="50" charset="-78"/>
                          <a:ea typeface="Abar Mid" pitchFamily="50" charset="-78"/>
                          <a:cs typeface="Abar Mid" pitchFamily="50" charset="-78"/>
                          <a:sym typeface="+mn-lt"/>
                        </a:rPr>
                        <a:t>07</a:t>
                      </a:r>
                      <a:endParaRPr lang="en-US" sz="1400" b="0" kern="1200" dirty="0">
                        <a:solidFill>
                          <a:schemeClr val="bg1"/>
                        </a:solidFill>
                        <a:effectLst/>
                        <a:latin typeface="Abar Mid" pitchFamily="50" charset="-78"/>
                        <a:ea typeface="Abar Mid" pitchFamily="50" charset="-78"/>
                        <a:cs typeface="Abar Mid" pitchFamily="50" charset="-78"/>
                        <a:sym typeface="+mn-lt"/>
                      </a:endParaRPr>
                    </a:p>
                  </a:txBody>
                  <a:tcPr marL="6631" marR="6631" marT="6631"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ملخص الاجتماع</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مصعب مندورة</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853762" rtl="1" eaLnBrk="1" fontAlgn="ctr" latinLnBrk="0" hangingPunct="1">
                        <a:lnSpc>
                          <a:spcPct val="100000"/>
                        </a:lnSpc>
                        <a:spcBef>
                          <a:spcPts val="600"/>
                        </a:spcBef>
                        <a:spcAft>
                          <a:spcPts val="0"/>
                        </a:spcAft>
                        <a:buClrTx/>
                        <a:buSzTx/>
                        <a:buFontTx/>
                        <a:buNone/>
                        <a:tabLst/>
                        <a:defRPr/>
                      </a:pPr>
                      <a:r>
                        <a:rPr lang="ar-SA" sz="1400" kern="1200" dirty="0">
                          <a:solidFill>
                            <a:schemeClr val="bg1"/>
                          </a:solidFill>
                          <a:latin typeface="Abar Mid" pitchFamily="50" charset="-78"/>
                          <a:ea typeface="Abar Mid" pitchFamily="50" charset="-78"/>
                          <a:cs typeface="Abar Mid" pitchFamily="50" charset="-78"/>
                          <a:sym typeface="+mn-lt"/>
                        </a:rPr>
                        <a:t>5</a:t>
                      </a:r>
                    </a:p>
                  </a:txBody>
                  <a:tcPr marL="8289" marR="8289" marT="8289"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1284968"/>
                  </a:ext>
                </a:extLst>
              </a:tr>
            </a:tbl>
          </a:graphicData>
        </a:graphic>
      </p:graphicFrame>
    </p:spTree>
    <p:extLst>
      <p:ext uri="{BB962C8B-B14F-4D97-AF65-F5344CB8AC3E}">
        <p14:creationId xmlns:p14="http://schemas.microsoft.com/office/powerpoint/2010/main" val="174808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E46B3-8121-4927-B459-74C022BB0CE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DC7D1CB-1151-C234-FDDE-D00D4E66CCFA}"/>
              </a:ext>
            </a:extLst>
          </p:cNvPr>
          <p:cNvGrpSpPr/>
          <p:nvPr/>
        </p:nvGrpSpPr>
        <p:grpSpPr>
          <a:xfrm>
            <a:off x="3857621" y="3256998"/>
            <a:ext cx="5724532" cy="1042296"/>
            <a:chOff x="1079493" y="4415868"/>
            <a:chExt cx="5724532" cy="1042296"/>
          </a:xfrm>
        </p:grpSpPr>
        <p:sp>
          <p:nvSpPr>
            <p:cNvPr id="3" name="btfpRowHeaderBoxText438126">
              <a:extLst>
                <a:ext uri="{FF2B5EF4-FFF2-40B4-BE49-F238E27FC236}">
                  <a16:creationId xmlns:a16="http://schemas.microsoft.com/office/drawing/2014/main" id="{5BCB08CB-2FD0-5316-2C61-6820444683EF}"/>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4000" b="1" dirty="0">
                  <a:solidFill>
                    <a:srgbClr val="FFFFFF"/>
                  </a:solidFill>
                  <a:latin typeface="Abar Mid" pitchFamily="2" charset="-78"/>
                  <a:ea typeface="Abar Mid" pitchFamily="2" charset="-78"/>
                  <a:cs typeface="Abar Mid" pitchFamily="2" charset="-78"/>
                </a:rPr>
                <a:t>افتتاحية</a:t>
              </a:r>
            </a:p>
          </p:txBody>
        </p:sp>
        <p:cxnSp>
          <p:nvCxnSpPr>
            <p:cNvPr id="5" name="Straight Connector 4">
              <a:extLst>
                <a:ext uri="{FF2B5EF4-FFF2-40B4-BE49-F238E27FC236}">
                  <a16:creationId xmlns:a16="http://schemas.microsoft.com/office/drawing/2014/main" id="{B0C4B845-46DA-1F14-7075-2D933B490D18}"/>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3208264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991F1-F53D-D873-F7C9-618FC559E44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DAE312D-61D3-C7BD-3B58-0205B4C50E92}"/>
              </a:ext>
            </a:extLst>
          </p:cNvPr>
          <p:cNvGrpSpPr/>
          <p:nvPr/>
        </p:nvGrpSpPr>
        <p:grpSpPr>
          <a:xfrm>
            <a:off x="1649208" y="2938831"/>
            <a:ext cx="10141358" cy="1678630"/>
            <a:chOff x="-1128920" y="4097701"/>
            <a:chExt cx="10141358" cy="1678630"/>
          </a:xfrm>
        </p:grpSpPr>
        <p:sp>
          <p:nvSpPr>
            <p:cNvPr id="3" name="btfpRowHeaderBoxText438126">
              <a:extLst>
                <a:ext uri="{FF2B5EF4-FFF2-40B4-BE49-F238E27FC236}">
                  <a16:creationId xmlns:a16="http://schemas.microsoft.com/office/drawing/2014/main" id="{8383E11E-EE67-0327-9276-6BBBFAB146BD}"/>
                </a:ext>
              </a:extLst>
            </p:cNvPr>
            <p:cNvSpPr txBox="1"/>
            <p:nvPr>
              <p:custDataLst>
                <p:tags r:id="rId1"/>
              </p:custDataLst>
            </p:nvPr>
          </p:nvSpPr>
          <p:spPr>
            <a:xfrm flipH="1">
              <a:off x="-1128920" y="4097701"/>
              <a:ext cx="10141358" cy="167863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4000" b="1" dirty="0">
                  <a:solidFill>
                    <a:srgbClr val="FFFFFF"/>
                  </a:solidFill>
                  <a:latin typeface="Abar Mid" pitchFamily="2" charset="-78"/>
                  <a:ea typeface="Abar Mid" pitchFamily="2" charset="-78"/>
                  <a:cs typeface="Abar Mid" pitchFamily="2" charset="-78"/>
                </a:rPr>
                <a:t>ملخص الإنجاز الأسبوعي</a:t>
              </a:r>
            </a:p>
          </p:txBody>
        </p:sp>
        <p:cxnSp>
          <p:nvCxnSpPr>
            <p:cNvPr id="5" name="Straight Connector 4">
              <a:extLst>
                <a:ext uri="{FF2B5EF4-FFF2-40B4-BE49-F238E27FC236}">
                  <a16:creationId xmlns:a16="http://schemas.microsoft.com/office/drawing/2014/main" id="{1B20B942-BA3B-AB78-6440-246F1B3F4C24}"/>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248316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93">
            <a:extLst>
              <a:ext uri="{FF2B5EF4-FFF2-40B4-BE49-F238E27FC236}">
                <a16:creationId xmlns:a16="http://schemas.microsoft.com/office/drawing/2014/main" id="{7E9B4622-A36B-F7BE-1C0C-02DB7F3DB3E9}"/>
              </a:ext>
            </a:extLst>
          </p:cNvPr>
          <p:cNvSpPr/>
          <p:nvPr/>
        </p:nvSpPr>
        <p:spPr>
          <a:xfrm>
            <a:off x="10227453" y="2424572"/>
            <a:ext cx="3067049" cy="4349942"/>
          </a:xfrm>
          <a:prstGeom prst="roundRect">
            <a:avLst>
              <a:gd name="adj" fmla="val 3573"/>
            </a:avLst>
          </a:prstGeom>
          <a:solidFill>
            <a:srgbClr val="FFFFFF"/>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endParaRPr lang="en-US" sz="900" kern="0" dirty="0">
              <a:solidFill>
                <a:srgbClr val="F2F2F2"/>
              </a:solidFill>
              <a:latin typeface="Century Gothic" panose="020B0502020202020204" pitchFamily="34" charset="0"/>
            </a:endParaRPr>
          </a:p>
        </p:txBody>
      </p:sp>
      <p:sp>
        <p:nvSpPr>
          <p:cNvPr id="17" name="Rounded Rectangle 93">
            <a:extLst>
              <a:ext uri="{FF2B5EF4-FFF2-40B4-BE49-F238E27FC236}">
                <a16:creationId xmlns:a16="http://schemas.microsoft.com/office/drawing/2014/main" id="{183ABFA4-9FD9-4674-4F06-18013E630531}"/>
              </a:ext>
            </a:extLst>
          </p:cNvPr>
          <p:cNvSpPr/>
          <p:nvPr/>
        </p:nvSpPr>
        <p:spPr>
          <a:xfrm>
            <a:off x="10173543" y="802096"/>
            <a:ext cx="3120959" cy="1566454"/>
          </a:xfrm>
          <a:prstGeom prst="roundRect">
            <a:avLst>
              <a:gd name="adj" fmla="val 3573"/>
            </a:avLst>
          </a:prstGeom>
          <a:solidFill>
            <a:srgbClr val="FFFFFF"/>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endParaRPr lang="en-US" sz="900" kern="0" dirty="0">
              <a:solidFill>
                <a:srgbClr val="F2F2F2"/>
              </a:solidFill>
              <a:latin typeface="Century Gothic" panose="020B0502020202020204" pitchFamily="34" charset="0"/>
            </a:endParaRPr>
          </a:p>
        </p:txBody>
      </p:sp>
      <p:sp>
        <p:nvSpPr>
          <p:cNvPr id="20" name="TextBox 8">
            <a:extLst>
              <a:ext uri="{FF2B5EF4-FFF2-40B4-BE49-F238E27FC236}">
                <a16:creationId xmlns:a16="http://schemas.microsoft.com/office/drawing/2014/main" id="{DBE8DE5E-2B01-B9ED-4358-98F661013026}"/>
              </a:ext>
            </a:extLst>
          </p:cNvPr>
          <p:cNvSpPr txBox="1"/>
          <p:nvPr/>
        </p:nvSpPr>
        <p:spPr>
          <a:xfrm>
            <a:off x="12171586" y="1828047"/>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dirty="0">
                <a:solidFill>
                  <a:srgbClr val="D9A86A"/>
                </a:solidFill>
                <a:latin typeface="Abar Mid" pitchFamily="50" charset="-78"/>
                <a:ea typeface="Abar Mid" pitchFamily="50" charset="-78"/>
                <a:cs typeface="Abar Mid" pitchFamily="50" charset="-78"/>
              </a:rPr>
              <a:t>إجمالي المهام</a:t>
            </a:r>
          </a:p>
        </p:txBody>
      </p:sp>
      <p:sp>
        <p:nvSpPr>
          <p:cNvPr id="21" name="TextBox 10">
            <a:extLst>
              <a:ext uri="{FF2B5EF4-FFF2-40B4-BE49-F238E27FC236}">
                <a16:creationId xmlns:a16="http://schemas.microsoft.com/office/drawing/2014/main" id="{6C213196-8A04-2FAD-FBDD-8A229F8D1EE9}"/>
              </a:ext>
            </a:extLst>
          </p:cNvPr>
          <p:cNvSpPr txBox="1"/>
          <p:nvPr/>
        </p:nvSpPr>
        <p:spPr>
          <a:xfrm>
            <a:off x="12262622" y="1216935"/>
            <a:ext cx="919654" cy="769441"/>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4400" b="1" dirty="0">
                <a:solidFill>
                  <a:srgbClr val="D9A86A"/>
                </a:solidFill>
                <a:latin typeface="Abar Mid" pitchFamily="50" charset="-78"/>
                <a:ea typeface="Abar Mid" pitchFamily="50" charset="-78"/>
                <a:cs typeface="Abar Mid" pitchFamily="50" charset="-78"/>
              </a:rPr>
              <a:t>12</a:t>
            </a:r>
            <a:endParaRPr lang="ar-SA" sz="4800" b="1" dirty="0">
              <a:solidFill>
                <a:srgbClr val="D9A86A"/>
              </a:solidFill>
              <a:latin typeface="Abar Mid" pitchFamily="50" charset="-78"/>
              <a:ea typeface="Abar Mid" pitchFamily="50" charset="-78"/>
              <a:cs typeface="Abar Mid" pitchFamily="50" charset="-78"/>
            </a:endParaRPr>
          </a:p>
        </p:txBody>
      </p:sp>
      <p:grpSp>
        <p:nvGrpSpPr>
          <p:cNvPr id="43" name="Group 42">
            <a:extLst>
              <a:ext uri="{FF2B5EF4-FFF2-40B4-BE49-F238E27FC236}">
                <a16:creationId xmlns:a16="http://schemas.microsoft.com/office/drawing/2014/main" id="{58A5E924-A8EA-5B6C-30E4-C58966D4AB7E}"/>
              </a:ext>
            </a:extLst>
          </p:cNvPr>
          <p:cNvGrpSpPr/>
          <p:nvPr/>
        </p:nvGrpSpPr>
        <p:grpSpPr>
          <a:xfrm>
            <a:off x="11082638" y="935209"/>
            <a:ext cx="1101743" cy="645663"/>
            <a:chOff x="10628895" y="894190"/>
            <a:chExt cx="1101743" cy="645663"/>
          </a:xfrm>
        </p:grpSpPr>
        <p:sp>
          <p:nvSpPr>
            <p:cNvPr id="22" name="TextBox 12">
              <a:extLst>
                <a:ext uri="{FF2B5EF4-FFF2-40B4-BE49-F238E27FC236}">
                  <a16:creationId xmlns:a16="http://schemas.microsoft.com/office/drawing/2014/main" id="{8D681E39-ADD8-C594-716B-73D2C9C8F370}"/>
                </a:ext>
              </a:extLst>
            </p:cNvPr>
            <p:cNvSpPr txBox="1"/>
            <p:nvPr/>
          </p:nvSpPr>
          <p:spPr>
            <a:xfrm>
              <a:off x="10628895" y="1278243"/>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dirty="0">
                  <a:solidFill>
                    <a:srgbClr val="174766"/>
                  </a:solidFill>
                  <a:latin typeface="Abar Mid" pitchFamily="50" charset="-78"/>
                  <a:ea typeface="Abar Mid" pitchFamily="50" charset="-78"/>
                  <a:cs typeface="Abar Mid" pitchFamily="50" charset="-78"/>
                </a:rPr>
                <a:t>مكتملة</a:t>
              </a:r>
            </a:p>
          </p:txBody>
        </p:sp>
        <p:sp>
          <p:nvSpPr>
            <p:cNvPr id="23" name="TextBox 13">
              <a:extLst>
                <a:ext uri="{FF2B5EF4-FFF2-40B4-BE49-F238E27FC236}">
                  <a16:creationId xmlns:a16="http://schemas.microsoft.com/office/drawing/2014/main" id="{A2C514DC-97F6-3889-8180-0BE9B2B9C750}"/>
                </a:ext>
              </a:extLst>
            </p:cNvPr>
            <p:cNvSpPr txBox="1"/>
            <p:nvPr/>
          </p:nvSpPr>
          <p:spPr>
            <a:xfrm>
              <a:off x="10719935" y="894190"/>
              <a:ext cx="919654" cy="5232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dirty="0">
                  <a:solidFill>
                    <a:srgbClr val="174766"/>
                  </a:solidFill>
                  <a:latin typeface="Abar Mid" pitchFamily="50" charset="-78"/>
                  <a:ea typeface="Abar Mid" pitchFamily="50" charset="-78"/>
                  <a:cs typeface="Abar Mid" pitchFamily="50" charset="-78"/>
                </a:rPr>
                <a:t>2</a:t>
              </a:r>
              <a:endParaRPr lang="ar-SA" sz="2800" b="1" dirty="0">
                <a:solidFill>
                  <a:srgbClr val="174766"/>
                </a:solidFill>
                <a:latin typeface="Abar Mid" pitchFamily="50" charset="-78"/>
                <a:ea typeface="Abar Mid" pitchFamily="50" charset="-78"/>
                <a:cs typeface="Abar Mid" pitchFamily="50" charset="-78"/>
              </a:endParaRPr>
            </a:p>
          </p:txBody>
        </p:sp>
      </p:grpSp>
      <p:grpSp>
        <p:nvGrpSpPr>
          <p:cNvPr id="42" name="Group 41">
            <a:extLst>
              <a:ext uri="{FF2B5EF4-FFF2-40B4-BE49-F238E27FC236}">
                <a16:creationId xmlns:a16="http://schemas.microsoft.com/office/drawing/2014/main" id="{4642572F-61F0-5D04-E903-CEA2C381B751}"/>
              </a:ext>
            </a:extLst>
          </p:cNvPr>
          <p:cNvGrpSpPr/>
          <p:nvPr/>
        </p:nvGrpSpPr>
        <p:grpSpPr>
          <a:xfrm>
            <a:off x="10253177" y="941282"/>
            <a:ext cx="1101743" cy="645663"/>
            <a:chOff x="9373185" y="894190"/>
            <a:chExt cx="1101743" cy="645663"/>
          </a:xfrm>
        </p:grpSpPr>
        <p:sp>
          <p:nvSpPr>
            <p:cNvPr id="24" name="TextBox 14">
              <a:extLst>
                <a:ext uri="{FF2B5EF4-FFF2-40B4-BE49-F238E27FC236}">
                  <a16:creationId xmlns:a16="http://schemas.microsoft.com/office/drawing/2014/main" id="{F7A44687-1040-2384-2F7D-A4CEAA69D440}"/>
                </a:ext>
              </a:extLst>
            </p:cNvPr>
            <p:cNvSpPr txBox="1"/>
            <p:nvPr/>
          </p:nvSpPr>
          <p:spPr>
            <a:xfrm>
              <a:off x="9373185" y="1278243"/>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dirty="0">
                  <a:solidFill>
                    <a:srgbClr val="0A8062"/>
                  </a:solidFill>
                  <a:latin typeface="Abar Mid" pitchFamily="50" charset="-78"/>
                  <a:ea typeface="Abar Mid" pitchFamily="50" charset="-78"/>
                  <a:cs typeface="Abar Mid" pitchFamily="50" charset="-78"/>
                </a:rPr>
                <a:t>على المخطط</a:t>
              </a:r>
            </a:p>
          </p:txBody>
        </p:sp>
        <p:sp>
          <p:nvSpPr>
            <p:cNvPr id="25" name="TextBox 15">
              <a:extLst>
                <a:ext uri="{FF2B5EF4-FFF2-40B4-BE49-F238E27FC236}">
                  <a16:creationId xmlns:a16="http://schemas.microsoft.com/office/drawing/2014/main" id="{655EFD64-72CE-5B02-038F-E3EF346E6808}"/>
                </a:ext>
              </a:extLst>
            </p:cNvPr>
            <p:cNvSpPr txBox="1"/>
            <p:nvPr/>
          </p:nvSpPr>
          <p:spPr>
            <a:xfrm>
              <a:off x="9464225" y="894190"/>
              <a:ext cx="919654" cy="5232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2800" b="1" dirty="0">
                  <a:solidFill>
                    <a:srgbClr val="0A8062"/>
                  </a:solidFill>
                  <a:latin typeface="Abar Mid" pitchFamily="50" charset="-78"/>
                  <a:ea typeface="Abar Mid" pitchFamily="50" charset="-78"/>
                  <a:cs typeface="Abar Mid" pitchFamily="50" charset="-78"/>
                </a:rPr>
                <a:t>10</a:t>
              </a:r>
            </a:p>
          </p:txBody>
        </p:sp>
      </p:grpSp>
      <p:grpSp>
        <p:nvGrpSpPr>
          <p:cNvPr id="40" name="Group 39">
            <a:extLst>
              <a:ext uri="{FF2B5EF4-FFF2-40B4-BE49-F238E27FC236}">
                <a16:creationId xmlns:a16="http://schemas.microsoft.com/office/drawing/2014/main" id="{B2DD188B-DEB6-929C-652C-5BBE7E4695ED}"/>
              </a:ext>
            </a:extLst>
          </p:cNvPr>
          <p:cNvGrpSpPr/>
          <p:nvPr/>
        </p:nvGrpSpPr>
        <p:grpSpPr>
          <a:xfrm>
            <a:off x="10205308" y="1632095"/>
            <a:ext cx="1101743" cy="645663"/>
            <a:chOff x="6855895" y="894190"/>
            <a:chExt cx="1101743" cy="645663"/>
          </a:xfrm>
        </p:grpSpPr>
        <p:sp>
          <p:nvSpPr>
            <p:cNvPr id="18" name="TextBox 5">
              <a:extLst>
                <a:ext uri="{FF2B5EF4-FFF2-40B4-BE49-F238E27FC236}">
                  <a16:creationId xmlns:a16="http://schemas.microsoft.com/office/drawing/2014/main" id="{4F3CCE75-1975-5AD9-B4C2-968F0999F69F}"/>
                </a:ext>
              </a:extLst>
            </p:cNvPr>
            <p:cNvSpPr txBox="1"/>
            <p:nvPr/>
          </p:nvSpPr>
          <p:spPr>
            <a:xfrm>
              <a:off x="6946935" y="894190"/>
              <a:ext cx="919654" cy="5232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2800" b="1" dirty="0">
                  <a:solidFill>
                    <a:schemeClr val="bg1">
                      <a:lumMod val="65000"/>
                    </a:schemeClr>
                  </a:solidFill>
                  <a:latin typeface="Abar Mid" pitchFamily="50" charset="-78"/>
                  <a:ea typeface="Abar Mid" pitchFamily="50" charset="-78"/>
                  <a:cs typeface="Abar Mid" pitchFamily="50" charset="-78"/>
                </a:rPr>
                <a:t>0</a:t>
              </a:r>
            </a:p>
          </p:txBody>
        </p:sp>
        <p:sp>
          <p:nvSpPr>
            <p:cNvPr id="26" name="TextBox 16">
              <a:extLst>
                <a:ext uri="{FF2B5EF4-FFF2-40B4-BE49-F238E27FC236}">
                  <a16:creationId xmlns:a16="http://schemas.microsoft.com/office/drawing/2014/main" id="{16030ABC-E859-EE4D-3833-1FAD0FD6C489}"/>
                </a:ext>
              </a:extLst>
            </p:cNvPr>
            <p:cNvSpPr txBox="1"/>
            <p:nvPr/>
          </p:nvSpPr>
          <p:spPr>
            <a:xfrm>
              <a:off x="6855895" y="1278243"/>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dirty="0">
                  <a:solidFill>
                    <a:schemeClr val="bg1">
                      <a:lumMod val="50000"/>
                    </a:schemeClr>
                  </a:solidFill>
                  <a:latin typeface="Abar Mid" pitchFamily="50" charset="-78"/>
                  <a:ea typeface="Abar Mid" pitchFamily="50" charset="-78"/>
                  <a:cs typeface="Abar Mid" pitchFamily="50" charset="-78"/>
                </a:rPr>
                <a:t>معلقة</a:t>
              </a:r>
            </a:p>
          </p:txBody>
        </p:sp>
      </p:grpSp>
      <p:sp>
        <p:nvSpPr>
          <p:cNvPr id="27" name="Freeform: Shape 26">
            <a:extLst>
              <a:ext uri="{FF2B5EF4-FFF2-40B4-BE49-F238E27FC236}">
                <a16:creationId xmlns:a16="http://schemas.microsoft.com/office/drawing/2014/main" id="{50813D75-5E58-FFC7-F847-86C86BFF7ED5}"/>
              </a:ext>
            </a:extLst>
          </p:cNvPr>
          <p:cNvSpPr/>
          <p:nvPr/>
        </p:nvSpPr>
        <p:spPr>
          <a:xfrm rot="16200000">
            <a:off x="11994868" y="1506652"/>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514">
              <a:spcBef>
                <a:spcPts val="300"/>
              </a:spcBef>
              <a:spcAft>
                <a:spcPts val="300"/>
              </a:spcAft>
              <a:defRPr/>
            </a:pPr>
            <a:endParaRPr lang="en-GB" sz="1600" kern="0" dirty="0">
              <a:solidFill>
                <a:srgbClr val="FBF7F4"/>
              </a:solidFill>
              <a:latin typeface="Sakkal Majalla"/>
            </a:endParaRPr>
          </a:p>
        </p:txBody>
      </p:sp>
      <p:grpSp>
        <p:nvGrpSpPr>
          <p:cNvPr id="41" name="Group 40">
            <a:extLst>
              <a:ext uri="{FF2B5EF4-FFF2-40B4-BE49-F238E27FC236}">
                <a16:creationId xmlns:a16="http://schemas.microsoft.com/office/drawing/2014/main" id="{B67AABAE-19DC-46F1-8E96-5ACA434B1F12}"/>
              </a:ext>
            </a:extLst>
          </p:cNvPr>
          <p:cNvGrpSpPr/>
          <p:nvPr/>
        </p:nvGrpSpPr>
        <p:grpSpPr>
          <a:xfrm>
            <a:off x="11082633" y="1632095"/>
            <a:ext cx="1101743" cy="645663"/>
            <a:chOff x="8079040" y="894190"/>
            <a:chExt cx="1101743" cy="645663"/>
          </a:xfrm>
        </p:grpSpPr>
        <p:sp>
          <p:nvSpPr>
            <p:cNvPr id="19" name="TextBox 6">
              <a:extLst>
                <a:ext uri="{FF2B5EF4-FFF2-40B4-BE49-F238E27FC236}">
                  <a16:creationId xmlns:a16="http://schemas.microsoft.com/office/drawing/2014/main" id="{D6D164FD-BBE6-C25A-E446-CCE1C3126B61}"/>
                </a:ext>
              </a:extLst>
            </p:cNvPr>
            <p:cNvSpPr txBox="1"/>
            <p:nvPr/>
          </p:nvSpPr>
          <p:spPr>
            <a:xfrm>
              <a:off x="8170080" y="894190"/>
              <a:ext cx="919654" cy="5232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2800" b="1" dirty="0">
                  <a:solidFill>
                    <a:srgbClr val="87452B"/>
                  </a:solidFill>
                  <a:latin typeface="Abar Mid" pitchFamily="50" charset="-78"/>
                  <a:ea typeface="Abar Mid" pitchFamily="50" charset="-78"/>
                  <a:cs typeface="Abar Mid" pitchFamily="50" charset="-78"/>
                </a:rPr>
                <a:t>0</a:t>
              </a:r>
            </a:p>
          </p:txBody>
        </p:sp>
        <p:sp>
          <p:nvSpPr>
            <p:cNvPr id="28" name="TextBox 18">
              <a:extLst>
                <a:ext uri="{FF2B5EF4-FFF2-40B4-BE49-F238E27FC236}">
                  <a16:creationId xmlns:a16="http://schemas.microsoft.com/office/drawing/2014/main" id="{F4E04539-090F-D1A9-DD9C-824C2F987424}"/>
                </a:ext>
              </a:extLst>
            </p:cNvPr>
            <p:cNvSpPr txBox="1"/>
            <p:nvPr/>
          </p:nvSpPr>
          <p:spPr>
            <a:xfrm>
              <a:off x="8079040" y="1278243"/>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dirty="0">
                  <a:solidFill>
                    <a:srgbClr val="87452B"/>
                  </a:solidFill>
                  <a:latin typeface="Abar Mid" pitchFamily="50" charset="-78"/>
                  <a:ea typeface="Abar Mid" pitchFamily="50" charset="-78"/>
                  <a:cs typeface="Abar Mid" pitchFamily="50" charset="-78"/>
                </a:rPr>
                <a:t>متأخرة</a:t>
              </a:r>
            </a:p>
          </p:txBody>
        </p:sp>
      </p:grpSp>
      <p:cxnSp>
        <p:nvCxnSpPr>
          <p:cNvPr id="29" name="Straight Connector 28">
            <a:extLst>
              <a:ext uri="{FF2B5EF4-FFF2-40B4-BE49-F238E27FC236}">
                <a16:creationId xmlns:a16="http://schemas.microsoft.com/office/drawing/2014/main" id="{EDB30051-5058-A097-1171-C2DA0C79BEA8}"/>
              </a:ext>
            </a:extLst>
          </p:cNvPr>
          <p:cNvCxnSpPr>
            <a:cxnSpLocks/>
          </p:cNvCxnSpPr>
          <p:nvPr/>
        </p:nvCxnSpPr>
        <p:spPr>
          <a:xfrm flipV="1">
            <a:off x="11263871" y="969962"/>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31" name="Straight Connector 30">
            <a:extLst>
              <a:ext uri="{FF2B5EF4-FFF2-40B4-BE49-F238E27FC236}">
                <a16:creationId xmlns:a16="http://schemas.microsoft.com/office/drawing/2014/main" id="{3A6944DF-EE7C-84B5-C979-42976B874889}"/>
              </a:ext>
            </a:extLst>
          </p:cNvPr>
          <p:cNvCxnSpPr>
            <a:cxnSpLocks/>
          </p:cNvCxnSpPr>
          <p:nvPr/>
        </p:nvCxnSpPr>
        <p:spPr>
          <a:xfrm>
            <a:off x="10520551" y="1603520"/>
            <a:ext cx="514457" cy="0"/>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3" name="Chart 2">
            <a:extLst>
              <a:ext uri="{FF2B5EF4-FFF2-40B4-BE49-F238E27FC236}">
                <a16:creationId xmlns:a16="http://schemas.microsoft.com/office/drawing/2014/main" id="{D53DD549-B0CB-1DCA-B3D3-CE001B74F402}"/>
              </a:ext>
            </a:extLst>
          </p:cNvPr>
          <p:cNvGraphicFramePr/>
          <p:nvPr>
            <p:extLst>
              <p:ext uri="{D42A27DB-BD31-4B8C-83A1-F6EECF244321}">
                <p14:modId xmlns:p14="http://schemas.microsoft.com/office/powerpoint/2010/main" val="3844673242"/>
              </p:ext>
            </p:extLst>
          </p:nvPr>
        </p:nvGraphicFramePr>
        <p:xfrm>
          <a:off x="10173545" y="2518861"/>
          <a:ext cx="3067048" cy="4289518"/>
        </p:xfrm>
        <a:graphic>
          <a:graphicData uri="http://schemas.openxmlformats.org/drawingml/2006/chart">
            <c:chart xmlns:c="http://schemas.openxmlformats.org/drawingml/2006/chart" xmlns:r="http://schemas.openxmlformats.org/officeDocument/2006/relationships" r:id="rId4"/>
          </a:graphicData>
        </a:graphic>
      </p:graphicFrame>
      <p:sp>
        <p:nvSpPr>
          <p:cNvPr id="39" name="btfpRowHeaderBoxText438126">
            <a:hlinkClick r:id="rId5" action="ppaction://hlinksldjump"/>
            <a:extLst>
              <a:ext uri="{FF2B5EF4-FFF2-40B4-BE49-F238E27FC236}">
                <a16:creationId xmlns:a16="http://schemas.microsoft.com/office/drawing/2014/main" id="{F3D2FD89-22B2-877B-7941-EFBE9C0AA63D}"/>
              </a:ext>
            </a:extLst>
          </p:cNvPr>
          <p:cNvSpPr txBox="1"/>
          <p:nvPr>
            <p:custDataLst>
              <p:tags r:id="rId1"/>
            </p:custDataLst>
          </p:nvPr>
        </p:nvSpPr>
        <p:spPr>
          <a:xfrm flipH="1">
            <a:off x="3671838" y="202522"/>
            <a:ext cx="5724532" cy="44098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800" b="1" dirty="0">
                <a:solidFill>
                  <a:srgbClr val="000000"/>
                </a:solidFill>
                <a:latin typeface="Abar Mid" pitchFamily="2" charset="-78"/>
                <a:ea typeface="Abar Mid" pitchFamily="2" charset="-78"/>
                <a:cs typeface="Abar Mid" pitchFamily="2" charset="-78"/>
              </a:rPr>
              <a:t>ملخص المهام</a:t>
            </a:r>
          </a:p>
        </p:txBody>
      </p:sp>
      <p:cxnSp>
        <p:nvCxnSpPr>
          <p:cNvPr id="44" name="Straight Connector 43">
            <a:extLst>
              <a:ext uri="{FF2B5EF4-FFF2-40B4-BE49-F238E27FC236}">
                <a16:creationId xmlns:a16="http://schemas.microsoft.com/office/drawing/2014/main" id="{44207D78-D8B1-5B72-B349-D0E30E05D338}"/>
              </a:ext>
            </a:extLst>
          </p:cNvPr>
          <p:cNvCxnSpPr>
            <a:cxnSpLocks/>
          </p:cNvCxnSpPr>
          <p:nvPr/>
        </p:nvCxnSpPr>
        <p:spPr>
          <a:xfrm flipV="1">
            <a:off x="11263871" y="163209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46" name="Straight Connector 45">
            <a:extLst>
              <a:ext uri="{FF2B5EF4-FFF2-40B4-BE49-F238E27FC236}">
                <a16:creationId xmlns:a16="http://schemas.microsoft.com/office/drawing/2014/main" id="{8104D5DA-95C1-3954-4988-11429F8E3B44}"/>
              </a:ext>
            </a:extLst>
          </p:cNvPr>
          <p:cNvCxnSpPr>
            <a:cxnSpLocks/>
          </p:cNvCxnSpPr>
          <p:nvPr/>
        </p:nvCxnSpPr>
        <p:spPr>
          <a:xfrm>
            <a:off x="11444476" y="1603520"/>
            <a:ext cx="514457" cy="0"/>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48" name="Table 47">
            <a:extLst>
              <a:ext uri="{FF2B5EF4-FFF2-40B4-BE49-F238E27FC236}">
                <a16:creationId xmlns:a16="http://schemas.microsoft.com/office/drawing/2014/main" id="{EAD8973F-3875-A3F6-A96E-C90EBA4158F6}"/>
              </a:ext>
            </a:extLst>
          </p:cNvPr>
          <p:cNvGraphicFramePr>
            <a:graphicFrameLocks noGrp="1"/>
          </p:cNvGraphicFramePr>
          <p:nvPr>
            <p:extLst>
              <p:ext uri="{D42A27DB-BD31-4B8C-83A1-F6EECF244321}">
                <p14:modId xmlns:p14="http://schemas.microsoft.com/office/powerpoint/2010/main" val="1222563309"/>
              </p:ext>
            </p:extLst>
          </p:nvPr>
        </p:nvGraphicFramePr>
        <p:xfrm>
          <a:off x="193999" y="752475"/>
          <a:ext cx="9821037" cy="1556004"/>
        </p:xfrm>
        <a:graphic>
          <a:graphicData uri="http://schemas.openxmlformats.org/drawingml/2006/table">
            <a:tbl>
              <a:tblPr/>
              <a:tblGrid>
                <a:gridCol w="3384000">
                  <a:extLst>
                    <a:ext uri="{9D8B030D-6E8A-4147-A177-3AD203B41FA5}">
                      <a16:colId xmlns:a16="http://schemas.microsoft.com/office/drawing/2014/main" val="2822069703"/>
                    </a:ext>
                  </a:extLst>
                </a:gridCol>
                <a:gridCol w="151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gridCol w="425037">
                  <a:extLst>
                    <a:ext uri="{9D8B030D-6E8A-4147-A177-3AD203B41FA5}">
                      <a16:colId xmlns:a16="http://schemas.microsoft.com/office/drawing/2014/main" val="20002"/>
                    </a:ext>
                  </a:extLst>
                </a:gridCol>
              </a:tblGrid>
              <a:tr h="253441">
                <a:tc>
                  <a:txBody>
                    <a:bodyPr/>
                    <a:lstStyle/>
                    <a:p>
                      <a:pPr algn="r" rtl="1">
                        <a:lnSpc>
                          <a:spcPct val="105000"/>
                        </a:lnSpc>
                      </a:pPr>
                      <a:endParaRPr lang="ar-SA" sz="1100" b="1" dirty="0">
                        <a:solidFill>
                          <a:srgbClr val="000000"/>
                        </a:solidFill>
                        <a:latin typeface="Abar Mid" pitchFamily="50" charset="-78"/>
                        <a:ea typeface="Abar Mid" pitchFamily="50" charset="-78"/>
                        <a:cs typeface="Abar Mid" pitchFamily="50" charset="-78"/>
                      </a:endParaRPr>
                    </a:p>
                  </a:txBody>
                  <a:tcPr marL="45720" anchor="ctr">
                    <a:lnL w="127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lvl1pPr marL="0" algn="l" defTabSz="457200" rtl="0" eaLnBrk="1" latinLnBrk="0" hangingPunct="1">
                        <a:defRPr sz="1800" kern="1200">
                          <a:solidFill>
                            <a:schemeClr val="tx1"/>
                          </a:solidFill>
                          <a:latin typeface="Aptos" panose="02110004020202020204"/>
                        </a:defRPr>
                      </a:lvl1pPr>
                      <a:lvl2pPr marL="457200" algn="l" defTabSz="457200" rtl="0" eaLnBrk="1" latinLnBrk="0" hangingPunct="1">
                        <a:defRPr sz="1800" kern="1200">
                          <a:solidFill>
                            <a:schemeClr val="tx1"/>
                          </a:solidFill>
                          <a:latin typeface="Aptos" panose="02110004020202020204"/>
                        </a:defRPr>
                      </a:lvl2pPr>
                      <a:lvl3pPr marL="914400" algn="l" defTabSz="457200" rtl="0" eaLnBrk="1" latinLnBrk="0" hangingPunct="1">
                        <a:defRPr sz="1800" kern="1200">
                          <a:solidFill>
                            <a:schemeClr val="tx1"/>
                          </a:solidFill>
                          <a:latin typeface="Aptos" panose="02110004020202020204"/>
                        </a:defRPr>
                      </a:lvl3pPr>
                      <a:lvl4pPr marL="1371600" algn="l" defTabSz="457200" rtl="0" eaLnBrk="1" latinLnBrk="0" hangingPunct="1">
                        <a:defRPr sz="1800" kern="1200">
                          <a:solidFill>
                            <a:schemeClr val="tx1"/>
                          </a:solidFill>
                          <a:latin typeface="Aptos" panose="02110004020202020204"/>
                        </a:defRPr>
                      </a:lvl4pPr>
                      <a:lvl5pPr marL="1828800" algn="l" defTabSz="457200" rtl="0" eaLnBrk="1" latinLnBrk="0" hangingPunct="1">
                        <a:defRPr sz="1800" kern="1200">
                          <a:solidFill>
                            <a:schemeClr val="tx1"/>
                          </a:solidFill>
                          <a:latin typeface="Aptos" panose="02110004020202020204"/>
                        </a:defRPr>
                      </a:lvl5pPr>
                      <a:lvl6pPr marL="2286000" algn="l" defTabSz="457200" rtl="0" eaLnBrk="1" latinLnBrk="0" hangingPunct="1">
                        <a:defRPr sz="1800" kern="1200">
                          <a:solidFill>
                            <a:schemeClr val="tx1"/>
                          </a:solidFill>
                          <a:latin typeface="Aptos" panose="02110004020202020204"/>
                        </a:defRPr>
                      </a:lvl6pPr>
                      <a:lvl7pPr marL="2743200" algn="l" defTabSz="457200" rtl="0" eaLnBrk="1" latinLnBrk="0" hangingPunct="1">
                        <a:defRPr sz="1800" kern="1200">
                          <a:solidFill>
                            <a:schemeClr val="tx1"/>
                          </a:solidFill>
                          <a:latin typeface="Aptos" panose="02110004020202020204"/>
                        </a:defRPr>
                      </a:lvl7pPr>
                      <a:lvl8pPr marL="3200400" algn="l" defTabSz="457200" rtl="0" eaLnBrk="1" latinLnBrk="0" hangingPunct="1">
                        <a:defRPr sz="1800" kern="1200">
                          <a:solidFill>
                            <a:schemeClr val="tx1"/>
                          </a:solidFill>
                          <a:latin typeface="Aptos" panose="02110004020202020204"/>
                        </a:defRPr>
                      </a:lvl8pPr>
                      <a:lvl9pPr marL="3657600" algn="l" defTabSz="457200" rtl="0" eaLnBrk="1" latinLnBrk="0" hangingPunct="1">
                        <a:defRPr sz="1800" kern="1200">
                          <a:solidFill>
                            <a:schemeClr val="tx1"/>
                          </a:solidFill>
                          <a:latin typeface="Aptos" panose="02110004020202020204"/>
                        </a:defRPr>
                      </a:lvl9pPr>
                    </a:lstStyle>
                    <a:p>
                      <a:pPr algn="r" rtl="1">
                        <a:lnSpc>
                          <a:spcPct val="105000"/>
                        </a:lnSpc>
                      </a:pPr>
                      <a:r>
                        <a:rPr lang="ar-SA" sz="1100" b="1" dirty="0">
                          <a:solidFill>
                            <a:srgbClr val="000000"/>
                          </a:solidFill>
                          <a:latin typeface="Abar Mid" pitchFamily="50" charset="-78"/>
                          <a:ea typeface="Abar Mid" pitchFamily="50" charset="-78"/>
                          <a:cs typeface="Abar Mid" pitchFamily="50" charset="-78"/>
                        </a:rPr>
                        <a:t>المهام المكتملة</a:t>
                      </a:r>
                    </a:p>
                  </a:txBody>
                  <a:tcPr marL="45720" anchor="ctr">
                    <a:lnL w="76200" cap="flat" cmpd="sng" algn="ctr">
                      <a:noFill/>
                      <a:prstDash val="solid"/>
                      <a:round/>
                      <a:headEnd type="none" w="med" len="med"/>
                      <a:tailEnd type="none" w="med" len="med"/>
                    </a:lnL>
                    <a:lnR w="57150" cap="flat" cmpd="sng" algn="ctr">
                      <a:solidFill>
                        <a:srgbClr val="2C5774"/>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253441">
                <a:tc>
                  <a:txBody>
                    <a:bodyPr/>
                    <a:lstStyle/>
                    <a:p>
                      <a:pPr algn="ctr" rtl="1">
                        <a:lnSpc>
                          <a:spcPct val="105000"/>
                        </a:lnSpc>
                      </a:pPr>
                      <a:r>
                        <a:rPr lang="ar-SA" sz="1100" b="1" dirty="0">
                          <a:solidFill>
                            <a:srgbClr val="FFFFFF"/>
                          </a:solidFill>
                          <a:latin typeface="Abar Mid" pitchFamily="50" charset="-78"/>
                          <a:ea typeface="Abar Mid" pitchFamily="50" charset="-78"/>
                          <a:cs typeface="Abar Mid" pitchFamily="50" charset="-78"/>
                        </a:rPr>
                        <a:t>ملاحظات</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err="1">
                          <a:solidFill>
                            <a:srgbClr val="FFFFFF"/>
                          </a:solidFill>
                          <a:latin typeface="Abar Mid" pitchFamily="50" charset="-78"/>
                          <a:ea typeface="Abar Mid" pitchFamily="50" charset="-78"/>
                          <a:cs typeface="Abar Mid" pitchFamily="50" charset="-78"/>
                        </a:rPr>
                        <a:t>القطاع</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err="1">
                          <a:solidFill>
                            <a:srgbClr val="FFFFFF"/>
                          </a:solidFill>
                          <a:latin typeface="Abar Mid" pitchFamily="50" charset="-78"/>
                          <a:ea typeface="Abar Mid" pitchFamily="50" charset="-78"/>
                          <a:cs typeface="Abar Mid" pitchFamily="50" charset="-78"/>
                        </a:rPr>
                        <a:t>المهمة</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415443">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lang="en-US" sz="1100" b="0" i="0" u="none" strike="noStrike" dirty="0" err="1">
                          <a:solidFill>
                            <a:srgbClr val="000000"/>
                          </a:solidFill>
                          <a:effectLst/>
                          <a:latin typeface="Abar Mid" pitchFamily="50" charset="-78"/>
                          <a:cs typeface="Abar Mid" pitchFamily="50" charset="-78"/>
                        </a:rPr>
                        <a:t>تم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دعوة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رئيس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مجلس</a:t>
                      </a:r>
                      <a:r>
                        <a:rPr lang="en-US" sz="1100" b="0" i="0" u="none" strike="noStrike" dirty="0">
                          <a:solidFill>
                            <a:srgbClr val="000000"/>
                          </a:solidFill>
                          <a:effectLst/>
                          <a:latin typeface="Abar Mid" pitchFamily="50" charset="-78"/>
                          <a:cs typeface="Abar Mid" pitchFamily="50" charset="-78"/>
                        </a:rPr>
                        <a:t> إدارة </a:t>
                      </a:r>
                      <a:r>
                        <a:rPr lang="en-US" sz="1100" b="0" i="0" u="none" strike="noStrike" dirty="0" err="1">
                          <a:solidFill>
                            <a:srgbClr val="000000"/>
                          </a:solidFill>
                          <a:effectLst/>
                          <a:latin typeface="Abar Mid" pitchFamily="50" charset="-78"/>
                          <a:cs typeface="Abar Mid" pitchFamily="50" charset="-78"/>
                        </a:rPr>
                        <a:t>المجلس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التنسيقي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لشركات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الضيافة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ومقدمي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الخدمة</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التحول الرقمي وتقنية المعلومات</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ورفع تقرير إلى لجنة الحج العليا يسرد بصورة متكاملة قصة جاهزية الوزارة للتعامل مع الكوارث، ويبرز القدرات والإجراءات والاختبارات المنفذة ومستوى استمرارية الأنظمة والخدمات والتعافي منها</a:t>
                      </a:r>
                    </a:p>
                  </a:txBody>
                  <a:tcPr marL="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1</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253441">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lang="en-US" sz="1100" b="0" i="0" u="none" strike="noStrike" dirty="0" err="1">
                          <a:solidFill>
                            <a:srgbClr val="000000"/>
                          </a:solidFill>
                          <a:effectLst/>
                          <a:latin typeface="Abar Mid" pitchFamily="50" charset="-78"/>
                          <a:cs typeface="Abar Mid" pitchFamily="50" charset="-78"/>
                        </a:rPr>
                        <a:t>تم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دعوة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رئيس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مجلس</a:t>
                      </a:r>
                      <a:r>
                        <a:rPr lang="en-US" sz="1100" b="0" i="0" u="none" strike="noStrike" dirty="0">
                          <a:solidFill>
                            <a:srgbClr val="000000"/>
                          </a:solidFill>
                          <a:effectLst/>
                          <a:latin typeface="Abar Mid" pitchFamily="50" charset="-78"/>
                          <a:cs typeface="Abar Mid" pitchFamily="50" charset="-78"/>
                        </a:rPr>
                        <a:t> إدارة </a:t>
                      </a:r>
                      <a:r>
                        <a:rPr lang="en-US" sz="1100" b="0" i="0" u="none" strike="noStrike" dirty="0" err="1">
                          <a:solidFill>
                            <a:srgbClr val="000000"/>
                          </a:solidFill>
                          <a:effectLst/>
                          <a:latin typeface="Abar Mid" pitchFamily="50" charset="-78"/>
                          <a:cs typeface="Abar Mid" pitchFamily="50" charset="-78"/>
                        </a:rPr>
                        <a:t>المجلس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التنسيقي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لشركات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الضيافة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ومقدمي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الخدمة</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شؤون الحج</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دعوة شركات تقديم الخدمة إلى حضور المعرض المزمع إقامته يوم الإثنين الموافق 21 سبتمبر للاستفادة من النماذج الخاصة بالأسرة والمظلات</a:t>
                      </a:r>
                    </a:p>
                  </a:txBody>
                  <a:tcPr marL="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2</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p:cxnSp>
        <p:nvCxnSpPr>
          <p:cNvPr id="52" name="Straight Connector 51">
            <a:extLst>
              <a:ext uri="{FF2B5EF4-FFF2-40B4-BE49-F238E27FC236}">
                <a16:creationId xmlns:a16="http://schemas.microsoft.com/office/drawing/2014/main" id="{B437FEF1-AFD1-0EA7-F970-7CDFF649F03E}"/>
              </a:ext>
            </a:extLst>
          </p:cNvPr>
          <p:cNvCxnSpPr>
            <a:cxnSpLocks/>
          </p:cNvCxnSpPr>
          <p:nvPr/>
        </p:nvCxnSpPr>
        <p:spPr>
          <a:xfrm>
            <a:off x="40462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cxnSp>
        <p:nvCxnSpPr>
          <p:cNvPr id="53" name="Straight Connector 52">
            <a:extLst>
              <a:ext uri="{FF2B5EF4-FFF2-40B4-BE49-F238E27FC236}">
                <a16:creationId xmlns:a16="http://schemas.microsoft.com/office/drawing/2014/main" id="{A565C9E7-F2DF-07AE-6CEB-5210667DF19E}"/>
              </a:ext>
            </a:extLst>
          </p:cNvPr>
          <p:cNvCxnSpPr>
            <a:cxnSpLocks/>
          </p:cNvCxnSpPr>
          <p:nvPr/>
        </p:nvCxnSpPr>
        <p:spPr>
          <a:xfrm>
            <a:off x="77165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aphicFrame>
        <p:nvGraphicFramePr>
          <p:cNvPr id="9" name="Table 8">
            <a:extLst>
              <a:ext uri="{FF2B5EF4-FFF2-40B4-BE49-F238E27FC236}">
                <a16:creationId xmlns:a16="http://schemas.microsoft.com/office/drawing/2014/main" id="{D96A1065-2CDC-FD7E-B595-7AD90E566C9F}"/>
              </a:ext>
            </a:extLst>
          </p:cNvPr>
          <p:cNvGraphicFramePr>
            <a:graphicFrameLocks noGrp="1"/>
          </p:cNvGraphicFramePr>
          <p:nvPr>
            <p:extLst>
              <p:ext uri="{D42A27DB-BD31-4B8C-83A1-F6EECF244321}">
                <p14:modId xmlns:p14="http://schemas.microsoft.com/office/powerpoint/2010/main" val="3800655066"/>
              </p:ext>
            </p:extLst>
          </p:nvPr>
        </p:nvGraphicFramePr>
        <p:xfrm>
          <a:off x="193999" y="2297147"/>
          <a:ext cx="9821037" cy="1556004"/>
        </p:xfrm>
        <a:graphic>
          <a:graphicData uri="http://schemas.openxmlformats.org/drawingml/2006/table">
            <a:tbl>
              <a:tblPr/>
              <a:tblGrid>
                <a:gridCol w="3384000">
                  <a:extLst>
                    <a:ext uri="{9D8B030D-6E8A-4147-A177-3AD203B41FA5}">
                      <a16:colId xmlns:a16="http://schemas.microsoft.com/office/drawing/2014/main" val="2822069703"/>
                    </a:ext>
                  </a:extLst>
                </a:gridCol>
                <a:gridCol w="151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gridCol w="425037">
                  <a:extLst>
                    <a:ext uri="{9D8B030D-6E8A-4147-A177-3AD203B41FA5}">
                      <a16:colId xmlns:a16="http://schemas.microsoft.com/office/drawing/2014/main" val="20002"/>
                    </a:ext>
                  </a:extLst>
                </a:gridCol>
              </a:tblGrid>
              <a:tr h="253441">
                <a:tc>
                  <a:txBody>
                    <a:bodyPr/>
                    <a:lstStyle/>
                    <a:p>
                      <a:pPr algn="r" rtl="1">
                        <a:lnSpc>
                          <a:spcPct val="105000"/>
                        </a:lnSpc>
                      </a:pPr>
                      <a:endParaRPr lang="ar-SA" sz="1100" b="1" dirty="0">
                        <a:solidFill>
                          <a:srgbClr val="000000"/>
                        </a:solidFill>
                        <a:latin typeface="Abar Mid" pitchFamily="50" charset="-78"/>
                        <a:ea typeface="Abar Mid" pitchFamily="50" charset="-78"/>
                        <a:cs typeface="Abar Mid" pitchFamily="50" charset="-78"/>
                      </a:endParaRPr>
                    </a:p>
                  </a:txBody>
                  <a:tcPr marL="45720" anchor="ctr">
                    <a:lnL w="127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lvl1pPr marL="0" algn="l" defTabSz="457200" rtl="0" eaLnBrk="1" latinLnBrk="0" hangingPunct="1">
                        <a:defRPr sz="1800" kern="1200">
                          <a:solidFill>
                            <a:schemeClr val="tx1"/>
                          </a:solidFill>
                          <a:latin typeface="Aptos" panose="02110004020202020204"/>
                        </a:defRPr>
                      </a:lvl1pPr>
                      <a:lvl2pPr marL="457200" algn="l" defTabSz="457200" rtl="0" eaLnBrk="1" latinLnBrk="0" hangingPunct="1">
                        <a:defRPr sz="1800" kern="1200">
                          <a:solidFill>
                            <a:schemeClr val="tx1"/>
                          </a:solidFill>
                          <a:latin typeface="Aptos" panose="02110004020202020204"/>
                        </a:defRPr>
                      </a:lvl2pPr>
                      <a:lvl3pPr marL="914400" algn="l" defTabSz="457200" rtl="0" eaLnBrk="1" latinLnBrk="0" hangingPunct="1">
                        <a:defRPr sz="1800" kern="1200">
                          <a:solidFill>
                            <a:schemeClr val="tx1"/>
                          </a:solidFill>
                          <a:latin typeface="Aptos" panose="02110004020202020204"/>
                        </a:defRPr>
                      </a:lvl3pPr>
                      <a:lvl4pPr marL="1371600" algn="l" defTabSz="457200" rtl="0" eaLnBrk="1" latinLnBrk="0" hangingPunct="1">
                        <a:defRPr sz="1800" kern="1200">
                          <a:solidFill>
                            <a:schemeClr val="tx1"/>
                          </a:solidFill>
                          <a:latin typeface="Aptos" panose="02110004020202020204"/>
                        </a:defRPr>
                      </a:lvl4pPr>
                      <a:lvl5pPr marL="1828800" algn="l" defTabSz="457200" rtl="0" eaLnBrk="1" latinLnBrk="0" hangingPunct="1">
                        <a:defRPr sz="1800" kern="1200">
                          <a:solidFill>
                            <a:schemeClr val="tx1"/>
                          </a:solidFill>
                          <a:latin typeface="Aptos" panose="02110004020202020204"/>
                        </a:defRPr>
                      </a:lvl5pPr>
                      <a:lvl6pPr marL="2286000" algn="l" defTabSz="457200" rtl="0" eaLnBrk="1" latinLnBrk="0" hangingPunct="1">
                        <a:defRPr sz="1800" kern="1200">
                          <a:solidFill>
                            <a:schemeClr val="tx1"/>
                          </a:solidFill>
                          <a:latin typeface="Aptos" panose="02110004020202020204"/>
                        </a:defRPr>
                      </a:lvl6pPr>
                      <a:lvl7pPr marL="2743200" algn="l" defTabSz="457200" rtl="0" eaLnBrk="1" latinLnBrk="0" hangingPunct="1">
                        <a:defRPr sz="1800" kern="1200">
                          <a:solidFill>
                            <a:schemeClr val="tx1"/>
                          </a:solidFill>
                          <a:latin typeface="Aptos" panose="02110004020202020204"/>
                        </a:defRPr>
                      </a:lvl7pPr>
                      <a:lvl8pPr marL="3200400" algn="l" defTabSz="457200" rtl="0" eaLnBrk="1" latinLnBrk="0" hangingPunct="1">
                        <a:defRPr sz="1800" kern="1200">
                          <a:solidFill>
                            <a:schemeClr val="tx1"/>
                          </a:solidFill>
                          <a:latin typeface="Aptos" panose="02110004020202020204"/>
                        </a:defRPr>
                      </a:lvl8pPr>
                      <a:lvl9pPr marL="3657600" algn="l" defTabSz="457200" rtl="0" eaLnBrk="1" latinLnBrk="0" hangingPunct="1">
                        <a:defRPr sz="1800" kern="1200">
                          <a:solidFill>
                            <a:schemeClr val="tx1"/>
                          </a:solidFill>
                          <a:latin typeface="Aptos" panose="02110004020202020204"/>
                        </a:defRPr>
                      </a:lvl9pPr>
                    </a:lstStyle>
                    <a:p>
                      <a:pPr algn="r" rtl="1">
                        <a:lnSpc>
                          <a:spcPct val="105000"/>
                        </a:lnSpc>
                      </a:pPr>
                      <a:r>
                        <a:rPr lang="ar-SA" sz="1100" b="1" dirty="0">
                          <a:solidFill>
                            <a:srgbClr val="000000"/>
                          </a:solidFill>
                          <a:latin typeface="Abar Mid" pitchFamily="50" charset="-78"/>
                          <a:ea typeface="Abar Mid" pitchFamily="50" charset="-78"/>
                          <a:cs typeface="Abar Mid" pitchFamily="50" charset="-78"/>
                        </a:rPr>
                        <a:t>المهام المتأخرة</a:t>
                      </a:r>
                    </a:p>
                  </a:txBody>
                  <a:tcPr marL="45720" anchor="ctr">
                    <a:lnL w="76200" cap="flat" cmpd="sng" algn="ctr">
                      <a:noFill/>
                      <a:prstDash val="solid"/>
                      <a:round/>
                      <a:headEnd type="none" w="med" len="med"/>
                      <a:tailEnd type="none" w="med" len="med"/>
                    </a:lnL>
                    <a:lnR w="57150" cap="flat" cmpd="sng" algn="ctr">
                      <a:solidFill>
                        <a:srgbClr val="87452B"/>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253441">
                <a:tc>
                  <a:txBody>
                    <a:bodyPr/>
                    <a:lstStyle/>
                    <a:p>
                      <a:pPr algn="ctr" rtl="1">
                        <a:lnSpc>
                          <a:spcPct val="105000"/>
                        </a:lnSpc>
                      </a:pPr>
                      <a:r>
                        <a:rPr lang="ar-SA" sz="1100" b="1" dirty="0">
                          <a:solidFill>
                            <a:srgbClr val="FFFFFF"/>
                          </a:solidFill>
                          <a:latin typeface="Abar Mid" pitchFamily="50" charset="-78"/>
                          <a:ea typeface="Abar Mid" pitchFamily="50" charset="-78"/>
                          <a:cs typeface="Abar Mid" pitchFamily="50" charset="-78"/>
                        </a:rPr>
                        <a:t>ملاحظات</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err="1">
                          <a:solidFill>
                            <a:srgbClr val="FFFFFF"/>
                          </a:solidFill>
                          <a:latin typeface="Abar Mid" pitchFamily="50" charset="-78"/>
                          <a:ea typeface="Abar Mid" pitchFamily="50" charset="-78"/>
                          <a:cs typeface="Abar Mid" pitchFamily="50" charset="-78"/>
                        </a:rPr>
                        <a:t>القطاع</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err="1">
                          <a:solidFill>
                            <a:srgbClr val="FFFFFF"/>
                          </a:solidFill>
                          <a:latin typeface="Abar Mid" pitchFamily="50" charset="-78"/>
                          <a:ea typeface="Abar Mid" pitchFamily="50" charset="-78"/>
                          <a:cs typeface="Abar Mid" pitchFamily="50" charset="-78"/>
                        </a:rPr>
                        <a:t>المهمة</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415443">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endPar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التحول الرقمي وتقنية المعلومات</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ورفع تقرير إلى لجنة الحج العليا يسرد بصورة متكاملة قصة جاهزية الوزارة للتعامل مع الكوارث، ويبرز القدرات والإجراءات والاختبارات المنفذة ومستوى استمرارية الأنظمة والخدمات والتعافي منها</a:t>
                      </a:r>
                    </a:p>
                  </a:txBody>
                  <a:tcPr marL="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1</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253441">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endPar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شؤون الحج</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دعوة شركات تقديم الخدمة إلى حضور المعرض المزمع إقامته يوم الإثنين الموافق 21 سبتمبر للاستفادة من النماذج الخاصة بالأسرة والمظلات</a:t>
                      </a:r>
                    </a:p>
                  </a:txBody>
                  <a:tcPr marL="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2</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p:graphicFrame>
        <p:nvGraphicFramePr>
          <p:cNvPr id="10" name="Table 9">
            <a:extLst>
              <a:ext uri="{FF2B5EF4-FFF2-40B4-BE49-F238E27FC236}">
                <a16:creationId xmlns:a16="http://schemas.microsoft.com/office/drawing/2014/main" id="{92064D1D-742E-1670-6F61-3AC442787108}"/>
              </a:ext>
            </a:extLst>
          </p:cNvPr>
          <p:cNvGraphicFramePr>
            <a:graphicFrameLocks noGrp="1"/>
          </p:cNvGraphicFramePr>
          <p:nvPr>
            <p:extLst>
              <p:ext uri="{D42A27DB-BD31-4B8C-83A1-F6EECF244321}">
                <p14:modId xmlns:p14="http://schemas.microsoft.com/office/powerpoint/2010/main" val="1455551460"/>
              </p:ext>
            </p:extLst>
          </p:nvPr>
        </p:nvGraphicFramePr>
        <p:xfrm>
          <a:off x="193999" y="3874164"/>
          <a:ext cx="9821037" cy="1556004"/>
        </p:xfrm>
        <a:graphic>
          <a:graphicData uri="http://schemas.openxmlformats.org/drawingml/2006/table">
            <a:tbl>
              <a:tblPr/>
              <a:tblGrid>
                <a:gridCol w="3384000">
                  <a:extLst>
                    <a:ext uri="{9D8B030D-6E8A-4147-A177-3AD203B41FA5}">
                      <a16:colId xmlns:a16="http://schemas.microsoft.com/office/drawing/2014/main" val="2822069703"/>
                    </a:ext>
                  </a:extLst>
                </a:gridCol>
                <a:gridCol w="1512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gridCol w="425037">
                  <a:extLst>
                    <a:ext uri="{9D8B030D-6E8A-4147-A177-3AD203B41FA5}">
                      <a16:colId xmlns:a16="http://schemas.microsoft.com/office/drawing/2014/main" val="20002"/>
                    </a:ext>
                  </a:extLst>
                </a:gridCol>
              </a:tblGrid>
              <a:tr h="253441">
                <a:tc>
                  <a:txBody>
                    <a:bodyPr/>
                    <a:lstStyle/>
                    <a:p>
                      <a:pPr algn="r" rtl="1">
                        <a:lnSpc>
                          <a:spcPct val="105000"/>
                        </a:lnSpc>
                      </a:pPr>
                      <a:endParaRPr lang="ar-SA" sz="1100" b="1" dirty="0">
                        <a:solidFill>
                          <a:srgbClr val="000000"/>
                        </a:solidFill>
                        <a:latin typeface="Abar Mid" pitchFamily="50" charset="-78"/>
                        <a:ea typeface="Abar Mid" pitchFamily="50" charset="-78"/>
                        <a:cs typeface="Abar Mid" pitchFamily="50" charset="-78"/>
                      </a:endParaRPr>
                    </a:p>
                  </a:txBody>
                  <a:tcPr marL="45720" anchor="ctr">
                    <a:lnL w="127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lvl1pPr marL="0" algn="l" defTabSz="457200" rtl="0" eaLnBrk="1" latinLnBrk="0" hangingPunct="1">
                        <a:defRPr sz="1800" kern="1200">
                          <a:solidFill>
                            <a:schemeClr val="tx1"/>
                          </a:solidFill>
                          <a:latin typeface="Aptos" panose="02110004020202020204"/>
                        </a:defRPr>
                      </a:lvl1pPr>
                      <a:lvl2pPr marL="457200" algn="l" defTabSz="457200" rtl="0" eaLnBrk="1" latinLnBrk="0" hangingPunct="1">
                        <a:defRPr sz="1800" kern="1200">
                          <a:solidFill>
                            <a:schemeClr val="tx1"/>
                          </a:solidFill>
                          <a:latin typeface="Aptos" panose="02110004020202020204"/>
                        </a:defRPr>
                      </a:lvl2pPr>
                      <a:lvl3pPr marL="914400" algn="l" defTabSz="457200" rtl="0" eaLnBrk="1" latinLnBrk="0" hangingPunct="1">
                        <a:defRPr sz="1800" kern="1200">
                          <a:solidFill>
                            <a:schemeClr val="tx1"/>
                          </a:solidFill>
                          <a:latin typeface="Aptos" panose="02110004020202020204"/>
                        </a:defRPr>
                      </a:lvl3pPr>
                      <a:lvl4pPr marL="1371600" algn="l" defTabSz="457200" rtl="0" eaLnBrk="1" latinLnBrk="0" hangingPunct="1">
                        <a:defRPr sz="1800" kern="1200">
                          <a:solidFill>
                            <a:schemeClr val="tx1"/>
                          </a:solidFill>
                          <a:latin typeface="Aptos" panose="02110004020202020204"/>
                        </a:defRPr>
                      </a:lvl4pPr>
                      <a:lvl5pPr marL="1828800" algn="l" defTabSz="457200" rtl="0" eaLnBrk="1" latinLnBrk="0" hangingPunct="1">
                        <a:defRPr sz="1800" kern="1200">
                          <a:solidFill>
                            <a:schemeClr val="tx1"/>
                          </a:solidFill>
                          <a:latin typeface="Aptos" panose="02110004020202020204"/>
                        </a:defRPr>
                      </a:lvl5pPr>
                      <a:lvl6pPr marL="2286000" algn="l" defTabSz="457200" rtl="0" eaLnBrk="1" latinLnBrk="0" hangingPunct="1">
                        <a:defRPr sz="1800" kern="1200">
                          <a:solidFill>
                            <a:schemeClr val="tx1"/>
                          </a:solidFill>
                          <a:latin typeface="Aptos" panose="02110004020202020204"/>
                        </a:defRPr>
                      </a:lvl6pPr>
                      <a:lvl7pPr marL="2743200" algn="l" defTabSz="457200" rtl="0" eaLnBrk="1" latinLnBrk="0" hangingPunct="1">
                        <a:defRPr sz="1800" kern="1200">
                          <a:solidFill>
                            <a:schemeClr val="tx1"/>
                          </a:solidFill>
                          <a:latin typeface="Aptos" panose="02110004020202020204"/>
                        </a:defRPr>
                      </a:lvl7pPr>
                      <a:lvl8pPr marL="3200400" algn="l" defTabSz="457200" rtl="0" eaLnBrk="1" latinLnBrk="0" hangingPunct="1">
                        <a:defRPr sz="1800" kern="1200">
                          <a:solidFill>
                            <a:schemeClr val="tx1"/>
                          </a:solidFill>
                          <a:latin typeface="Aptos" panose="02110004020202020204"/>
                        </a:defRPr>
                      </a:lvl8pPr>
                      <a:lvl9pPr marL="3657600" algn="l" defTabSz="457200" rtl="0" eaLnBrk="1" latinLnBrk="0" hangingPunct="1">
                        <a:defRPr sz="1800" kern="1200">
                          <a:solidFill>
                            <a:schemeClr val="tx1"/>
                          </a:solidFill>
                          <a:latin typeface="Aptos" panose="02110004020202020204"/>
                        </a:defRPr>
                      </a:lvl9pPr>
                    </a:lstStyle>
                    <a:p>
                      <a:pPr algn="r" rtl="1">
                        <a:lnSpc>
                          <a:spcPct val="105000"/>
                        </a:lnSpc>
                      </a:pPr>
                      <a:r>
                        <a:rPr lang="ar-SA" sz="1100" b="1" dirty="0">
                          <a:solidFill>
                            <a:srgbClr val="000000"/>
                          </a:solidFill>
                          <a:latin typeface="Abar Mid" pitchFamily="50" charset="-78"/>
                          <a:ea typeface="Abar Mid" pitchFamily="50" charset="-78"/>
                          <a:cs typeface="Abar Mid" pitchFamily="50" charset="-78"/>
                        </a:rPr>
                        <a:t>المهام المعلقة</a:t>
                      </a:r>
                    </a:p>
                  </a:txBody>
                  <a:tcPr marL="45720" anchor="ctr">
                    <a:lnL w="76200" cap="flat" cmpd="sng" algn="ctr">
                      <a:noFill/>
                      <a:prstDash val="solid"/>
                      <a:round/>
                      <a:headEnd type="none" w="med" len="med"/>
                      <a:tailEnd type="none" w="med" len="med"/>
                    </a:lnL>
                    <a:lnR w="571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253441">
                <a:tc>
                  <a:txBody>
                    <a:bodyPr/>
                    <a:lstStyle/>
                    <a:p>
                      <a:pPr algn="ctr" rtl="1">
                        <a:lnSpc>
                          <a:spcPct val="105000"/>
                        </a:lnSpc>
                      </a:pPr>
                      <a:r>
                        <a:rPr lang="ar-SA" sz="1100" b="1">
                          <a:solidFill>
                            <a:srgbClr val="FFFFFF"/>
                          </a:solidFill>
                          <a:latin typeface="Abar Mid" pitchFamily="50" charset="-78"/>
                          <a:ea typeface="Abar Mid" pitchFamily="50" charset="-78"/>
                          <a:cs typeface="Abar Mid" pitchFamily="50" charset="-78"/>
                        </a:rPr>
                        <a:t>ملاحظات</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err="1">
                          <a:solidFill>
                            <a:srgbClr val="FFFFFF"/>
                          </a:solidFill>
                          <a:latin typeface="Abar Mid" pitchFamily="50" charset="-78"/>
                          <a:ea typeface="Abar Mid" pitchFamily="50" charset="-78"/>
                          <a:cs typeface="Abar Mid" pitchFamily="50" charset="-78"/>
                        </a:rPr>
                        <a:t>القطاع</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err="1">
                          <a:solidFill>
                            <a:srgbClr val="FFFFFF"/>
                          </a:solidFill>
                          <a:latin typeface="Abar Mid" pitchFamily="50" charset="-78"/>
                          <a:ea typeface="Abar Mid" pitchFamily="50" charset="-78"/>
                          <a:cs typeface="Abar Mid" pitchFamily="50" charset="-78"/>
                        </a:rPr>
                        <a:t>المهمة</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415443">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endPar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التحول الرقمي وتقنية المعلومات</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ورفع تقرير إلى لجنة الحج العليا يسرد بصورة متكاملة قصة جاهزية الوزارة للتعامل مع الكوارث، ويبرز القدرات والإجراءات والاختبارات المنفذة ومستوى استمرارية الأنظمة والخدمات والتعافي منها</a:t>
                      </a:r>
                    </a:p>
                  </a:txBody>
                  <a:tcPr marL="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1</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r h="253441">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endPar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شؤون الحج</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دعوة شركات تقديم الخدمة إلى حضور المعرض المزمع إقامته يوم الإثنين الموافق 21 سبتمبر للاستفادة من النماذج الخاصة بالأسرة والمظلات</a:t>
                      </a:r>
                    </a:p>
                  </a:txBody>
                  <a:tcPr marL="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2</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0C22B720-45C1-4E89-BEEC-C9D3F200C0A8}"/>
              </a:ext>
            </a:extLst>
          </p:cNvPr>
          <p:cNvGraphicFramePr>
            <a:graphicFrameLocks noGrp="1"/>
          </p:cNvGraphicFramePr>
          <p:nvPr>
            <p:extLst>
              <p:ext uri="{D42A27DB-BD31-4B8C-83A1-F6EECF244321}">
                <p14:modId xmlns:p14="http://schemas.microsoft.com/office/powerpoint/2010/main" val="3832415259"/>
              </p:ext>
            </p:extLst>
          </p:nvPr>
        </p:nvGraphicFramePr>
        <p:xfrm>
          <a:off x="193999" y="5418836"/>
          <a:ext cx="9820563" cy="1129284"/>
        </p:xfrm>
        <a:graphic>
          <a:graphicData uri="http://schemas.openxmlformats.org/drawingml/2006/table">
            <a:tbl>
              <a:tblPr/>
              <a:tblGrid>
                <a:gridCol w="3384226">
                  <a:extLst>
                    <a:ext uri="{9D8B030D-6E8A-4147-A177-3AD203B41FA5}">
                      <a16:colId xmlns:a16="http://schemas.microsoft.com/office/drawing/2014/main" val="2822069703"/>
                    </a:ext>
                  </a:extLst>
                </a:gridCol>
                <a:gridCol w="15113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gridCol w="425037">
                  <a:extLst>
                    <a:ext uri="{9D8B030D-6E8A-4147-A177-3AD203B41FA5}">
                      <a16:colId xmlns:a16="http://schemas.microsoft.com/office/drawing/2014/main" val="20002"/>
                    </a:ext>
                  </a:extLst>
                </a:gridCol>
              </a:tblGrid>
              <a:tr h="253441">
                <a:tc>
                  <a:txBody>
                    <a:bodyPr/>
                    <a:lstStyle/>
                    <a:p>
                      <a:pPr algn="r" rtl="1">
                        <a:lnSpc>
                          <a:spcPct val="105000"/>
                        </a:lnSpc>
                      </a:pPr>
                      <a:endParaRPr lang="ar-SA" sz="1100" b="1" dirty="0">
                        <a:solidFill>
                          <a:srgbClr val="000000"/>
                        </a:solidFill>
                        <a:latin typeface="Abar Mid" pitchFamily="50" charset="-78"/>
                        <a:ea typeface="Abar Mid" pitchFamily="50" charset="-78"/>
                        <a:cs typeface="Abar Mid" pitchFamily="50" charset="-78"/>
                      </a:endParaRPr>
                    </a:p>
                  </a:txBody>
                  <a:tcPr marL="45720" anchor="ctr">
                    <a:lnL w="12700" cap="flat" cmpd="sng" algn="ctr">
                      <a:noFill/>
                      <a:prstDash val="solid"/>
                      <a:round/>
                      <a:headEnd type="none" w="med" len="med"/>
                      <a:tailEnd type="none" w="med" len="med"/>
                    </a:lnL>
                    <a:lnR w="762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lvl1pPr marL="0" algn="l" defTabSz="457200" rtl="0" eaLnBrk="1" latinLnBrk="0" hangingPunct="1">
                        <a:defRPr sz="1800" kern="1200">
                          <a:solidFill>
                            <a:schemeClr val="tx1"/>
                          </a:solidFill>
                          <a:latin typeface="Aptos" panose="02110004020202020204"/>
                        </a:defRPr>
                      </a:lvl1pPr>
                      <a:lvl2pPr marL="457200" algn="l" defTabSz="457200" rtl="0" eaLnBrk="1" latinLnBrk="0" hangingPunct="1">
                        <a:defRPr sz="1800" kern="1200">
                          <a:solidFill>
                            <a:schemeClr val="tx1"/>
                          </a:solidFill>
                          <a:latin typeface="Aptos" panose="02110004020202020204"/>
                        </a:defRPr>
                      </a:lvl2pPr>
                      <a:lvl3pPr marL="914400" algn="l" defTabSz="457200" rtl="0" eaLnBrk="1" latinLnBrk="0" hangingPunct="1">
                        <a:defRPr sz="1800" kern="1200">
                          <a:solidFill>
                            <a:schemeClr val="tx1"/>
                          </a:solidFill>
                          <a:latin typeface="Aptos" panose="02110004020202020204"/>
                        </a:defRPr>
                      </a:lvl3pPr>
                      <a:lvl4pPr marL="1371600" algn="l" defTabSz="457200" rtl="0" eaLnBrk="1" latinLnBrk="0" hangingPunct="1">
                        <a:defRPr sz="1800" kern="1200">
                          <a:solidFill>
                            <a:schemeClr val="tx1"/>
                          </a:solidFill>
                          <a:latin typeface="Aptos" panose="02110004020202020204"/>
                        </a:defRPr>
                      </a:lvl4pPr>
                      <a:lvl5pPr marL="1828800" algn="l" defTabSz="457200" rtl="0" eaLnBrk="1" latinLnBrk="0" hangingPunct="1">
                        <a:defRPr sz="1800" kern="1200">
                          <a:solidFill>
                            <a:schemeClr val="tx1"/>
                          </a:solidFill>
                          <a:latin typeface="Aptos" panose="02110004020202020204"/>
                        </a:defRPr>
                      </a:lvl5pPr>
                      <a:lvl6pPr marL="2286000" algn="l" defTabSz="457200" rtl="0" eaLnBrk="1" latinLnBrk="0" hangingPunct="1">
                        <a:defRPr sz="1800" kern="1200">
                          <a:solidFill>
                            <a:schemeClr val="tx1"/>
                          </a:solidFill>
                          <a:latin typeface="Aptos" panose="02110004020202020204"/>
                        </a:defRPr>
                      </a:lvl6pPr>
                      <a:lvl7pPr marL="2743200" algn="l" defTabSz="457200" rtl="0" eaLnBrk="1" latinLnBrk="0" hangingPunct="1">
                        <a:defRPr sz="1800" kern="1200">
                          <a:solidFill>
                            <a:schemeClr val="tx1"/>
                          </a:solidFill>
                          <a:latin typeface="Aptos" panose="02110004020202020204"/>
                        </a:defRPr>
                      </a:lvl7pPr>
                      <a:lvl8pPr marL="3200400" algn="l" defTabSz="457200" rtl="0" eaLnBrk="1" latinLnBrk="0" hangingPunct="1">
                        <a:defRPr sz="1800" kern="1200">
                          <a:solidFill>
                            <a:schemeClr val="tx1"/>
                          </a:solidFill>
                          <a:latin typeface="Aptos" panose="02110004020202020204"/>
                        </a:defRPr>
                      </a:lvl8pPr>
                      <a:lvl9pPr marL="3657600" algn="l" defTabSz="457200" rtl="0" eaLnBrk="1" latinLnBrk="0" hangingPunct="1">
                        <a:defRPr sz="1800" kern="1200">
                          <a:solidFill>
                            <a:schemeClr val="tx1"/>
                          </a:solidFill>
                          <a:latin typeface="Aptos" panose="02110004020202020204"/>
                        </a:defRPr>
                      </a:lvl9pPr>
                    </a:lstStyle>
                    <a:p>
                      <a:pPr algn="r" rtl="1">
                        <a:lnSpc>
                          <a:spcPct val="105000"/>
                        </a:lnSpc>
                      </a:pPr>
                      <a:r>
                        <a:rPr lang="ar-SA" sz="1100" b="1" dirty="0">
                          <a:solidFill>
                            <a:srgbClr val="000000"/>
                          </a:solidFill>
                          <a:latin typeface="Abar Mid" pitchFamily="50" charset="-78"/>
                          <a:ea typeface="Abar Mid" pitchFamily="50" charset="-78"/>
                          <a:cs typeface="Abar Mid" pitchFamily="50" charset="-78"/>
                        </a:rPr>
                        <a:t>طلبات الدعم</a:t>
                      </a:r>
                    </a:p>
                  </a:txBody>
                  <a:tcPr marL="45720" anchor="ctr">
                    <a:lnL w="76200" cap="flat" cmpd="sng" algn="ctr">
                      <a:noFill/>
                      <a:prstDash val="solid"/>
                      <a:round/>
                      <a:headEnd type="none" w="med" len="med"/>
                      <a:tailEnd type="none" w="med" len="med"/>
                    </a:lnL>
                    <a:lnR w="57150" cap="flat" cmpd="sng" algn="ctr">
                      <a:solidFill>
                        <a:srgbClr val="DCB077"/>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253441">
                <a:tc>
                  <a:txBody>
                    <a:bodyPr/>
                    <a:lstStyle/>
                    <a:p>
                      <a:pPr marL="0" marR="0" lvl="0" indent="0" algn="ctr" defTabSz="514350" rtl="1" eaLnBrk="1" fontAlgn="auto" latinLnBrk="0" hangingPunct="1">
                        <a:lnSpc>
                          <a:spcPct val="105000"/>
                        </a:lnSpc>
                        <a:spcBef>
                          <a:spcPts val="0"/>
                        </a:spcBef>
                        <a:spcAft>
                          <a:spcPts val="0"/>
                        </a:spcAft>
                        <a:buClrTx/>
                        <a:buSzTx/>
                        <a:buFontTx/>
                        <a:buNone/>
                        <a:tabLst/>
                        <a:defRPr/>
                      </a:pPr>
                      <a:r>
                        <a:rPr lang="ar-AE" sz="1100" b="1" dirty="0">
                          <a:solidFill>
                            <a:srgbClr val="FFFFFF"/>
                          </a:solidFill>
                          <a:latin typeface="Abar Mid" pitchFamily="2" charset="-78"/>
                          <a:ea typeface="Abar Mid" pitchFamily="2" charset="-78"/>
                          <a:cs typeface="Abar Mid" pitchFamily="2" charset="-78"/>
                        </a:rPr>
                        <a:t>طلب الدعم</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err="1">
                          <a:solidFill>
                            <a:srgbClr val="FFFFFF"/>
                          </a:solidFill>
                          <a:latin typeface="Abar Mid" pitchFamily="50" charset="-78"/>
                          <a:ea typeface="Abar Mid" pitchFamily="50" charset="-78"/>
                          <a:cs typeface="Abar Mid" pitchFamily="50" charset="-78"/>
                        </a:rPr>
                        <a:t>القطاع</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err="1">
                          <a:solidFill>
                            <a:srgbClr val="FFFFFF"/>
                          </a:solidFill>
                          <a:latin typeface="Abar Mid" pitchFamily="50" charset="-78"/>
                          <a:ea typeface="Abar Mid" pitchFamily="50" charset="-78"/>
                          <a:cs typeface="Abar Mid" pitchFamily="50" charset="-78"/>
                        </a:rPr>
                        <a:t>المهمة</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415443">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endPar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endParaRP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التحول الرقمي وتقنية المعلومات</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ورفع تقرير إلى لجنة الحج العليا يسرد بصورة متكاملة قصة جاهزية الوزارة للتعامل مع الكوارث، ويبرز القدرات والإجراءات والاختبارات المنفذة ومستوى استمرارية الأنظمة والخدمات والتعافي منها</a:t>
                      </a:r>
                    </a:p>
                  </a:txBody>
                  <a:tcPr marL="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1</a:t>
                      </a:r>
                    </a:p>
                  </a:txBody>
                  <a:tcPr marL="45720" marR="45720" anchor="ctr">
                    <a:lnL w="3175" cap="flat" cmpd="sng" algn="ctr">
                      <a:solidFill>
                        <a:sysClr val="window" lastClr="FFFFFF">
                          <a:lumMod val="95000"/>
                        </a:sysClr>
                      </a:solidFill>
                      <a:prstDash val="solid"/>
                      <a:round/>
                      <a:headEnd type="none" w="med" len="med"/>
                      <a:tailEnd type="none" w="med" len="med"/>
                    </a:lnL>
                    <a:lnR w="3175" cap="flat" cmpd="sng" algn="ctr">
                      <a:solidFill>
                        <a:sysClr val="window" lastClr="FFFFFF">
                          <a:lumMod val="95000"/>
                        </a:sysClr>
                      </a:solidFill>
                      <a:prstDash val="solid"/>
                      <a:round/>
                      <a:headEnd type="none" w="med" len="med"/>
                      <a:tailEnd type="none" w="med" len="med"/>
                    </a:lnR>
                    <a:lnT w="3175" cap="flat" cmpd="sng" algn="ctr">
                      <a:solidFill>
                        <a:sysClr val="window" lastClr="FFFFFF">
                          <a:lumMod val="95000"/>
                        </a:sysClr>
                      </a:solidFill>
                      <a:prstDash val="solid"/>
                      <a:round/>
                      <a:headEnd type="none" w="med" len="med"/>
                      <a:tailEnd type="none" w="med" len="med"/>
                    </a:lnT>
                    <a:lnB w="3175" cap="flat" cmpd="sng" algn="ctr">
                      <a:solidFill>
                        <a:sysClr val="window" lastClr="FFFFFF">
                          <a:lumMod val="9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9471-21D1-1966-C49F-AE32D134DB5A}"/>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68E4F22F-0D66-F60D-951F-905AE4387A49}"/>
              </a:ext>
            </a:extLst>
          </p:cNvPr>
          <p:cNvGrpSpPr/>
          <p:nvPr/>
        </p:nvGrpSpPr>
        <p:grpSpPr>
          <a:xfrm>
            <a:off x="3857621" y="3256998"/>
            <a:ext cx="5724532" cy="1042296"/>
            <a:chOff x="1079493" y="4415868"/>
            <a:chExt cx="5724532" cy="1042296"/>
          </a:xfrm>
        </p:grpSpPr>
        <p:sp>
          <p:nvSpPr>
            <p:cNvPr id="3" name="btfpRowHeaderBoxText438126">
              <a:extLst>
                <a:ext uri="{FF2B5EF4-FFF2-40B4-BE49-F238E27FC236}">
                  <a16:creationId xmlns:a16="http://schemas.microsoft.com/office/drawing/2014/main" id="{9D9CC2FE-883C-9AC0-8DEB-EF1EA985ECBA}"/>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4000" b="1" dirty="0">
                  <a:solidFill>
                    <a:srgbClr val="FFFFFF"/>
                  </a:solidFill>
                  <a:latin typeface="Abar Mid" pitchFamily="2" charset="-78"/>
                  <a:ea typeface="Abar Mid" pitchFamily="2" charset="-78"/>
                  <a:cs typeface="Abar Mid" pitchFamily="2" charset="-78"/>
                </a:rPr>
                <a:t>إحاطات</a:t>
              </a:r>
            </a:p>
          </p:txBody>
        </p:sp>
        <p:cxnSp>
          <p:nvCxnSpPr>
            <p:cNvPr id="5" name="Straight Connector 4">
              <a:extLst>
                <a:ext uri="{FF2B5EF4-FFF2-40B4-BE49-F238E27FC236}">
                  <a16:creationId xmlns:a16="http://schemas.microsoft.com/office/drawing/2014/main" id="{6C84A8F9-9658-BA74-FD8B-993FC8D132D1}"/>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4194610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1EA6-8672-B728-A9E5-7346D4B0AD5D}"/>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E1ABC87C-3A99-C033-08E1-1D0E94550AC2}"/>
              </a:ext>
            </a:extLst>
          </p:cNvPr>
          <p:cNvGrpSpPr/>
          <p:nvPr/>
        </p:nvGrpSpPr>
        <p:grpSpPr>
          <a:xfrm>
            <a:off x="3857621" y="3256998"/>
            <a:ext cx="5724532" cy="1042296"/>
            <a:chOff x="1079493" y="4415868"/>
            <a:chExt cx="5724532" cy="1042296"/>
          </a:xfrm>
        </p:grpSpPr>
        <p:sp>
          <p:nvSpPr>
            <p:cNvPr id="3" name="btfpRowHeaderBoxText438126">
              <a:extLst>
                <a:ext uri="{FF2B5EF4-FFF2-40B4-BE49-F238E27FC236}">
                  <a16:creationId xmlns:a16="http://schemas.microsoft.com/office/drawing/2014/main" id="{DA9E7250-3A91-A3A9-3926-254742BEFCC0}"/>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4000" b="1" dirty="0">
                  <a:solidFill>
                    <a:srgbClr val="FFFFFF"/>
                  </a:solidFill>
                  <a:latin typeface="Abar Mid" pitchFamily="2" charset="-78"/>
                  <a:ea typeface="Abar Mid" pitchFamily="2" charset="-78"/>
                  <a:cs typeface="Abar Mid" pitchFamily="2" charset="-78"/>
                </a:rPr>
                <a:t>ملخص الاجتماع</a:t>
              </a:r>
            </a:p>
          </p:txBody>
        </p:sp>
        <p:cxnSp>
          <p:nvCxnSpPr>
            <p:cNvPr id="5" name="Straight Connector 4">
              <a:extLst>
                <a:ext uri="{FF2B5EF4-FFF2-40B4-BE49-F238E27FC236}">
                  <a16:creationId xmlns:a16="http://schemas.microsoft.com/office/drawing/2014/main" id="{DC3B5F5A-8E05-C8CE-2A45-1C230D290C49}"/>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732413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CDF667-37E8-C4EF-303C-BD2EE8DFDEBA}"/>
              </a:ext>
            </a:extLst>
          </p:cNvPr>
          <p:cNvSpPr txBox="1"/>
          <p:nvPr/>
        </p:nvSpPr>
        <p:spPr>
          <a:xfrm>
            <a:off x="4985285" y="4063132"/>
            <a:ext cx="3469205" cy="923330"/>
          </a:xfrm>
          <a:prstGeom prst="rect">
            <a:avLst/>
          </a:prstGeom>
          <a:noFill/>
        </p:spPr>
        <p:txBody>
          <a:bodyPr wrap="square" lIns="0" tIns="0" rIns="0" bIns="0" anchor="ctr">
            <a:spAutoFit/>
          </a:bodyPr>
          <a:lstStyle/>
          <a:p>
            <a:pPr algn="ctr" rtl="1"/>
            <a:r>
              <a:rPr lang="ar-SA" sz="6000" b="1" dirty="0">
                <a:solidFill>
                  <a:srgbClr val="FFFFFF"/>
                </a:solidFill>
                <a:latin typeface="Abar Mid" pitchFamily="2" charset="-78"/>
                <a:ea typeface="Abar Mid" pitchFamily="2" charset="-78"/>
                <a:cs typeface="Abar Mid" pitchFamily="2" charset="-78"/>
              </a:rPr>
              <a:t>شكرا لكم</a:t>
            </a:r>
            <a:endParaRPr sz="6000" b="1" dirty="0">
              <a:solidFill>
                <a:srgbClr val="FFFFFF"/>
              </a:solidFill>
              <a:latin typeface="Abar Mid" pitchFamily="2" charset="-78"/>
              <a:ea typeface="Abar Mid" pitchFamily="2" charset="-78"/>
              <a:cs typeface="Abar Mid" pitchFamily="2" charset="-78"/>
            </a:endParaRPr>
          </a:p>
        </p:txBody>
      </p:sp>
      <p:cxnSp>
        <p:nvCxnSpPr>
          <p:cNvPr id="2" name="Straight Connector 1">
            <a:extLst>
              <a:ext uri="{FF2B5EF4-FFF2-40B4-BE49-F238E27FC236}">
                <a16:creationId xmlns:a16="http://schemas.microsoft.com/office/drawing/2014/main" id="{CF995C1B-7C45-C5B4-01AD-87B22FCB1D53}"/>
              </a:ext>
            </a:extLst>
          </p:cNvPr>
          <p:cNvCxnSpPr>
            <a:cxnSpLocks/>
          </p:cNvCxnSpPr>
          <p:nvPr/>
        </p:nvCxnSpPr>
        <p:spPr>
          <a:xfrm>
            <a:off x="6078228" y="5373351"/>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1FBF9-454B-7195-D817-1470F7E1193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8836017-7184-E94F-BE1A-3674BDED60F9}"/>
              </a:ext>
            </a:extLst>
          </p:cNvPr>
          <p:cNvGrpSpPr/>
          <p:nvPr/>
        </p:nvGrpSpPr>
        <p:grpSpPr>
          <a:xfrm>
            <a:off x="8108073" y="3256998"/>
            <a:ext cx="5724532" cy="1042296"/>
            <a:chOff x="5329945" y="4415868"/>
            <a:chExt cx="5724532" cy="1042296"/>
          </a:xfrm>
        </p:grpSpPr>
        <p:sp>
          <p:nvSpPr>
            <p:cNvPr id="3" name="btfpRowHeaderBoxText438126">
              <a:extLst>
                <a:ext uri="{FF2B5EF4-FFF2-40B4-BE49-F238E27FC236}">
                  <a16:creationId xmlns:a16="http://schemas.microsoft.com/office/drawing/2014/main" id="{3001FF24-0088-54F5-409C-7440466F8671}"/>
                </a:ext>
              </a:extLst>
            </p:cNvPr>
            <p:cNvSpPr txBox="1"/>
            <p:nvPr>
              <p:custDataLst>
                <p:tags r:id="rId1"/>
              </p:custDataLst>
            </p:nvPr>
          </p:nvSpPr>
          <p:spPr>
            <a:xfrm flipH="1">
              <a:off x="5329945"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77875" rtl="1" eaLnBrk="1" fontAlgn="auto" latinLnBrk="0" hangingPunct="1">
                <a:lnSpc>
                  <a:spcPts val="3300"/>
                </a:lnSpc>
                <a:spcBef>
                  <a:spcPct val="0"/>
                </a:spcBef>
                <a:spcAft>
                  <a:spcPts val="0"/>
                </a:spcAft>
                <a:buClrTx/>
                <a:buSzTx/>
                <a:buFontTx/>
                <a:buNone/>
                <a:tabLst/>
                <a:defRPr/>
              </a:pPr>
              <a:r>
                <a:rPr kumimoji="0" lang="ar-SA" sz="4000" b="1" i="0" u="none" strike="noStrike" kern="1200" cap="none" spc="0" normalizeH="0" baseline="0" noProof="0" dirty="0">
                  <a:ln w="6350" cap="flat">
                    <a:noFill/>
                    <a:miter lim="800000"/>
                  </a:ln>
                  <a:solidFill>
                    <a:srgbClr val="FFFFFF"/>
                  </a:solidFill>
                  <a:effectLst/>
                  <a:uLnTx/>
                  <a:uFillTx/>
                  <a:latin typeface="Abar Mid" pitchFamily="2" charset="-78"/>
                  <a:ea typeface="Abar Mid" pitchFamily="2" charset="-78"/>
                  <a:cs typeface="Abar Mid" pitchFamily="2" charset="-78"/>
                </a:rPr>
                <a:t>الملحقات</a:t>
              </a:r>
            </a:p>
          </p:txBody>
        </p:sp>
        <p:cxnSp>
          <p:nvCxnSpPr>
            <p:cNvPr id="5" name="Straight Connector 4">
              <a:extLst>
                <a:ext uri="{FF2B5EF4-FFF2-40B4-BE49-F238E27FC236}">
                  <a16:creationId xmlns:a16="http://schemas.microsoft.com/office/drawing/2014/main" id="{14FC2E42-3AF6-B2B8-D639-1E79DB01B430}"/>
                </a:ext>
              </a:extLst>
            </p:cNvPr>
            <p:cNvCxnSpPr>
              <a:cxnSpLocks/>
            </p:cNvCxnSpPr>
            <p:nvPr/>
          </p:nvCxnSpPr>
          <p:spPr>
            <a:xfrm>
              <a:off x="755055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1467959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13158-303B-A9B8-C6CF-BE44E48C2F4C}"/>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DF2E980-05C2-9D4B-7B69-1919B0FCED5C}"/>
              </a:ext>
            </a:extLst>
          </p:cNvPr>
          <p:cNvGrpSpPr/>
          <p:nvPr/>
        </p:nvGrpSpPr>
        <p:grpSpPr>
          <a:xfrm>
            <a:off x="3857621" y="3256998"/>
            <a:ext cx="5724532" cy="1042296"/>
            <a:chOff x="1079493" y="4415868"/>
            <a:chExt cx="5724532" cy="1042296"/>
          </a:xfrm>
        </p:grpSpPr>
        <p:sp>
          <p:nvSpPr>
            <p:cNvPr id="3" name="btfpRowHeaderBoxText438126">
              <a:extLst>
                <a:ext uri="{FF2B5EF4-FFF2-40B4-BE49-F238E27FC236}">
                  <a16:creationId xmlns:a16="http://schemas.microsoft.com/office/drawing/2014/main" id="{679A4C63-37C6-11AB-076B-9B32320E1763}"/>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77875" rtl="1" eaLnBrk="1" fontAlgn="auto" latinLnBrk="0" hangingPunct="1">
                <a:lnSpc>
                  <a:spcPts val="3300"/>
                </a:lnSpc>
                <a:spcBef>
                  <a:spcPct val="0"/>
                </a:spcBef>
                <a:spcAft>
                  <a:spcPts val="0"/>
                </a:spcAft>
                <a:buClrTx/>
                <a:buSzTx/>
                <a:buFontTx/>
                <a:buNone/>
                <a:tabLst/>
                <a:defRPr/>
              </a:pPr>
              <a:r>
                <a:rPr kumimoji="0" lang="ar-SA" sz="4000" b="1" i="0" u="none" strike="noStrike" kern="1200" cap="none" spc="0" normalizeH="0" baseline="0" noProof="0" dirty="0">
                  <a:ln w="6350" cap="flat">
                    <a:noFill/>
                    <a:miter lim="800000"/>
                  </a:ln>
                  <a:solidFill>
                    <a:srgbClr val="FFFFFF"/>
                  </a:solidFill>
                  <a:effectLst/>
                  <a:uLnTx/>
                  <a:uFillTx/>
                  <a:latin typeface="Abar Mid" pitchFamily="2" charset="-78"/>
                  <a:ea typeface="Abar Mid" pitchFamily="2" charset="-78"/>
                  <a:cs typeface="Abar Mid" pitchFamily="2" charset="-78"/>
                </a:rPr>
                <a:t>تفاصيل المهام</a:t>
              </a:r>
            </a:p>
          </p:txBody>
        </p:sp>
        <p:cxnSp>
          <p:nvCxnSpPr>
            <p:cNvPr id="5" name="Straight Connector 4">
              <a:extLst>
                <a:ext uri="{FF2B5EF4-FFF2-40B4-BE49-F238E27FC236}">
                  <a16:creationId xmlns:a16="http://schemas.microsoft.com/office/drawing/2014/main" id="{535C29FC-02FA-6CB5-50C3-9AD150097EB7}"/>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2155380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91250-9E5E-934C-45D1-F88DBDDC641C}"/>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069BD99-741F-9DF6-828C-6DB5D6EE8735}"/>
              </a:ext>
            </a:extLst>
          </p:cNvPr>
          <p:cNvCxnSpPr>
            <a:cxnSpLocks/>
          </p:cNvCxnSpPr>
          <p:nvPr/>
        </p:nvCxnSpPr>
        <p:spPr>
          <a:xfrm>
            <a:off x="40462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
        <p:nvSpPr>
          <p:cNvPr id="9" name="btfpRowHeaderBoxText438126">
            <a:extLst>
              <a:ext uri="{FF2B5EF4-FFF2-40B4-BE49-F238E27FC236}">
                <a16:creationId xmlns:a16="http://schemas.microsoft.com/office/drawing/2014/main" id="{06C34751-D5A8-89FA-3CEB-31EBF6CFE7AC}"/>
              </a:ext>
            </a:extLst>
          </p:cNvPr>
          <p:cNvSpPr txBox="1"/>
          <p:nvPr>
            <p:custDataLst>
              <p:tags r:id="rId1"/>
            </p:custDataLst>
          </p:nvPr>
        </p:nvSpPr>
        <p:spPr>
          <a:xfrm flipH="1">
            <a:off x="3671838" y="202522"/>
            <a:ext cx="5724532" cy="44098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800" b="1">
                <a:solidFill>
                  <a:srgbClr val="000000"/>
                </a:solidFill>
                <a:latin typeface="Abar Mid" pitchFamily="2" charset="-78"/>
                <a:ea typeface="Abar Mid" pitchFamily="2" charset="-78"/>
                <a:cs typeface="Abar Mid" pitchFamily="2" charset="-78"/>
              </a:rPr>
              <a:t>تفاصيل المهام</a:t>
            </a:r>
          </a:p>
        </p:txBody>
      </p:sp>
      <p:cxnSp>
        <p:nvCxnSpPr>
          <p:cNvPr id="10" name="Straight Connector 9">
            <a:extLst>
              <a:ext uri="{FF2B5EF4-FFF2-40B4-BE49-F238E27FC236}">
                <a16:creationId xmlns:a16="http://schemas.microsoft.com/office/drawing/2014/main" id="{98EAD05E-03D7-55A8-9B06-5281E65C6E97}"/>
              </a:ext>
            </a:extLst>
          </p:cNvPr>
          <p:cNvCxnSpPr>
            <a:cxnSpLocks/>
          </p:cNvCxnSpPr>
          <p:nvPr/>
        </p:nvCxnSpPr>
        <p:spPr>
          <a:xfrm>
            <a:off x="77165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aphicFrame>
        <p:nvGraphicFramePr>
          <p:cNvPr id="13" name="Table 12">
            <a:extLst>
              <a:ext uri="{FF2B5EF4-FFF2-40B4-BE49-F238E27FC236}">
                <a16:creationId xmlns:a16="http://schemas.microsoft.com/office/drawing/2014/main" id="{9D9FE706-3C2E-2B60-BCEC-718A7D04BDF3}"/>
              </a:ext>
            </a:extLst>
          </p:cNvPr>
          <p:cNvGraphicFramePr>
            <a:graphicFrameLocks noGrp="1"/>
          </p:cNvGraphicFramePr>
          <p:nvPr>
            <p:extLst>
              <p:ext uri="{D42A27DB-BD31-4B8C-83A1-F6EECF244321}">
                <p14:modId xmlns:p14="http://schemas.microsoft.com/office/powerpoint/2010/main" val="515448453"/>
              </p:ext>
            </p:extLst>
          </p:nvPr>
        </p:nvGraphicFramePr>
        <p:xfrm>
          <a:off x="183675" y="804347"/>
          <a:ext cx="13062099" cy="5544669"/>
        </p:xfrm>
        <a:graphic>
          <a:graphicData uri="http://schemas.openxmlformats.org/drawingml/2006/table">
            <a:tbl>
              <a:tblPr rtl="1"/>
              <a:tblGrid>
                <a:gridCol w="725606">
                  <a:extLst>
                    <a:ext uri="{9D8B030D-6E8A-4147-A177-3AD203B41FA5}">
                      <a16:colId xmlns:a16="http://schemas.microsoft.com/office/drawing/2014/main" val="20000"/>
                    </a:ext>
                  </a:extLst>
                </a:gridCol>
                <a:gridCol w="3748393">
                  <a:extLst>
                    <a:ext uri="{9D8B030D-6E8A-4147-A177-3AD203B41FA5}">
                      <a16:colId xmlns:a16="http://schemas.microsoft.com/office/drawing/2014/main" val="20001"/>
                    </a:ext>
                  </a:extLst>
                </a:gridCol>
                <a:gridCol w="1524355">
                  <a:extLst>
                    <a:ext uri="{9D8B030D-6E8A-4147-A177-3AD203B41FA5}">
                      <a16:colId xmlns:a16="http://schemas.microsoft.com/office/drawing/2014/main" val="20002"/>
                    </a:ext>
                  </a:extLst>
                </a:gridCol>
                <a:gridCol w="1519459">
                  <a:extLst>
                    <a:ext uri="{9D8B030D-6E8A-4147-A177-3AD203B41FA5}">
                      <a16:colId xmlns:a16="http://schemas.microsoft.com/office/drawing/2014/main" val="20003"/>
                    </a:ext>
                  </a:extLst>
                </a:gridCol>
                <a:gridCol w="615670">
                  <a:extLst>
                    <a:ext uri="{9D8B030D-6E8A-4147-A177-3AD203B41FA5}">
                      <a16:colId xmlns:a16="http://schemas.microsoft.com/office/drawing/2014/main" val="20004"/>
                    </a:ext>
                  </a:extLst>
                </a:gridCol>
                <a:gridCol w="4928616">
                  <a:extLst>
                    <a:ext uri="{9D8B030D-6E8A-4147-A177-3AD203B41FA5}">
                      <a16:colId xmlns:a16="http://schemas.microsoft.com/office/drawing/2014/main" val="20005"/>
                    </a:ext>
                  </a:extLst>
                </a:gridCol>
              </a:tblGrid>
              <a:tr h="219980">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100" dirty="0">
                          <a:solidFill>
                            <a:srgbClr val="00080B"/>
                          </a:solidFill>
                          <a:latin typeface="Abar Mid" pitchFamily="50" charset="-78"/>
                          <a:ea typeface="Abar Mid" pitchFamily="50" charset="-78"/>
                          <a:cs typeface="Abar Mid" pitchFamily="50" charset="-78"/>
                        </a:rPr>
                        <a:t>تفاصيل المهام (اجتماع القيادات)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39108">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100" b="1" kern="1200" dirty="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100" b="1" kern="1200" dirty="0">
                          <a:solidFill>
                            <a:schemeClr val="bg1"/>
                          </a:solidFill>
                          <a:latin typeface="Abar Mid" pitchFamily="50" charset="-78"/>
                          <a:ea typeface="Abar Mid" pitchFamily="50" charset="-78"/>
                          <a:cs typeface="Abar Mid" pitchFamily="50" charset="-78"/>
                        </a:rPr>
                        <a:t>المهمة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القطاع</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baseline="0" dirty="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الحالة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466261">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ورفع تقرير إلى لجنة الحج العليا يسرد بصورة متكاملة قصة جاهزية الوزارة للتعامل مع الكوارث، ويبرز القدرات والإجراءات والاختبارات المنفذة ومستوى استمرارية الأنظمة والخدمات والتعافي منها</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التحول الرقمي وتقنية المعلومات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30-09-2026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مكتملة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الوثيقة </a:t>
                      </a:r>
                      <a:r>
                        <a:rPr lang="en-US" sz="1100" b="0" i="0" u="none" strike="noStrike" dirty="0" err="1">
                          <a:solidFill>
                            <a:srgbClr val="000000"/>
                          </a:solidFill>
                          <a:effectLst/>
                          <a:latin typeface="Abar Mid" pitchFamily="50" charset="-78"/>
                          <a:cs typeface="Abar Mid" pitchFamily="50" charset="-78"/>
                        </a:rPr>
                        <a:t>الداعمة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اكتمال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أعمال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واختبارات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التعافي</a:t>
                      </a:r>
                      <a:r>
                        <a:rPr lang="en-US" sz="1100" b="0" i="0" u="none" strike="noStrike" dirty="0">
                          <a:solidFill>
                            <a:srgbClr val="000000"/>
                          </a:solidFill>
                          <a:effectLst/>
                          <a:latin typeface="Abar Mid" pitchFamily="50" charset="-78"/>
                          <a:cs typeface="Abar Mid" pitchFamily="50" charset="-78"/>
                        </a:rPr>
                        <a:t> من الكوارث</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844849">
                <a:tc>
                  <a:txBody>
                    <a:bodyPr/>
                    <a:lstStyle/>
                    <a:p>
                      <a:pPr algn="ctr" rtl="0" fontAlgn="ctr">
                        <a:buNone/>
                      </a:pPr>
                      <a:r>
                        <a:rPr lang="en-US" sz="1100" b="0" i="0" u="none" strike="noStrike">
                          <a:solidFill>
                            <a:srgbClr val="000000"/>
                          </a:solidFill>
                          <a:effectLst/>
                          <a:latin typeface="Abar Mid" pitchFamily="50" charset="-78"/>
                          <a:cs typeface="Abar Mid" pitchFamily="50" charset="-78"/>
                        </a:rPr>
                        <a:t>2</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دعوة شركات تقديم الخدمة إلى حضور المعرض المزمع إقامته يوم الإثنين الموافق 21 سبتمبر للاستفادة من النماذج الخاصة بالأسرة والمظلات</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شؤون الحج</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23-09-2026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مكتملة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تم دعوة </a:t>
                      </a:r>
                      <a:r>
                        <a:rPr lang="en-US" sz="1100" b="0" i="0" u="none" strike="noStrike" dirty="0" err="1">
                          <a:solidFill>
                            <a:srgbClr val="000000"/>
                          </a:solidFill>
                          <a:effectLst/>
                          <a:latin typeface="Abar Mid" pitchFamily="50" charset="-78"/>
                          <a:cs typeface="Abar Mid" pitchFamily="50" charset="-78"/>
                        </a:rPr>
                        <a:t>رئيس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مجلس</a:t>
                      </a:r>
                      <a:r>
                        <a:rPr lang="en-US" sz="1100" b="0" i="0" u="none" strike="noStrike" dirty="0">
                          <a:solidFill>
                            <a:srgbClr val="000000"/>
                          </a:solidFill>
                          <a:effectLst/>
                          <a:latin typeface="Abar Mid" pitchFamily="50" charset="-78"/>
                          <a:cs typeface="Abar Mid" pitchFamily="50" charset="-78"/>
                        </a:rPr>
                        <a:t> إدارة </a:t>
                      </a:r>
                      <a:r>
                        <a:rPr lang="en-US" sz="1100" b="0" i="0" u="none" strike="noStrike" dirty="0" err="1">
                          <a:solidFill>
                            <a:srgbClr val="000000"/>
                          </a:solidFill>
                          <a:effectLst/>
                          <a:latin typeface="Abar Mid" pitchFamily="50" charset="-78"/>
                          <a:cs typeface="Abar Mid" pitchFamily="50" charset="-78"/>
                        </a:rPr>
                        <a:t>المجلس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التنسيقي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لشركات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الضيافة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ومقدمي</a:t>
                      </a:r>
                      <a:r>
                        <a:rPr lang="en-US" sz="1100" b="0" i="0" u="none" strike="noStrike" dirty="0">
                          <a:solidFill>
                            <a:srgbClr val="000000"/>
                          </a:solidFill>
                          <a:effectLst/>
                          <a:latin typeface="Abar Mid" pitchFamily="50" charset="-78"/>
                          <a:cs typeface="Abar Mid" pitchFamily="50" charset="-78"/>
                        </a:rPr>
                        <a:t> الخدمة </a:t>
                      </a:r>
                      <a:r>
                        <a:rPr lang="en-US" sz="1100" b="0" i="0" u="none" strike="noStrike" dirty="0" err="1">
                          <a:solidFill>
                            <a:srgbClr val="000000"/>
                          </a:solidFill>
                          <a:effectLst/>
                          <a:latin typeface="Abar Mid" pitchFamily="50" charset="-78"/>
                          <a:cs typeface="Abar Mid" pitchFamily="50" charset="-78"/>
                        </a:rPr>
                        <a:t>لحث</a:t>
                      </a:r>
                      <a:r>
                        <a:rPr lang="en-US" sz="1100" b="0" i="0" u="none" strike="noStrike" dirty="0">
                          <a:solidFill>
                            <a:srgbClr val="000000"/>
                          </a:solidFill>
                          <a:effectLst/>
                          <a:latin typeface="Abar Mid" pitchFamily="50" charset="-78"/>
                          <a:cs typeface="Abar Mid" pitchFamily="50" charset="-78"/>
                        </a:rPr>
                        <a:t> شركات تقديم الخدمة </a:t>
                      </a:r>
                      <a:r>
                        <a:rPr lang="en-US" sz="1100" b="0" i="0" u="none" strike="noStrike" dirty="0" err="1">
                          <a:solidFill>
                            <a:srgbClr val="000000"/>
                          </a:solidFill>
                          <a:effectLst/>
                          <a:latin typeface="Abar Mid" pitchFamily="50" charset="-78"/>
                          <a:cs typeface="Abar Mid" pitchFamily="50" charset="-78"/>
                        </a:rPr>
                        <a:t>لحضور</a:t>
                      </a:r>
                      <a:r>
                        <a:rPr lang="en-US" sz="1100" b="0" i="0" u="none" strike="noStrike" dirty="0">
                          <a:solidFill>
                            <a:srgbClr val="000000"/>
                          </a:solidFill>
                          <a:effectLst/>
                          <a:latin typeface="Abar Mid" pitchFamily="50" charset="-78"/>
                          <a:cs typeface="Abar Mid" pitchFamily="50" charset="-78"/>
                        </a:rPr>
                        <a:t> المعرض </a:t>
                      </a:r>
                      <a:r>
                        <a:rPr lang="en-US" sz="1100" b="0" i="0" u="none" strike="noStrike" dirty="0" err="1">
                          <a:solidFill>
                            <a:srgbClr val="000000"/>
                          </a:solidFill>
                          <a:effectLst/>
                          <a:latin typeface="Abar Mid" pitchFamily="50" charset="-78"/>
                          <a:cs typeface="Abar Mid" pitchFamily="50" charset="-78"/>
                        </a:rPr>
                        <a:t>بتاريخ</a:t>
                      </a:r>
                      <a:r>
                        <a:rPr lang="en-US" sz="1100" b="0" i="0" u="none" strike="noStrike" dirty="0">
                          <a:solidFill>
                            <a:srgbClr val="000000"/>
                          </a:solidFill>
                          <a:effectLst/>
                          <a:latin typeface="Abar Mid" pitchFamily="50" charset="-78"/>
                          <a:cs typeface="Abar Mid" pitchFamily="50" charset="-78"/>
                        </a:rPr>
                        <a:t> 3 سبتمبر 2026</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21599824"/>
                  </a:ext>
                </a:extLst>
              </a:tr>
              <a:tr h="605741">
                <a:tc>
                  <a:txBody>
                    <a:bodyPr/>
                    <a:lstStyle/>
                    <a:p>
                      <a:pPr algn="ctr" rtl="0" fontAlgn="ctr">
                        <a:buNone/>
                      </a:pPr>
                      <a:r>
                        <a:rPr lang="en-US" sz="1100" b="0" i="0" u="none" strike="noStrike">
                          <a:solidFill>
                            <a:srgbClr val="000000"/>
                          </a:solidFill>
                          <a:effectLst/>
                          <a:latin typeface="Abar Mid" pitchFamily="50" charset="-78"/>
                          <a:cs typeface="Abar Mid" pitchFamily="50" charset="-78"/>
                        </a:rPr>
                        <a:t>3</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متابعة </a:t>
                      </a:r>
                      <a:r>
                        <a:rPr lang="en-US" sz="1100" b="0" i="0" u="none" strike="noStrike" dirty="0" err="1">
                          <a:solidFill>
                            <a:srgbClr val="000000"/>
                          </a:solidFill>
                          <a:effectLst/>
                          <a:latin typeface="Abar Mid" pitchFamily="50" charset="-78"/>
                          <a:cs typeface="Abar Mid" pitchFamily="50" charset="-78"/>
                        </a:rPr>
                        <a:t>تنفيذ</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المبادرات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المرتبطة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برفع</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مؤشر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نضج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التجربة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الرقمية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وقياس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مستوى</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الإنجاز</a:t>
                      </a:r>
                      <a:r>
                        <a:rPr lang="en-US" sz="1100" b="0" i="0" u="none" strike="noStrike" dirty="0">
                          <a:solidFill>
                            <a:srgbClr val="000000"/>
                          </a:solidFill>
                          <a:effectLst/>
                          <a:latin typeface="Abar Mid" pitchFamily="50" charset="-78"/>
                          <a:cs typeface="Abar Mid" pitchFamily="50" charset="-78"/>
                        </a:rPr>
                        <a:t>.</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err="1">
                          <a:solidFill>
                            <a:srgbClr val="000000"/>
                          </a:solidFill>
                          <a:effectLst/>
                          <a:latin typeface="Abar Mid" pitchFamily="50" charset="-78"/>
                          <a:cs typeface="Abar Mid" pitchFamily="50" charset="-78"/>
                        </a:rPr>
                        <a:t>مركز</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التخطيط</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الاستراتيجي</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11-11-2026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لحث</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تقديم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لحضور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المعرض</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بتاريخ</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3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سبتمبر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03239176"/>
                  </a:ext>
                </a:extLst>
              </a:tr>
              <a:tr h="605741">
                <a:tc>
                  <a:txBody>
                    <a:bodyPr/>
                    <a:lstStyle/>
                    <a:p>
                      <a:pPr algn="ctr" rtl="0" fontAlgn="ctr">
                        <a:buNone/>
                      </a:pPr>
                      <a:r>
                        <a:rPr lang="en-US" sz="1100" b="0" i="0" u="none" strike="noStrike">
                          <a:solidFill>
                            <a:srgbClr val="000000"/>
                          </a:solidFill>
                          <a:effectLst/>
                          <a:latin typeface="Abar Mid" pitchFamily="50" charset="-78"/>
                          <a:cs typeface="Abar Mid" pitchFamily="50" charset="-78"/>
                        </a:rPr>
                        <a:t>4</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ar-SA" sz="1100" b="0" i="0" u="none" strike="noStrike" dirty="0">
                          <a:solidFill>
                            <a:srgbClr val="000000"/>
                          </a:solidFill>
                          <a:effectLst/>
                          <a:latin typeface="Abar Mid" pitchFamily="50" charset="-78"/>
                          <a:cs typeface="Abar Mid" pitchFamily="50" charset="-78"/>
                        </a:rPr>
                        <a:t>إعداد خارطة طريق مرحلية بالتنسيق مع مركز منصة نسك لدمج وتوحيد منصات نسك، تشمل نسك الحج المباشر ونسك العمرة المباشرة ونسك مسار، وتحديد الجدول الزمني والمتطلبات التقنية لكل مرحلة، وصولا إلى منصة موحدة للدخول إلى الخدمات وتعزيز نضج التجربة الرقمية.</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التحول الرقمي وتقنية المعلومات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02-12-2026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لحث</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تقديم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لحضور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المعرض</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بتاريخ</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3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سبتمبر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07526794"/>
                  </a:ext>
                </a:extLst>
              </a:tr>
              <a:tr h="605741">
                <a:tc>
                  <a:txBody>
                    <a:bodyPr/>
                    <a:lstStyle/>
                    <a:p>
                      <a:pPr algn="ctr" rtl="0" fontAlgn="ctr">
                        <a:buNone/>
                      </a:pPr>
                      <a:r>
                        <a:rPr lang="en-US" sz="1100" b="0" i="0" u="none" strike="noStrike">
                          <a:solidFill>
                            <a:srgbClr val="000000"/>
                          </a:solidFill>
                          <a:effectLst/>
                          <a:latin typeface="Abar Mid" pitchFamily="50" charset="-78"/>
                          <a:cs typeface="Abar Mid" pitchFamily="50" charset="-78"/>
                        </a:rPr>
                        <a:t>5</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err="1">
                          <a:solidFill>
                            <a:srgbClr val="000000"/>
                          </a:solidFill>
                          <a:effectLst/>
                          <a:latin typeface="Abar Mid" pitchFamily="50" charset="-78"/>
                          <a:cs typeface="Abar Mid" pitchFamily="50" charset="-78"/>
                        </a:rPr>
                        <a:t>تنفيذ</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خطة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دمج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وتوحيد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منصات</a:t>
                      </a:r>
                      <a:r>
                        <a:rPr lang="en-US" sz="1100" b="0" i="0" u="none" strike="noStrike" dirty="0">
                          <a:solidFill>
                            <a:srgbClr val="000000"/>
                          </a:solidFill>
                          <a:effectLst/>
                          <a:latin typeface="Abar Mid" pitchFamily="50" charset="-78"/>
                          <a:cs typeface="Abar Mid" pitchFamily="50" charset="-78"/>
                        </a:rPr>
                        <a:t> نسك، </a:t>
                      </a:r>
                      <a:r>
                        <a:rPr lang="en-US" sz="1100" b="0" i="0" u="none" strike="noStrike" dirty="0" err="1">
                          <a:solidFill>
                            <a:srgbClr val="000000"/>
                          </a:solidFill>
                          <a:effectLst/>
                          <a:latin typeface="Abar Mid" pitchFamily="50" charset="-78"/>
                          <a:cs typeface="Abar Mid" pitchFamily="50" charset="-78"/>
                        </a:rPr>
                        <a:t>واستكمال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المتطلبات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التقنية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اللازمة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لدمج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منصة</a:t>
                      </a:r>
                      <a:r>
                        <a:rPr lang="en-US" sz="1100" b="0" i="0" u="none" strike="noStrike" dirty="0">
                          <a:solidFill>
                            <a:srgbClr val="000000"/>
                          </a:solidFill>
                          <a:effectLst/>
                          <a:latin typeface="Abar Mid" pitchFamily="50" charset="-78"/>
                          <a:cs typeface="Abar Mid" pitchFamily="50" charset="-78"/>
                        </a:rPr>
                        <a:t> نسك </a:t>
                      </a:r>
                      <a:r>
                        <a:rPr lang="en-US" sz="1100" b="0" i="0" u="none" strike="noStrike" dirty="0" err="1">
                          <a:solidFill>
                            <a:srgbClr val="000000"/>
                          </a:solidFill>
                          <a:effectLst/>
                          <a:latin typeface="Abar Mid" pitchFamily="50" charset="-78"/>
                          <a:cs typeface="Abar Mid" pitchFamily="50" charset="-78"/>
                        </a:rPr>
                        <a:t>العمرة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ومنصة</a:t>
                      </a:r>
                      <a:r>
                        <a:rPr lang="en-US" sz="1100" b="0" i="0" u="none" strike="noStrike" dirty="0">
                          <a:solidFill>
                            <a:srgbClr val="000000"/>
                          </a:solidFill>
                          <a:effectLst/>
                          <a:latin typeface="Abar Mid" pitchFamily="50" charset="-78"/>
                          <a:cs typeface="Abar Mid" pitchFamily="50" charset="-78"/>
                        </a:rPr>
                        <a:t> نسك الحج، </a:t>
                      </a:r>
                      <a:r>
                        <a:rPr lang="en-US" sz="1100" b="0" i="0" u="none" strike="noStrike" dirty="0" err="1">
                          <a:solidFill>
                            <a:srgbClr val="000000"/>
                          </a:solidFill>
                          <a:effectLst/>
                          <a:latin typeface="Abar Mid" pitchFamily="50" charset="-78"/>
                          <a:cs typeface="Abar Mid" pitchFamily="50" charset="-78"/>
                        </a:rPr>
                        <a:t>بما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يضمن</a:t>
                      </a:r>
                      <a:r>
                        <a:rPr lang="en-US" sz="1100" b="0" i="0" u="none" strike="noStrike" dirty="0">
                          <a:solidFill>
                            <a:srgbClr val="000000"/>
                          </a:solidFill>
                          <a:effectLst/>
                          <a:latin typeface="Abar Mid" pitchFamily="50" charset="-78"/>
                          <a:cs typeface="Abar Mid" pitchFamily="50" charset="-78"/>
                        </a:rPr>
                        <a:t> توحيد </a:t>
                      </a:r>
                      <a:r>
                        <a:rPr lang="en-US" sz="1100" b="0" i="0" u="none" strike="noStrike" dirty="0" err="1">
                          <a:solidFill>
                            <a:srgbClr val="000000"/>
                          </a:solidFill>
                          <a:effectLst/>
                          <a:latin typeface="Abar Mid" pitchFamily="50" charset="-78"/>
                          <a:cs typeface="Abar Mid" pitchFamily="50" charset="-78"/>
                        </a:rPr>
                        <a:t>التجربة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الرقمية</a:t>
                      </a:r>
                      <a:r>
                        <a:rPr lang="en-US" sz="1100" b="0" i="0" u="none" strike="noStrike" dirty="0">
                          <a:solidFill>
                            <a:srgbClr val="000000"/>
                          </a:solidFill>
                          <a:effectLst/>
                          <a:latin typeface="Abar Mid" pitchFamily="50" charset="-78"/>
                          <a:cs typeface="Abar Mid" pitchFamily="50" charset="-78"/>
                        </a:rPr>
                        <a:t> ورفع </a:t>
                      </a:r>
                      <a:r>
                        <a:rPr lang="en-US" sz="1100" b="0" i="0" u="none" strike="noStrike" dirty="0" err="1">
                          <a:solidFill>
                            <a:srgbClr val="000000"/>
                          </a:solidFill>
                          <a:effectLst/>
                          <a:latin typeface="Abar Mid" pitchFamily="50" charset="-78"/>
                          <a:cs typeface="Abar Mid" pitchFamily="50" charset="-78"/>
                        </a:rPr>
                        <a:t>مؤشر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نضج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التجربة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الرقمية</a:t>
                      </a:r>
                      <a:r>
                        <a:rPr lang="en-US" sz="1100" b="0" i="0" u="none" strike="noStrike" dirty="0">
                          <a:solidFill>
                            <a:srgbClr val="000000"/>
                          </a:solidFill>
                          <a:effectLst/>
                          <a:latin typeface="Abar Mid" pitchFamily="50" charset="-78"/>
                          <a:cs typeface="Abar Mid" pitchFamily="50" charset="-78"/>
                        </a:rPr>
                        <a:t>.</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التحول الرقمي وتقنية المعلومات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13-01-2027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لحث</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تقديم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لحضور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المعرض</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بتاريخ</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3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سبتمبر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1933875"/>
                  </a:ext>
                </a:extLst>
              </a:tr>
              <a:tr h="605741">
                <a:tc>
                  <a:txBody>
                    <a:bodyPr/>
                    <a:lstStyle/>
                    <a:p>
                      <a:pPr algn="ctr" rtl="0" fontAlgn="ctr">
                        <a:buNone/>
                      </a:pPr>
                      <a:r>
                        <a:rPr lang="en-US" sz="1100" b="0" i="0" u="none" strike="noStrike">
                          <a:solidFill>
                            <a:srgbClr val="000000"/>
                          </a:solidFill>
                          <a:effectLst/>
                          <a:latin typeface="Abar Mid" pitchFamily="50" charset="-78"/>
                          <a:cs typeface="Abar Mid" pitchFamily="50" charset="-78"/>
                        </a:rPr>
                        <a:t>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a:t>
                      </a:r>
                      <a:r>
                        <a:rPr lang="en-US" sz="1100" b="0" i="0" u="none" strike="noStrike" dirty="0" err="1">
                          <a:solidFill>
                            <a:srgbClr val="000000"/>
                          </a:solidFill>
                          <a:effectLst/>
                          <a:latin typeface="Abar Mid" pitchFamily="50" charset="-78"/>
                          <a:cs typeface="Abar Mid" pitchFamily="50" charset="-78"/>
                        </a:rPr>
                        <a:t>خطة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لمعالجة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عدد</a:t>
                      </a:r>
                      <a:r>
                        <a:rPr lang="en-US" sz="1100" b="0" i="0" u="none" strike="noStrike" dirty="0">
                          <a:solidFill>
                            <a:srgbClr val="000000"/>
                          </a:solidFill>
                          <a:effectLst/>
                          <a:latin typeface="Abar Mid" pitchFamily="50" charset="-78"/>
                          <a:cs typeface="Abar Mid" pitchFamily="50" charset="-78"/>
                        </a:rPr>
                        <a:t> من </a:t>
                      </a:r>
                      <a:r>
                        <a:rPr lang="en-US" sz="1100" b="0" i="0" u="none" strike="noStrike" dirty="0" err="1">
                          <a:solidFill>
                            <a:srgbClr val="000000"/>
                          </a:solidFill>
                          <a:effectLst/>
                          <a:latin typeface="Abar Mid" pitchFamily="50" charset="-78"/>
                          <a:cs typeface="Abar Mid" pitchFamily="50" charset="-78"/>
                        </a:rPr>
                        <a:t>الموضوعات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ذات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الأولوية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بما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يشمل</a:t>
                      </a:r>
                      <a:r>
                        <a:rPr lang="en-US" sz="1100" b="0" i="0" u="none" strike="noStrike" dirty="0">
                          <a:solidFill>
                            <a:srgbClr val="000000"/>
                          </a:solidFill>
                          <a:effectLst/>
                          <a:latin typeface="Abar Mid" pitchFamily="50" charset="-78"/>
                          <a:cs typeface="Abar Mid" pitchFamily="50" charset="-78"/>
                        </a:rPr>
                        <a:t> (لجنة الحج العليا، </a:t>
                      </a:r>
                      <a:r>
                        <a:rPr lang="en-US" sz="1100" b="0" i="0" u="none" strike="noStrike" dirty="0" err="1">
                          <a:solidFill>
                            <a:srgbClr val="000000"/>
                          </a:solidFill>
                          <a:effectLst/>
                          <a:latin typeface="Abar Mid" pitchFamily="50" charset="-78"/>
                          <a:cs typeface="Abar Mid" pitchFamily="50" charset="-78"/>
                        </a:rPr>
                        <a:t>الدبلوماسيين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وعمرة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السعوديين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لضمان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وضوح</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المعالجة</a:t>
                      </a:r>
                      <a:endParaRPr lang="en-US" sz="1100" b="0" i="0" u="none" strike="noStrike" dirty="0">
                        <a:solidFill>
                          <a:srgbClr val="000000"/>
                        </a:solidFill>
                        <a:effectLst/>
                        <a:latin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التعاون الدولي </a:t>
                      </a:r>
                      <a:r>
                        <a:rPr lang="en-US" sz="1100" b="0" i="0" u="none" strike="noStrike" dirty="0" err="1">
                          <a:solidFill>
                            <a:srgbClr val="000000"/>
                          </a:solidFill>
                          <a:effectLst/>
                          <a:latin typeface="Abar Mid" pitchFamily="50" charset="-78"/>
                          <a:cs typeface="Abar Mid" pitchFamily="50" charset="-78"/>
                        </a:rPr>
                        <a:t>والشراكات</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23-09-2026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لحث</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تقديم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لحضور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المعرض</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بتاريخ</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3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سبتمبر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54847024"/>
                  </a:ext>
                </a:extLst>
              </a:tr>
              <a:tr h="605741">
                <a:tc>
                  <a:txBody>
                    <a:bodyPr/>
                    <a:lstStyle/>
                    <a:p>
                      <a:pPr algn="ctr" rtl="0" fontAlgn="ctr">
                        <a:buNone/>
                      </a:pPr>
                      <a:r>
                        <a:rPr lang="en-US" sz="1100" b="0" i="0" u="none" strike="noStrike">
                          <a:solidFill>
                            <a:srgbClr val="000000"/>
                          </a:solidFill>
                          <a:effectLst/>
                          <a:latin typeface="Abar Mid" pitchFamily="50" charset="-78"/>
                          <a:cs typeface="Abar Mid" pitchFamily="50" charset="-78"/>
                        </a:rPr>
                        <a:t>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a:t>
                      </a:r>
                      <a:r>
                        <a:rPr lang="en-US" sz="1100" b="0" i="0" u="none" strike="noStrike" dirty="0" err="1">
                          <a:solidFill>
                            <a:srgbClr val="000000"/>
                          </a:solidFill>
                          <a:effectLst/>
                          <a:latin typeface="Abar Mid" pitchFamily="50" charset="-78"/>
                          <a:cs typeface="Abar Mid" pitchFamily="50" charset="-78"/>
                        </a:rPr>
                        <a:t>مؤشر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معتمد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لقياس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العائد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والأثر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المتحقق</a:t>
                      </a:r>
                      <a:r>
                        <a:rPr lang="en-US" sz="1100" b="0" i="0" u="none" strike="noStrike" dirty="0">
                          <a:solidFill>
                            <a:srgbClr val="000000"/>
                          </a:solidFill>
                          <a:effectLst/>
                          <a:latin typeface="Abar Mid" pitchFamily="50" charset="-78"/>
                          <a:cs typeface="Abar Mid" pitchFamily="50" charset="-78"/>
                        </a:rPr>
                        <a:t> من </a:t>
                      </a:r>
                      <a:r>
                        <a:rPr lang="en-US" sz="1100" b="0" i="0" u="none" strike="noStrike" dirty="0" err="1">
                          <a:solidFill>
                            <a:srgbClr val="000000"/>
                          </a:solidFill>
                          <a:effectLst/>
                          <a:latin typeface="Abar Mid" pitchFamily="50" charset="-78"/>
                          <a:cs typeface="Abar Mid" pitchFamily="50" charset="-78"/>
                        </a:rPr>
                        <a:t>الاستثمار</a:t>
                      </a:r>
                      <a:r>
                        <a:rPr lang="en-US" sz="1100" b="0" i="0" u="none" strike="noStrike" dirty="0">
                          <a:solidFill>
                            <a:srgbClr val="000000"/>
                          </a:solidFill>
                          <a:effectLst/>
                          <a:latin typeface="Abar Mid" pitchFamily="50" charset="-78"/>
                          <a:cs typeface="Abar Mid" pitchFamily="50" charset="-78"/>
                        </a:rPr>
                        <a:t> في </a:t>
                      </a:r>
                      <a:r>
                        <a:rPr lang="en-US" sz="1100" b="0" i="0" u="none" strike="noStrike" dirty="0" err="1">
                          <a:solidFill>
                            <a:srgbClr val="000000"/>
                          </a:solidFill>
                          <a:effectLst/>
                          <a:latin typeface="Abar Mid" pitchFamily="50" charset="-78"/>
                          <a:cs typeface="Abar Mid" pitchFamily="50" charset="-78"/>
                        </a:rPr>
                        <a:t>برامج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ومبادرات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الإبداع</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والابتكار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وريادة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الأعمال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وقياس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انعكاسه</a:t>
                      </a:r>
                      <a:r>
                        <a:rPr lang="en-US" sz="1100" b="0" i="0" u="none" strike="noStrike" dirty="0">
                          <a:solidFill>
                            <a:srgbClr val="000000"/>
                          </a:solidFill>
                          <a:effectLst/>
                          <a:latin typeface="Abar Mid" pitchFamily="50" charset="-78"/>
                          <a:cs typeface="Abar Mid" pitchFamily="50" charset="-78"/>
                        </a:rPr>
                        <a:t> على </a:t>
                      </a:r>
                      <a:r>
                        <a:rPr lang="en-US" sz="1100" b="0" i="0" u="none" strike="noStrike" dirty="0" err="1">
                          <a:solidFill>
                            <a:srgbClr val="000000"/>
                          </a:solidFill>
                          <a:effectLst/>
                          <a:latin typeface="Abar Mid" pitchFamily="50" charset="-78"/>
                          <a:cs typeface="Abar Mid" pitchFamily="50" charset="-78"/>
                        </a:rPr>
                        <a:t>تجربة</a:t>
                      </a:r>
                      <a:r>
                        <a:rPr lang="en-US" sz="1100" b="0" i="0" u="none" strike="noStrike" dirty="0">
                          <a:solidFill>
                            <a:srgbClr val="000000"/>
                          </a:solidFill>
                          <a:effectLst/>
                          <a:latin typeface="Abar Mid" pitchFamily="50" charset="-78"/>
                          <a:cs typeface="Abar Mid" pitchFamily="50" charset="-78"/>
                        </a:rPr>
                        <a:t> ضيوف الرحمن</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a:t>
                      </a:r>
                      <a:r>
                        <a:rPr lang="en-US" sz="1100" b="0" i="0" u="none" strike="noStrike" dirty="0" err="1">
                          <a:solidFill>
                            <a:srgbClr val="000000"/>
                          </a:solidFill>
                          <a:effectLst/>
                          <a:latin typeface="Abar Mid" pitchFamily="50" charset="-78"/>
                          <a:cs typeface="Abar Mid" pitchFamily="50" charset="-78"/>
                        </a:rPr>
                        <a:t>تطوير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الاعمال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وخدمة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المستفيدين</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23-09-2026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لحث</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تقديم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لحضور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المعرض</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بتاريخ</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3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سبتمبر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0011766"/>
                  </a:ext>
                </a:extLst>
              </a:tr>
            </a:tbl>
          </a:graphicData>
        </a:graphic>
      </p:graphicFrame>
    </p:spTree>
    <p:extLst>
      <p:ext uri="{BB962C8B-B14F-4D97-AF65-F5344CB8AC3E}">
        <p14:creationId xmlns:p14="http://schemas.microsoft.com/office/powerpoint/2010/main" val="1228709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7BAB4-5A77-9E50-A50E-3F17E6680C77}"/>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DE84349-60CC-6BB4-DC78-8839D4675037}"/>
              </a:ext>
            </a:extLst>
          </p:cNvPr>
          <p:cNvGraphicFramePr>
            <a:graphicFrameLocks noGrp="1"/>
          </p:cNvGraphicFramePr>
          <p:nvPr>
            <p:extLst>
              <p:ext uri="{D42A27DB-BD31-4B8C-83A1-F6EECF244321}">
                <p14:modId xmlns:p14="http://schemas.microsoft.com/office/powerpoint/2010/main" val="3276835395"/>
              </p:ext>
            </p:extLst>
          </p:nvPr>
        </p:nvGraphicFramePr>
        <p:xfrm>
          <a:off x="183675" y="804347"/>
          <a:ext cx="13062099" cy="2786425"/>
        </p:xfrm>
        <a:graphic>
          <a:graphicData uri="http://schemas.openxmlformats.org/drawingml/2006/table">
            <a:tbl>
              <a:tblPr rtl="1"/>
              <a:tblGrid>
                <a:gridCol w="725606">
                  <a:extLst>
                    <a:ext uri="{9D8B030D-6E8A-4147-A177-3AD203B41FA5}">
                      <a16:colId xmlns:a16="http://schemas.microsoft.com/office/drawing/2014/main" val="20000"/>
                    </a:ext>
                  </a:extLst>
                </a:gridCol>
                <a:gridCol w="3748393">
                  <a:extLst>
                    <a:ext uri="{9D8B030D-6E8A-4147-A177-3AD203B41FA5}">
                      <a16:colId xmlns:a16="http://schemas.microsoft.com/office/drawing/2014/main" val="20001"/>
                    </a:ext>
                  </a:extLst>
                </a:gridCol>
                <a:gridCol w="1524355">
                  <a:extLst>
                    <a:ext uri="{9D8B030D-6E8A-4147-A177-3AD203B41FA5}">
                      <a16:colId xmlns:a16="http://schemas.microsoft.com/office/drawing/2014/main" val="20002"/>
                    </a:ext>
                  </a:extLst>
                </a:gridCol>
                <a:gridCol w="1519459">
                  <a:extLst>
                    <a:ext uri="{9D8B030D-6E8A-4147-A177-3AD203B41FA5}">
                      <a16:colId xmlns:a16="http://schemas.microsoft.com/office/drawing/2014/main" val="20003"/>
                    </a:ext>
                  </a:extLst>
                </a:gridCol>
                <a:gridCol w="615670">
                  <a:extLst>
                    <a:ext uri="{9D8B030D-6E8A-4147-A177-3AD203B41FA5}">
                      <a16:colId xmlns:a16="http://schemas.microsoft.com/office/drawing/2014/main" val="20004"/>
                    </a:ext>
                  </a:extLst>
                </a:gridCol>
                <a:gridCol w="4928616">
                  <a:extLst>
                    <a:ext uri="{9D8B030D-6E8A-4147-A177-3AD203B41FA5}">
                      <a16:colId xmlns:a16="http://schemas.microsoft.com/office/drawing/2014/main" val="20005"/>
                    </a:ext>
                  </a:extLst>
                </a:gridCol>
              </a:tblGrid>
              <a:tr h="219980">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100" dirty="0">
                          <a:solidFill>
                            <a:srgbClr val="00080B"/>
                          </a:solidFill>
                          <a:latin typeface="Abar Mid" pitchFamily="50" charset="-78"/>
                          <a:ea typeface="Abar Mid" pitchFamily="50" charset="-78"/>
                          <a:cs typeface="Abar Mid" pitchFamily="50" charset="-78"/>
                        </a:rPr>
                        <a:t>تفاصيل المهام (اجتماع القيادات)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39108">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100" b="1" kern="1200" dirty="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100" b="1" kern="1200" dirty="0">
                          <a:solidFill>
                            <a:schemeClr val="bg1"/>
                          </a:solidFill>
                          <a:latin typeface="Abar Mid" pitchFamily="50" charset="-78"/>
                          <a:ea typeface="Abar Mid" pitchFamily="50" charset="-78"/>
                          <a:cs typeface="Abar Mid" pitchFamily="50" charset="-78"/>
                        </a:rPr>
                        <a:t>المهمة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القطاع</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baseline="0" dirty="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الحالة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466261">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8</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دراسة </a:t>
                      </a:r>
                      <a:r>
                        <a:rPr lang="en-US" sz="1100" b="0" i="0" u="none" strike="noStrike" dirty="0" err="1">
                          <a:solidFill>
                            <a:srgbClr val="000000"/>
                          </a:solidFill>
                          <a:effectLst/>
                          <a:latin typeface="Abar Mid" pitchFamily="50" charset="-78"/>
                          <a:cs typeface="Abar Mid" pitchFamily="50" charset="-78"/>
                        </a:rPr>
                        <a:t>لتطوير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آلية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التحقق</a:t>
                      </a:r>
                      <a:r>
                        <a:rPr lang="en-US" sz="1100" b="0" i="0" u="none" strike="noStrike" dirty="0">
                          <a:solidFill>
                            <a:srgbClr val="000000"/>
                          </a:solidFill>
                          <a:effectLst/>
                          <a:latin typeface="Abar Mid" pitchFamily="50" charset="-78"/>
                          <a:cs typeface="Abar Mid" pitchFamily="50" charset="-78"/>
                        </a:rPr>
                        <a:t> من </a:t>
                      </a:r>
                      <a:r>
                        <a:rPr lang="en-US" sz="1100" b="0" i="0" u="none" strike="noStrike" dirty="0" err="1">
                          <a:solidFill>
                            <a:srgbClr val="000000"/>
                          </a:solidFill>
                          <a:effectLst/>
                          <a:latin typeface="Abar Mid" pitchFamily="50" charset="-78"/>
                          <a:cs typeface="Abar Mid" pitchFamily="50" charset="-78"/>
                        </a:rPr>
                        <a:t>حالات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عدم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الاستطاعة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للحجاج</a:t>
                      </a:r>
                      <a:r>
                        <a:rPr lang="en-US" sz="1100" b="0" i="0" u="none" strike="noStrike" dirty="0">
                          <a:solidFill>
                            <a:srgbClr val="000000"/>
                          </a:solidFill>
                          <a:effectLst/>
                          <a:latin typeface="Abar Mid" pitchFamily="50" charset="-78"/>
                          <a:cs typeface="Abar Mid" pitchFamily="50" charset="-78"/>
                        </a:rPr>
                        <a:t>، على </a:t>
                      </a:r>
                      <a:r>
                        <a:rPr lang="en-US" sz="1100" b="0" i="0" u="none" strike="noStrike" dirty="0" err="1">
                          <a:solidFill>
                            <a:srgbClr val="000000"/>
                          </a:solidFill>
                          <a:effectLst/>
                          <a:latin typeface="Abar Mid" pitchFamily="50" charset="-78"/>
                          <a:cs typeface="Abar Mid" pitchFamily="50" charset="-78"/>
                        </a:rPr>
                        <a:t>أن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تتضمن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تقييم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الحالات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والتحقق</a:t>
                      </a:r>
                      <a:r>
                        <a:rPr lang="en-US" sz="1100" b="0" i="0" u="none" strike="noStrike" dirty="0">
                          <a:solidFill>
                            <a:srgbClr val="000000"/>
                          </a:solidFill>
                          <a:effectLst/>
                          <a:latin typeface="Abar Mid" pitchFamily="50" charset="-78"/>
                          <a:cs typeface="Abar Mid" pitchFamily="50" charset="-78"/>
                        </a:rPr>
                        <a:t> من </a:t>
                      </a:r>
                      <a:r>
                        <a:rPr lang="en-US" sz="1100" b="0" i="0" u="none" strike="noStrike" dirty="0" err="1">
                          <a:solidFill>
                            <a:srgbClr val="000000"/>
                          </a:solidFill>
                          <a:effectLst/>
                          <a:latin typeface="Abar Mid" pitchFamily="50" charset="-78"/>
                          <a:cs typeface="Abar Mid" pitchFamily="50" charset="-78"/>
                        </a:rPr>
                        <a:t>مبرراتها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وتطوير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آلية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تحقق</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واضحة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وموحدة</a:t>
                      </a:r>
                      <a:endParaRPr lang="en-US" sz="1100" b="0" i="0" u="none" strike="noStrike" dirty="0">
                        <a:solidFill>
                          <a:srgbClr val="000000"/>
                        </a:solidFill>
                        <a:effectLst/>
                        <a:latin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a:t>
                      </a:r>
                      <a:r>
                        <a:rPr lang="en-US" sz="1100" b="0" i="0" u="none" strike="noStrike" dirty="0" err="1">
                          <a:solidFill>
                            <a:srgbClr val="000000"/>
                          </a:solidFill>
                          <a:effectLst/>
                          <a:latin typeface="Abar Mid" pitchFamily="50" charset="-78"/>
                          <a:cs typeface="Abar Mid" pitchFamily="50" charset="-78"/>
                        </a:rPr>
                        <a:t>تطوير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الاعمال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وخدمة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المستفيدين</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07-10-2026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لحث</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تقديم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لحضور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المعرض</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بتاريخ</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3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سبتمبر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844849">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9</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إعداد </a:t>
                      </a:r>
                      <a:r>
                        <a:rPr lang="en-US" sz="1100" b="0" i="0" u="none" strike="noStrike" dirty="0" err="1">
                          <a:solidFill>
                            <a:srgbClr val="000000"/>
                          </a:solidFill>
                          <a:effectLst/>
                          <a:latin typeface="Abar Mid" pitchFamily="50" charset="-78"/>
                          <a:cs typeface="Abar Mid" pitchFamily="50" charset="-78"/>
                        </a:rPr>
                        <a:t>تحليل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معمق</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للشريحة</a:t>
                      </a:r>
                      <a:r>
                        <a:rPr lang="en-US" sz="1100" b="0" i="0" u="none" strike="noStrike" dirty="0">
                          <a:solidFill>
                            <a:srgbClr val="000000"/>
                          </a:solidFill>
                          <a:effectLst/>
                          <a:latin typeface="Abar Mid" pitchFamily="50" charset="-78"/>
                          <a:cs typeface="Abar Mid" pitchFamily="50" charset="-78"/>
                        </a:rPr>
                        <a:t> الخاصة </a:t>
                      </a:r>
                      <a:r>
                        <a:rPr lang="en-US" sz="1100" b="0" i="0" u="none" strike="noStrike" dirty="0" err="1">
                          <a:solidFill>
                            <a:srgbClr val="000000"/>
                          </a:solidFill>
                          <a:effectLst/>
                          <a:latin typeface="Abar Mid" pitchFamily="50" charset="-78"/>
                          <a:cs typeface="Abar Mid" pitchFamily="50" charset="-78"/>
                        </a:rPr>
                        <a:t>بالزيارات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والمخالفات</a:t>
                      </a:r>
                      <a:r>
                        <a:rPr lang="en-US" sz="1100" b="0" i="0" u="none" strike="noStrike" dirty="0">
                          <a:solidFill>
                            <a:srgbClr val="000000"/>
                          </a:solidFill>
                          <a:effectLst/>
                          <a:latin typeface="Abar Mid" pitchFamily="50" charset="-78"/>
                          <a:cs typeface="Abar Mid" pitchFamily="50" charset="-78"/>
                        </a:rPr>
                        <a:t> في </a:t>
                      </a:r>
                      <a:r>
                        <a:rPr lang="en-US" sz="1100" b="0" i="0" u="none" strike="noStrike" dirty="0" err="1">
                          <a:solidFill>
                            <a:srgbClr val="000000"/>
                          </a:solidFill>
                          <a:effectLst/>
                          <a:latin typeface="Abar Mid" pitchFamily="50" charset="-78"/>
                          <a:cs typeface="Abar Mid" pitchFamily="50" charset="-78"/>
                        </a:rPr>
                        <a:t>مواقع</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التشغيل</a:t>
                      </a:r>
                      <a:r>
                        <a:rPr lang="en-US" sz="1100" b="0" i="0" u="none" strike="noStrike" dirty="0">
                          <a:solidFill>
                            <a:srgbClr val="000000"/>
                          </a:solidFill>
                          <a:effectLst/>
                          <a:latin typeface="Abar Mid" pitchFamily="50" charset="-78"/>
                          <a:cs typeface="Abar Mid" pitchFamily="50" charset="-78"/>
                        </a:rPr>
                        <a:t> في </a:t>
                      </a:r>
                      <a:r>
                        <a:rPr lang="en-US" sz="1100" b="0" i="0" u="none" strike="noStrike" dirty="0" err="1">
                          <a:solidFill>
                            <a:srgbClr val="000000"/>
                          </a:solidFill>
                          <a:effectLst/>
                          <a:latin typeface="Abar Mid" pitchFamily="50" charset="-78"/>
                          <a:cs typeface="Abar Mid" pitchFamily="50" charset="-78"/>
                        </a:rPr>
                        <a:t>عرض</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مقارنة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المخالفات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موسم</a:t>
                      </a:r>
                      <a:r>
                        <a:rPr lang="en-US" sz="1100" b="0" i="0" u="none" strike="noStrike" dirty="0">
                          <a:solidFill>
                            <a:srgbClr val="000000"/>
                          </a:solidFill>
                          <a:effectLst/>
                          <a:latin typeface="Abar Mid" pitchFamily="50" charset="-78"/>
                          <a:cs typeface="Abar Mid" pitchFamily="50" charset="-78"/>
                        </a:rPr>
                        <a:t> 47 </a:t>
                      </a:r>
                      <a:r>
                        <a:rPr lang="en-US" sz="1100" b="0" i="0" u="none" strike="noStrike" dirty="0" err="1">
                          <a:solidFill>
                            <a:srgbClr val="000000"/>
                          </a:solidFill>
                          <a:effectLst/>
                          <a:latin typeface="Abar Mid" pitchFamily="50" charset="-78"/>
                          <a:cs typeface="Abar Mid" pitchFamily="50" charset="-78"/>
                        </a:rPr>
                        <a:t>وموسم</a:t>
                      </a:r>
                      <a:r>
                        <a:rPr lang="en-US" sz="1100" b="0" i="0" u="none" strike="noStrike" dirty="0">
                          <a:solidFill>
                            <a:srgbClr val="000000"/>
                          </a:solidFill>
                          <a:effectLst/>
                          <a:latin typeface="Abar Mid" pitchFamily="50" charset="-78"/>
                          <a:cs typeface="Abar Mid" pitchFamily="50" charset="-78"/>
                        </a:rPr>
                        <a:t> 48، </a:t>
                      </a:r>
                      <a:r>
                        <a:rPr lang="en-US" sz="1100" b="0" i="0" u="none" strike="noStrike" dirty="0" err="1">
                          <a:solidFill>
                            <a:srgbClr val="000000"/>
                          </a:solidFill>
                          <a:effectLst/>
                          <a:latin typeface="Abar Mid" pitchFamily="50" charset="-78"/>
                          <a:cs typeface="Abar Mid" pitchFamily="50" charset="-78"/>
                        </a:rPr>
                        <a:t>للتحقق</a:t>
                      </a:r>
                      <a:r>
                        <a:rPr lang="en-US" sz="1100" b="0" i="0" u="none" strike="noStrike" dirty="0">
                          <a:solidFill>
                            <a:srgbClr val="000000"/>
                          </a:solidFill>
                          <a:effectLst/>
                          <a:latin typeface="Abar Mid" pitchFamily="50" charset="-78"/>
                          <a:cs typeface="Abar Mid" pitchFamily="50" charset="-78"/>
                        </a:rPr>
                        <a:t> من </a:t>
                      </a:r>
                      <a:r>
                        <a:rPr lang="en-US" sz="1100" b="0" i="0" u="none" strike="noStrike" dirty="0" err="1">
                          <a:solidFill>
                            <a:srgbClr val="000000"/>
                          </a:solidFill>
                          <a:effectLst/>
                          <a:latin typeface="Abar Mid" pitchFamily="50" charset="-78"/>
                          <a:cs typeface="Abar Mid" pitchFamily="50" charset="-78"/>
                        </a:rPr>
                        <a:t>دقة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الأرقام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وواقعيتها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والخروج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بقراءة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أدق</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تعكس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الوضع</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الفعلي</a:t>
                      </a:r>
                      <a:endParaRPr lang="en-US" sz="1100" b="0" i="0" u="none" strike="noStrike" dirty="0">
                        <a:solidFill>
                          <a:srgbClr val="000000"/>
                        </a:solidFill>
                        <a:effectLst/>
                        <a:latin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err="1">
                          <a:solidFill>
                            <a:srgbClr val="000000"/>
                          </a:solidFill>
                          <a:effectLst/>
                          <a:latin typeface="Abar Mid" pitchFamily="50" charset="-78"/>
                          <a:cs typeface="Abar Mid" pitchFamily="50" charset="-78"/>
                        </a:rPr>
                        <a:t>مركز</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امتثال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الأعمال</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23-09-2026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لحث</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شركات</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تقديم</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لحضور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المعرض</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بتاريخ</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3 </a:t>
                      </a:r>
                      <a:r>
                        <a:rPr kumimoji="0" lang="en-US" sz="1100" b="0" i="0" u="none" strike="noStrike" kern="1200" cap="none" spc="0" normalizeH="0" baseline="0" noProof="0" dirty="0" err="1">
                          <a:ln>
                            <a:noFill/>
                          </a:ln>
                          <a:solidFill>
                            <a:srgbClr val="000000"/>
                          </a:solidFill>
                          <a:effectLst/>
                          <a:uLnTx/>
                          <a:uFillTx/>
                          <a:latin typeface="Abar Mid" pitchFamily="50" charset="-78"/>
                          <a:ea typeface="+mn-ea"/>
                          <a:cs typeface="Abar Mid" pitchFamily="50" charset="-78"/>
                        </a:rPr>
                        <a:t>سبتمبر</a:t>
                      </a:r>
                      <a:r>
                        <a:rPr kumimoji="0" lang="en-US" sz="11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 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21599824"/>
                  </a:ext>
                </a:extLst>
              </a:tr>
              <a:tr h="605741">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10</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err="1">
                          <a:solidFill>
                            <a:srgbClr val="000000"/>
                          </a:solidFill>
                          <a:effectLst/>
                          <a:latin typeface="Abar Mid" pitchFamily="50" charset="-78"/>
                          <a:cs typeface="Abar Mid" pitchFamily="50" charset="-78"/>
                        </a:rPr>
                        <a:t>تنظيم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ورشة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عمل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لتطوير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آلية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عد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المعتمرين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تبدأ</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باستعراض</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وشرح</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الآلية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الحالية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التي</a:t>
                      </a:r>
                      <a:r>
                        <a:rPr lang="en-US" sz="1100" b="0" i="0" u="none" strike="noStrike" dirty="0">
                          <a:solidFill>
                            <a:srgbClr val="000000"/>
                          </a:solidFill>
                          <a:effectLst/>
                          <a:latin typeface="Abar Mid" pitchFamily="50" charset="-78"/>
                          <a:cs typeface="Abar Mid" pitchFamily="50" charset="-78"/>
                        </a:rPr>
                        <a:t> تم </a:t>
                      </a:r>
                      <a:r>
                        <a:rPr lang="en-US" sz="1100" b="0" i="0" u="none" strike="noStrike" dirty="0" err="1">
                          <a:solidFill>
                            <a:srgbClr val="000000"/>
                          </a:solidFill>
                          <a:effectLst/>
                          <a:latin typeface="Abar Mid" pitchFamily="50" charset="-78"/>
                          <a:cs typeface="Abar Mid" pitchFamily="50" charset="-78"/>
                        </a:rPr>
                        <a:t>تطويرها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سابقا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ومنهجية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الاحتساب</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والتحقق</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ثم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مناقشة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الأفكار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والفرص</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التطويرية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لتحسين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دقة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بمشاركة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الجهات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الداخلية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والخارجية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ذات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العلاقة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والقطاع</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الخاص</a:t>
                      </a:r>
                      <a:r>
                        <a:rPr lang="en-US" sz="1100" b="0" i="0" u="none" strike="noStrike" dirty="0">
                          <a:solidFill>
                            <a:srgbClr val="000000"/>
                          </a:solidFill>
                          <a:effectLst/>
                          <a:latin typeface="Abar Mid" pitchFamily="50" charset="-78"/>
                          <a:cs typeface="Abar Mid" pitchFamily="50" charset="-78"/>
                        </a:rPr>
                        <a:t>.</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برنامج خدمة ضيوف الرحمن</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01-10-2026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تم </a:t>
                      </a:r>
                      <a:r>
                        <a:rPr lang="en-US" sz="1100" b="0" i="0" u="none" strike="noStrike" dirty="0" err="1">
                          <a:solidFill>
                            <a:srgbClr val="000000"/>
                          </a:solidFill>
                          <a:effectLst/>
                          <a:latin typeface="Abar Mid" pitchFamily="50" charset="-78"/>
                          <a:cs typeface="Abar Mid" pitchFamily="50" charset="-78"/>
                        </a:rPr>
                        <a:t>التنسيق</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للورشة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والمقرر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عقدها</a:t>
                      </a:r>
                      <a:r>
                        <a:rPr lang="en-US" sz="1100" b="0" i="0" u="none" strike="noStrike" dirty="0">
                          <a:solidFill>
                            <a:srgbClr val="000000"/>
                          </a:solidFill>
                          <a:effectLst/>
                          <a:latin typeface="Abar Mid" pitchFamily="50" charset="-78"/>
                          <a:cs typeface="Abar Mid" pitchFamily="50" charset="-78"/>
                        </a:rPr>
                        <a:t> يوم </a:t>
                      </a:r>
                      <a:r>
                        <a:rPr lang="en-US" sz="1100" b="0" i="0" u="none" strike="noStrike" dirty="0" err="1">
                          <a:solidFill>
                            <a:srgbClr val="000000"/>
                          </a:solidFill>
                          <a:effectLst/>
                          <a:latin typeface="Abar Mid" pitchFamily="50" charset="-78"/>
                          <a:cs typeface="Abar Mid" pitchFamily="50" charset="-78"/>
                        </a:rPr>
                        <a:t>الأحد</a:t>
                      </a:r>
                      <a:r>
                        <a:rPr lang="en-US" sz="1100" b="0" i="0" u="none" strike="noStrike" dirty="0">
                          <a:solidFill>
                            <a:srgbClr val="000000"/>
                          </a:solidFill>
                          <a:effectLst/>
                          <a:latin typeface="Abar Mid" pitchFamily="50" charset="-78"/>
                          <a:cs typeface="Abar Mid" pitchFamily="50" charset="-78"/>
                        </a:rPr>
                        <a:t> 20 سبتمبر </a:t>
                      </a:r>
                      <a:r>
                        <a:rPr lang="en-US" sz="1100" b="0" i="0" u="none" strike="noStrike" dirty="0" err="1">
                          <a:solidFill>
                            <a:srgbClr val="000000"/>
                          </a:solidFill>
                          <a:effectLst/>
                          <a:latin typeface="Abar Mid" pitchFamily="50" charset="-78"/>
                          <a:cs typeface="Abar Mid" pitchFamily="50" charset="-78"/>
                        </a:rPr>
                        <a:t>وجاري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موائمة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قائمة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المدعوين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تمهيدا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لإرسال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الدعوات</a:t>
                      </a:r>
                      <a:endParaRPr lang="en-US" sz="1100" b="0" i="0" u="none" strike="noStrike" dirty="0">
                        <a:solidFill>
                          <a:srgbClr val="000000"/>
                        </a:solidFill>
                        <a:effectLst/>
                        <a:latin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03239176"/>
                  </a:ext>
                </a:extLst>
              </a:tr>
            </a:tbl>
          </a:graphicData>
        </a:graphic>
      </p:graphicFrame>
      <p:cxnSp>
        <p:nvCxnSpPr>
          <p:cNvPr id="7" name="Straight Connector 6">
            <a:extLst>
              <a:ext uri="{FF2B5EF4-FFF2-40B4-BE49-F238E27FC236}">
                <a16:creationId xmlns:a16="http://schemas.microsoft.com/office/drawing/2014/main" id="{71274A05-6673-09DD-F282-722B2293D8E5}"/>
              </a:ext>
            </a:extLst>
          </p:cNvPr>
          <p:cNvCxnSpPr>
            <a:cxnSpLocks/>
          </p:cNvCxnSpPr>
          <p:nvPr/>
        </p:nvCxnSpPr>
        <p:spPr>
          <a:xfrm>
            <a:off x="40462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
        <p:nvSpPr>
          <p:cNvPr id="9" name="btfpRowHeaderBoxText438126">
            <a:extLst>
              <a:ext uri="{FF2B5EF4-FFF2-40B4-BE49-F238E27FC236}">
                <a16:creationId xmlns:a16="http://schemas.microsoft.com/office/drawing/2014/main" id="{F88EB714-7066-90C3-CB71-1EBD969ECF08}"/>
              </a:ext>
            </a:extLst>
          </p:cNvPr>
          <p:cNvSpPr txBox="1"/>
          <p:nvPr>
            <p:custDataLst>
              <p:tags r:id="rId1"/>
            </p:custDataLst>
          </p:nvPr>
        </p:nvSpPr>
        <p:spPr>
          <a:xfrm flipH="1">
            <a:off x="3671838" y="202522"/>
            <a:ext cx="5724532" cy="44098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800" b="1">
                <a:solidFill>
                  <a:srgbClr val="000000"/>
                </a:solidFill>
                <a:latin typeface="Abar Mid" pitchFamily="2" charset="-78"/>
                <a:ea typeface="Abar Mid" pitchFamily="2" charset="-78"/>
                <a:cs typeface="Abar Mid" pitchFamily="2" charset="-78"/>
              </a:rPr>
              <a:t>تفاصيل المهام</a:t>
            </a:r>
          </a:p>
        </p:txBody>
      </p:sp>
      <p:cxnSp>
        <p:nvCxnSpPr>
          <p:cNvPr id="10" name="Straight Connector 9">
            <a:extLst>
              <a:ext uri="{FF2B5EF4-FFF2-40B4-BE49-F238E27FC236}">
                <a16:creationId xmlns:a16="http://schemas.microsoft.com/office/drawing/2014/main" id="{3D6762F4-3D9B-93B9-62C0-8E54A04866A5}"/>
              </a:ext>
            </a:extLst>
          </p:cNvPr>
          <p:cNvCxnSpPr>
            <a:cxnSpLocks/>
          </p:cNvCxnSpPr>
          <p:nvPr/>
        </p:nvCxnSpPr>
        <p:spPr>
          <a:xfrm>
            <a:off x="77165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aphicFrame>
        <p:nvGraphicFramePr>
          <p:cNvPr id="8" name="Table 7">
            <a:extLst>
              <a:ext uri="{FF2B5EF4-FFF2-40B4-BE49-F238E27FC236}">
                <a16:creationId xmlns:a16="http://schemas.microsoft.com/office/drawing/2014/main" id="{B07FC504-1E90-283F-FA53-F5F64DD4E739}"/>
              </a:ext>
            </a:extLst>
          </p:cNvPr>
          <p:cNvGraphicFramePr>
            <a:graphicFrameLocks noGrp="1"/>
          </p:cNvGraphicFramePr>
          <p:nvPr>
            <p:extLst>
              <p:ext uri="{D42A27DB-BD31-4B8C-83A1-F6EECF244321}">
                <p14:modId xmlns:p14="http://schemas.microsoft.com/office/powerpoint/2010/main" val="3099229740"/>
              </p:ext>
            </p:extLst>
          </p:nvPr>
        </p:nvGraphicFramePr>
        <p:xfrm>
          <a:off x="183675" y="3779837"/>
          <a:ext cx="13062099" cy="1051477"/>
        </p:xfrm>
        <a:graphic>
          <a:graphicData uri="http://schemas.openxmlformats.org/drawingml/2006/table">
            <a:tbl>
              <a:tblPr rtl="1"/>
              <a:tblGrid>
                <a:gridCol w="725606">
                  <a:extLst>
                    <a:ext uri="{9D8B030D-6E8A-4147-A177-3AD203B41FA5}">
                      <a16:colId xmlns:a16="http://schemas.microsoft.com/office/drawing/2014/main" val="20000"/>
                    </a:ext>
                  </a:extLst>
                </a:gridCol>
                <a:gridCol w="3748393">
                  <a:extLst>
                    <a:ext uri="{9D8B030D-6E8A-4147-A177-3AD203B41FA5}">
                      <a16:colId xmlns:a16="http://schemas.microsoft.com/office/drawing/2014/main" val="20001"/>
                    </a:ext>
                  </a:extLst>
                </a:gridCol>
                <a:gridCol w="1524355">
                  <a:extLst>
                    <a:ext uri="{9D8B030D-6E8A-4147-A177-3AD203B41FA5}">
                      <a16:colId xmlns:a16="http://schemas.microsoft.com/office/drawing/2014/main" val="20002"/>
                    </a:ext>
                  </a:extLst>
                </a:gridCol>
                <a:gridCol w="1519459">
                  <a:extLst>
                    <a:ext uri="{9D8B030D-6E8A-4147-A177-3AD203B41FA5}">
                      <a16:colId xmlns:a16="http://schemas.microsoft.com/office/drawing/2014/main" val="20003"/>
                    </a:ext>
                  </a:extLst>
                </a:gridCol>
                <a:gridCol w="615670">
                  <a:extLst>
                    <a:ext uri="{9D8B030D-6E8A-4147-A177-3AD203B41FA5}">
                      <a16:colId xmlns:a16="http://schemas.microsoft.com/office/drawing/2014/main" val="20004"/>
                    </a:ext>
                  </a:extLst>
                </a:gridCol>
                <a:gridCol w="4928616">
                  <a:extLst>
                    <a:ext uri="{9D8B030D-6E8A-4147-A177-3AD203B41FA5}">
                      <a16:colId xmlns:a16="http://schemas.microsoft.com/office/drawing/2014/main" val="20005"/>
                    </a:ext>
                  </a:extLst>
                </a:gridCol>
              </a:tblGrid>
              <a:tr h="219980">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100" dirty="0">
                          <a:solidFill>
                            <a:srgbClr val="00080B"/>
                          </a:solidFill>
                          <a:latin typeface="Abar Mid" pitchFamily="50" charset="-78"/>
                          <a:ea typeface="Abar Mid" pitchFamily="50" charset="-78"/>
                          <a:cs typeface="Abar Mid" pitchFamily="50" charset="-78"/>
                        </a:rPr>
                        <a:t>تفاصيل المهام (اجتماع التجربة الرقمية)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39108">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100" b="1" kern="1200" dirty="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100" b="1" kern="1200" dirty="0">
                          <a:solidFill>
                            <a:schemeClr val="bg1"/>
                          </a:solidFill>
                          <a:latin typeface="Abar Mid" pitchFamily="50" charset="-78"/>
                          <a:ea typeface="Abar Mid" pitchFamily="50" charset="-78"/>
                          <a:cs typeface="Abar Mid" pitchFamily="50" charset="-78"/>
                        </a:rPr>
                        <a:t>المهمة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القطاع</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baseline="0" dirty="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الحالة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466261">
                <a:tc>
                  <a:txBody>
                    <a:bodyPr/>
                    <a:lstStyle/>
                    <a:p>
                      <a:pPr algn="ctr" rtl="0" fontAlgn="ctr">
                        <a:buNone/>
                      </a:pPr>
                      <a:r>
                        <a:rPr lang="en-US" sz="11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err="1">
                          <a:solidFill>
                            <a:srgbClr val="000000"/>
                          </a:solidFill>
                          <a:effectLst/>
                          <a:latin typeface="Abar Mid" pitchFamily="50" charset="-78"/>
                          <a:cs typeface="Abar Mid" pitchFamily="50" charset="-78"/>
                        </a:rPr>
                        <a:t>إتاحة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شراء</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باقات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العمرة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واختيار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وتغيير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شركة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العمرة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عبر</a:t>
                      </a:r>
                      <a:r>
                        <a:rPr lang="en-US" sz="1100" b="0" i="0" u="none" strike="noStrike" dirty="0">
                          <a:solidFill>
                            <a:srgbClr val="000000"/>
                          </a:solidFill>
                          <a:effectLst/>
                          <a:latin typeface="Abar Mid" pitchFamily="50" charset="-78"/>
                          <a:cs typeface="Abar Mid" pitchFamily="50" charset="-78"/>
                        </a:rPr>
                        <a:t> تطبيق نسك</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err="1">
                          <a:solidFill>
                            <a:srgbClr val="000000"/>
                          </a:solidFill>
                          <a:effectLst/>
                          <a:latin typeface="Abar Mid" pitchFamily="50" charset="-78"/>
                          <a:cs typeface="Abar Mid" pitchFamily="50" charset="-78"/>
                        </a:rPr>
                        <a:t>مركز</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منصة</a:t>
                      </a:r>
                      <a:r>
                        <a:rPr lang="en-US" sz="1100" b="0" i="0" u="none" strike="noStrike" dirty="0">
                          <a:solidFill>
                            <a:srgbClr val="000000"/>
                          </a:solidFill>
                          <a:effectLst/>
                          <a:latin typeface="Abar Mid" pitchFamily="50" charset="-78"/>
                          <a:cs typeface="Abar Mid" pitchFamily="50" charset="-78"/>
                        </a:rPr>
                        <a:t> نسك </a:t>
                      </a:r>
                      <a:r>
                        <a:rPr lang="en-US" sz="1100" b="0" i="0" u="none" strike="noStrike" dirty="0" err="1">
                          <a:solidFill>
                            <a:srgbClr val="000000"/>
                          </a:solidFill>
                          <a:effectLst/>
                          <a:latin typeface="Abar Mid" pitchFamily="50" charset="-78"/>
                          <a:cs typeface="Abar Mid" pitchFamily="50" charset="-78"/>
                        </a:rPr>
                        <a:t>الرقمية</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100" b="0" i="0" u="none" strike="noStrike" dirty="0">
                          <a:solidFill>
                            <a:srgbClr val="000000"/>
                          </a:solidFill>
                          <a:effectLst/>
                          <a:latin typeface="Abar Mid" pitchFamily="50" charset="-78"/>
                          <a:cs typeface="Abar Mid" pitchFamily="50" charset="-78"/>
                        </a:rPr>
                        <a:t>30-09-2026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457200" rtl="1"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تم</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دعوة</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رئيس</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مجلس</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إدارة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المجلس</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التنسيقي</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لشركات</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الضيافة</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ومقدمي</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لحث</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شركات</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تقديم</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الخدمة</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لحضور</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المعرض</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بتاريخ</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3 </a:t>
                      </a:r>
                      <a:r>
                        <a:rPr kumimoji="0" lang="en-US" sz="1100" b="0" i="0" u="none" strike="noStrike" kern="1200" cap="none" spc="0" normalizeH="0" baseline="0" dirty="0" err="1">
                          <a:ln>
                            <a:noFill/>
                          </a:ln>
                          <a:solidFill>
                            <a:srgbClr val="000000"/>
                          </a:solidFill>
                          <a:effectLst/>
                          <a:uLnTx/>
                          <a:uFillTx/>
                          <a:latin typeface="Abar Mid" pitchFamily="50" charset="-78"/>
                          <a:ea typeface="+mn-ea"/>
                          <a:cs typeface="Abar Mid" pitchFamily="50" charset="-78"/>
                        </a:rPr>
                        <a:t>سبتمبر</a:t>
                      </a:r>
                      <a:r>
                        <a:rPr kumimoji="0" lang="en-US" sz="1100" b="0" i="0" u="none" strike="noStrike" kern="1200" cap="none" spc="0" normalizeH="0" baseline="0" dirty="0">
                          <a:ln>
                            <a:noFill/>
                          </a:ln>
                          <a:solidFill>
                            <a:srgbClr val="000000"/>
                          </a:solidFill>
                          <a:effectLst/>
                          <a:uLnTx/>
                          <a:uFillTx/>
                          <a:latin typeface="Abar Mid" pitchFamily="50" charset="-78"/>
                          <a:ea typeface="+mn-ea"/>
                          <a:cs typeface="Abar Mid" pitchFamily="50" charset="-78"/>
                        </a:rPr>
                        <a:t> 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bl>
          </a:graphicData>
        </a:graphic>
      </p:graphicFrame>
      <p:graphicFrame>
        <p:nvGraphicFramePr>
          <p:cNvPr id="11" name="Table 10">
            <a:extLst>
              <a:ext uri="{FF2B5EF4-FFF2-40B4-BE49-F238E27FC236}">
                <a16:creationId xmlns:a16="http://schemas.microsoft.com/office/drawing/2014/main" id="{494A5A4B-7F9B-4333-84F4-A7497E786746}"/>
              </a:ext>
            </a:extLst>
          </p:cNvPr>
          <p:cNvGraphicFramePr>
            <a:graphicFrameLocks noGrp="1"/>
          </p:cNvGraphicFramePr>
          <p:nvPr>
            <p:extLst>
              <p:ext uri="{D42A27DB-BD31-4B8C-83A1-F6EECF244321}">
                <p14:modId xmlns:p14="http://schemas.microsoft.com/office/powerpoint/2010/main" val="2191688473"/>
              </p:ext>
            </p:extLst>
          </p:nvPr>
        </p:nvGraphicFramePr>
        <p:xfrm>
          <a:off x="183675" y="5148478"/>
          <a:ext cx="13062099" cy="1051477"/>
        </p:xfrm>
        <a:graphic>
          <a:graphicData uri="http://schemas.openxmlformats.org/drawingml/2006/table">
            <a:tbl>
              <a:tblPr rtl="1"/>
              <a:tblGrid>
                <a:gridCol w="725606">
                  <a:extLst>
                    <a:ext uri="{9D8B030D-6E8A-4147-A177-3AD203B41FA5}">
                      <a16:colId xmlns:a16="http://schemas.microsoft.com/office/drawing/2014/main" val="20000"/>
                    </a:ext>
                  </a:extLst>
                </a:gridCol>
                <a:gridCol w="3748393">
                  <a:extLst>
                    <a:ext uri="{9D8B030D-6E8A-4147-A177-3AD203B41FA5}">
                      <a16:colId xmlns:a16="http://schemas.microsoft.com/office/drawing/2014/main" val="20001"/>
                    </a:ext>
                  </a:extLst>
                </a:gridCol>
                <a:gridCol w="1524355">
                  <a:extLst>
                    <a:ext uri="{9D8B030D-6E8A-4147-A177-3AD203B41FA5}">
                      <a16:colId xmlns:a16="http://schemas.microsoft.com/office/drawing/2014/main" val="20002"/>
                    </a:ext>
                  </a:extLst>
                </a:gridCol>
                <a:gridCol w="1519459">
                  <a:extLst>
                    <a:ext uri="{9D8B030D-6E8A-4147-A177-3AD203B41FA5}">
                      <a16:colId xmlns:a16="http://schemas.microsoft.com/office/drawing/2014/main" val="20003"/>
                    </a:ext>
                  </a:extLst>
                </a:gridCol>
                <a:gridCol w="615670">
                  <a:extLst>
                    <a:ext uri="{9D8B030D-6E8A-4147-A177-3AD203B41FA5}">
                      <a16:colId xmlns:a16="http://schemas.microsoft.com/office/drawing/2014/main" val="20004"/>
                    </a:ext>
                  </a:extLst>
                </a:gridCol>
                <a:gridCol w="4928616">
                  <a:extLst>
                    <a:ext uri="{9D8B030D-6E8A-4147-A177-3AD203B41FA5}">
                      <a16:colId xmlns:a16="http://schemas.microsoft.com/office/drawing/2014/main" val="20005"/>
                    </a:ext>
                  </a:extLst>
                </a:gridCol>
              </a:tblGrid>
              <a:tr h="219980">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100" dirty="0">
                          <a:solidFill>
                            <a:srgbClr val="00080B"/>
                          </a:solidFill>
                          <a:latin typeface="Abar Mid" pitchFamily="50" charset="-78"/>
                          <a:ea typeface="Abar Mid" pitchFamily="50" charset="-78"/>
                          <a:cs typeface="Abar Mid" pitchFamily="50" charset="-78"/>
                        </a:rPr>
                        <a:t>تفاصيل المهام (لجنة المتابعة)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39108">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en-US" sz="1100" b="1" kern="1200" dirty="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المهمة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القطاع</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b="1" kern="1200" baseline="0" dirty="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الحالة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466261">
                <a:tc>
                  <a:txBody>
                    <a:bodyPr/>
                    <a:lstStyle/>
                    <a:p>
                      <a:pPr algn="ctr" rtl="0" fontAlgn="ctr">
                        <a:buNone/>
                      </a:pPr>
                      <a:r>
                        <a:rPr lang="en-US" sz="11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دراسة </a:t>
                      </a:r>
                      <a:r>
                        <a:rPr lang="en-US" sz="1100" b="0" i="0" u="none" strike="noStrike" dirty="0" err="1">
                          <a:solidFill>
                            <a:srgbClr val="000000"/>
                          </a:solidFill>
                          <a:effectLst/>
                          <a:latin typeface="Abar Mid" pitchFamily="50" charset="-78"/>
                          <a:cs typeface="Abar Mid" pitchFamily="50" charset="-78"/>
                        </a:rPr>
                        <a:t>مقترح</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المنظومة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الذكية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المعتمدة</a:t>
                      </a:r>
                      <a:r>
                        <a:rPr lang="en-US" sz="1100" b="0" i="0" u="none" strike="noStrike" dirty="0">
                          <a:solidFill>
                            <a:srgbClr val="000000"/>
                          </a:solidFill>
                          <a:effectLst/>
                          <a:latin typeface="Abar Mid" pitchFamily="50" charset="-78"/>
                          <a:cs typeface="Abar Mid" pitchFamily="50" charset="-78"/>
                        </a:rPr>
                        <a:t> على </a:t>
                      </a:r>
                      <a:r>
                        <a:rPr lang="en-US" sz="1100" b="0" i="0" u="none" strike="noStrike" dirty="0" err="1">
                          <a:solidFill>
                            <a:srgbClr val="000000"/>
                          </a:solidFill>
                          <a:effectLst/>
                          <a:latin typeface="Abar Mid" pitchFamily="50" charset="-78"/>
                          <a:cs typeface="Abar Mid" pitchFamily="50" charset="-78"/>
                        </a:rPr>
                        <a:t>الساعة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المعصمية</a:t>
                      </a:r>
                      <a:r>
                        <a:rPr lang="en-US" sz="1100" b="0" i="0" u="none" strike="noStrike" dirty="0">
                          <a:solidFill>
                            <a:srgbClr val="000000"/>
                          </a:solidFill>
                          <a:effectLst/>
                          <a:latin typeface="Abar Mid" pitchFamily="50" charset="-78"/>
                          <a:cs typeface="Abar Mid" pitchFamily="50" charset="-78"/>
                        </a:rPr>
                        <a:t> بالتنسيق مع </a:t>
                      </a:r>
                      <a:r>
                        <a:rPr lang="en-US" sz="1100" b="0" i="0" u="none" strike="noStrike" dirty="0" err="1">
                          <a:solidFill>
                            <a:srgbClr val="000000"/>
                          </a:solidFill>
                          <a:effectLst/>
                          <a:latin typeface="Abar Mid" pitchFamily="50" charset="-78"/>
                          <a:cs typeface="Abar Mid" pitchFamily="50" charset="-78"/>
                        </a:rPr>
                        <a:t>سدايا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ومشاركة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ملخص</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تنفيذي</a:t>
                      </a:r>
                      <a:endParaRPr lang="en-US" sz="1100" b="0" i="0" u="none" strike="noStrike" dirty="0">
                        <a:solidFill>
                          <a:srgbClr val="000000"/>
                        </a:solidFill>
                        <a:effectLst/>
                        <a:latin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وكالة التحول الرقمي وتقنية المعلومات</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ar-SA" sz="1100" b="0" i="0" u="none" strike="noStrike" dirty="0">
                          <a:solidFill>
                            <a:srgbClr val="000000"/>
                          </a:solidFill>
                          <a:effectLst/>
                          <a:latin typeface="Abar Mid" pitchFamily="50" charset="-78"/>
                          <a:cs typeface="Abar Mid" pitchFamily="50" charset="-78"/>
                        </a:rPr>
                        <a:t>30-09-2026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ar-SA" sz="1100" b="0" i="0" u="none" strike="noStrike" dirty="0">
                          <a:solidFill>
                            <a:srgbClr val="000000"/>
                          </a:solidFill>
                          <a:effectLst/>
                          <a:latin typeface="Abar Mid" pitchFamily="50" charset="-78"/>
                          <a:cs typeface="Abar Mid" pitchFamily="50" charset="-78"/>
                        </a:rPr>
                        <a:t>على المخطط</a:t>
                      </a:r>
                      <a:endParaRPr lang="en-US" sz="11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تم الانتهاء من دراسة </a:t>
                      </a:r>
                      <a:r>
                        <a:rPr lang="en-US" sz="1100" b="0" i="0" u="none" strike="noStrike" dirty="0" err="1">
                          <a:solidFill>
                            <a:srgbClr val="000000"/>
                          </a:solidFill>
                          <a:effectLst/>
                          <a:latin typeface="Abar Mid" pitchFamily="50" charset="-78"/>
                          <a:cs typeface="Abar Mid" pitchFamily="50" charset="-78"/>
                        </a:rPr>
                        <a:t>المبادرة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بالتعاون</a:t>
                      </a:r>
                      <a:r>
                        <a:rPr lang="en-US" sz="1100" b="0" i="0" u="none" strike="noStrike" dirty="0">
                          <a:solidFill>
                            <a:srgbClr val="000000"/>
                          </a:solidFill>
                          <a:effectLst/>
                          <a:latin typeface="Abar Mid" pitchFamily="50" charset="-78"/>
                          <a:cs typeface="Abar Mid" pitchFamily="50" charset="-78"/>
                        </a:rPr>
                        <a:t> مع </a:t>
                      </a:r>
                      <a:r>
                        <a:rPr lang="en-US" sz="1100" b="0" i="0" u="none" strike="noStrike" dirty="0" err="1">
                          <a:solidFill>
                            <a:srgbClr val="000000"/>
                          </a:solidFill>
                          <a:effectLst/>
                          <a:latin typeface="Abar Mid" pitchFamily="50" charset="-78"/>
                          <a:cs typeface="Abar Mid" pitchFamily="50" charset="-78"/>
                        </a:rPr>
                        <a:t>سدايا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وتضمين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أبرز</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الملاحظات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والتوصيات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وبانتظار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اعتماد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اكتمال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المهمة</a:t>
                      </a:r>
                      <a:r>
                        <a:rPr lang="en-US" sz="1100" b="0" i="0" u="none" strike="noStrike" dirty="0">
                          <a:solidFill>
                            <a:srgbClr val="000000"/>
                          </a:solidFill>
                          <a:effectLst/>
                          <a:latin typeface="Abar Mid" pitchFamily="50" charset="-78"/>
                          <a:cs typeface="Abar Mid" pitchFamily="50" charset="-78"/>
                        </a:rPr>
                        <a:t> من </a:t>
                      </a:r>
                      <a:r>
                        <a:rPr lang="en-US" sz="1100" b="0" i="0" u="none" strike="noStrike" dirty="0" err="1">
                          <a:solidFill>
                            <a:srgbClr val="000000"/>
                          </a:solidFill>
                          <a:effectLst/>
                          <a:latin typeface="Abar Mid" pitchFamily="50" charset="-78"/>
                          <a:cs typeface="Abar Mid" pitchFamily="50" charset="-78"/>
                        </a:rPr>
                        <a:t>أمانة</a:t>
                      </a:r>
                      <a:r>
                        <a:rPr lang="en-US" sz="1100" b="0" i="0" u="none" strike="noStrike" dirty="0">
                          <a:solidFill>
                            <a:srgbClr val="000000"/>
                          </a:solidFill>
                          <a:effectLst/>
                          <a:latin typeface="Abar Mid" pitchFamily="50" charset="-78"/>
                          <a:cs typeface="Abar Mid" pitchFamily="50" charset="-78"/>
                        </a:rPr>
                        <a:t> لجنة </a:t>
                      </a:r>
                      <a:r>
                        <a:rPr lang="en-US" sz="1100" b="0" i="0" u="none" strike="noStrike" dirty="0" err="1">
                          <a:solidFill>
                            <a:srgbClr val="000000"/>
                          </a:solidFill>
                          <a:effectLst/>
                          <a:latin typeface="Abar Mid" pitchFamily="50" charset="-78"/>
                          <a:cs typeface="Abar Mid" pitchFamily="50" charset="-78"/>
                        </a:rPr>
                        <a:t>المتابعة</a:t>
                      </a:r>
                      <a:endParaRPr lang="en-US" sz="1100" b="0" i="0" u="none" strike="noStrike" dirty="0">
                        <a:solidFill>
                          <a:srgbClr val="000000"/>
                        </a:solidFill>
                        <a:effectLst/>
                        <a:latin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000095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4A514-4816-1A24-1D4C-4A2FE6F82E7F}"/>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CA5D1B7-2A73-4181-9399-9A54876BAC9F}"/>
              </a:ext>
            </a:extLst>
          </p:cNvPr>
          <p:cNvGrpSpPr/>
          <p:nvPr/>
        </p:nvGrpSpPr>
        <p:grpSpPr>
          <a:xfrm>
            <a:off x="3857621" y="3256998"/>
            <a:ext cx="5724532" cy="1042296"/>
            <a:chOff x="1079493" y="4415868"/>
            <a:chExt cx="5724532" cy="1042296"/>
          </a:xfrm>
        </p:grpSpPr>
        <p:sp>
          <p:nvSpPr>
            <p:cNvPr id="3" name="btfpRowHeaderBoxText438126">
              <a:extLst>
                <a:ext uri="{FF2B5EF4-FFF2-40B4-BE49-F238E27FC236}">
                  <a16:creationId xmlns:a16="http://schemas.microsoft.com/office/drawing/2014/main" id="{8805D0B9-DCA1-BE2A-C056-FF6AAC2D6630}"/>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77875" rtl="1" eaLnBrk="1" fontAlgn="auto" latinLnBrk="0" hangingPunct="1">
                <a:lnSpc>
                  <a:spcPts val="3300"/>
                </a:lnSpc>
                <a:spcBef>
                  <a:spcPct val="0"/>
                </a:spcBef>
                <a:spcAft>
                  <a:spcPts val="0"/>
                </a:spcAft>
                <a:buClrTx/>
                <a:buSzTx/>
                <a:buFontTx/>
                <a:buNone/>
                <a:tabLst/>
                <a:defRPr/>
              </a:pPr>
              <a:r>
                <a:rPr kumimoji="0" lang="ar-SA" sz="4000" b="1" i="0" u="none" strike="noStrike" kern="1200" cap="none" spc="0" normalizeH="0" baseline="0" noProof="0">
                  <a:ln w="6350" cap="flat">
                    <a:noFill/>
                    <a:miter lim="800000"/>
                  </a:ln>
                  <a:solidFill>
                    <a:srgbClr val="FFFFFF"/>
                  </a:solidFill>
                  <a:effectLst/>
                  <a:uLnTx/>
                  <a:uFillTx/>
                  <a:latin typeface="Abar Mid" pitchFamily="2" charset="-78"/>
                  <a:ea typeface="Abar Mid" pitchFamily="2" charset="-78"/>
                  <a:cs typeface="Abar Mid" pitchFamily="2" charset="-78"/>
                </a:rPr>
                <a:t>تفاصيل مشاريع سهيل</a:t>
              </a:r>
            </a:p>
          </p:txBody>
        </p:sp>
        <p:cxnSp>
          <p:nvCxnSpPr>
            <p:cNvPr id="5" name="Straight Connector 4">
              <a:extLst>
                <a:ext uri="{FF2B5EF4-FFF2-40B4-BE49-F238E27FC236}">
                  <a16:creationId xmlns:a16="http://schemas.microsoft.com/office/drawing/2014/main" id="{F520C681-587E-E9A1-4554-ECEFA40D15B2}"/>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857615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93">
            <a:extLst>
              <a:ext uri="{FF2B5EF4-FFF2-40B4-BE49-F238E27FC236}">
                <a16:creationId xmlns:a16="http://schemas.microsoft.com/office/drawing/2014/main" id="{6FF3D568-332A-064C-9FCA-1DF707AF6E73}"/>
              </a:ext>
            </a:extLst>
          </p:cNvPr>
          <p:cNvSpPr/>
          <p:nvPr/>
        </p:nvSpPr>
        <p:spPr>
          <a:xfrm>
            <a:off x="10227453" y="2424572"/>
            <a:ext cx="3067049" cy="4349942"/>
          </a:xfrm>
          <a:prstGeom prst="roundRect">
            <a:avLst>
              <a:gd name="adj" fmla="val 3573"/>
            </a:avLst>
          </a:prstGeom>
          <a:solidFill>
            <a:srgbClr val="FFFFFF"/>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endParaRPr lang="en-US" sz="900" kern="0">
              <a:solidFill>
                <a:srgbClr val="F2F2F2"/>
              </a:solidFill>
              <a:latin typeface="Century Gothic" panose="020B0502020202020204" pitchFamily="34" charset="0"/>
            </a:endParaRPr>
          </a:p>
        </p:txBody>
      </p:sp>
      <p:sp>
        <p:nvSpPr>
          <p:cNvPr id="3" name="Rounded Rectangle 93">
            <a:extLst>
              <a:ext uri="{FF2B5EF4-FFF2-40B4-BE49-F238E27FC236}">
                <a16:creationId xmlns:a16="http://schemas.microsoft.com/office/drawing/2014/main" id="{A92FF0C8-3E4B-AED7-CAEC-FB6EB0EDB456}"/>
              </a:ext>
            </a:extLst>
          </p:cNvPr>
          <p:cNvSpPr/>
          <p:nvPr/>
        </p:nvSpPr>
        <p:spPr>
          <a:xfrm>
            <a:off x="10173543" y="802096"/>
            <a:ext cx="3120959" cy="1566454"/>
          </a:xfrm>
          <a:prstGeom prst="roundRect">
            <a:avLst>
              <a:gd name="adj" fmla="val 3573"/>
            </a:avLst>
          </a:prstGeom>
          <a:solidFill>
            <a:srgbClr val="FFFFFF"/>
          </a:solidFill>
          <a:ln w="12700" cap="flat" cmpd="sng" algn="ctr">
            <a:noFill/>
            <a:prstDash val="solid"/>
            <a:miter lim="800000"/>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endParaRPr lang="en-US" sz="900" kern="0">
              <a:solidFill>
                <a:srgbClr val="F2F2F2"/>
              </a:solidFill>
              <a:latin typeface="Century Gothic" panose="020B0502020202020204" pitchFamily="34" charset="0"/>
            </a:endParaRPr>
          </a:p>
        </p:txBody>
      </p:sp>
      <p:sp>
        <p:nvSpPr>
          <p:cNvPr id="4" name="TextBox 8">
            <a:extLst>
              <a:ext uri="{FF2B5EF4-FFF2-40B4-BE49-F238E27FC236}">
                <a16:creationId xmlns:a16="http://schemas.microsoft.com/office/drawing/2014/main" id="{CB26C45B-2781-05AE-60E9-BFE4E8B4101F}"/>
              </a:ext>
            </a:extLst>
          </p:cNvPr>
          <p:cNvSpPr txBox="1"/>
          <p:nvPr/>
        </p:nvSpPr>
        <p:spPr>
          <a:xfrm>
            <a:off x="12171586" y="1828047"/>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a:solidFill>
                  <a:srgbClr val="D9A86A"/>
                </a:solidFill>
                <a:latin typeface="Abar Mid" pitchFamily="50" charset="-78"/>
                <a:ea typeface="Abar Mid" pitchFamily="50" charset="-78"/>
                <a:cs typeface="Abar Mid" pitchFamily="50" charset="-78"/>
              </a:rPr>
              <a:t>إجمالي المشاريع</a:t>
            </a:r>
          </a:p>
        </p:txBody>
      </p:sp>
      <p:sp>
        <p:nvSpPr>
          <p:cNvPr id="5" name="TextBox 10">
            <a:extLst>
              <a:ext uri="{FF2B5EF4-FFF2-40B4-BE49-F238E27FC236}">
                <a16:creationId xmlns:a16="http://schemas.microsoft.com/office/drawing/2014/main" id="{B0562E82-9DC8-CFE5-9756-9F7D28D98DC3}"/>
              </a:ext>
            </a:extLst>
          </p:cNvPr>
          <p:cNvSpPr txBox="1"/>
          <p:nvPr/>
        </p:nvSpPr>
        <p:spPr>
          <a:xfrm>
            <a:off x="12262622" y="1216935"/>
            <a:ext cx="919654" cy="769441"/>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4400" b="1">
                <a:solidFill>
                  <a:srgbClr val="D9A86A"/>
                </a:solidFill>
                <a:latin typeface="Abar Mid" pitchFamily="50" charset="-78"/>
                <a:ea typeface="Abar Mid" pitchFamily="50" charset="-78"/>
                <a:cs typeface="Abar Mid" pitchFamily="50" charset="-78"/>
              </a:rPr>
              <a:t>20</a:t>
            </a:r>
          </a:p>
        </p:txBody>
      </p:sp>
      <p:grpSp>
        <p:nvGrpSpPr>
          <p:cNvPr id="6" name="Group 5">
            <a:extLst>
              <a:ext uri="{FF2B5EF4-FFF2-40B4-BE49-F238E27FC236}">
                <a16:creationId xmlns:a16="http://schemas.microsoft.com/office/drawing/2014/main" id="{3D81127D-6D05-85D7-020A-A3D325340050}"/>
              </a:ext>
            </a:extLst>
          </p:cNvPr>
          <p:cNvGrpSpPr/>
          <p:nvPr/>
        </p:nvGrpSpPr>
        <p:grpSpPr>
          <a:xfrm>
            <a:off x="11082638" y="935209"/>
            <a:ext cx="1101743" cy="645663"/>
            <a:chOff x="10628895" y="894190"/>
            <a:chExt cx="1101743" cy="645663"/>
          </a:xfrm>
        </p:grpSpPr>
        <p:sp>
          <p:nvSpPr>
            <p:cNvPr id="7" name="TextBox 12">
              <a:extLst>
                <a:ext uri="{FF2B5EF4-FFF2-40B4-BE49-F238E27FC236}">
                  <a16:creationId xmlns:a16="http://schemas.microsoft.com/office/drawing/2014/main" id="{E8A8677C-53B1-6A47-E2FB-777B834A6E69}"/>
                </a:ext>
              </a:extLst>
            </p:cNvPr>
            <p:cNvSpPr txBox="1"/>
            <p:nvPr/>
          </p:nvSpPr>
          <p:spPr>
            <a:xfrm>
              <a:off x="10628895" y="1278243"/>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a:solidFill>
                    <a:srgbClr val="174766"/>
                  </a:solidFill>
                  <a:latin typeface="Abar Mid" pitchFamily="50" charset="-78"/>
                  <a:ea typeface="Abar Mid" pitchFamily="50" charset="-78"/>
                  <a:cs typeface="Abar Mid" pitchFamily="50" charset="-78"/>
                </a:rPr>
                <a:t>مكتملة</a:t>
              </a:r>
            </a:p>
          </p:txBody>
        </p:sp>
        <p:sp>
          <p:nvSpPr>
            <p:cNvPr id="8" name="TextBox 13">
              <a:extLst>
                <a:ext uri="{FF2B5EF4-FFF2-40B4-BE49-F238E27FC236}">
                  <a16:creationId xmlns:a16="http://schemas.microsoft.com/office/drawing/2014/main" id="{5506223F-2C9C-324D-092C-5FB1FD42CBEA}"/>
                </a:ext>
              </a:extLst>
            </p:cNvPr>
            <p:cNvSpPr txBox="1"/>
            <p:nvPr/>
          </p:nvSpPr>
          <p:spPr>
            <a:xfrm>
              <a:off x="10719935" y="894190"/>
              <a:ext cx="919654" cy="5232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2800" b="1">
                  <a:solidFill>
                    <a:srgbClr val="174766"/>
                  </a:solidFill>
                  <a:latin typeface="Abar Mid" pitchFamily="50" charset="-78"/>
                  <a:ea typeface="Abar Mid" pitchFamily="50" charset="-78"/>
                  <a:cs typeface="Abar Mid" pitchFamily="50" charset="-78"/>
                </a:rPr>
                <a:t>4</a:t>
              </a:r>
            </a:p>
          </p:txBody>
        </p:sp>
      </p:grpSp>
      <p:grpSp>
        <p:nvGrpSpPr>
          <p:cNvPr id="9" name="Group 8">
            <a:extLst>
              <a:ext uri="{FF2B5EF4-FFF2-40B4-BE49-F238E27FC236}">
                <a16:creationId xmlns:a16="http://schemas.microsoft.com/office/drawing/2014/main" id="{BE1A493B-BF12-1DAB-15C2-B5B7F0A038B8}"/>
              </a:ext>
            </a:extLst>
          </p:cNvPr>
          <p:cNvGrpSpPr/>
          <p:nvPr/>
        </p:nvGrpSpPr>
        <p:grpSpPr>
          <a:xfrm>
            <a:off x="10253177" y="941282"/>
            <a:ext cx="1101743" cy="645663"/>
            <a:chOff x="9373185" y="894190"/>
            <a:chExt cx="1101743" cy="645663"/>
          </a:xfrm>
        </p:grpSpPr>
        <p:sp>
          <p:nvSpPr>
            <p:cNvPr id="10" name="TextBox 14">
              <a:extLst>
                <a:ext uri="{FF2B5EF4-FFF2-40B4-BE49-F238E27FC236}">
                  <a16:creationId xmlns:a16="http://schemas.microsoft.com/office/drawing/2014/main" id="{6B140558-96E2-B303-22C9-FF391049D14C}"/>
                </a:ext>
              </a:extLst>
            </p:cNvPr>
            <p:cNvSpPr txBox="1"/>
            <p:nvPr/>
          </p:nvSpPr>
          <p:spPr>
            <a:xfrm>
              <a:off x="9373185" y="1278243"/>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a:solidFill>
                    <a:srgbClr val="0A8062"/>
                  </a:solidFill>
                  <a:latin typeface="Abar Mid" pitchFamily="50" charset="-78"/>
                  <a:ea typeface="Abar Mid" pitchFamily="50" charset="-78"/>
                  <a:cs typeface="Abar Mid" pitchFamily="50" charset="-78"/>
                </a:rPr>
                <a:t>على المخطط</a:t>
              </a:r>
            </a:p>
          </p:txBody>
        </p:sp>
        <p:sp>
          <p:nvSpPr>
            <p:cNvPr id="11" name="TextBox 15">
              <a:extLst>
                <a:ext uri="{FF2B5EF4-FFF2-40B4-BE49-F238E27FC236}">
                  <a16:creationId xmlns:a16="http://schemas.microsoft.com/office/drawing/2014/main" id="{FCA70254-E4D2-3ADE-ED36-6110089977C1}"/>
                </a:ext>
              </a:extLst>
            </p:cNvPr>
            <p:cNvSpPr txBox="1"/>
            <p:nvPr/>
          </p:nvSpPr>
          <p:spPr>
            <a:xfrm>
              <a:off x="9464225" y="894190"/>
              <a:ext cx="919654" cy="5232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a:solidFill>
                    <a:srgbClr val="0A8062"/>
                  </a:solidFill>
                  <a:latin typeface="Abar Mid" pitchFamily="50" charset="-78"/>
                  <a:ea typeface="Abar Mid" pitchFamily="50" charset="-78"/>
                  <a:cs typeface="Abar Mid" pitchFamily="50" charset="-78"/>
                </a:rPr>
                <a:t>16</a:t>
              </a:r>
              <a:endParaRPr lang="ar-SA" sz="2800" b="1">
                <a:solidFill>
                  <a:srgbClr val="0A8062"/>
                </a:solidFill>
                <a:latin typeface="Abar Mid" pitchFamily="50" charset="-78"/>
                <a:ea typeface="Abar Mid" pitchFamily="50" charset="-78"/>
                <a:cs typeface="Abar Mid" pitchFamily="50" charset="-78"/>
              </a:endParaRPr>
            </a:p>
          </p:txBody>
        </p:sp>
      </p:grpSp>
      <p:grpSp>
        <p:nvGrpSpPr>
          <p:cNvPr id="12" name="Group 11">
            <a:extLst>
              <a:ext uri="{FF2B5EF4-FFF2-40B4-BE49-F238E27FC236}">
                <a16:creationId xmlns:a16="http://schemas.microsoft.com/office/drawing/2014/main" id="{2C1932A3-3D21-504A-0537-A1D1E2D1B0CB}"/>
              </a:ext>
            </a:extLst>
          </p:cNvPr>
          <p:cNvGrpSpPr/>
          <p:nvPr/>
        </p:nvGrpSpPr>
        <p:grpSpPr>
          <a:xfrm>
            <a:off x="10205308" y="1632095"/>
            <a:ext cx="1101743" cy="645663"/>
            <a:chOff x="6855895" y="894190"/>
            <a:chExt cx="1101743" cy="645663"/>
          </a:xfrm>
        </p:grpSpPr>
        <p:sp>
          <p:nvSpPr>
            <p:cNvPr id="13" name="TextBox 5">
              <a:extLst>
                <a:ext uri="{FF2B5EF4-FFF2-40B4-BE49-F238E27FC236}">
                  <a16:creationId xmlns:a16="http://schemas.microsoft.com/office/drawing/2014/main" id="{927434AF-3531-9712-8DEF-C7A789B01ADE}"/>
                </a:ext>
              </a:extLst>
            </p:cNvPr>
            <p:cNvSpPr txBox="1"/>
            <p:nvPr/>
          </p:nvSpPr>
          <p:spPr>
            <a:xfrm>
              <a:off x="6946935" y="894190"/>
              <a:ext cx="919654" cy="5232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a:solidFill>
                    <a:schemeClr val="bg1">
                      <a:lumMod val="65000"/>
                    </a:schemeClr>
                  </a:solidFill>
                  <a:latin typeface="Abar Mid" pitchFamily="50" charset="-78"/>
                  <a:ea typeface="Abar Mid" pitchFamily="50" charset="-78"/>
                  <a:cs typeface="Abar Mid" pitchFamily="50" charset="-78"/>
                </a:rPr>
                <a:t>0</a:t>
              </a:r>
              <a:endParaRPr lang="ar-SA" sz="2800" b="1">
                <a:solidFill>
                  <a:schemeClr val="bg1">
                    <a:lumMod val="65000"/>
                  </a:schemeClr>
                </a:solidFill>
                <a:latin typeface="Abar Mid" pitchFamily="50" charset="-78"/>
                <a:ea typeface="Abar Mid" pitchFamily="50" charset="-78"/>
                <a:cs typeface="Abar Mid" pitchFamily="50" charset="-78"/>
              </a:endParaRPr>
            </a:p>
          </p:txBody>
        </p:sp>
        <p:sp>
          <p:nvSpPr>
            <p:cNvPr id="14" name="TextBox 16">
              <a:extLst>
                <a:ext uri="{FF2B5EF4-FFF2-40B4-BE49-F238E27FC236}">
                  <a16:creationId xmlns:a16="http://schemas.microsoft.com/office/drawing/2014/main" id="{7A6BC16F-8C11-C6D0-490A-B547CDBEC09D}"/>
                </a:ext>
              </a:extLst>
            </p:cNvPr>
            <p:cNvSpPr txBox="1"/>
            <p:nvPr/>
          </p:nvSpPr>
          <p:spPr>
            <a:xfrm>
              <a:off x="6855895" y="1278243"/>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a:solidFill>
                    <a:schemeClr val="bg1">
                      <a:lumMod val="50000"/>
                    </a:schemeClr>
                  </a:solidFill>
                  <a:latin typeface="Abar Mid" pitchFamily="50" charset="-78"/>
                  <a:ea typeface="Abar Mid" pitchFamily="50" charset="-78"/>
                  <a:cs typeface="Abar Mid" pitchFamily="50" charset="-78"/>
                </a:rPr>
                <a:t>لم تبدأ</a:t>
              </a:r>
            </a:p>
          </p:txBody>
        </p:sp>
      </p:grpSp>
      <p:sp>
        <p:nvSpPr>
          <p:cNvPr id="15" name="Freeform: Shape 14">
            <a:extLst>
              <a:ext uri="{FF2B5EF4-FFF2-40B4-BE49-F238E27FC236}">
                <a16:creationId xmlns:a16="http://schemas.microsoft.com/office/drawing/2014/main" id="{9D9A87A6-F8C2-61A9-A2F3-933C7E2B2A81}"/>
              </a:ext>
            </a:extLst>
          </p:cNvPr>
          <p:cNvSpPr/>
          <p:nvPr/>
        </p:nvSpPr>
        <p:spPr>
          <a:xfrm rot="16200000">
            <a:off x="11994868" y="1506652"/>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514">
              <a:spcBef>
                <a:spcPts val="300"/>
              </a:spcBef>
              <a:spcAft>
                <a:spcPts val="300"/>
              </a:spcAft>
              <a:defRPr/>
            </a:pPr>
            <a:endParaRPr lang="en-GB" sz="1600" kern="0">
              <a:solidFill>
                <a:srgbClr val="FBF7F4"/>
              </a:solidFill>
              <a:latin typeface="Sakkal Majalla"/>
            </a:endParaRPr>
          </a:p>
        </p:txBody>
      </p:sp>
      <p:grpSp>
        <p:nvGrpSpPr>
          <p:cNvPr id="16" name="Group 15">
            <a:extLst>
              <a:ext uri="{FF2B5EF4-FFF2-40B4-BE49-F238E27FC236}">
                <a16:creationId xmlns:a16="http://schemas.microsoft.com/office/drawing/2014/main" id="{691AB0C9-60E0-50E6-867B-CF7F1858080B}"/>
              </a:ext>
            </a:extLst>
          </p:cNvPr>
          <p:cNvGrpSpPr/>
          <p:nvPr/>
        </p:nvGrpSpPr>
        <p:grpSpPr>
          <a:xfrm>
            <a:off x="11082633" y="1632095"/>
            <a:ext cx="1101743" cy="645663"/>
            <a:chOff x="8079040" y="894190"/>
            <a:chExt cx="1101743" cy="645663"/>
          </a:xfrm>
        </p:grpSpPr>
        <p:sp>
          <p:nvSpPr>
            <p:cNvPr id="17" name="TextBox 6">
              <a:extLst>
                <a:ext uri="{FF2B5EF4-FFF2-40B4-BE49-F238E27FC236}">
                  <a16:creationId xmlns:a16="http://schemas.microsoft.com/office/drawing/2014/main" id="{2D1DA97E-88AA-B328-EEE1-0D64F62B3BFD}"/>
                </a:ext>
              </a:extLst>
            </p:cNvPr>
            <p:cNvSpPr txBox="1"/>
            <p:nvPr/>
          </p:nvSpPr>
          <p:spPr>
            <a:xfrm>
              <a:off x="8170080" y="894190"/>
              <a:ext cx="919654" cy="523220"/>
            </a:xfrm>
            <a:prstGeom prst="rect">
              <a:avLst/>
            </a:prstGeom>
            <a:noFill/>
          </p:spPr>
          <p:txBody>
            <a:bodyPr wrap="square" rtlCol="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a:solidFill>
                    <a:srgbClr val="87452B"/>
                  </a:solidFill>
                  <a:latin typeface="Abar Mid" pitchFamily="50" charset="-78"/>
                  <a:ea typeface="Abar Mid" pitchFamily="50" charset="-78"/>
                  <a:cs typeface="Abar Mid" pitchFamily="50" charset="-78"/>
                </a:rPr>
                <a:t>0</a:t>
              </a:r>
              <a:endParaRPr lang="ar-SA" sz="2800" b="1">
                <a:solidFill>
                  <a:srgbClr val="87452B"/>
                </a:solidFill>
                <a:latin typeface="Abar Mid" pitchFamily="50" charset="-78"/>
                <a:ea typeface="Abar Mid" pitchFamily="50" charset="-78"/>
                <a:cs typeface="Abar Mid" pitchFamily="50" charset="-78"/>
              </a:endParaRPr>
            </a:p>
          </p:txBody>
        </p:sp>
        <p:sp>
          <p:nvSpPr>
            <p:cNvPr id="18" name="TextBox 18">
              <a:extLst>
                <a:ext uri="{FF2B5EF4-FFF2-40B4-BE49-F238E27FC236}">
                  <a16:creationId xmlns:a16="http://schemas.microsoft.com/office/drawing/2014/main" id="{FD6B1E39-5908-7A7A-4EB5-FBB37541B3BB}"/>
                </a:ext>
              </a:extLst>
            </p:cNvPr>
            <p:cNvSpPr txBox="1"/>
            <p:nvPr/>
          </p:nvSpPr>
          <p:spPr>
            <a:xfrm>
              <a:off x="8079040" y="1278243"/>
              <a:ext cx="1101743" cy="2616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ar-SA" sz="1100">
                  <a:solidFill>
                    <a:srgbClr val="87452B"/>
                  </a:solidFill>
                  <a:latin typeface="Abar Mid" pitchFamily="50" charset="-78"/>
                  <a:ea typeface="Abar Mid" pitchFamily="50" charset="-78"/>
                  <a:cs typeface="Abar Mid" pitchFamily="50" charset="-78"/>
                </a:rPr>
                <a:t>متأخرة</a:t>
              </a:r>
            </a:p>
          </p:txBody>
        </p:sp>
      </p:grpSp>
      <p:cxnSp>
        <p:nvCxnSpPr>
          <p:cNvPr id="19" name="Straight Connector 18">
            <a:extLst>
              <a:ext uri="{FF2B5EF4-FFF2-40B4-BE49-F238E27FC236}">
                <a16:creationId xmlns:a16="http://schemas.microsoft.com/office/drawing/2014/main" id="{D970DD83-FB4D-8502-15DE-4C056DD66847}"/>
              </a:ext>
            </a:extLst>
          </p:cNvPr>
          <p:cNvCxnSpPr>
            <a:cxnSpLocks/>
          </p:cNvCxnSpPr>
          <p:nvPr/>
        </p:nvCxnSpPr>
        <p:spPr>
          <a:xfrm flipV="1">
            <a:off x="11263871" y="969962"/>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0" name="Straight Connector 19">
            <a:extLst>
              <a:ext uri="{FF2B5EF4-FFF2-40B4-BE49-F238E27FC236}">
                <a16:creationId xmlns:a16="http://schemas.microsoft.com/office/drawing/2014/main" id="{C1BCC06F-4186-4E3C-EC95-B9A497A6B8F1}"/>
              </a:ext>
            </a:extLst>
          </p:cNvPr>
          <p:cNvCxnSpPr>
            <a:cxnSpLocks/>
          </p:cNvCxnSpPr>
          <p:nvPr/>
        </p:nvCxnSpPr>
        <p:spPr>
          <a:xfrm>
            <a:off x="10520551" y="1603520"/>
            <a:ext cx="514457" cy="0"/>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1" name="Straight Connector 20">
            <a:extLst>
              <a:ext uri="{FF2B5EF4-FFF2-40B4-BE49-F238E27FC236}">
                <a16:creationId xmlns:a16="http://schemas.microsoft.com/office/drawing/2014/main" id="{ADE3029B-0603-C7EA-9AD2-7D8ABC113E65}"/>
              </a:ext>
            </a:extLst>
          </p:cNvPr>
          <p:cNvCxnSpPr>
            <a:cxnSpLocks/>
          </p:cNvCxnSpPr>
          <p:nvPr/>
        </p:nvCxnSpPr>
        <p:spPr>
          <a:xfrm flipV="1">
            <a:off x="11263871" y="163209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2" name="Straight Connector 21">
            <a:extLst>
              <a:ext uri="{FF2B5EF4-FFF2-40B4-BE49-F238E27FC236}">
                <a16:creationId xmlns:a16="http://schemas.microsoft.com/office/drawing/2014/main" id="{6D204708-969D-8155-6E4A-079D07FA1B72}"/>
              </a:ext>
            </a:extLst>
          </p:cNvPr>
          <p:cNvCxnSpPr>
            <a:cxnSpLocks/>
          </p:cNvCxnSpPr>
          <p:nvPr/>
        </p:nvCxnSpPr>
        <p:spPr>
          <a:xfrm>
            <a:off x="11444476" y="1603520"/>
            <a:ext cx="514457" cy="0"/>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6" name="Straight Connector 25">
            <a:extLst>
              <a:ext uri="{FF2B5EF4-FFF2-40B4-BE49-F238E27FC236}">
                <a16:creationId xmlns:a16="http://schemas.microsoft.com/office/drawing/2014/main" id="{59BDE4AC-AA69-5036-9894-E5CD8516FE81}"/>
              </a:ext>
            </a:extLst>
          </p:cNvPr>
          <p:cNvCxnSpPr>
            <a:cxnSpLocks/>
          </p:cNvCxnSpPr>
          <p:nvPr/>
        </p:nvCxnSpPr>
        <p:spPr>
          <a:xfrm>
            <a:off x="34747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
        <p:nvSpPr>
          <p:cNvPr id="30" name="btfpRowHeaderBoxText438126">
            <a:extLst>
              <a:ext uri="{FF2B5EF4-FFF2-40B4-BE49-F238E27FC236}">
                <a16:creationId xmlns:a16="http://schemas.microsoft.com/office/drawing/2014/main" id="{76CA9262-CB5F-A175-31AD-9438F5C9AA90}"/>
              </a:ext>
            </a:extLst>
          </p:cNvPr>
          <p:cNvSpPr txBox="1"/>
          <p:nvPr>
            <p:custDataLst>
              <p:tags r:id="rId1"/>
            </p:custDataLst>
          </p:nvPr>
        </p:nvSpPr>
        <p:spPr>
          <a:xfrm flipH="1">
            <a:off x="3671838" y="202522"/>
            <a:ext cx="5724532" cy="44098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800" b="1">
                <a:solidFill>
                  <a:srgbClr val="000000"/>
                </a:solidFill>
                <a:latin typeface="Abar Mid" pitchFamily="2" charset="-78"/>
                <a:ea typeface="Abar Mid" pitchFamily="2" charset="-78"/>
                <a:cs typeface="Abar Mid" pitchFamily="2" charset="-78"/>
              </a:rPr>
              <a:t>ملخص مشاريع سهيل</a:t>
            </a:r>
          </a:p>
        </p:txBody>
      </p:sp>
      <p:graphicFrame>
        <p:nvGraphicFramePr>
          <p:cNvPr id="24" name="Chart 23">
            <a:extLst>
              <a:ext uri="{FF2B5EF4-FFF2-40B4-BE49-F238E27FC236}">
                <a16:creationId xmlns:a16="http://schemas.microsoft.com/office/drawing/2014/main" id="{6D88DC71-7A27-FCD1-CAB3-5F0B0797728D}"/>
              </a:ext>
            </a:extLst>
          </p:cNvPr>
          <p:cNvGraphicFramePr/>
          <p:nvPr>
            <p:extLst>
              <p:ext uri="{D42A27DB-BD31-4B8C-83A1-F6EECF244321}">
                <p14:modId xmlns:p14="http://schemas.microsoft.com/office/powerpoint/2010/main" val="1607817837"/>
              </p:ext>
            </p:extLst>
          </p:nvPr>
        </p:nvGraphicFramePr>
        <p:xfrm>
          <a:off x="10253177" y="2518860"/>
          <a:ext cx="3041325" cy="423871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4" name="Table 43">
            <a:extLst>
              <a:ext uri="{FF2B5EF4-FFF2-40B4-BE49-F238E27FC236}">
                <a16:creationId xmlns:a16="http://schemas.microsoft.com/office/drawing/2014/main" id="{588A520A-F53B-B1B0-9BB7-03F70263EBFD}"/>
              </a:ext>
            </a:extLst>
          </p:cNvPr>
          <p:cNvGraphicFramePr>
            <a:graphicFrameLocks noGrp="1"/>
          </p:cNvGraphicFramePr>
          <p:nvPr>
            <p:extLst>
              <p:ext uri="{D42A27DB-BD31-4B8C-83A1-F6EECF244321}">
                <p14:modId xmlns:p14="http://schemas.microsoft.com/office/powerpoint/2010/main" val="2850347180"/>
              </p:ext>
            </p:extLst>
          </p:nvPr>
        </p:nvGraphicFramePr>
        <p:xfrm>
          <a:off x="193999" y="742395"/>
          <a:ext cx="9784835" cy="1436372"/>
        </p:xfrm>
        <a:graphic>
          <a:graphicData uri="http://schemas.openxmlformats.org/drawingml/2006/table">
            <a:tbl>
              <a:tblPr/>
              <a:tblGrid>
                <a:gridCol w="5317801">
                  <a:extLst>
                    <a:ext uri="{9D8B030D-6E8A-4147-A177-3AD203B41FA5}">
                      <a16:colId xmlns:a16="http://schemas.microsoft.com/office/drawing/2014/main" val="3562085196"/>
                    </a:ext>
                  </a:extLst>
                </a:gridCol>
                <a:gridCol w="1092200">
                  <a:extLst>
                    <a:ext uri="{9D8B030D-6E8A-4147-A177-3AD203B41FA5}">
                      <a16:colId xmlns:a16="http://schemas.microsoft.com/office/drawing/2014/main" val="20000"/>
                    </a:ext>
                  </a:extLst>
                </a:gridCol>
                <a:gridCol w="2867374">
                  <a:extLst>
                    <a:ext uri="{9D8B030D-6E8A-4147-A177-3AD203B41FA5}">
                      <a16:colId xmlns:a16="http://schemas.microsoft.com/office/drawing/2014/main" val="20001"/>
                    </a:ext>
                  </a:extLst>
                </a:gridCol>
                <a:gridCol w="507460">
                  <a:extLst>
                    <a:ext uri="{9D8B030D-6E8A-4147-A177-3AD203B41FA5}">
                      <a16:colId xmlns:a16="http://schemas.microsoft.com/office/drawing/2014/main" val="20002"/>
                    </a:ext>
                  </a:extLst>
                </a:gridCol>
              </a:tblGrid>
              <a:tr h="253441">
                <a:tc gridSpan="4">
                  <a:txBody>
                    <a:bodyPr/>
                    <a:lstStyle/>
                    <a:p>
                      <a:pPr algn="r" rtl="1">
                        <a:lnSpc>
                          <a:spcPct val="105000"/>
                        </a:lnSpc>
                      </a:pPr>
                      <a:r>
                        <a:rPr lang="ar-SA" sz="1100" b="1" dirty="0">
                          <a:solidFill>
                            <a:srgbClr val="000000"/>
                          </a:solidFill>
                          <a:latin typeface="Abar Mid" pitchFamily="50" charset="-78"/>
                          <a:ea typeface="Abar Mid" pitchFamily="50" charset="-78"/>
                          <a:cs typeface="Abar Mid" pitchFamily="50" charset="-78"/>
                        </a:rPr>
                        <a:t>أبرز التحديثات</a:t>
                      </a:r>
                    </a:p>
                  </a:txBody>
                  <a:tcPr marL="45720" anchor="ctr">
                    <a:lnL w="12700" cap="flat" cmpd="sng" algn="ctr">
                      <a:noFill/>
                      <a:prstDash val="solid"/>
                      <a:round/>
                      <a:headEnd type="none" w="med" len="med"/>
                      <a:tailEnd type="none" w="med" len="med"/>
                    </a:lnL>
                    <a:lnR w="57150" cap="flat" cmpd="sng" algn="ctr">
                      <a:solidFill>
                        <a:srgbClr val="DCB077"/>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253441">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514350" rtl="1" eaLnBrk="1" fontAlgn="auto" latinLnBrk="0" hangingPunct="1">
                        <a:lnSpc>
                          <a:spcPct val="105000"/>
                        </a:lnSpc>
                        <a:spcBef>
                          <a:spcPts val="0"/>
                        </a:spcBef>
                        <a:spcAft>
                          <a:spcPts val="0"/>
                        </a:spcAft>
                        <a:buClrTx/>
                        <a:buSzTx/>
                        <a:buFontTx/>
                        <a:buNone/>
                        <a:tabLst/>
                        <a:defRPr/>
                      </a:pPr>
                      <a:r>
                        <a:rPr lang="ar-SA" sz="1100" b="1" dirty="0">
                          <a:solidFill>
                            <a:srgbClr val="FFFFFF"/>
                          </a:solidFill>
                          <a:latin typeface="Abar Mid" pitchFamily="2" charset="-78"/>
                          <a:ea typeface="Abar Mid" pitchFamily="2" charset="-78"/>
                          <a:cs typeface="Abar Mid" pitchFamily="2" charset="-78"/>
                        </a:rPr>
                        <a:t>التحديث</a:t>
                      </a:r>
                      <a:endParaRPr lang="ar-AE" sz="1100" b="1" dirty="0">
                        <a:solidFill>
                          <a:srgbClr val="FFFFFF"/>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err="1">
                          <a:solidFill>
                            <a:srgbClr val="FFFFFF"/>
                          </a:solidFill>
                          <a:latin typeface="Abar Mid" pitchFamily="50" charset="-78"/>
                          <a:ea typeface="Abar Mid" pitchFamily="50" charset="-78"/>
                          <a:cs typeface="Abar Mid" pitchFamily="50" charset="-78"/>
                        </a:rPr>
                        <a:t>القطاع</a:t>
                      </a:r>
                      <a:endParaRPr sz="1100" b="1">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100" b="1" dirty="0">
                          <a:solidFill>
                            <a:srgbClr val="FFFFFF"/>
                          </a:solidFill>
                          <a:latin typeface="Abar Mid" pitchFamily="50" charset="-78"/>
                          <a:ea typeface="Abar Mid" pitchFamily="50" charset="-78"/>
                          <a:cs typeface="Abar Mid" pitchFamily="50" charset="-78"/>
                        </a:rPr>
                        <a:t>المشروع</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901448">
                <a:tc>
                  <a:txBody>
                    <a:bodyPr/>
                    <a:lstStyle/>
                    <a:p>
                      <a:pPr algn="r" rtl="1" fontAlgn="ctr">
                        <a:buNone/>
                      </a:pPr>
                      <a:r>
                        <a:rPr lang="ar-SA" sz="1100" b="1" i="0" u="none" strike="noStrike" dirty="0">
                          <a:solidFill>
                            <a:srgbClr val="000000"/>
                          </a:solidFill>
                          <a:effectLst/>
                          <a:latin typeface="Abar Mid" pitchFamily="50" charset="-78"/>
                          <a:cs typeface="Abar Mid" pitchFamily="50" charset="-78"/>
                        </a:rPr>
                        <a:t>تاريخ التحديث 16 سبتمبر 2026</a:t>
                      </a:r>
                    </a:p>
                    <a:p>
                      <a:pPr algn="r" rtl="1" fontAlgn="ctr">
                        <a:buNone/>
                      </a:pPr>
                      <a:r>
                        <a:rPr lang="ar-SA" sz="1100" b="0" i="0" u="none" strike="noStrike" dirty="0">
                          <a:solidFill>
                            <a:srgbClr val="000000"/>
                          </a:solidFill>
                          <a:effectLst/>
                          <a:latin typeface="Abar Mid" pitchFamily="50" charset="-78"/>
                          <a:cs typeface="Abar Mid" pitchFamily="50" charset="-78"/>
                        </a:rPr>
                        <a:t>تم تجهيز النماذج للمظلات المبتكرة حيث بلغ عدد النماذج المستلمة ١٧ نموذج لأكثر من ١٠ شركات مشاركة في التحدي. وجاري تجهيز المساحة المخصصة للعرض في المعرض  يوم الاثنين القادم الموافق  ٢١ سبتمبر2026  لاستعراض المظلات لأصحاب المعالي والسعادة</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100" b="0" dirty="0">
                          <a:solidFill>
                            <a:srgbClr val="2B2B2B"/>
                          </a:solidFill>
                          <a:latin typeface="Abar Mid" pitchFamily="50" charset="-78"/>
                          <a:ea typeface="Abar Mid" pitchFamily="50" charset="-78"/>
                          <a:cs typeface="Abar Mid" pitchFamily="50" charset="-78"/>
                        </a:rPr>
                        <a:t>وكالة تطوير الأعمال وخدمة المستفيدين</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r" rtl="1">
                        <a:lnSpc>
                          <a:spcPct val="105000"/>
                        </a:lnSpc>
                      </a:pPr>
                      <a:r>
                        <a:rPr lang="ar-SA" sz="1100" b="0" dirty="0">
                          <a:solidFill>
                            <a:srgbClr val="2B2B2B"/>
                          </a:solidFill>
                          <a:latin typeface="Abar Mid" pitchFamily="50" charset="-78"/>
                          <a:ea typeface="Abar Mid" pitchFamily="50" charset="-78"/>
                          <a:cs typeface="Abar Mid" pitchFamily="50" charset="-78"/>
                        </a:rPr>
                        <a:t>تطوير تجربة مظلات مبتكرة لضيوف الرحمن</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cxnSp>
        <p:nvCxnSpPr>
          <p:cNvPr id="46" name="Straight Connector 45">
            <a:extLst>
              <a:ext uri="{FF2B5EF4-FFF2-40B4-BE49-F238E27FC236}">
                <a16:creationId xmlns:a16="http://schemas.microsoft.com/office/drawing/2014/main" id="{38D7B911-BA6A-81C3-1A36-C54508A555F0}"/>
              </a:ext>
            </a:extLst>
          </p:cNvPr>
          <p:cNvCxnSpPr>
            <a:cxnSpLocks/>
          </p:cNvCxnSpPr>
          <p:nvPr/>
        </p:nvCxnSpPr>
        <p:spPr>
          <a:xfrm>
            <a:off x="82880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aphicFrame>
        <p:nvGraphicFramePr>
          <p:cNvPr id="23" name="Table 22">
            <a:extLst>
              <a:ext uri="{FF2B5EF4-FFF2-40B4-BE49-F238E27FC236}">
                <a16:creationId xmlns:a16="http://schemas.microsoft.com/office/drawing/2014/main" id="{142E4F55-4C37-00E5-E996-BB74374C5317}"/>
              </a:ext>
            </a:extLst>
          </p:cNvPr>
          <p:cNvGraphicFramePr>
            <a:graphicFrameLocks noGrp="1"/>
          </p:cNvGraphicFramePr>
          <p:nvPr>
            <p:extLst>
              <p:ext uri="{D42A27DB-BD31-4B8C-83A1-F6EECF244321}">
                <p14:modId xmlns:p14="http://schemas.microsoft.com/office/powerpoint/2010/main" val="3337776023"/>
              </p:ext>
            </p:extLst>
          </p:nvPr>
        </p:nvGraphicFramePr>
        <p:xfrm>
          <a:off x="193999" y="2343465"/>
          <a:ext cx="9784835" cy="1436372"/>
        </p:xfrm>
        <a:graphic>
          <a:graphicData uri="http://schemas.openxmlformats.org/drawingml/2006/table">
            <a:tbl>
              <a:tblPr/>
              <a:tblGrid>
                <a:gridCol w="5317801">
                  <a:extLst>
                    <a:ext uri="{9D8B030D-6E8A-4147-A177-3AD203B41FA5}">
                      <a16:colId xmlns:a16="http://schemas.microsoft.com/office/drawing/2014/main" val="3562085196"/>
                    </a:ext>
                  </a:extLst>
                </a:gridCol>
                <a:gridCol w="1092200">
                  <a:extLst>
                    <a:ext uri="{9D8B030D-6E8A-4147-A177-3AD203B41FA5}">
                      <a16:colId xmlns:a16="http://schemas.microsoft.com/office/drawing/2014/main" val="20000"/>
                    </a:ext>
                  </a:extLst>
                </a:gridCol>
                <a:gridCol w="2867374">
                  <a:extLst>
                    <a:ext uri="{9D8B030D-6E8A-4147-A177-3AD203B41FA5}">
                      <a16:colId xmlns:a16="http://schemas.microsoft.com/office/drawing/2014/main" val="20001"/>
                    </a:ext>
                  </a:extLst>
                </a:gridCol>
                <a:gridCol w="507460">
                  <a:extLst>
                    <a:ext uri="{9D8B030D-6E8A-4147-A177-3AD203B41FA5}">
                      <a16:colId xmlns:a16="http://schemas.microsoft.com/office/drawing/2014/main" val="20002"/>
                    </a:ext>
                  </a:extLst>
                </a:gridCol>
              </a:tblGrid>
              <a:tr h="253441">
                <a:tc gridSpan="4">
                  <a:txBody>
                    <a:bodyPr/>
                    <a:lstStyle/>
                    <a:p>
                      <a:pPr algn="r" rtl="1">
                        <a:lnSpc>
                          <a:spcPct val="105000"/>
                        </a:lnSpc>
                      </a:pPr>
                      <a:r>
                        <a:rPr lang="ar-SA" sz="1100" b="1" dirty="0">
                          <a:solidFill>
                            <a:srgbClr val="000000"/>
                          </a:solidFill>
                          <a:latin typeface="Abar Mid" pitchFamily="50" charset="-78"/>
                          <a:ea typeface="Abar Mid" pitchFamily="50" charset="-78"/>
                          <a:cs typeface="Abar Mid" pitchFamily="50" charset="-78"/>
                        </a:rPr>
                        <a:t>المشاريع المتأخرة</a:t>
                      </a:r>
                    </a:p>
                  </a:txBody>
                  <a:tcPr marL="45720" anchor="ctr">
                    <a:lnL w="12700" cap="flat" cmpd="sng" algn="ctr">
                      <a:noFill/>
                      <a:prstDash val="solid"/>
                      <a:round/>
                      <a:headEnd type="none" w="med" len="med"/>
                      <a:tailEnd type="none" w="med" len="med"/>
                    </a:lnL>
                    <a:lnR w="57150" cap="flat" cmpd="sng" algn="ctr">
                      <a:solidFill>
                        <a:srgbClr val="87452B"/>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253441">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514350" rtl="1" eaLnBrk="1" fontAlgn="auto" latinLnBrk="0" hangingPunct="1">
                        <a:lnSpc>
                          <a:spcPct val="105000"/>
                        </a:lnSpc>
                        <a:spcBef>
                          <a:spcPts val="0"/>
                        </a:spcBef>
                        <a:spcAft>
                          <a:spcPts val="0"/>
                        </a:spcAft>
                        <a:buClrTx/>
                        <a:buSzTx/>
                        <a:buFontTx/>
                        <a:buNone/>
                        <a:tabLst/>
                        <a:defRPr/>
                      </a:pPr>
                      <a:r>
                        <a:rPr lang="ar-SA" sz="1100" b="1" dirty="0">
                          <a:solidFill>
                            <a:srgbClr val="FFFFFF"/>
                          </a:solidFill>
                          <a:latin typeface="Abar Mid" pitchFamily="2" charset="-78"/>
                          <a:ea typeface="Abar Mid" pitchFamily="2" charset="-78"/>
                          <a:cs typeface="Abar Mid" pitchFamily="2" charset="-78"/>
                        </a:rPr>
                        <a:t>ملاحظات</a:t>
                      </a:r>
                      <a:endParaRPr lang="ar-AE" sz="1100" b="1" dirty="0">
                        <a:solidFill>
                          <a:srgbClr val="FFFFFF"/>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err="1">
                          <a:solidFill>
                            <a:srgbClr val="FFFFFF"/>
                          </a:solidFill>
                          <a:latin typeface="Abar Mid" pitchFamily="50" charset="-78"/>
                          <a:ea typeface="Abar Mid" pitchFamily="50" charset="-78"/>
                          <a:cs typeface="Abar Mid" pitchFamily="50" charset="-78"/>
                        </a:rPr>
                        <a:t>القطاع</a:t>
                      </a:r>
                      <a:endParaRPr sz="1100" b="1">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100" b="1" dirty="0">
                          <a:solidFill>
                            <a:srgbClr val="FFFFFF"/>
                          </a:solidFill>
                          <a:latin typeface="Abar Mid" pitchFamily="50" charset="-78"/>
                          <a:ea typeface="Abar Mid" pitchFamily="50" charset="-78"/>
                          <a:cs typeface="Abar Mid" pitchFamily="50" charset="-78"/>
                        </a:rPr>
                        <a:t>المشروع</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901448">
                <a:tc>
                  <a:txBody>
                    <a:bodyPr/>
                    <a:lstStyle/>
                    <a:p>
                      <a:pPr algn="r" rtl="1" fontAlgn="ctr">
                        <a:buNone/>
                      </a:pPr>
                      <a:r>
                        <a:rPr lang="ar-SA" sz="1100" b="1" i="0" u="none" strike="noStrike" dirty="0">
                          <a:solidFill>
                            <a:srgbClr val="000000"/>
                          </a:solidFill>
                          <a:effectLst/>
                          <a:latin typeface="Abar Mid" pitchFamily="50" charset="-78"/>
                          <a:cs typeface="Abar Mid" pitchFamily="50" charset="-78"/>
                        </a:rPr>
                        <a:t>تاريخ التحديث 16 سبتمبر 2026</a:t>
                      </a:r>
                    </a:p>
                    <a:p>
                      <a:pPr algn="r" rtl="1" fontAlgn="ctr">
                        <a:buNone/>
                      </a:pPr>
                      <a:r>
                        <a:rPr lang="ar-SA" sz="1100" b="0" i="0" u="none" strike="noStrike" dirty="0">
                          <a:solidFill>
                            <a:srgbClr val="000000"/>
                          </a:solidFill>
                          <a:effectLst/>
                          <a:latin typeface="Abar Mid" pitchFamily="50" charset="-78"/>
                          <a:cs typeface="Abar Mid" pitchFamily="50" charset="-78"/>
                        </a:rPr>
                        <a:t>تم تجهيز النماذج للمظلات المبتكرة حيث بلغ عدد النماذج المستلمة ١٧ نموذج لأكثر من ١٠ شركات مشاركة في التحدي. وجاري تجهيز المساحة المخصصة للعرض في المعرض  يوم الاثنين القادم الموافق  ٢١ سبتمبر2026  لاستعراض المظلات لأصحاب المعالي والسعادة</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100" b="0" dirty="0">
                          <a:solidFill>
                            <a:srgbClr val="2B2B2B"/>
                          </a:solidFill>
                          <a:latin typeface="Abar Mid" pitchFamily="50" charset="-78"/>
                          <a:ea typeface="Abar Mid" pitchFamily="50" charset="-78"/>
                          <a:cs typeface="Abar Mid" pitchFamily="50" charset="-78"/>
                        </a:rPr>
                        <a:t>وكالة تطوير الأعمال وخدمة المستفيدين</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r" rtl="1">
                        <a:lnSpc>
                          <a:spcPct val="105000"/>
                        </a:lnSpc>
                      </a:pPr>
                      <a:r>
                        <a:rPr lang="ar-SA" sz="1100" b="0" dirty="0">
                          <a:solidFill>
                            <a:srgbClr val="2B2B2B"/>
                          </a:solidFill>
                          <a:latin typeface="Abar Mid" pitchFamily="50" charset="-78"/>
                          <a:ea typeface="Abar Mid" pitchFamily="50" charset="-78"/>
                          <a:cs typeface="Abar Mid" pitchFamily="50" charset="-78"/>
                        </a:rPr>
                        <a:t>تطوير تجربة مظلات مبتكرة لضيوف الرحمن</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5" name="Table 24">
            <a:extLst>
              <a:ext uri="{FF2B5EF4-FFF2-40B4-BE49-F238E27FC236}">
                <a16:creationId xmlns:a16="http://schemas.microsoft.com/office/drawing/2014/main" id="{5B818A72-84E1-60F5-7930-258061412BF5}"/>
              </a:ext>
            </a:extLst>
          </p:cNvPr>
          <p:cNvGraphicFramePr>
            <a:graphicFrameLocks noGrp="1"/>
          </p:cNvGraphicFramePr>
          <p:nvPr>
            <p:extLst>
              <p:ext uri="{D42A27DB-BD31-4B8C-83A1-F6EECF244321}">
                <p14:modId xmlns:p14="http://schemas.microsoft.com/office/powerpoint/2010/main" val="4189560498"/>
              </p:ext>
            </p:extLst>
          </p:nvPr>
        </p:nvGraphicFramePr>
        <p:xfrm>
          <a:off x="193999" y="3944535"/>
          <a:ext cx="9784835" cy="1436372"/>
        </p:xfrm>
        <a:graphic>
          <a:graphicData uri="http://schemas.openxmlformats.org/drawingml/2006/table">
            <a:tbl>
              <a:tblPr/>
              <a:tblGrid>
                <a:gridCol w="5317801">
                  <a:extLst>
                    <a:ext uri="{9D8B030D-6E8A-4147-A177-3AD203B41FA5}">
                      <a16:colId xmlns:a16="http://schemas.microsoft.com/office/drawing/2014/main" val="3562085196"/>
                    </a:ext>
                  </a:extLst>
                </a:gridCol>
                <a:gridCol w="1092200">
                  <a:extLst>
                    <a:ext uri="{9D8B030D-6E8A-4147-A177-3AD203B41FA5}">
                      <a16:colId xmlns:a16="http://schemas.microsoft.com/office/drawing/2014/main" val="20000"/>
                    </a:ext>
                  </a:extLst>
                </a:gridCol>
                <a:gridCol w="2867374">
                  <a:extLst>
                    <a:ext uri="{9D8B030D-6E8A-4147-A177-3AD203B41FA5}">
                      <a16:colId xmlns:a16="http://schemas.microsoft.com/office/drawing/2014/main" val="20001"/>
                    </a:ext>
                  </a:extLst>
                </a:gridCol>
                <a:gridCol w="507460">
                  <a:extLst>
                    <a:ext uri="{9D8B030D-6E8A-4147-A177-3AD203B41FA5}">
                      <a16:colId xmlns:a16="http://schemas.microsoft.com/office/drawing/2014/main" val="20002"/>
                    </a:ext>
                  </a:extLst>
                </a:gridCol>
              </a:tblGrid>
              <a:tr h="253441">
                <a:tc gridSpan="4">
                  <a:txBody>
                    <a:bodyPr/>
                    <a:lstStyle/>
                    <a:p>
                      <a:pPr algn="r" rtl="1">
                        <a:lnSpc>
                          <a:spcPct val="105000"/>
                        </a:lnSpc>
                      </a:pPr>
                      <a:r>
                        <a:rPr lang="ar-SA" sz="1100" b="1" dirty="0">
                          <a:solidFill>
                            <a:srgbClr val="000000"/>
                          </a:solidFill>
                          <a:latin typeface="Abar Mid" pitchFamily="50" charset="-78"/>
                          <a:ea typeface="Abar Mid" pitchFamily="50" charset="-78"/>
                          <a:cs typeface="Abar Mid" pitchFamily="50" charset="-78"/>
                        </a:rPr>
                        <a:t>التحديات</a:t>
                      </a:r>
                    </a:p>
                  </a:txBody>
                  <a:tcPr marL="45720" anchor="ctr">
                    <a:lnL w="12700" cap="flat" cmpd="sng" algn="ctr">
                      <a:noFill/>
                      <a:prstDash val="solid"/>
                      <a:round/>
                      <a:headEnd type="none" w="med" len="med"/>
                      <a:tailEnd type="none" w="med" len="med"/>
                    </a:lnL>
                    <a:lnR w="57150" cap="flat" cmpd="sng" algn="ctr">
                      <a:solidFill>
                        <a:srgbClr val="DCB077"/>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253441">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514350" rtl="1" eaLnBrk="1" fontAlgn="auto" latinLnBrk="0" hangingPunct="1">
                        <a:lnSpc>
                          <a:spcPct val="105000"/>
                        </a:lnSpc>
                        <a:spcBef>
                          <a:spcPts val="0"/>
                        </a:spcBef>
                        <a:spcAft>
                          <a:spcPts val="0"/>
                        </a:spcAft>
                        <a:buClrTx/>
                        <a:buSzTx/>
                        <a:buFontTx/>
                        <a:buNone/>
                        <a:tabLst/>
                        <a:defRPr/>
                      </a:pPr>
                      <a:r>
                        <a:rPr lang="ar-SA" sz="1100" b="1" dirty="0">
                          <a:solidFill>
                            <a:srgbClr val="FFFFFF"/>
                          </a:solidFill>
                          <a:latin typeface="Abar Mid" pitchFamily="2" charset="-78"/>
                          <a:ea typeface="Abar Mid" pitchFamily="2" charset="-78"/>
                          <a:cs typeface="Abar Mid" pitchFamily="2" charset="-78"/>
                        </a:rPr>
                        <a:t>التحدي</a:t>
                      </a:r>
                      <a:endParaRPr lang="ar-AE" sz="1100" b="1" dirty="0">
                        <a:solidFill>
                          <a:srgbClr val="FFFFFF"/>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err="1">
                          <a:solidFill>
                            <a:srgbClr val="FFFFFF"/>
                          </a:solidFill>
                          <a:latin typeface="Abar Mid" pitchFamily="50" charset="-78"/>
                          <a:ea typeface="Abar Mid" pitchFamily="50" charset="-78"/>
                          <a:cs typeface="Abar Mid" pitchFamily="50" charset="-78"/>
                        </a:rPr>
                        <a:t>القطاع</a:t>
                      </a:r>
                      <a:endParaRPr sz="1100" b="1">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100" b="1" dirty="0">
                          <a:solidFill>
                            <a:srgbClr val="FFFFFF"/>
                          </a:solidFill>
                          <a:latin typeface="Abar Mid" pitchFamily="50" charset="-78"/>
                          <a:ea typeface="Abar Mid" pitchFamily="50" charset="-78"/>
                          <a:cs typeface="Abar Mid" pitchFamily="50" charset="-78"/>
                        </a:rPr>
                        <a:t>المشروع</a:t>
                      </a:r>
                      <a:endParaRPr sz="11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1">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901448">
                <a:tc>
                  <a:txBody>
                    <a:bodyPr/>
                    <a:lstStyle/>
                    <a:p>
                      <a:pPr algn="r" rtl="1" fontAlgn="ctr">
                        <a:buNone/>
                      </a:pPr>
                      <a:r>
                        <a:rPr lang="ar-SA" sz="1100" b="1" i="0" u="none" strike="noStrike" dirty="0">
                          <a:solidFill>
                            <a:srgbClr val="000000"/>
                          </a:solidFill>
                          <a:effectLst/>
                          <a:latin typeface="Abar Mid" pitchFamily="50" charset="-78"/>
                          <a:cs typeface="Abar Mid" pitchFamily="50" charset="-78"/>
                        </a:rPr>
                        <a:t>تاريخ التحديث 16 سبتمبر 2026</a:t>
                      </a:r>
                    </a:p>
                    <a:p>
                      <a:pPr algn="r" rtl="1" fontAlgn="ctr">
                        <a:buNone/>
                      </a:pPr>
                      <a:r>
                        <a:rPr lang="ar-SA" sz="1100" b="0" i="0" u="none" strike="noStrike" dirty="0">
                          <a:solidFill>
                            <a:srgbClr val="000000"/>
                          </a:solidFill>
                          <a:effectLst/>
                          <a:latin typeface="Abar Mid" pitchFamily="50" charset="-78"/>
                          <a:cs typeface="Abar Mid" pitchFamily="50" charset="-78"/>
                        </a:rPr>
                        <a:t>تم تجهيز النماذج للمظلات المبتكرة حيث بلغ عدد النماذج المستلمة ١٧ نموذج لأكثر من ١٠ شركات مشاركة في التحدي. وجاري تجهيز المساحة المخصصة للعرض في المعرض  يوم الاثنين القادم الموافق  ٢١ سبتمبر2026  لاستعراض المظلات لأصحاب المعالي والسعادة</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100" b="0" dirty="0">
                          <a:solidFill>
                            <a:srgbClr val="2B2B2B"/>
                          </a:solidFill>
                          <a:latin typeface="Abar Mid" pitchFamily="50" charset="-78"/>
                          <a:ea typeface="Abar Mid" pitchFamily="50" charset="-78"/>
                          <a:cs typeface="Abar Mid" pitchFamily="50" charset="-78"/>
                        </a:rPr>
                        <a:t>وكالة تطوير الأعمال وخدمة المستفيدين</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r" rtl="1">
                        <a:lnSpc>
                          <a:spcPct val="105000"/>
                        </a:lnSpc>
                      </a:pPr>
                      <a:r>
                        <a:rPr lang="ar-SA" sz="1100" b="0" dirty="0">
                          <a:solidFill>
                            <a:srgbClr val="2B2B2B"/>
                          </a:solidFill>
                          <a:latin typeface="Abar Mid" pitchFamily="50" charset="-78"/>
                          <a:ea typeface="Abar Mid" pitchFamily="50" charset="-78"/>
                          <a:cs typeface="Abar Mid" pitchFamily="50" charset="-78"/>
                        </a:rPr>
                        <a:t>تطوير تجربة مظلات مبتكرة لضيوف الرحمن</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100" b="0" dirty="0">
                          <a:solidFill>
                            <a:srgbClr val="2B2B2B"/>
                          </a:solidFill>
                          <a:latin typeface="Abar Mid" pitchFamily="50" charset="-78"/>
                          <a:ea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6BE78-DD9B-3428-750C-B5BA0F514258}"/>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46124B1-0F75-A851-99F8-3F1DD425793C}"/>
              </a:ext>
            </a:extLst>
          </p:cNvPr>
          <p:cNvCxnSpPr>
            <a:cxnSpLocks/>
          </p:cNvCxnSpPr>
          <p:nvPr/>
        </p:nvCxnSpPr>
        <p:spPr>
          <a:xfrm>
            <a:off x="34747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
        <p:nvSpPr>
          <p:cNvPr id="9" name="btfpRowHeaderBoxText438126">
            <a:extLst>
              <a:ext uri="{FF2B5EF4-FFF2-40B4-BE49-F238E27FC236}">
                <a16:creationId xmlns:a16="http://schemas.microsoft.com/office/drawing/2014/main" id="{572C5796-86E5-2F5F-DAC6-A0CDF3FA0BE7}"/>
              </a:ext>
            </a:extLst>
          </p:cNvPr>
          <p:cNvSpPr txBox="1"/>
          <p:nvPr>
            <p:custDataLst>
              <p:tags r:id="rId1"/>
            </p:custDataLst>
          </p:nvPr>
        </p:nvSpPr>
        <p:spPr>
          <a:xfrm flipH="1">
            <a:off x="3671838" y="202522"/>
            <a:ext cx="5724532" cy="44098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800" b="1">
                <a:solidFill>
                  <a:srgbClr val="000000"/>
                </a:solidFill>
                <a:latin typeface="Abar Mid" pitchFamily="2" charset="-78"/>
                <a:ea typeface="Abar Mid" pitchFamily="2" charset="-78"/>
                <a:cs typeface="Abar Mid" pitchFamily="2" charset="-78"/>
              </a:rPr>
              <a:t>تفاصيل مشاريع سهيل</a:t>
            </a:r>
          </a:p>
        </p:txBody>
      </p:sp>
      <p:cxnSp>
        <p:nvCxnSpPr>
          <p:cNvPr id="11" name="Straight Connector 10">
            <a:extLst>
              <a:ext uri="{FF2B5EF4-FFF2-40B4-BE49-F238E27FC236}">
                <a16:creationId xmlns:a16="http://schemas.microsoft.com/office/drawing/2014/main" id="{3B72F06B-6DE2-5D85-519D-BC862B49A7D0}"/>
              </a:ext>
            </a:extLst>
          </p:cNvPr>
          <p:cNvCxnSpPr>
            <a:cxnSpLocks/>
          </p:cNvCxnSpPr>
          <p:nvPr/>
        </p:nvCxnSpPr>
        <p:spPr>
          <a:xfrm>
            <a:off x="82880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aphicFrame>
        <p:nvGraphicFramePr>
          <p:cNvPr id="3" name="Table 2">
            <a:extLst>
              <a:ext uri="{FF2B5EF4-FFF2-40B4-BE49-F238E27FC236}">
                <a16:creationId xmlns:a16="http://schemas.microsoft.com/office/drawing/2014/main" id="{CC92F5C2-76D1-F275-7860-16DEEF8182D0}"/>
              </a:ext>
            </a:extLst>
          </p:cNvPr>
          <p:cNvGraphicFramePr>
            <a:graphicFrameLocks noGrp="1"/>
          </p:cNvGraphicFramePr>
          <p:nvPr>
            <p:extLst>
              <p:ext uri="{D42A27DB-BD31-4B8C-83A1-F6EECF244321}">
                <p14:modId xmlns:p14="http://schemas.microsoft.com/office/powerpoint/2010/main" val="1114639905"/>
              </p:ext>
            </p:extLst>
          </p:nvPr>
        </p:nvGraphicFramePr>
        <p:xfrm>
          <a:off x="193932" y="804347"/>
          <a:ext cx="13051848" cy="5583936"/>
        </p:xfrm>
        <a:graphic>
          <a:graphicData uri="http://schemas.openxmlformats.org/drawingml/2006/table">
            <a:tbl>
              <a:tblPr rtl="1"/>
              <a:tblGrid>
                <a:gridCol w="797682">
                  <a:extLst>
                    <a:ext uri="{9D8B030D-6E8A-4147-A177-3AD203B41FA5}">
                      <a16:colId xmlns:a16="http://schemas.microsoft.com/office/drawing/2014/main" val="20000"/>
                    </a:ext>
                  </a:extLst>
                </a:gridCol>
                <a:gridCol w="2912140">
                  <a:extLst>
                    <a:ext uri="{9D8B030D-6E8A-4147-A177-3AD203B41FA5}">
                      <a16:colId xmlns:a16="http://schemas.microsoft.com/office/drawing/2014/main" val="20001"/>
                    </a:ext>
                  </a:extLst>
                </a:gridCol>
                <a:gridCol w="982962">
                  <a:extLst>
                    <a:ext uri="{9D8B030D-6E8A-4147-A177-3AD203B41FA5}">
                      <a16:colId xmlns:a16="http://schemas.microsoft.com/office/drawing/2014/main" val="20002"/>
                    </a:ext>
                  </a:extLst>
                </a:gridCol>
                <a:gridCol w="982962">
                  <a:extLst>
                    <a:ext uri="{9D8B030D-6E8A-4147-A177-3AD203B41FA5}">
                      <a16:colId xmlns:a16="http://schemas.microsoft.com/office/drawing/2014/main" val="20003"/>
                    </a:ext>
                  </a:extLst>
                </a:gridCol>
                <a:gridCol w="620377">
                  <a:extLst>
                    <a:ext uri="{9D8B030D-6E8A-4147-A177-3AD203B41FA5}">
                      <a16:colId xmlns:a16="http://schemas.microsoft.com/office/drawing/2014/main" val="20005"/>
                    </a:ext>
                  </a:extLst>
                </a:gridCol>
                <a:gridCol w="6755725">
                  <a:extLst>
                    <a:ext uri="{9D8B030D-6E8A-4147-A177-3AD203B41FA5}">
                      <a16:colId xmlns:a16="http://schemas.microsoft.com/office/drawing/2014/main" val="20006"/>
                    </a:ext>
                  </a:extLst>
                </a:gridCol>
              </a:tblGrid>
              <a:tr h="251862">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dirty="0">
                          <a:solidFill>
                            <a:srgbClr val="00080B"/>
                          </a:solidFill>
                          <a:latin typeface="Abar Mid" pitchFamily="2" charset="-78"/>
                          <a:ea typeface="Abar Mid" pitchFamily="2" charset="-78"/>
                          <a:cs typeface="Abar Mid" pitchFamily="2" charset="-78"/>
                        </a:rPr>
                        <a:t>وكالة شؤون الحج</a:t>
                      </a:r>
                      <a:endParaRPr lang="ar-JO" sz="1100" dirty="0">
                        <a:solidFill>
                          <a:srgbClr val="00080B"/>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5186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100" b="1" kern="120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اسم المشروع</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baseline="0" dirty="0">
                          <a:solidFill>
                            <a:schemeClr val="bg1"/>
                          </a:solidFill>
                          <a:latin typeface="Abar Mid" pitchFamily="50" charset="-78"/>
                          <a:ea typeface="Abar Mid" pitchFamily="50" charset="-78"/>
                          <a:cs typeface="Abar Mid" pitchFamily="50" charset="-78"/>
                        </a:rPr>
                        <a:t>تاريخ البداية</a:t>
                      </a:r>
                      <a:endParaRPr sz="1100" b="1" kern="1200" baseline="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تاريخ النهاية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الحالة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ما تم حتى تاريخه</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503725">
                <a:tc>
                  <a:txBody>
                    <a:bodyPr/>
                    <a:lstStyle/>
                    <a:p>
                      <a:pPr marL="0" algn="ctr" defTabSz="914400" rtl="0" eaLnBrk="1" latinLnBrk="0" hangingPunct="1">
                        <a:lnSpc>
                          <a:spcPct val="105000"/>
                        </a:lnSpc>
                      </a:pPr>
                      <a:r>
                        <a:rPr lang="ar-SA" sz="1100" kern="0" baseline="0">
                          <a:solidFill>
                            <a:schemeClr val="tx1"/>
                          </a:solidFill>
                          <a:latin typeface="Abar Mid" pitchFamily="50" charset="-78"/>
                          <a:ea typeface="Abar Mid" pitchFamily="50" charset="-78"/>
                          <a:cs typeface="Abar Mid" pitchFamily="50" charset="-78"/>
                        </a:rPr>
                        <a:t>1</a:t>
                      </a:r>
                      <a:endParaRPr sz="1100" kern="0" baseline="0">
                        <a:solidFill>
                          <a:schemeClr val="tx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457200"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مشروع </a:t>
                      </a:r>
                      <a:r>
                        <a:rPr lang="en-US" sz="1100" b="0" i="0" u="none" strike="noStrike" kern="1200" dirty="0" err="1">
                          <a:solidFill>
                            <a:srgbClr val="000000"/>
                          </a:solidFill>
                          <a:effectLst/>
                          <a:latin typeface="Abar Mid" pitchFamily="50" charset="-78"/>
                          <a:ea typeface="Abar Mid" pitchFamily="50" charset="-78"/>
                          <a:cs typeface="Abar Mid" pitchFamily="50" charset="-78"/>
                        </a:rPr>
                        <a:t>رحلة</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الحاج</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المتكاملة</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لموسم</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حج</a:t>
                      </a:r>
                      <a:r>
                        <a:rPr lang="en-US" sz="1100" b="0" i="0" u="none" strike="noStrike" kern="1200" dirty="0">
                          <a:solidFill>
                            <a:srgbClr val="000000"/>
                          </a:solidFill>
                          <a:effectLst/>
                          <a:latin typeface="Abar Mid" pitchFamily="50" charset="-78"/>
                          <a:ea typeface="Abar Mid" pitchFamily="50" charset="-78"/>
                          <a:cs typeface="Abar Mid" pitchFamily="50" charset="-78"/>
                        </a:rPr>
                        <a:t> 1448هـ</a:t>
                      </a:r>
                    </a:p>
                  </a:txBody>
                  <a:tcPr marL="7620" marR="18288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457200"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30-08-2026</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457200"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19-11-2027</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indent="0" algn="r" rtl="1" fontAlgn="ctr">
                        <a:buFont typeface="Arial" panose="020B0604020202020204" pitchFamily="34" charset="0"/>
                        <a:buNone/>
                      </a:pPr>
                      <a:r>
                        <a:rPr lang="en-US" sz="1100" b="1" i="0" u="none" strike="noStrike" dirty="0">
                          <a:solidFill>
                            <a:srgbClr val="000000"/>
                          </a:solidFill>
                          <a:effectLst/>
                          <a:latin typeface="Abar Mid" pitchFamily="50" charset="-78"/>
                          <a:cs typeface="Abar Mid" pitchFamily="50" charset="-78"/>
                        </a:rPr>
                        <a:t>تاريخ التحديث 16 سبتمبر 2026</a:t>
                      </a:r>
                      <a:endParaRPr lang="ar-SA" sz="1100" b="0" i="0" u="none" strike="noStrike" dirty="0">
                        <a:solidFill>
                          <a:srgbClr val="000000"/>
                        </a:solidFill>
                        <a:effectLst/>
                        <a:latin typeface="Abar Mid" pitchFamily="50" charset="-78"/>
                        <a:cs typeface="Abar Mid" pitchFamily="50" charset="-78"/>
                      </a:endParaRPr>
                    </a:p>
                    <a:p>
                      <a:pPr marL="171450" indent="-171450" algn="r" rtl="1" fontAlgn="ctr">
                        <a:buFont typeface="Arial" panose="020B0604020202020204" pitchFamily="34" charset="0"/>
                        <a:buChar char="•"/>
                      </a:pPr>
                      <a:r>
                        <a:rPr lang="ar-SA" sz="1100" b="0" i="0" u="none" strike="noStrike" dirty="0">
                          <a:solidFill>
                            <a:srgbClr val="000000"/>
                          </a:solidFill>
                          <a:effectLst/>
                          <a:latin typeface="Abar Mid" pitchFamily="50" charset="-78"/>
                          <a:cs typeface="Abar Mid" pitchFamily="50" charset="-78"/>
                        </a:rPr>
                        <a:t>تم الانتهاء من دراسة الوضع الراهن لرحلة الحاج شاملا الفجوات وتوصيات التطوير وجار العمل على دليل بيانات رحلة الحاج المتكاملة شاملا مصادر البيانات والجهات المالكة ومسؤوليات التحديث والتحقق وقواعد جودة البيانات والاكتمال والدقة على أن يتم الانتهاء من الدليل بتاريخ 27 سبتمبر 2026</a:t>
                      </a:r>
                    </a:p>
                  </a:txBody>
                  <a:tcPr marL="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72283336"/>
                  </a:ext>
                </a:extLst>
              </a:tr>
              <a:tr h="503725">
                <a:tc>
                  <a:txBody>
                    <a:bodyPr/>
                    <a:lstStyle/>
                    <a:p>
                      <a:pPr marL="0" algn="ctr" defTabSz="914400" rtl="0" eaLnBrk="1" latinLnBrk="0" hangingPunct="1">
                        <a:lnSpc>
                          <a:spcPct val="105000"/>
                        </a:lnSpc>
                      </a:pPr>
                      <a:r>
                        <a:rPr lang="ar-SA" sz="1100" kern="0" baseline="0">
                          <a:solidFill>
                            <a:schemeClr val="tx1"/>
                          </a:solidFill>
                          <a:latin typeface="Abar Mid" pitchFamily="50" charset="-78"/>
                          <a:ea typeface="Abar Mid" pitchFamily="50" charset="-78"/>
                          <a:cs typeface="Abar Mid" pitchFamily="50" charset="-78"/>
                        </a:rPr>
                        <a:t>2</a:t>
                      </a:r>
                      <a:endParaRPr sz="1100" kern="0" baseline="0">
                        <a:solidFill>
                          <a:schemeClr val="tx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457200"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دراسة </a:t>
                      </a:r>
                      <a:r>
                        <a:rPr lang="en-US" sz="1100" b="0" i="0" u="none" strike="noStrike" kern="1200" dirty="0" err="1">
                          <a:solidFill>
                            <a:srgbClr val="000000"/>
                          </a:solidFill>
                          <a:effectLst/>
                          <a:latin typeface="Abar Mid" pitchFamily="50" charset="-78"/>
                          <a:ea typeface="Abar Mid" pitchFamily="50" charset="-78"/>
                          <a:cs typeface="Abar Mid" pitchFamily="50" charset="-78"/>
                        </a:rPr>
                        <a:t>إمكانية</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تسكين</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الحجاج</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بمكة</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المكرمة</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خلال</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أيام</a:t>
                      </a:r>
                      <a:r>
                        <a:rPr lang="en-US" sz="1100" b="0" i="0" u="none" strike="noStrike" kern="1200" dirty="0">
                          <a:solidFill>
                            <a:srgbClr val="000000"/>
                          </a:solidFill>
                          <a:effectLst/>
                          <a:latin typeface="Abar Mid" pitchFamily="50" charset="-78"/>
                          <a:ea typeface="Abar Mid" pitchFamily="50" charset="-78"/>
                          <a:cs typeface="Abar Mid" pitchFamily="50" charset="-78"/>
                        </a:rPr>
                        <a:t> التشريق</a:t>
                      </a:r>
                    </a:p>
                  </a:txBody>
                  <a:tcPr marL="7620" marR="18288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457200"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15-09-2026</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457200"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30-11-2026</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indent="0" algn="r" rtl="1" fontAlgn="ctr">
                        <a:buFont typeface="Arial" panose="020B0604020202020204" pitchFamily="34" charset="0"/>
                        <a:buNone/>
                      </a:pPr>
                      <a:r>
                        <a:rPr lang="en-US" sz="1100" b="1" i="0" u="none" strike="noStrike" dirty="0">
                          <a:solidFill>
                            <a:srgbClr val="000000"/>
                          </a:solidFill>
                          <a:effectLst/>
                          <a:latin typeface="Abar Mid" pitchFamily="50" charset="-78"/>
                          <a:cs typeface="Abar Mid" pitchFamily="50" charset="-78"/>
                        </a:rPr>
                        <a:t>تاريخ التحديث 23 </a:t>
                      </a:r>
                      <a:r>
                        <a:rPr lang="en-US" sz="1100" b="1" i="0" u="none" strike="noStrike" dirty="0" err="1">
                          <a:solidFill>
                            <a:srgbClr val="000000"/>
                          </a:solidFill>
                          <a:effectLst/>
                          <a:latin typeface="Abar Mid" pitchFamily="50" charset="-78"/>
                          <a:cs typeface="Abar Mid" pitchFamily="50" charset="-78"/>
                        </a:rPr>
                        <a:t>أغسطس</a:t>
                      </a:r>
                      <a:r>
                        <a:rPr lang="en-US" sz="1100" b="1" i="0" u="none" strike="noStrike" dirty="0">
                          <a:solidFill>
                            <a:srgbClr val="000000"/>
                          </a:solidFill>
                          <a:effectLst/>
                          <a:latin typeface="Abar Mid" pitchFamily="50" charset="-78"/>
                          <a:cs typeface="Abar Mid" pitchFamily="50" charset="-78"/>
                        </a:rPr>
                        <a:t> 2026</a:t>
                      </a:r>
                      <a:endParaRPr lang="ar-SA" sz="1100" b="0" i="0" u="none" strike="noStrike" dirty="0">
                        <a:solidFill>
                          <a:srgbClr val="000000"/>
                        </a:solidFill>
                        <a:effectLst/>
                        <a:latin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err="1">
                          <a:solidFill>
                            <a:srgbClr val="000000"/>
                          </a:solidFill>
                          <a:effectLst/>
                          <a:latin typeface="Abar Mid" pitchFamily="50" charset="-78"/>
                          <a:cs typeface="Abar Mid" pitchFamily="50" charset="-78"/>
                        </a:rPr>
                        <a:t>جار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العمل</a:t>
                      </a:r>
                      <a:r>
                        <a:rPr lang="en-US" sz="1100" b="0" i="0" u="none" strike="noStrike" dirty="0">
                          <a:solidFill>
                            <a:srgbClr val="000000"/>
                          </a:solidFill>
                          <a:effectLst/>
                          <a:latin typeface="Abar Mid" pitchFamily="50" charset="-78"/>
                          <a:cs typeface="Abar Mid" pitchFamily="50" charset="-78"/>
                        </a:rPr>
                        <a:t> على </a:t>
                      </a:r>
                      <a:r>
                        <a:rPr lang="en-US" sz="1100" b="0" i="0" u="none" strike="noStrike" dirty="0" err="1">
                          <a:solidFill>
                            <a:srgbClr val="000000"/>
                          </a:solidFill>
                          <a:effectLst/>
                          <a:latin typeface="Abar Mid" pitchFamily="50" charset="-78"/>
                          <a:cs typeface="Abar Mid" pitchFamily="50" charset="-78"/>
                        </a:rPr>
                        <a:t>استبيان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يوضح</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عدد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الحجاج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الراغبين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بالسكن</a:t>
                      </a:r>
                      <a:r>
                        <a:rPr lang="en-US" sz="1100" b="0" i="0" u="none" strike="noStrike" dirty="0">
                          <a:solidFill>
                            <a:srgbClr val="000000"/>
                          </a:solidFill>
                          <a:effectLst/>
                          <a:latin typeface="Abar Mid" pitchFamily="50" charset="-78"/>
                          <a:cs typeface="Abar Mid" pitchFamily="50" charset="-78"/>
                        </a:rPr>
                        <a:t> في </a:t>
                      </a:r>
                      <a:r>
                        <a:rPr lang="en-US" sz="1100" b="0" i="0" u="none" strike="noStrike" dirty="0" err="1">
                          <a:solidFill>
                            <a:srgbClr val="000000"/>
                          </a:solidFill>
                          <a:effectLst/>
                          <a:latin typeface="Abar Mid" pitchFamily="50" charset="-78"/>
                          <a:cs typeface="Abar Mid" pitchFamily="50" charset="-78"/>
                        </a:rPr>
                        <a:t>مكة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خلال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أيام</a:t>
                      </a:r>
                      <a:r>
                        <a:rPr lang="en-US" sz="1100" b="0" i="0" u="none" strike="noStrike" dirty="0">
                          <a:solidFill>
                            <a:srgbClr val="000000"/>
                          </a:solidFill>
                          <a:effectLst/>
                          <a:latin typeface="Abar Mid" pitchFamily="50" charset="-78"/>
                          <a:cs typeface="Abar Mid" pitchFamily="50" charset="-78"/>
                        </a:rPr>
                        <a:t> التشريق </a:t>
                      </a:r>
                      <a:r>
                        <a:rPr lang="en-US" sz="1100" b="0" i="0" u="none" strike="noStrike" dirty="0" err="1">
                          <a:solidFill>
                            <a:srgbClr val="000000"/>
                          </a:solidFill>
                          <a:effectLst/>
                          <a:latin typeface="Abar Mid" pitchFamily="50" charset="-78"/>
                          <a:cs typeface="Abar Mid" pitchFamily="50" charset="-78"/>
                        </a:rPr>
                        <a:t>والانتهاء</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بتاريخ</a:t>
                      </a:r>
                      <a:r>
                        <a:rPr lang="en-US" sz="1100" b="0" i="0" u="none" strike="noStrike" dirty="0">
                          <a:solidFill>
                            <a:srgbClr val="000000"/>
                          </a:solidFill>
                          <a:effectLst/>
                          <a:latin typeface="Abar Mid" pitchFamily="50" charset="-78"/>
                          <a:cs typeface="Abar Mid" pitchFamily="50" charset="-78"/>
                        </a:rPr>
                        <a:t> 6 </a:t>
                      </a:r>
                      <a:r>
                        <a:rPr lang="en-US" sz="1100" b="0" i="0" u="none" strike="noStrike" dirty="0" err="1">
                          <a:solidFill>
                            <a:srgbClr val="000000"/>
                          </a:solidFill>
                          <a:effectLst/>
                          <a:latin typeface="Abar Mid" pitchFamily="50" charset="-78"/>
                          <a:cs typeface="Abar Mid" pitchFamily="50" charset="-78"/>
                        </a:rPr>
                        <a:t>أكتوبر</a:t>
                      </a:r>
                      <a:r>
                        <a:rPr lang="en-US" sz="1100" b="0" i="0" u="none" strike="noStrike" dirty="0">
                          <a:solidFill>
                            <a:srgbClr val="000000"/>
                          </a:solidFill>
                          <a:effectLst/>
                          <a:latin typeface="Abar Mid" pitchFamily="50" charset="-78"/>
                          <a:cs typeface="Abar Mid" pitchFamily="50" charset="-78"/>
                        </a:rPr>
                        <a:t> 2026</a:t>
                      </a:r>
                      <a:endParaRPr lang="ar-SA" sz="1100" b="0" i="0" u="none" strike="noStrike" dirty="0">
                        <a:solidFill>
                          <a:srgbClr val="000000"/>
                        </a:solidFill>
                        <a:effectLst/>
                        <a:latin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err="1">
                          <a:solidFill>
                            <a:srgbClr val="000000"/>
                          </a:solidFill>
                          <a:effectLst/>
                          <a:latin typeface="Abar Mid" pitchFamily="50" charset="-78"/>
                          <a:cs typeface="Abar Mid" pitchFamily="50" charset="-78"/>
                        </a:rPr>
                        <a:t>جار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العمل</a:t>
                      </a:r>
                      <a:r>
                        <a:rPr lang="en-US" sz="1100" b="0" i="0" u="none" strike="noStrike" dirty="0">
                          <a:solidFill>
                            <a:srgbClr val="000000"/>
                          </a:solidFill>
                          <a:effectLst/>
                          <a:latin typeface="Abar Mid" pitchFamily="50" charset="-78"/>
                          <a:cs typeface="Abar Mid" pitchFamily="50" charset="-78"/>
                        </a:rPr>
                        <a:t> إعداد </a:t>
                      </a:r>
                      <a:r>
                        <a:rPr lang="en-US" sz="1100" b="0" i="0" u="none" strike="noStrike" dirty="0" err="1">
                          <a:solidFill>
                            <a:srgbClr val="000000"/>
                          </a:solidFill>
                          <a:effectLst/>
                          <a:latin typeface="Abar Mid" pitchFamily="50" charset="-78"/>
                          <a:cs typeface="Abar Mid" pitchFamily="50" charset="-78"/>
                        </a:rPr>
                        <a:t>السيناريوهات</a:t>
                      </a:r>
                      <a:r>
                        <a:rPr lang="en-US" sz="1100" b="0" i="0" u="none" strike="noStrike" dirty="0">
                          <a:solidFill>
                            <a:srgbClr val="000000"/>
                          </a:solidFill>
                          <a:effectLst/>
                          <a:latin typeface="Abar Mid" pitchFamily="50" charset="-78"/>
                          <a:cs typeface="Abar Mid" pitchFamily="50" charset="-78"/>
                        </a:rPr>
                        <a:t> المتوقعة </a:t>
                      </a:r>
                      <a:r>
                        <a:rPr lang="en-US" sz="1100" b="0" i="0" u="none" strike="noStrike" dirty="0" err="1">
                          <a:solidFill>
                            <a:srgbClr val="000000"/>
                          </a:solidFill>
                          <a:effectLst/>
                          <a:latin typeface="Abar Mid" pitchFamily="50" charset="-78"/>
                          <a:cs typeface="Abar Mid" pitchFamily="50" charset="-78"/>
                        </a:rPr>
                        <a:t>لاستغلال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المساحات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مثال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زيادة</a:t>
                      </a:r>
                      <a:r>
                        <a:rPr lang="en-US" sz="1100" b="0" i="0" u="none" strike="noStrike" dirty="0">
                          <a:solidFill>
                            <a:srgbClr val="000000"/>
                          </a:solidFill>
                          <a:effectLst/>
                          <a:latin typeface="Abar Mid" pitchFamily="50" charset="-78"/>
                          <a:cs typeface="Abar Mid" pitchFamily="50" charset="-78"/>
                        </a:rPr>
                        <a:t> إعداد </a:t>
                      </a:r>
                      <a:r>
                        <a:rPr lang="en-US" sz="1100" b="0" i="0" u="none" strike="noStrike" dirty="0" err="1">
                          <a:solidFill>
                            <a:srgbClr val="000000"/>
                          </a:solidFill>
                          <a:effectLst/>
                          <a:latin typeface="Abar Mid" pitchFamily="50" charset="-78"/>
                          <a:cs typeface="Abar Mid" pitchFamily="50" charset="-78"/>
                        </a:rPr>
                        <a:t>الحجاج-تسكين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العمالة-زيادة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المساحة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المخصصة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للحاج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لاعتمادها</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بتاريخ</a:t>
                      </a:r>
                      <a:r>
                        <a:rPr lang="en-US" sz="1100" b="0" i="0" u="none" strike="noStrike" dirty="0">
                          <a:solidFill>
                            <a:srgbClr val="000000"/>
                          </a:solidFill>
                          <a:effectLst/>
                          <a:latin typeface="Abar Mid" pitchFamily="50" charset="-78"/>
                          <a:cs typeface="Abar Mid" pitchFamily="50" charset="-78"/>
                        </a:rPr>
                        <a:t> 23 </a:t>
                      </a:r>
                      <a:r>
                        <a:rPr lang="en-US" sz="1100" b="0" i="0" u="none" strike="noStrike" dirty="0" err="1">
                          <a:solidFill>
                            <a:srgbClr val="000000"/>
                          </a:solidFill>
                          <a:effectLst/>
                          <a:latin typeface="Abar Mid" pitchFamily="50" charset="-78"/>
                          <a:cs typeface="Abar Mid" pitchFamily="50" charset="-78"/>
                        </a:rPr>
                        <a:t>أكتوبر</a:t>
                      </a:r>
                      <a:r>
                        <a:rPr lang="en-US" sz="1100" b="0" i="0" u="none" strike="noStrike" dirty="0">
                          <a:solidFill>
                            <a:srgbClr val="000000"/>
                          </a:solidFill>
                          <a:effectLst/>
                          <a:latin typeface="Abar Mid" pitchFamily="50" charset="-78"/>
                          <a:cs typeface="Abar Mid" pitchFamily="50" charset="-78"/>
                        </a:rPr>
                        <a:t> 2026</a:t>
                      </a:r>
                      <a:endParaRPr lang="ar-SA" sz="1100" b="0" i="0" u="none" strike="noStrike" dirty="0">
                        <a:solidFill>
                          <a:srgbClr val="000000"/>
                        </a:solidFill>
                        <a:effectLst/>
                        <a:latin typeface="Abar Mid" pitchFamily="50" charset="-78"/>
                        <a:cs typeface="Abar Mid" pitchFamily="50" charset="-78"/>
                      </a:endParaRPr>
                    </a:p>
                  </a:txBody>
                  <a:tcPr marL="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00805841"/>
                  </a:ext>
                </a:extLst>
              </a:tr>
              <a:tr h="503725">
                <a:tc>
                  <a:txBody>
                    <a:bodyPr/>
                    <a:lstStyle/>
                    <a:p>
                      <a:pPr marL="0" algn="ctr" defTabSz="914400" rtl="0" eaLnBrk="1" latinLnBrk="0" hangingPunct="1">
                        <a:lnSpc>
                          <a:spcPct val="105000"/>
                        </a:lnSpc>
                      </a:pPr>
                      <a:r>
                        <a:rPr lang="ar-SA" sz="1100" kern="0" baseline="0" dirty="0">
                          <a:solidFill>
                            <a:schemeClr val="tx1"/>
                          </a:solidFill>
                          <a:latin typeface="Abar Mid" pitchFamily="50" charset="-78"/>
                          <a:ea typeface="Abar Mid" pitchFamily="50" charset="-78"/>
                          <a:cs typeface="Abar Mid" pitchFamily="50" charset="-78"/>
                        </a:rPr>
                        <a:t>3</a:t>
                      </a:r>
                      <a:endParaRPr sz="1100" kern="0" baseline="0" dirty="0">
                        <a:solidFill>
                          <a:schemeClr val="tx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457200" rtl="1" eaLnBrk="1" fontAlgn="ctr" latinLnBrk="0" hangingPunct="1">
                        <a:buNone/>
                      </a:pPr>
                      <a:r>
                        <a:rPr lang="en-US" sz="1100" b="0" i="0" u="none" strike="noStrike" kern="1200" dirty="0" err="1">
                          <a:solidFill>
                            <a:srgbClr val="000000"/>
                          </a:solidFill>
                          <a:effectLst/>
                          <a:latin typeface="Abar Mid" pitchFamily="50" charset="-78"/>
                          <a:ea typeface="Abar Mid" pitchFamily="50" charset="-78"/>
                          <a:cs typeface="Abar Mid" pitchFamily="50" charset="-78"/>
                        </a:rPr>
                        <a:t>أعمال</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وتنظيمات</a:t>
                      </a:r>
                      <a:r>
                        <a:rPr lang="en-US" sz="1100" b="0" i="0" u="none" strike="noStrike" kern="1200" dirty="0">
                          <a:solidFill>
                            <a:srgbClr val="000000"/>
                          </a:solidFill>
                          <a:effectLst/>
                          <a:latin typeface="Abar Mid" pitchFamily="50" charset="-78"/>
                          <a:ea typeface="Abar Mid" pitchFamily="50" charset="-78"/>
                          <a:cs typeface="Abar Mid" pitchFamily="50" charset="-78"/>
                        </a:rPr>
                        <a:t> شركات تقديم الخدمة </a:t>
                      </a:r>
                      <a:r>
                        <a:rPr lang="en-US" sz="1100" b="0" i="0" u="none" strike="noStrike" kern="1200" dirty="0" err="1">
                          <a:solidFill>
                            <a:srgbClr val="000000"/>
                          </a:solidFill>
                          <a:effectLst/>
                          <a:latin typeface="Abar Mid" pitchFamily="50" charset="-78"/>
                          <a:ea typeface="Abar Mid" pitchFamily="50" charset="-78"/>
                          <a:cs typeface="Abar Mid" pitchFamily="50" charset="-78"/>
                        </a:rPr>
                        <a:t>للحجاج</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7620" marR="18288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457200"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16-06-2026</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457200" rtl="1" eaLnBrk="1" fontAlgn="ctr" latinLnBrk="0" hangingPunct="1">
                        <a:buNone/>
                      </a:pPr>
                      <a:r>
                        <a:rPr lang="en-US" sz="1100" b="0" i="0" u="none" strike="noStrike" kern="1200">
                          <a:solidFill>
                            <a:srgbClr val="000000"/>
                          </a:solidFill>
                          <a:effectLst/>
                          <a:latin typeface="Abar Mid" pitchFamily="50" charset="-78"/>
                          <a:ea typeface="Abar Mid" pitchFamily="50" charset="-78"/>
                          <a:cs typeface="Abar Mid" pitchFamily="50" charset="-78"/>
                        </a:rPr>
                        <a:t>05-11-2026</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100" b="1" i="0" u="none" strike="noStrike" dirty="0">
                          <a:solidFill>
                            <a:srgbClr val="000000"/>
                          </a:solidFill>
                          <a:effectLst/>
                          <a:latin typeface="Abar Mid" pitchFamily="50" charset="-78"/>
                          <a:cs typeface="Abar Mid" pitchFamily="50" charset="-78"/>
                        </a:rPr>
                        <a:t>تاريخ التحديث  3 سبتمبر 2026</a:t>
                      </a:r>
                    </a:p>
                    <a:p>
                      <a:pPr algn="r" rtl="1" fontAlgn="ctr">
                        <a:buNone/>
                      </a:pPr>
                      <a:r>
                        <a:rPr lang="en-US" sz="1100" b="0" i="0" u="none" strike="noStrike" dirty="0" err="1">
                          <a:solidFill>
                            <a:srgbClr val="000000"/>
                          </a:solidFill>
                          <a:effectLst/>
                          <a:latin typeface="Abar Mid" pitchFamily="50" charset="-78"/>
                          <a:cs typeface="Abar Mid" pitchFamily="50" charset="-78"/>
                        </a:rPr>
                        <a:t>جار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العمل</a:t>
                      </a:r>
                      <a:r>
                        <a:rPr lang="en-US" sz="1100" b="0" i="0" u="none" strike="noStrike" dirty="0">
                          <a:solidFill>
                            <a:srgbClr val="000000"/>
                          </a:solidFill>
                          <a:effectLst/>
                          <a:latin typeface="Abar Mid" pitchFamily="50" charset="-78"/>
                          <a:cs typeface="Abar Mid" pitchFamily="50" charset="-78"/>
                        </a:rPr>
                        <a:t> على دراسة </a:t>
                      </a:r>
                      <a:r>
                        <a:rPr lang="en-US" sz="1100" b="0" i="0" u="none" strike="noStrike" dirty="0" err="1">
                          <a:solidFill>
                            <a:srgbClr val="000000"/>
                          </a:solidFill>
                          <a:effectLst/>
                          <a:latin typeface="Abar Mid" pitchFamily="50" charset="-78"/>
                          <a:cs typeface="Abar Mid" pitchFamily="50" charset="-78"/>
                        </a:rPr>
                        <a:t>وتحليل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نتائج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استبيان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نموذج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تشغيل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مراكز</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الضيافة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لموسم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حج</a:t>
                      </a:r>
                      <a:r>
                        <a:rPr lang="en-US" sz="1100" b="0" i="0" u="none" strike="noStrike" dirty="0">
                          <a:solidFill>
                            <a:srgbClr val="000000"/>
                          </a:solidFill>
                          <a:effectLst/>
                          <a:latin typeface="Abar Mid" pitchFamily="50" charset="-78"/>
                          <a:cs typeface="Abar Mid" pitchFamily="50" charset="-78"/>
                        </a:rPr>
                        <a:t> 1447هـ، على </a:t>
                      </a:r>
                      <a:r>
                        <a:rPr lang="en-US" sz="1100" b="0" i="0" u="none" strike="noStrike" dirty="0" err="1">
                          <a:solidFill>
                            <a:srgbClr val="000000"/>
                          </a:solidFill>
                          <a:effectLst/>
                          <a:latin typeface="Abar Mid" pitchFamily="50" charset="-78"/>
                          <a:cs typeface="Abar Mid" pitchFamily="50" charset="-78"/>
                        </a:rPr>
                        <a:t>أن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يتم</a:t>
                      </a:r>
                      <a:r>
                        <a:rPr lang="en-US" sz="1100" b="0" i="0" u="none" strike="noStrike" dirty="0">
                          <a:solidFill>
                            <a:srgbClr val="000000"/>
                          </a:solidFill>
                          <a:effectLst/>
                          <a:latin typeface="Abar Mid" pitchFamily="50" charset="-78"/>
                          <a:cs typeface="Abar Mid" pitchFamily="50" charset="-78"/>
                        </a:rPr>
                        <a:t> الانتهاء من </a:t>
                      </a:r>
                      <a:r>
                        <a:rPr lang="en-US" sz="1100" b="0" i="0" u="none" strike="noStrike" dirty="0" err="1">
                          <a:solidFill>
                            <a:srgbClr val="000000"/>
                          </a:solidFill>
                          <a:effectLst/>
                          <a:latin typeface="Abar Mid" pitchFamily="50" charset="-78"/>
                          <a:cs typeface="Abar Mid" pitchFamily="50" charset="-78"/>
                        </a:rPr>
                        <a:t>تحليل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النتائج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بتاريخ</a:t>
                      </a:r>
                      <a:r>
                        <a:rPr lang="en-US" sz="1100" b="0" i="0" u="none" strike="noStrike" dirty="0">
                          <a:solidFill>
                            <a:srgbClr val="000000"/>
                          </a:solidFill>
                          <a:effectLst/>
                          <a:latin typeface="Abar Mid" pitchFamily="50" charset="-78"/>
                          <a:cs typeface="Abar Mid" pitchFamily="50" charset="-78"/>
                        </a:rPr>
                        <a:t> 20 </a:t>
                      </a:r>
                      <a:r>
                        <a:rPr lang="en-US" sz="1100" b="0" i="0" u="none" strike="noStrike" dirty="0" err="1">
                          <a:solidFill>
                            <a:srgbClr val="000000"/>
                          </a:solidFill>
                          <a:effectLst/>
                          <a:latin typeface="Abar Mid" pitchFamily="50" charset="-78"/>
                          <a:cs typeface="Abar Mid" pitchFamily="50" charset="-78"/>
                        </a:rPr>
                        <a:t>أكتوبر</a:t>
                      </a:r>
                      <a:r>
                        <a:rPr lang="en-US" sz="1100" b="0" i="0" u="none" strike="noStrike" dirty="0">
                          <a:solidFill>
                            <a:srgbClr val="000000"/>
                          </a:solidFill>
                          <a:effectLst/>
                          <a:latin typeface="Abar Mid" pitchFamily="50" charset="-78"/>
                          <a:cs typeface="Abar Mid" pitchFamily="50" charset="-78"/>
                        </a:rPr>
                        <a:t> 2026م</a:t>
                      </a:r>
                    </a:p>
                  </a:txBody>
                  <a:tcPr marL="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90736528"/>
                  </a:ext>
                </a:extLst>
              </a:tr>
              <a:tr h="503725">
                <a:tc>
                  <a:txBody>
                    <a:bodyPr/>
                    <a:lstStyle/>
                    <a:p>
                      <a:pPr marL="0" algn="ctr" defTabSz="914400" rtl="0" eaLnBrk="1" latinLnBrk="0" hangingPunct="1">
                        <a:lnSpc>
                          <a:spcPct val="105000"/>
                        </a:lnSpc>
                      </a:pPr>
                      <a:r>
                        <a:rPr lang="ar-SA" sz="1100" kern="0" baseline="0">
                          <a:solidFill>
                            <a:schemeClr val="tx1"/>
                          </a:solidFill>
                          <a:latin typeface="Abar Mid" pitchFamily="50" charset="-78"/>
                          <a:ea typeface="Abar Mid" pitchFamily="50" charset="-78"/>
                          <a:cs typeface="Abar Mid" pitchFamily="50" charset="-78"/>
                        </a:rPr>
                        <a:t>4</a:t>
                      </a:r>
                      <a:endParaRPr sz="1100" kern="0" baseline="0">
                        <a:solidFill>
                          <a:schemeClr val="tx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457200" rtl="1" eaLnBrk="1" fontAlgn="ctr" latinLnBrk="0" hangingPunct="1">
                        <a:buNone/>
                      </a:pPr>
                      <a:r>
                        <a:rPr lang="en-US" sz="1100" b="0" i="0" u="none" strike="noStrike" kern="1200" dirty="0" err="1">
                          <a:solidFill>
                            <a:srgbClr val="000000"/>
                          </a:solidFill>
                          <a:effectLst/>
                          <a:latin typeface="Abar Mid" pitchFamily="50" charset="-78"/>
                          <a:ea typeface="Abar Mid" pitchFamily="50" charset="-78"/>
                          <a:cs typeface="Abar Mid" pitchFamily="50" charset="-78"/>
                        </a:rPr>
                        <a:t>تطوير</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نموذج</a:t>
                      </a:r>
                      <a:r>
                        <a:rPr lang="en-US" sz="1100" b="0" i="0" u="none" strike="noStrike" kern="1200" dirty="0">
                          <a:solidFill>
                            <a:srgbClr val="000000"/>
                          </a:solidFill>
                          <a:effectLst/>
                          <a:latin typeface="Abar Mid" pitchFamily="50" charset="-78"/>
                          <a:ea typeface="Abar Mid" pitchFamily="50" charset="-78"/>
                          <a:cs typeface="Abar Mid" pitchFamily="50" charset="-78"/>
                        </a:rPr>
                        <a:t> شركات </a:t>
                      </a:r>
                      <a:r>
                        <a:rPr lang="en-US" sz="1100" b="0" i="0" u="none" strike="noStrike" kern="1200" dirty="0" err="1">
                          <a:solidFill>
                            <a:srgbClr val="000000"/>
                          </a:solidFill>
                          <a:effectLst/>
                          <a:latin typeface="Abar Mid" pitchFamily="50" charset="-78"/>
                          <a:ea typeface="Abar Mid" pitchFamily="50" charset="-78"/>
                          <a:cs typeface="Abar Mid" pitchFamily="50" charset="-78"/>
                        </a:rPr>
                        <a:t>حجاج</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الداخل</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7620" marR="18288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457200" rtl="1" eaLnBrk="1" fontAlgn="ctr" latinLnBrk="0" hangingPunct="1">
                        <a:buNone/>
                      </a:pPr>
                      <a:r>
                        <a:rPr lang="en-US" sz="1100" b="0" i="0" u="none" strike="noStrike" kern="1200">
                          <a:solidFill>
                            <a:srgbClr val="000000"/>
                          </a:solidFill>
                          <a:effectLst/>
                          <a:latin typeface="Abar Mid" pitchFamily="50" charset="-78"/>
                          <a:ea typeface="Abar Mid" pitchFamily="50" charset="-78"/>
                          <a:cs typeface="Abar Mid" pitchFamily="50" charset="-78"/>
                        </a:rPr>
                        <a:t>16-06-2026</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457200"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04-10-2026</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على المخطط</a:t>
                      </a:r>
                    </a:p>
                  </a:txBody>
                  <a:tcPr marL="7620" marR="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100" b="1" i="0" u="none" strike="noStrike" dirty="0">
                          <a:solidFill>
                            <a:srgbClr val="000000"/>
                          </a:solidFill>
                          <a:effectLst/>
                          <a:latin typeface="Abar Mid" pitchFamily="50" charset="-78"/>
                          <a:cs typeface="Abar Mid" pitchFamily="50" charset="-78"/>
                        </a:rPr>
                        <a:t>تاريخ التحديث 16 سبتمبر 2026</a:t>
                      </a:r>
                    </a:p>
                    <a:p>
                      <a:pPr algn="r" rtl="1" fontAlgn="ctr">
                        <a:buNone/>
                      </a:pPr>
                      <a:r>
                        <a:rPr lang="en-US" sz="1100" b="0" i="0" u="none" strike="noStrike" dirty="0">
                          <a:solidFill>
                            <a:srgbClr val="000000"/>
                          </a:solidFill>
                          <a:effectLst/>
                          <a:latin typeface="Abar Mid" pitchFamily="50" charset="-78"/>
                          <a:cs typeface="Abar Mid" pitchFamily="50" charset="-78"/>
                        </a:rPr>
                        <a:t>تم </a:t>
                      </a:r>
                      <a:r>
                        <a:rPr lang="en-US" sz="1100" b="0" i="0" u="none" strike="noStrike" dirty="0" err="1">
                          <a:solidFill>
                            <a:srgbClr val="000000"/>
                          </a:solidFill>
                          <a:effectLst/>
                          <a:latin typeface="Abar Mid" pitchFamily="50" charset="-78"/>
                          <a:cs typeface="Abar Mid" pitchFamily="50" charset="-78"/>
                        </a:rPr>
                        <a:t>الاجتماع</a:t>
                      </a:r>
                      <a:r>
                        <a:rPr lang="en-US" sz="1100" b="0" i="0" u="none" strike="noStrike" dirty="0">
                          <a:solidFill>
                            <a:srgbClr val="000000"/>
                          </a:solidFill>
                          <a:effectLst/>
                          <a:latin typeface="Abar Mid" pitchFamily="50" charset="-78"/>
                          <a:cs typeface="Abar Mid" pitchFamily="50" charset="-78"/>
                        </a:rPr>
                        <a:t> مع </a:t>
                      </a:r>
                      <a:r>
                        <a:rPr lang="en-US" sz="1100" b="0" i="0" u="none" strike="noStrike" dirty="0" err="1">
                          <a:solidFill>
                            <a:srgbClr val="000000"/>
                          </a:solidFill>
                          <a:effectLst/>
                          <a:latin typeface="Abar Mid" pitchFamily="50" charset="-78"/>
                          <a:cs typeface="Abar Mid" pitchFamily="50" charset="-78"/>
                        </a:rPr>
                        <a:t>المجلس</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التنسيقي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لحجاج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الداخل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لاستعراض</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مستجدات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موسم</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حج</a:t>
                      </a:r>
                      <a:r>
                        <a:rPr lang="en-US" sz="1100" b="0" i="0" u="none" strike="noStrike" dirty="0">
                          <a:solidFill>
                            <a:srgbClr val="000000"/>
                          </a:solidFill>
                          <a:effectLst/>
                          <a:latin typeface="Abar Mid" pitchFamily="50" charset="-78"/>
                          <a:cs typeface="Abar Mid" pitchFamily="50" charset="-78"/>
                        </a:rPr>
                        <a:t> 1448 هـ  وتم </a:t>
                      </a:r>
                      <a:r>
                        <a:rPr lang="en-US" sz="1100" b="0" i="0" u="none" strike="noStrike" dirty="0" err="1">
                          <a:solidFill>
                            <a:srgbClr val="000000"/>
                          </a:solidFill>
                          <a:effectLst/>
                          <a:latin typeface="Abar Mid" pitchFamily="50" charset="-78"/>
                          <a:cs typeface="Abar Mid" pitchFamily="50" charset="-78"/>
                        </a:rPr>
                        <a:t>التوصل</a:t>
                      </a:r>
                      <a:r>
                        <a:rPr lang="en-US" sz="1100" b="0" i="0" u="none" strike="noStrike" dirty="0">
                          <a:solidFill>
                            <a:srgbClr val="000000"/>
                          </a:solidFill>
                          <a:effectLst/>
                          <a:latin typeface="Abar Mid" pitchFamily="50" charset="-78"/>
                          <a:cs typeface="Abar Mid" pitchFamily="50" charset="-78"/>
                        </a:rPr>
                        <a:t> إلى </a:t>
                      </a:r>
                      <a:r>
                        <a:rPr lang="en-US" sz="1100" b="0" i="0" u="none" strike="noStrike" dirty="0" err="1">
                          <a:solidFill>
                            <a:srgbClr val="000000"/>
                          </a:solidFill>
                          <a:effectLst/>
                          <a:latin typeface="Abar Mid" pitchFamily="50" charset="-78"/>
                          <a:cs typeface="Abar Mid" pitchFamily="50" charset="-78"/>
                        </a:rPr>
                        <a:t>إضافة</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بعض</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المتطلبات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لتحسين</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وتجويد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الخدمات</a:t>
                      </a:r>
                      <a:endParaRPr lang="en-US" sz="1100" b="0" i="0" u="none" strike="noStrike" dirty="0">
                        <a:solidFill>
                          <a:srgbClr val="000000"/>
                        </a:solidFill>
                        <a:effectLst/>
                        <a:latin typeface="Abar Mid" pitchFamily="50" charset="-78"/>
                        <a:cs typeface="Abar Mid" pitchFamily="50" charset="-78"/>
                      </a:endParaRPr>
                    </a:p>
                    <a:p>
                      <a:pPr algn="r" rtl="1" fontAlgn="ctr">
                        <a:buNone/>
                      </a:pPr>
                      <a:r>
                        <a:rPr lang="en-US" sz="1100" b="0" i="0" u="none" strike="noStrike" dirty="0">
                          <a:solidFill>
                            <a:srgbClr val="000000"/>
                          </a:solidFill>
                          <a:effectLst/>
                          <a:latin typeface="Abar Mid" pitchFamily="50" charset="-78"/>
                          <a:cs typeface="Abar Mid" pitchFamily="50" charset="-78"/>
                        </a:rPr>
                        <a:t>تم </a:t>
                      </a:r>
                      <a:r>
                        <a:rPr lang="en-US" sz="1100" b="0" i="0" u="none" strike="noStrike" dirty="0" err="1">
                          <a:solidFill>
                            <a:srgbClr val="000000"/>
                          </a:solidFill>
                          <a:effectLst/>
                          <a:latin typeface="Abar Mid" pitchFamily="50" charset="-78"/>
                          <a:cs typeface="Abar Mid" pitchFamily="50" charset="-78"/>
                        </a:rPr>
                        <a:t>تحديث</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بنود</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النموذج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التشغيلي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لشركات</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حجاج</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الداخل</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وفي</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طور</a:t>
                      </a:r>
                      <a:r>
                        <a:rPr lang="en-US" sz="1100" b="0" i="0" u="none" strike="noStrike" dirty="0">
                          <a:solidFill>
                            <a:srgbClr val="000000"/>
                          </a:solidFill>
                          <a:effectLst/>
                          <a:latin typeface="Abar Mid" pitchFamily="50" charset="-78"/>
                          <a:cs typeface="Abar Mid" pitchFamily="50" charset="-78"/>
                        </a:rPr>
                        <a:t> </a:t>
                      </a:r>
                      <a:r>
                        <a:rPr lang="en-US" sz="1100" b="0" i="0" u="none" strike="noStrike" dirty="0" err="1">
                          <a:solidFill>
                            <a:srgbClr val="000000"/>
                          </a:solidFill>
                          <a:effectLst/>
                          <a:latin typeface="Abar Mid" pitchFamily="50" charset="-78"/>
                          <a:cs typeface="Abar Mid" pitchFamily="50" charset="-78"/>
                        </a:rPr>
                        <a:t>اعتمادها</a:t>
                      </a:r>
                      <a:endParaRPr lang="en-US" sz="1100" b="0" i="0" u="none" strike="noStrike" dirty="0">
                        <a:solidFill>
                          <a:srgbClr val="000000"/>
                        </a:solidFill>
                        <a:effectLst/>
                        <a:latin typeface="Abar Mid" pitchFamily="50" charset="-78"/>
                        <a:cs typeface="Abar Mid" pitchFamily="50" charset="-78"/>
                      </a:endParaRPr>
                    </a:p>
                  </a:txBody>
                  <a:tcPr marL="7620" marT="762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73659202"/>
                  </a:ext>
                </a:extLst>
              </a:tr>
              <a:tr h="503725">
                <a:tc>
                  <a:txBody>
                    <a:bodyPr/>
                    <a:lstStyle/>
                    <a:p>
                      <a:pPr marL="0" algn="ctr" defTabSz="914400" rtl="0" eaLnBrk="1" latinLnBrk="0" hangingPunct="1">
                        <a:lnSpc>
                          <a:spcPct val="105000"/>
                        </a:lnSpc>
                      </a:pPr>
                      <a:r>
                        <a:rPr lang="ar-SA" sz="1100" kern="0" baseline="0">
                          <a:solidFill>
                            <a:schemeClr val="tx1"/>
                          </a:solidFill>
                          <a:latin typeface="Abar Mid" pitchFamily="50" charset="-78"/>
                          <a:ea typeface="Abar Mid" pitchFamily="50" charset="-78"/>
                          <a:cs typeface="Abar Mid" pitchFamily="50" charset="-78"/>
                        </a:rPr>
                        <a:t>5</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a:solidFill>
                            <a:srgbClr val="000000"/>
                          </a:solidFill>
                          <a:effectLst/>
                          <a:latin typeface="Abar Mid" pitchFamily="50" charset="-78"/>
                          <a:ea typeface="Abar Mid" pitchFamily="50" charset="-78"/>
                          <a:cs typeface="Abar Mid" pitchFamily="50" charset="-78"/>
                        </a:rPr>
                        <a:t>أعمال تطوير رغبات الحجاج لأداء النسك بمشعر مزدلفة لموسم حج 1448 هجري</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a:solidFill>
                            <a:srgbClr val="000000"/>
                          </a:solidFill>
                          <a:effectLst/>
                          <a:latin typeface="Abar Mid" pitchFamily="50" charset="-78"/>
                          <a:ea typeface="Abar Mid" pitchFamily="50" charset="-78"/>
                          <a:cs typeface="Abar Mid" pitchFamily="50" charset="-78"/>
                        </a:rPr>
                        <a:t>25-06-2026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a:solidFill>
                            <a:srgbClr val="000000"/>
                          </a:solidFill>
                          <a:effectLst/>
                          <a:latin typeface="Abar Mid" pitchFamily="50" charset="-78"/>
                          <a:ea typeface="Abar Mid" pitchFamily="50" charset="-78"/>
                          <a:cs typeface="Abar Mid" pitchFamily="50" charset="-78"/>
                        </a:rPr>
                        <a:t>25-07-2026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ar-SA" sz="1100" b="0" i="0" u="none" strike="noStrike" kern="1200" dirty="0">
                          <a:solidFill>
                            <a:srgbClr val="000000"/>
                          </a:solidFill>
                          <a:effectLst/>
                          <a:latin typeface="Abar Mid" pitchFamily="50" charset="-78"/>
                          <a:ea typeface="Abar Mid" pitchFamily="50" charset="-78"/>
                          <a:cs typeface="Abar Mid" pitchFamily="50" charset="-78"/>
                        </a:rPr>
                        <a:t>مكتمل</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marL="0" indent="0" algn="r" rtl="1" fontAlgn="ctr">
                        <a:buFont typeface="Arial" panose="020B0604020202020204" pitchFamily="34" charset="0"/>
                        <a:buNone/>
                      </a:pPr>
                      <a:r>
                        <a:rPr lang="en-US" sz="1100" b="1" i="0" u="none" strike="noStrike" dirty="0">
                          <a:solidFill>
                            <a:srgbClr val="000000"/>
                          </a:solidFill>
                          <a:effectLst/>
                          <a:latin typeface="Abar Mid" pitchFamily="50" charset="-78"/>
                          <a:ea typeface="Abar Mid" pitchFamily="50" charset="-78"/>
                          <a:cs typeface="Abar Mid" pitchFamily="50" charset="-78"/>
                        </a:rPr>
                        <a:t>تاريخ التحديث  30 </a:t>
                      </a:r>
                      <a:r>
                        <a:rPr lang="en-US" sz="1100" b="1" i="0" u="none" strike="noStrike" dirty="0" err="1">
                          <a:solidFill>
                            <a:srgbClr val="000000"/>
                          </a:solidFill>
                          <a:effectLst/>
                          <a:latin typeface="Abar Mid" pitchFamily="50" charset="-78"/>
                          <a:ea typeface="Abar Mid" pitchFamily="50" charset="-78"/>
                          <a:cs typeface="Abar Mid" pitchFamily="50" charset="-78"/>
                        </a:rPr>
                        <a:t>أغسطس</a:t>
                      </a:r>
                      <a:r>
                        <a:rPr lang="en-US" sz="1100" b="1" i="0" u="none" strike="noStrike" dirty="0">
                          <a:solidFill>
                            <a:srgbClr val="000000"/>
                          </a:solidFill>
                          <a:effectLst/>
                          <a:latin typeface="Abar Mid" pitchFamily="50" charset="-78"/>
                          <a:ea typeface="Abar Mid" pitchFamily="50" charset="-78"/>
                          <a:cs typeface="Abar Mid" pitchFamily="50" charset="-78"/>
                        </a:rPr>
                        <a:t> 2026</a:t>
                      </a:r>
                      <a:endParaRPr lang="ar-SA" sz="1100" b="0" i="0" u="none" strike="noStrike" dirty="0">
                        <a:solidFill>
                          <a:srgbClr val="000000"/>
                        </a:solidFill>
                        <a:effectLst/>
                        <a:latin typeface="Abar Mid" pitchFamily="50" charset="-78"/>
                        <a:ea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a:solidFill>
                            <a:srgbClr val="000000"/>
                          </a:solidFill>
                          <a:effectLst/>
                          <a:latin typeface="Abar Mid" pitchFamily="50" charset="-78"/>
                          <a:ea typeface="Abar Mid" pitchFamily="50" charset="-78"/>
                          <a:cs typeface="Abar Mid" pitchFamily="50" charset="-78"/>
                        </a:rPr>
                        <a:t>تم </a:t>
                      </a:r>
                      <a:r>
                        <a:rPr lang="en-US" sz="1100" b="0" i="0" u="none" strike="noStrike" dirty="0" err="1">
                          <a:solidFill>
                            <a:srgbClr val="000000"/>
                          </a:solidFill>
                          <a:effectLst/>
                          <a:latin typeface="Abar Mid" pitchFamily="50" charset="-78"/>
                          <a:ea typeface="Abar Mid" pitchFamily="50" charset="-78"/>
                          <a:cs typeface="Abar Mid" pitchFamily="50" charset="-78"/>
                        </a:rPr>
                        <a:t>استعراض</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المخرجات</a:t>
                      </a:r>
                      <a:r>
                        <a:rPr lang="en-US" sz="1100" b="0" i="0" u="none" strike="noStrike" dirty="0">
                          <a:solidFill>
                            <a:srgbClr val="000000"/>
                          </a:solidFill>
                          <a:effectLst/>
                          <a:latin typeface="Abar Mid" pitchFamily="50" charset="-78"/>
                          <a:ea typeface="Abar Mid" pitchFamily="50" charset="-78"/>
                          <a:cs typeface="Abar Mid" pitchFamily="50" charset="-78"/>
                        </a:rPr>
                        <a:t> في </a:t>
                      </a:r>
                      <a:r>
                        <a:rPr lang="en-US" sz="1100" b="0" i="0" u="none" strike="noStrike" dirty="0" err="1">
                          <a:solidFill>
                            <a:srgbClr val="000000"/>
                          </a:solidFill>
                          <a:effectLst/>
                          <a:latin typeface="Abar Mid" pitchFamily="50" charset="-78"/>
                          <a:ea typeface="Abar Mid" pitchFamily="50" charset="-78"/>
                          <a:cs typeface="Abar Mid" pitchFamily="50" charset="-78"/>
                        </a:rPr>
                        <a:t>اجتماع</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القيادات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بتاريخ</a:t>
                      </a:r>
                      <a:r>
                        <a:rPr lang="en-US" sz="1100" b="0" i="0" u="none" strike="noStrike" dirty="0">
                          <a:solidFill>
                            <a:srgbClr val="000000"/>
                          </a:solidFill>
                          <a:effectLst/>
                          <a:latin typeface="Abar Mid" pitchFamily="50" charset="-78"/>
                          <a:ea typeface="Abar Mid" pitchFamily="50" charset="-78"/>
                          <a:cs typeface="Abar Mid" pitchFamily="50" charset="-78"/>
                        </a:rPr>
                        <a:t> 24 </a:t>
                      </a:r>
                      <a:r>
                        <a:rPr lang="en-US" sz="1100" b="0" i="0" u="none" strike="noStrike" dirty="0" err="1">
                          <a:solidFill>
                            <a:srgbClr val="000000"/>
                          </a:solidFill>
                          <a:effectLst/>
                          <a:latin typeface="Abar Mid" pitchFamily="50" charset="-78"/>
                          <a:ea typeface="Abar Mid" pitchFamily="50" charset="-78"/>
                          <a:cs typeface="Abar Mid" pitchFamily="50" charset="-78"/>
                        </a:rPr>
                        <a:t>أغسطس</a:t>
                      </a:r>
                      <a:r>
                        <a:rPr lang="en-US" sz="1100" b="0" i="0" u="none" strike="noStrike" dirty="0">
                          <a:solidFill>
                            <a:srgbClr val="000000"/>
                          </a:solidFill>
                          <a:effectLst/>
                          <a:latin typeface="Abar Mid" pitchFamily="50" charset="-78"/>
                          <a:ea typeface="Abar Mid" pitchFamily="50" charset="-78"/>
                          <a:cs typeface="Abar Mid" pitchFamily="50" charset="-78"/>
                        </a:rPr>
                        <a:t> 2026</a:t>
                      </a:r>
                      <a:endParaRPr lang="ar-SA" sz="1100" b="0" i="0" u="none" strike="noStrike" dirty="0">
                        <a:solidFill>
                          <a:srgbClr val="000000"/>
                        </a:solidFill>
                        <a:effectLst/>
                        <a:latin typeface="Abar Mid" pitchFamily="50" charset="-78"/>
                        <a:ea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a:solidFill>
                            <a:srgbClr val="000000"/>
                          </a:solidFill>
                          <a:effectLst/>
                          <a:latin typeface="Abar Mid" pitchFamily="50" charset="-78"/>
                          <a:ea typeface="Abar Mid" pitchFamily="50" charset="-78"/>
                          <a:cs typeface="Abar Mid" pitchFamily="50" charset="-78"/>
                        </a:rPr>
                        <a:t>تمت المواءمة مع وكالة التعاون الدولي </a:t>
                      </a:r>
                      <a:r>
                        <a:rPr lang="en-US" sz="1100" b="0" i="0" u="none" strike="noStrike" dirty="0" err="1">
                          <a:solidFill>
                            <a:srgbClr val="000000"/>
                          </a:solidFill>
                          <a:effectLst/>
                          <a:latin typeface="Abar Mid" pitchFamily="50" charset="-78"/>
                          <a:ea typeface="Abar Mid" pitchFamily="50" charset="-78"/>
                          <a:cs typeface="Abar Mid" pitchFamily="50" charset="-78"/>
                        </a:rPr>
                        <a:t>لتضمين</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شرح</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توضيحي</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لمكاتب</a:t>
                      </a:r>
                      <a:r>
                        <a:rPr lang="en-US" sz="1100" b="0" i="0" u="none" strike="noStrike" dirty="0">
                          <a:solidFill>
                            <a:srgbClr val="000000"/>
                          </a:solidFill>
                          <a:effectLst/>
                          <a:latin typeface="Abar Mid" pitchFamily="50" charset="-78"/>
                          <a:ea typeface="Abar Mid" pitchFamily="50" charset="-78"/>
                          <a:cs typeface="Abar Mid" pitchFamily="50" charset="-78"/>
                        </a:rPr>
                        <a:t> شؤون الحج </a:t>
                      </a:r>
                      <a:r>
                        <a:rPr lang="en-US" sz="1100" b="0" i="0" u="none" strike="noStrike" dirty="0" err="1">
                          <a:solidFill>
                            <a:srgbClr val="000000"/>
                          </a:solidFill>
                          <a:effectLst/>
                          <a:latin typeface="Abar Mid" pitchFamily="50" charset="-78"/>
                          <a:ea typeface="Abar Mid" pitchFamily="50" charset="-78"/>
                          <a:cs typeface="Abar Mid" pitchFamily="50" charset="-78"/>
                        </a:rPr>
                        <a:t>لمواقع</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مشعر</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مزدلفة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حسب</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الرخص</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الشرعية</a:t>
                      </a:r>
                      <a:r>
                        <a:rPr lang="en-US" sz="1100" b="0" i="0" u="none" strike="noStrike" dirty="0">
                          <a:solidFill>
                            <a:srgbClr val="000000"/>
                          </a:solidFill>
                          <a:effectLst/>
                          <a:latin typeface="Abar Mid" pitchFamily="50" charset="-78"/>
                          <a:ea typeface="Abar Mid" pitchFamily="50" charset="-78"/>
                          <a:cs typeface="Abar Mid" pitchFamily="50" charset="-78"/>
                        </a:rPr>
                        <a:t> في </a:t>
                      </a:r>
                      <a:r>
                        <a:rPr lang="en-US" sz="1100" b="0" i="0" u="none" strike="noStrike" dirty="0" err="1">
                          <a:solidFill>
                            <a:srgbClr val="000000"/>
                          </a:solidFill>
                          <a:effectLst/>
                          <a:latin typeface="Abar Mid" pitchFamily="50" charset="-78"/>
                          <a:ea typeface="Abar Mid" pitchFamily="50" charset="-78"/>
                          <a:cs typeface="Abar Mid" pitchFamily="50" charset="-78"/>
                        </a:rPr>
                        <a:t>الاجتماعات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التحضيرية</a:t>
                      </a:r>
                      <a:r>
                        <a:rPr lang="en-US" sz="1100" b="0" i="0" u="none" strike="noStrike" dirty="0">
                          <a:solidFill>
                            <a:srgbClr val="000000"/>
                          </a:solidFill>
                          <a:effectLst/>
                          <a:latin typeface="Abar Mid" pitchFamily="50" charset="-78"/>
                          <a:ea typeface="Abar Mid" pitchFamily="50" charset="-78"/>
                          <a:cs typeface="Abar Mid" pitchFamily="50" charset="-78"/>
                        </a:rPr>
                        <a:t> وتم </a:t>
                      </a:r>
                      <a:r>
                        <a:rPr lang="en-US" sz="1100" b="0" i="0" u="none" strike="noStrike" dirty="0" err="1">
                          <a:solidFill>
                            <a:srgbClr val="000000"/>
                          </a:solidFill>
                          <a:effectLst/>
                          <a:latin typeface="Abar Mid" pitchFamily="50" charset="-78"/>
                          <a:ea typeface="Abar Mid" pitchFamily="50" charset="-78"/>
                          <a:cs typeface="Abar Mid" pitchFamily="50" charset="-78"/>
                        </a:rPr>
                        <a:t>استعراضها</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ضمن</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الاجتماع</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التحضيري</a:t>
                      </a:r>
                      <a:r>
                        <a:rPr lang="en-US" sz="1100" b="0" i="0" u="none" strike="noStrike" dirty="0">
                          <a:solidFill>
                            <a:srgbClr val="000000"/>
                          </a:solidFill>
                          <a:effectLst/>
                          <a:latin typeface="Abar Mid" pitchFamily="50" charset="-78"/>
                          <a:ea typeface="Abar Mid" pitchFamily="50" charset="-78"/>
                          <a:cs typeface="Abar Mid" pitchFamily="50" charset="-78"/>
                        </a:rPr>
                        <a:t> مع </a:t>
                      </a:r>
                      <a:r>
                        <a:rPr lang="en-US" sz="1100" b="0" i="0" u="none" strike="noStrike" dirty="0" err="1">
                          <a:solidFill>
                            <a:srgbClr val="000000"/>
                          </a:solidFill>
                          <a:effectLst/>
                          <a:latin typeface="Abar Mid" pitchFamily="50" charset="-78"/>
                          <a:ea typeface="Abar Mid" pitchFamily="50" charset="-78"/>
                          <a:cs typeface="Abar Mid" pitchFamily="50" charset="-78"/>
                        </a:rPr>
                        <a:t>مكتب</a:t>
                      </a:r>
                      <a:r>
                        <a:rPr lang="en-US" sz="1100" b="0" i="0" u="none" strike="noStrike" dirty="0">
                          <a:solidFill>
                            <a:srgbClr val="000000"/>
                          </a:solidFill>
                          <a:effectLst/>
                          <a:latin typeface="Abar Mid" pitchFamily="50" charset="-78"/>
                          <a:ea typeface="Abar Mid" pitchFamily="50" charset="-78"/>
                          <a:cs typeface="Abar Mid" pitchFamily="50" charset="-78"/>
                        </a:rPr>
                        <a:t> شؤون </a:t>
                      </a:r>
                      <a:r>
                        <a:rPr lang="en-US" sz="1100" b="0" i="0" u="none" strike="noStrike" dirty="0" err="1">
                          <a:solidFill>
                            <a:srgbClr val="000000"/>
                          </a:solidFill>
                          <a:effectLst/>
                          <a:latin typeface="Abar Mid" pitchFamily="50" charset="-78"/>
                          <a:ea typeface="Abar Mid" pitchFamily="50" charset="-78"/>
                          <a:cs typeface="Abar Mid" pitchFamily="50" charset="-78"/>
                        </a:rPr>
                        <a:t>حجاج</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تونس</a:t>
                      </a:r>
                      <a:endParaRPr lang="ar-SA" sz="1100" b="0" i="0" u="none" strike="noStrike" dirty="0">
                        <a:solidFill>
                          <a:srgbClr val="000000"/>
                        </a:solidFill>
                        <a:effectLst/>
                        <a:latin typeface="Abar Mid" pitchFamily="50" charset="-78"/>
                        <a:ea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51824227"/>
                  </a:ext>
                </a:extLst>
              </a:tr>
              <a:tr h="503725">
                <a:tc>
                  <a:txBody>
                    <a:bodyPr/>
                    <a:lstStyle/>
                    <a:p>
                      <a:pPr marL="0" algn="ctr" defTabSz="914400" rtl="0" eaLnBrk="1" latinLnBrk="0" hangingPunct="1">
                        <a:lnSpc>
                          <a:spcPct val="105000"/>
                        </a:lnSpc>
                      </a:pPr>
                      <a:r>
                        <a:rPr lang="ar-SA" sz="1100" kern="0" baseline="0">
                          <a:solidFill>
                            <a:schemeClr val="tx1"/>
                          </a:solidFill>
                          <a:latin typeface="Abar Mid" pitchFamily="50" charset="-78"/>
                          <a:ea typeface="Abar Mid" pitchFamily="50" charset="-78"/>
                          <a:cs typeface="Abar Mid" pitchFamily="50" charset="-78"/>
                        </a:rPr>
                        <a:t>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err="1">
                          <a:solidFill>
                            <a:srgbClr val="000000"/>
                          </a:solidFill>
                          <a:effectLst/>
                          <a:latin typeface="Abar Mid" pitchFamily="50" charset="-78"/>
                          <a:ea typeface="Abar Mid" pitchFamily="50" charset="-78"/>
                          <a:cs typeface="Abar Mid" pitchFamily="50" charset="-78"/>
                        </a:rPr>
                        <a:t>أعمال</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تطوير</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رغبات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الحجاج</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لأداء</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النسك</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لموسم</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حج</a:t>
                      </a:r>
                      <a:r>
                        <a:rPr lang="en-US" sz="1100" b="0" i="0" u="none" strike="noStrike" dirty="0">
                          <a:solidFill>
                            <a:srgbClr val="000000"/>
                          </a:solidFill>
                          <a:effectLst/>
                          <a:latin typeface="Abar Mid" pitchFamily="50" charset="-78"/>
                          <a:ea typeface="Abar Mid" pitchFamily="50" charset="-78"/>
                          <a:cs typeface="Abar Mid" pitchFamily="50" charset="-78"/>
                        </a:rPr>
                        <a:t> 1448 </a:t>
                      </a:r>
                      <a:r>
                        <a:rPr lang="en-US" sz="1100" b="0" i="0" u="none" strike="noStrike" dirty="0" err="1">
                          <a:solidFill>
                            <a:srgbClr val="000000"/>
                          </a:solidFill>
                          <a:effectLst/>
                          <a:latin typeface="Abar Mid" pitchFamily="50" charset="-78"/>
                          <a:ea typeface="Abar Mid" pitchFamily="50" charset="-78"/>
                          <a:cs typeface="Abar Mid" pitchFamily="50" charset="-78"/>
                        </a:rPr>
                        <a:t>هجري</a:t>
                      </a:r>
                      <a:endParaRPr lang="en-US" sz="1100" b="0" i="0" u="none" strike="noStrike"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25-06-2026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a:solidFill>
                            <a:srgbClr val="000000"/>
                          </a:solidFill>
                          <a:effectLst/>
                          <a:latin typeface="Abar Mid" pitchFamily="50" charset="-78"/>
                          <a:ea typeface="Abar Mid" pitchFamily="50" charset="-78"/>
                          <a:cs typeface="Abar Mid" pitchFamily="50" charset="-78"/>
                        </a:rPr>
                        <a:t>25-07-2026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kumimoji="0" lang="ar-SA" sz="1100" b="0" i="0" u="none" strike="noStrike" kern="1200" cap="none" spc="0" normalizeH="0" baseline="0" noProof="0">
                          <a:ln>
                            <a:noFill/>
                          </a:ln>
                          <a:solidFill>
                            <a:srgbClr val="000000"/>
                          </a:solidFill>
                          <a:effectLst/>
                          <a:uLnTx/>
                          <a:uFillTx/>
                          <a:latin typeface="Abar Mid" pitchFamily="50" charset="-78"/>
                          <a:ea typeface="Abar Mid" pitchFamily="50" charset="-78"/>
                          <a:cs typeface="Abar Mid" pitchFamily="50" charset="-78"/>
                        </a:rPr>
                        <a:t>مكتمل</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marL="0" indent="0" algn="r" rtl="1" fontAlgn="ctr">
                        <a:buFont typeface="Arial" panose="020B0604020202020204" pitchFamily="34" charset="0"/>
                        <a:buNone/>
                      </a:pPr>
                      <a:r>
                        <a:rPr lang="en-US" sz="1100" b="1" i="0" u="none" strike="noStrike" dirty="0">
                          <a:solidFill>
                            <a:srgbClr val="000000"/>
                          </a:solidFill>
                          <a:effectLst/>
                          <a:latin typeface="Abar Mid" pitchFamily="50" charset="-78"/>
                          <a:ea typeface="Abar Mid" pitchFamily="50" charset="-78"/>
                          <a:cs typeface="Abar Mid" pitchFamily="50" charset="-78"/>
                        </a:rPr>
                        <a:t>تاريخ التحديث 3 سبتمبر 2026</a:t>
                      </a:r>
                      <a:endParaRPr lang="ar-SA" sz="1100" b="0" i="0" u="none" strike="noStrike" dirty="0">
                        <a:solidFill>
                          <a:srgbClr val="000000"/>
                        </a:solidFill>
                        <a:effectLst/>
                        <a:latin typeface="Abar Mid" pitchFamily="50" charset="-78"/>
                        <a:ea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a:solidFill>
                            <a:srgbClr val="000000"/>
                          </a:solidFill>
                          <a:effectLst/>
                          <a:latin typeface="Abar Mid" pitchFamily="50" charset="-78"/>
                          <a:ea typeface="Abar Mid" pitchFamily="50" charset="-78"/>
                          <a:cs typeface="Abar Mid" pitchFamily="50" charset="-78"/>
                        </a:rPr>
                        <a:t>تم </a:t>
                      </a:r>
                      <a:r>
                        <a:rPr lang="en-US" sz="1100" b="0" i="0" u="none" strike="noStrike" dirty="0" err="1">
                          <a:solidFill>
                            <a:srgbClr val="000000"/>
                          </a:solidFill>
                          <a:effectLst/>
                          <a:latin typeface="Abar Mid" pitchFamily="50" charset="-78"/>
                          <a:ea typeface="Abar Mid" pitchFamily="50" charset="-78"/>
                          <a:cs typeface="Abar Mid" pitchFamily="50" charset="-78"/>
                        </a:rPr>
                        <a:t>استعراض</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مخرجات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المشروع</a:t>
                      </a:r>
                      <a:r>
                        <a:rPr lang="en-US" sz="1100" b="0" i="0" u="none" strike="noStrike" dirty="0">
                          <a:solidFill>
                            <a:srgbClr val="000000"/>
                          </a:solidFill>
                          <a:effectLst/>
                          <a:latin typeface="Abar Mid" pitchFamily="50" charset="-78"/>
                          <a:ea typeface="Abar Mid" pitchFamily="50" charset="-78"/>
                          <a:cs typeface="Abar Mid" pitchFamily="50" charset="-78"/>
                        </a:rPr>
                        <a:t> في </a:t>
                      </a:r>
                      <a:r>
                        <a:rPr lang="en-US" sz="1100" b="0" i="0" u="none" strike="noStrike" dirty="0" err="1">
                          <a:solidFill>
                            <a:srgbClr val="000000"/>
                          </a:solidFill>
                          <a:effectLst/>
                          <a:latin typeface="Abar Mid" pitchFamily="50" charset="-78"/>
                          <a:ea typeface="Abar Mid" pitchFamily="50" charset="-78"/>
                          <a:cs typeface="Abar Mid" pitchFamily="50" charset="-78"/>
                        </a:rPr>
                        <a:t>اجتماع</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القيادات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بتاريخ</a:t>
                      </a:r>
                      <a:r>
                        <a:rPr lang="en-US" sz="1100" b="0" i="0" u="none" strike="noStrike" dirty="0">
                          <a:solidFill>
                            <a:srgbClr val="000000"/>
                          </a:solidFill>
                          <a:effectLst/>
                          <a:latin typeface="Abar Mid" pitchFamily="50" charset="-78"/>
                          <a:ea typeface="Abar Mid" pitchFamily="50" charset="-78"/>
                          <a:cs typeface="Abar Mid" pitchFamily="50" charset="-78"/>
                        </a:rPr>
                        <a:t> 31 </a:t>
                      </a:r>
                      <a:r>
                        <a:rPr lang="en-US" sz="1100" b="0" i="0" u="none" strike="noStrike" dirty="0" err="1">
                          <a:solidFill>
                            <a:srgbClr val="000000"/>
                          </a:solidFill>
                          <a:effectLst/>
                          <a:latin typeface="Abar Mid" pitchFamily="50" charset="-78"/>
                          <a:ea typeface="Abar Mid" pitchFamily="50" charset="-78"/>
                          <a:cs typeface="Abar Mid" pitchFamily="50" charset="-78"/>
                        </a:rPr>
                        <a:t>أغسطس</a:t>
                      </a:r>
                      <a:r>
                        <a:rPr lang="en-US" sz="1100" b="0" i="0" u="none" strike="noStrike" dirty="0">
                          <a:solidFill>
                            <a:srgbClr val="000000"/>
                          </a:solidFill>
                          <a:effectLst/>
                          <a:latin typeface="Abar Mid" pitchFamily="50" charset="-78"/>
                          <a:ea typeface="Abar Mid" pitchFamily="50" charset="-78"/>
                          <a:cs typeface="Abar Mid" pitchFamily="50" charset="-78"/>
                        </a:rPr>
                        <a:t> 2026</a:t>
                      </a:r>
                      <a:endParaRPr lang="ar-SA" sz="1100" b="0" i="0" u="none" strike="noStrike" dirty="0">
                        <a:solidFill>
                          <a:srgbClr val="000000"/>
                        </a:solidFill>
                        <a:effectLst/>
                        <a:latin typeface="Abar Mid" pitchFamily="50" charset="-78"/>
                        <a:ea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a:solidFill>
                            <a:srgbClr val="000000"/>
                          </a:solidFill>
                          <a:effectLst/>
                          <a:latin typeface="Abar Mid" pitchFamily="50" charset="-78"/>
                          <a:ea typeface="Abar Mid" pitchFamily="50" charset="-78"/>
                          <a:cs typeface="Abar Mid" pitchFamily="50" charset="-78"/>
                        </a:rPr>
                        <a:t>تم </a:t>
                      </a:r>
                      <a:r>
                        <a:rPr lang="en-US" sz="1100" b="0" i="0" u="none" strike="noStrike" dirty="0" err="1">
                          <a:solidFill>
                            <a:srgbClr val="000000"/>
                          </a:solidFill>
                          <a:effectLst/>
                          <a:latin typeface="Abar Mid" pitchFamily="50" charset="-78"/>
                          <a:ea typeface="Abar Mid" pitchFamily="50" charset="-78"/>
                          <a:cs typeface="Abar Mid" pitchFamily="50" charset="-78"/>
                        </a:rPr>
                        <a:t>اعتماد</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أعمال</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تطوير</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رغبات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الحجاج</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لأداء</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النسك</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لموسم</a:t>
                      </a:r>
                      <a:r>
                        <a:rPr lang="en-US" sz="1100" b="0" i="0" u="none" strike="noStrike" dirty="0">
                          <a:solidFill>
                            <a:srgbClr val="000000"/>
                          </a:solidFill>
                          <a:effectLst/>
                          <a:latin typeface="Abar Mid" pitchFamily="50" charset="-78"/>
                          <a:ea typeface="Abar Mid" pitchFamily="50" charset="-78"/>
                          <a:cs typeface="Abar Mid" pitchFamily="50" charset="-78"/>
                        </a:rPr>
                        <a:t> 1448هـ</a:t>
                      </a:r>
                      <a:endParaRPr lang="ar-SA" sz="1100" b="0" i="0" u="none" strike="noStrike" dirty="0">
                        <a:solidFill>
                          <a:srgbClr val="000000"/>
                        </a:solidFill>
                        <a:effectLst/>
                        <a:latin typeface="Abar Mid" pitchFamily="50" charset="-78"/>
                        <a:ea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71286878"/>
                  </a:ext>
                </a:extLst>
              </a:tr>
              <a:tr h="503725">
                <a:tc>
                  <a:txBody>
                    <a:bodyPr/>
                    <a:lstStyle/>
                    <a:p>
                      <a:pPr marL="0" algn="ctr" defTabSz="914400" rtl="0" eaLnBrk="1" latinLnBrk="0" hangingPunct="1">
                        <a:lnSpc>
                          <a:spcPct val="105000"/>
                        </a:lnSpc>
                      </a:pPr>
                      <a:r>
                        <a:rPr lang="ar-SA" sz="1100" kern="0" baseline="0">
                          <a:solidFill>
                            <a:schemeClr val="tx1"/>
                          </a:solidFill>
                          <a:latin typeface="Abar Mid" pitchFamily="50" charset="-78"/>
                          <a:ea typeface="Abar Mid" pitchFamily="50" charset="-78"/>
                          <a:cs typeface="Abar Mid" pitchFamily="50" charset="-78"/>
                        </a:rPr>
                        <a:t>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err="1">
                          <a:solidFill>
                            <a:srgbClr val="000000"/>
                          </a:solidFill>
                          <a:effectLst/>
                          <a:latin typeface="Abar Mid" pitchFamily="50" charset="-78"/>
                          <a:ea typeface="Abar Mid" pitchFamily="50" charset="-78"/>
                          <a:cs typeface="Abar Mid" pitchFamily="50" charset="-78"/>
                        </a:rPr>
                        <a:t>النموذج التشغيلي لقادة الأفواج</a:t>
                      </a:r>
                      <a:endParaRPr lang="en-US" sz="1100" b="0" i="0" u="none" strike="noStrike">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16-06-2026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13-08-2026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kumimoji="0" lang="ar-SA" sz="1100" b="0" i="0" u="none" strike="noStrike" kern="1200" cap="none" spc="0" normalizeH="0" baseline="0" noProof="0" dirty="0">
                          <a:ln>
                            <a:noFill/>
                          </a:ln>
                          <a:solidFill>
                            <a:srgbClr val="000000"/>
                          </a:solidFill>
                          <a:effectLst/>
                          <a:uLnTx/>
                          <a:uFillTx/>
                          <a:latin typeface="Abar Mid" pitchFamily="50" charset="-78"/>
                          <a:ea typeface="Abar Mid" pitchFamily="50" charset="-78"/>
                          <a:cs typeface="Abar Mid" pitchFamily="50" charset="-78"/>
                        </a:rPr>
                        <a:t>مكتمل</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marL="0" indent="0" algn="r" rtl="1" fontAlgn="ctr">
                        <a:buFont typeface="Arial" panose="020B0604020202020204" pitchFamily="34" charset="0"/>
                        <a:buNone/>
                      </a:pPr>
                      <a:r>
                        <a:rPr lang="en-US" sz="1100" b="1" i="0" u="none" strike="noStrike" dirty="0">
                          <a:solidFill>
                            <a:srgbClr val="000000"/>
                          </a:solidFill>
                          <a:effectLst/>
                          <a:latin typeface="Abar Mid" pitchFamily="50" charset="-78"/>
                          <a:ea typeface="Abar Mid" pitchFamily="50" charset="-78"/>
                          <a:cs typeface="Abar Mid" pitchFamily="50" charset="-78"/>
                        </a:rPr>
                        <a:t>تاريخ التحديث 3سبتمبر 2026</a:t>
                      </a:r>
                      <a:endParaRPr lang="ar-SA" sz="1100" b="0" i="0" u="none" strike="noStrike" dirty="0">
                        <a:solidFill>
                          <a:srgbClr val="000000"/>
                        </a:solidFill>
                        <a:effectLst/>
                        <a:latin typeface="Abar Mid" pitchFamily="50" charset="-78"/>
                        <a:ea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a:solidFill>
                            <a:srgbClr val="000000"/>
                          </a:solidFill>
                          <a:effectLst/>
                          <a:latin typeface="Abar Mid" pitchFamily="50" charset="-78"/>
                          <a:ea typeface="Abar Mid" pitchFamily="50" charset="-78"/>
                          <a:cs typeface="Abar Mid" pitchFamily="50" charset="-78"/>
                        </a:rPr>
                        <a:t>تم </a:t>
                      </a:r>
                      <a:r>
                        <a:rPr lang="en-US" sz="1100" b="0" i="0" u="none" strike="noStrike" dirty="0" err="1">
                          <a:solidFill>
                            <a:srgbClr val="000000"/>
                          </a:solidFill>
                          <a:effectLst/>
                          <a:latin typeface="Abar Mid" pitchFamily="50" charset="-78"/>
                          <a:ea typeface="Abar Mid" pitchFamily="50" charset="-78"/>
                          <a:cs typeface="Abar Mid" pitchFamily="50" charset="-78"/>
                        </a:rPr>
                        <a:t>استعراض</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مخرجات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المشروع</a:t>
                      </a:r>
                      <a:r>
                        <a:rPr lang="en-US" sz="1100" b="0" i="0" u="none" strike="noStrike" dirty="0">
                          <a:solidFill>
                            <a:srgbClr val="000000"/>
                          </a:solidFill>
                          <a:effectLst/>
                          <a:latin typeface="Abar Mid" pitchFamily="50" charset="-78"/>
                          <a:ea typeface="Abar Mid" pitchFamily="50" charset="-78"/>
                          <a:cs typeface="Abar Mid" pitchFamily="50" charset="-78"/>
                        </a:rPr>
                        <a:t> في </a:t>
                      </a:r>
                      <a:r>
                        <a:rPr lang="en-US" sz="1100" b="0" i="0" u="none" strike="noStrike" dirty="0" err="1">
                          <a:solidFill>
                            <a:srgbClr val="000000"/>
                          </a:solidFill>
                          <a:effectLst/>
                          <a:latin typeface="Abar Mid" pitchFamily="50" charset="-78"/>
                          <a:ea typeface="Abar Mid" pitchFamily="50" charset="-78"/>
                          <a:cs typeface="Abar Mid" pitchFamily="50" charset="-78"/>
                        </a:rPr>
                        <a:t>اجتماع</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القيادات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بتاريخ</a:t>
                      </a:r>
                      <a:r>
                        <a:rPr lang="en-US" sz="1100" b="0" i="0" u="none" strike="noStrike" dirty="0">
                          <a:solidFill>
                            <a:srgbClr val="000000"/>
                          </a:solidFill>
                          <a:effectLst/>
                          <a:latin typeface="Abar Mid" pitchFamily="50" charset="-78"/>
                          <a:ea typeface="Abar Mid" pitchFamily="50" charset="-78"/>
                          <a:cs typeface="Abar Mid" pitchFamily="50" charset="-78"/>
                        </a:rPr>
                        <a:t> 31 </a:t>
                      </a:r>
                      <a:r>
                        <a:rPr lang="en-US" sz="1100" b="0" i="0" u="none" strike="noStrike" dirty="0" err="1">
                          <a:solidFill>
                            <a:srgbClr val="000000"/>
                          </a:solidFill>
                          <a:effectLst/>
                          <a:latin typeface="Abar Mid" pitchFamily="50" charset="-78"/>
                          <a:ea typeface="Abar Mid" pitchFamily="50" charset="-78"/>
                          <a:cs typeface="Abar Mid" pitchFamily="50" charset="-78"/>
                        </a:rPr>
                        <a:t>أغسطس</a:t>
                      </a:r>
                      <a:r>
                        <a:rPr lang="en-US" sz="1100" b="0" i="0" u="none" strike="noStrike" dirty="0">
                          <a:solidFill>
                            <a:srgbClr val="000000"/>
                          </a:solidFill>
                          <a:effectLst/>
                          <a:latin typeface="Abar Mid" pitchFamily="50" charset="-78"/>
                          <a:ea typeface="Abar Mid" pitchFamily="50" charset="-78"/>
                          <a:cs typeface="Abar Mid" pitchFamily="50" charset="-78"/>
                        </a:rPr>
                        <a:t> 2026</a:t>
                      </a:r>
                      <a:endParaRPr lang="ar-SA" sz="1100" b="0" i="0" u="none" strike="noStrike" dirty="0">
                        <a:solidFill>
                          <a:srgbClr val="000000"/>
                        </a:solidFill>
                        <a:effectLst/>
                        <a:latin typeface="Abar Mid" pitchFamily="50" charset="-78"/>
                        <a:ea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a:solidFill>
                            <a:srgbClr val="000000"/>
                          </a:solidFill>
                          <a:effectLst/>
                          <a:latin typeface="Abar Mid" pitchFamily="50" charset="-78"/>
                          <a:ea typeface="Abar Mid" pitchFamily="50" charset="-78"/>
                          <a:cs typeface="Abar Mid" pitchFamily="50" charset="-78"/>
                        </a:rPr>
                        <a:t>تم </a:t>
                      </a:r>
                      <a:r>
                        <a:rPr lang="en-US" sz="1100" b="0" i="0" u="none" strike="noStrike" dirty="0" err="1">
                          <a:solidFill>
                            <a:srgbClr val="000000"/>
                          </a:solidFill>
                          <a:effectLst/>
                          <a:latin typeface="Abar Mid" pitchFamily="50" charset="-78"/>
                          <a:ea typeface="Abar Mid" pitchFamily="50" charset="-78"/>
                          <a:cs typeface="Abar Mid" pitchFamily="50" charset="-78"/>
                        </a:rPr>
                        <a:t>اعتماد</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النموذج</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التشغيلي</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لقادة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الأفواج</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وخطة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استقطاب</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وتأهيل</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قادة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الأفواج</a:t>
                      </a:r>
                      <a:endParaRPr lang="ar-SA" sz="1100" b="0" i="0" u="none" strike="noStrike" dirty="0">
                        <a:solidFill>
                          <a:srgbClr val="000000"/>
                        </a:solidFill>
                        <a:effectLst/>
                        <a:latin typeface="Abar Mid" pitchFamily="50" charset="-78"/>
                        <a:ea typeface="Abar Mid" pitchFamily="50" charset="-78"/>
                        <a:cs typeface="Abar Mid" pitchFamily="50" charset="-78"/>
                      </a:endParaRPr>
                    </a:p>
                    <a:p>
                      <a:pPr marL="171450" indent="-171450" algn="r" rtl="1" fontAlgn="ctr">
                        <a:buFont typeface="Arial" panose="020B0604020202020204" pitchFamily="34" charset="0"/>
                        <a:buChar char="•"/>
                      </a:pPr>
                      <a:r>
                        <a:rPr lang="en-US" sz="1100" b="0" i="0" u="none" strike="noStrike" dirty="0">
                          <a:solidFill>
                            <a:srgbClr val="000000"/>
                          </a:solidFill>
                          <a:effectLst/>
                          <a:latin typeface="Abar Mid" pitchFamily="50" charset="-78"/>
                          <a:ea typeface="Abar Mid" pitchFamily="50" charset="-78"/>
                          <a:cs typeface="Abar Mid" pitchFamily="50" charset="-78"/>
                        </a:rPr>
                        <a:t>تم </a:t>
                      </a:r>
                      <a:r>
                        <a:rPr lang="en-US" sz="1100" b="0" i="0" u="none" strike="noStrike" dirty="0" err="1">
                          <a:solidFill>
                            <a:srgbClr val="000000"/>
                          </a:solidFill>
                          <a:effectLst/>
                          <a:latin typeface="Abar Mid" pitchFamily="50" charset="-78"/>
                          <a:ea typeface="Abar Mid" pitchFamily="50" charset="-78"/>
                          <a:cs typeface="Abar Mid" pitchFamily="50" charset="-78"/>
                        </a:rPr>
                        <a:t>اعتماد</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النموذج</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التشغيلي</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لقادة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الأفواج</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وخطة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استقطابهم</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وتأهيلهم</a:t>
                      </a:r>
                      <a:r>
                        <a:rPr lang="en-US" sz="1100" b="0" i="0" u="none" strike="noStrike" dirty="0">
                          <a:solidFill>
                            <a:srgbClr val="000000"/>
                          </a:solidFill>
                          <a:effectLst/>
                          <a:latin typeface="Abar Mid" pitchFamily="50" charset="-78"/>
                          <a:ea typeface="Abar Mid" pitchFamily="50" charset="-78"/>
                          <a:cs typeface="Abar Mid" pitchFamily="50" charset="-78"/>
                        </a:rPr>
                        <a:t>، على </a:t>
                      </a:r>
                      <a:r>
                        <a:rPr lang="en-US" sz="1100" b="0" i="0" u="none" strike="noStrike" dirty="0" err="1">
                          <a:solidFill>
                            <a:srgbClr val="000000"/>
                          </a:solidFill>
                          <a:effectLst/>
                          <a:latin typeface="Abar Mid" pitchFamily="50" charset="-78"/>
                          <a:ea typeface="Abar Mid" pitchFamily="50" charset="-78"/>
                          <a:cs typeface="Abar Mid" pitchFamily="50" charset="-78"/>
                        </a:rPr>
                        <a:t>أن</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يتم</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إنشاء</a:t>
                      </a:r>
                      <a:r>
                        <a:rPr lang="en-US" sz="1100" b="0" i="0" u="none" strike="noStrike" dirty="0">
                          <a:solidFill>
                            <a:srgbClr val="000000"/>
                          </a:solidFill>
                          <a:effectLst/>
                          <a:latin typeface="Abar Mid" pitchFamily="50" charset="-78"/>
                          <a:ea typeface="Abar Mid" pitchFamily="50" charset="-78"/>
                          <a:cs typeface="Abar Mid" pitchFamily="50" charset="-78"/>
                        </a:rPr>
                        <a:t> مشروع </a:t>
                      </a:r>
                      <a:r>
                        <a:rPr lang="en-US" sz="1100" b="0" i="0" u="none" strike="noStrike" dirty="0" err="1">
                          <a:solidFill>
                            <a:srgbClr val="000000"/>
                          </a:solidFill>
                          <a:effectLst/>
                          <a:latin typeface="Abar Mid" pitchFamily="50" charset="-78"/>
                          <a:ea typeface="Abar Mid" pitchFamily="50" charset="-78"/>
                          <a:cs typeface="Abar Mid" pitchFamily="50" charset="-78"/>
                        </a:rPr>
                        <a:t>مستقل</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لمتابعة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تنفيذ</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خطة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الاستقطاب</a:t>
                      </a:r>
                      <a:r>
                        <a:rPr lang="en-US" sz="1100" b="0" i="0" u="none" strike="noStrike" dirty="0">
                          <a:solidFill>
                            <a:srgbClr val="000000"/>
                          </a:solidFill>
                          <a:effectLst/>
                          <a:latin typeface="Abar Mid" pitchFamily="50" charset="-78"/>
                          <a:ea typeface="Abar Mid" pitchFamily="50" charset="-78"/>
                          <a:cs typeface="Abar Mid" pitchFamily="50" charset="-78"/>
                        </a:rPr>
                        <a:t> والتأهيل </a:t>
                      </a:r>
                      <a:r>
                        <a:rPr lang="en-US" sz="1100" b="0" i="0" u="none" strike="noStrike" dirty="0" err="1">
                          <a:solidFill>
                            <a:srgbClr val="000000"/>
                          </a:solidFill>
                          <a:effectLst/>
                          <a:latin typeface="Abar Mid" pitchFamily="50" charset="-78"/>
                          <a:ea typeface="Abar Mid" pitchFamily="50" charset="-78"/>
                          <a:cs typeface="Abar Mid" pitchFamily="50" charset="-78"/>
                        </a:rPr>
                        <a:t>وفق</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الخطة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المعتمدة</a:t>
                      </a:r>
                      <a:endParaRPr lang="ar-SA" sz="1100" b="0" i="0" u="none" strike="noStrike" dirty="0">
                        <a:solidFill>
                          <a:srgbClr val="000000"/>
                        </a:solidFill>
                        <a:effectLst/>
                        <a:latin typeface="Abar Mid" pitchFamily="50" charset="-78"/>
                        <a:ea typeface="Abar Mid" pitchFamily="50" charset="-78"/>
                        <a:cs typeface="Abar Mid" pitchFamily="50" charset="-78"/>
                      </a:endParaRP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114199285"/>
                  </a:ext>
                </a:extLst>
              </a:tr>
            </a:tbl>
          </a:graphicData>
        </a:graphic>
      </p:graphicFrame>
    </p:spTree>
    <p:extLst>
      <p:ext uri="{BB962C8B-B14F-4D97-AF65-F5344CB8AC3E}">
        <p14:creationId xmlns:p14="http://schemas.microsoft.com/office/powerpoint/2010/main" val="3515384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4B5A7-003E-5DEC-84E9-B55A25823A76}"/>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6837880-E51B-7361-16B6-387FB40B8B71}"/>
              </a:ext>
            </a:extLst>
          </p:cNvPr>
          <p:cNvCxnSpPr>
            <a:cxnSpLocks/>
          </p:cNvCxnSpPr>
          <p:nvPr/>
        </p:nvCxnSpPr>
        <p:spPr>
          <a:xfrm>
            <a:off x="34747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
        <p:nvSpPr>
          <p:cNvPr id="9" name="btfpRowHeaderBoxText438126">
            <a:extLst>
              <a:ext uri="{FF2B5EF4-FFF2-40B4-BE49-F238E27FC236}">
                <a16:creationId xmlns:a16="http://schemas.microsoft.com/office/drawing/2014/main" id="{1795A2EF-AC87-149F-3131-9F3562995787}"/>
              </a:ext>
            </a:extLst>
          </p:cNvPr>
          <p:cNvSpPr txBox="1"/>
          <p:nvPr>
            <p:custDataLst>
              <p:tags r:id="rId1"/>
            </p:custDataLst>
          </p:nvPr>
        </p:nvSpPr>
        <p:spPr>
          <a:xfrm flipH="1">
            <a:off x="3671838" y="202522"/>
            <a:ext cx="5724532" cy="44098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800" b="1">
                <a:solidFill>
                  <a:srgbClr val="000000"/>
                </a:solidFill>
                <a:latin typeface="Abar Mid" pitchFamily="2" charset="-78"/>
                <a:ea typeface="Abar Mid" pitchFamily="2" charset="-78"/>
                <a:cs typeface="Abar Mid" pitchFamily="2" charset="-78"/>
              </a:rPr>
              <a:t>تفاصيل مشاريع سهيل</a:t>
            </a:r>
          </a:p>
        </p:txBody>
      </p:sp>
      <p:cxnSp>
        <p:nvCxnSpPr>
          <p:cNvPr id="11" name="Straight Connector 10">
            <a:extLst>
              <a:ext uri="{FF2B5EF4-FFF2-40B4-BE49-F238E27FC236}">
                <a16:creationId xmlns:a16="http://schemas.microsoft.com/office/drawing/2014/main" id="{D49C43BA-B7AF-5718-EA79-309A9B1E67B0}"/>
              </a:ext>
            </a:extLst>
          </p:cNvPr>
          <p:cNvCxnSpPr>
            <a:cxnSpLocks/>
          </p:cNvCxnSpPr>
          <p:nvPr/>
        </p:nvCxnSpPr>
        <p:spPr>
          <a:xfrm>
            <a:off x="82880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aphicFrame>
        <p:nvGraphicFramePr>
          <p:cNvPr id="6" name="Table 5">
            <a:extLst>
              <a:ext uri="{FF2B5EF4-FFF2-40B4-BE49-F238E27FC236}">
                <a16:creationId xmlns:a16="http://schemas.microsoft.com/office/drawing/2014/main" id="{BB642828-958B-9DCB-92F0-C20EC69E8D02}"/>
              </a:ext>
            </a:extLst>
          </p:cNvPr>
          <p:cNvGraphicFramePr>
            <a:graphicFrameLocks noGrp="1"/>
          </p:cNvGraphicFramePr>
          <p:nvPr>
            <p:extLst>
              <p:ext uri="{D42A27DB-BD31-4B8C-83A1-F6EECF244321}">
                <p14:modId xmlns:p14="http://schemas.microsoft.com/office/powerpoint/2010/main" val="1719666019"/>
              </p:ext>
            </p:extLst>
          </p:nvPr>
        </p:nvGraphicFramePr>
        <p:xfrm>
          <a:off x="193932" y="2195297"/>
          <a:ext cx="13051848" cy="1632462"/>
        </p:xfrm>
        <a:graphic>
          <a:graphicData uri="http://schemas.openxmlformats.org/drawingml/2006/table">
            <a:tbl>
              <a:tblPr rtl="1"/>
              <a:tblGrid>
                <a:gridCol w="797826">
                  <a:extLst>
                    <a:ext uri="{9D8B030D-6E8A-4147-A177-3AD203B41FA5}">
                      <a16:colId xmlns:a16="http://schemas.microsoft.com/office/drawing/2014/main" val="20000"/>
                    </a:ext>
                  </a:extLst>
                </a:gridCol>
                <a:gridCol w="2911117">
                  <a:extLst>
                    <a:ext uri="{9D8B030D-6E8A-4147-A177-3AD203B41FA5}">
                      <a16:colId xmlns:a16="http://schemas.microsoft.com/office/drawing/2014/main" val="20001"/>
                    </a:ext>
                  </a:extLst>
                </a:gridCol>
                <a:gridCol w="982617">
                  <a:extLst>
                    <a:ext uri="{9D8B030D-6E8A-4147-A177-3AD203B41FA5}">
                      <a16:colId xmlns:a16="http://schemas.microsoft.com/office/drawing/2014/main" val="20002"/>
                    </a:ext>
                  </a:extLst>
                </a:gridCol>
                <a:gridCol w="982617">
                  <a:extLst>
                    <a:ext uri="{9D8B030D-6E8A-4147-A177-3AD203B41FA5}">
                      <a16:colId xmlns:a16="http://schemas.microsoft.com/office/drawing/2014/main" val="20003"/>
                    </a:ext>
                  </a:extLst>
                </a:gridCol>
                <a:gridCol w="620176">
                  <a:extLst>
                    <a:ext uri="{9D8B030D-6E8A-4147-A177-3AD203B41FA5}">
                      <a16:colId xmlns:a16="http://schemas.microsoft.com/office/drawing/2014/main" val="20005"/>
                    </a:ext>
                  </a:extLst>
                </a:gridCol>
                <a:gridCol w="6757495">
                  <a:extLst>
                    <a:ext uri="{9D8B030D-6E8A-4147-A177-3AD203B41FA5}">
                      <a16:colId xmlns:a16="http://schemas.microsoft.com/office/drawing/2014/main" val="20006"/>
                    </a:ext>
                  </a:extLst>
                </a:gridCol>
              </a:tblGrid>
              <a:tr h="27432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dirty="0">
                          <a:solidFill>
                            <a:srgbClr val="00080B"/>
                          </a:solidFill>
                          <a:latin typeface="Abar Mid" pitchFamily="2" charset="-78"/>
                          <a:ea typeface="Abar Mid" pitchFamily="2" charset="-78"/>
                          <a:cs typeface="Abar Mid" pitchFamily="2" charset="-78"/>
                        </a:rPr>
                        <a:t>وكالة تطوير الأعمال وخدمة المستفيدين</a:t>
                      </a:r>
                      <a:endParaRPr lang="ar-JO" sz="1100" dirty="0">
                        <a:solidFill>
                          <a:srgbClr val="00080B"/>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7432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100" b="1" kern="120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اسم المشروع</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baseline="0" dirty="0">
                          <a:solidFill>
                            <a:schemeClr val="bg1"/>
                          </a:solidFill>
                          <a:latin typeface="Abar Mid" pitchFamily="50" charset="-78"/>
                          <a:ea typeface="Abar Mid" pitchFamily="50" charset="-78"/>
                          <a:cs typeface="Abar Mid" pitchFamily="50" charset="-78"/>
                        </a:rPr>
                        <a:t>تاريخ البداية</a:t>
                      </a:r>
                      <a:endParaRPr sz="1100" b="1" kern="1200" baseline="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تاريخ النهاية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الحالة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ما تم حتى تاريخه</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047246">
                <a:tc>
                  <a:txBody>
                    <a:bodyPr/>
                    <a:lstStyle/>
                    <a:p>
                      <a:pPr algn="ctr" rtl="1" fontAlgn="ctr">
                        <a:buNone/>
                      </a:pPr>
                      <a:r>
                        <a:rPr lang="en-US" sz="1100" b="0" i="0" u="none" strike="noStrike">
                          <a:solidFill>
                            <a:srgbClr val="000000"/>
                          </a:solidFill>
                          <a:effectLst/>
                          <a:latin typeface="Abar Mid" pitchFamily="50" charset="-78"/>
                          <a:ea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err="1">
                          <a:solidFill>
                            <a:srgbClr val="000000"/>
                          </a:solidFill>
                          <a:effectLst/>
                          <a:latin typeface="Abar Mid" pitchFamily="50" charset="-78"/>
                          <a:ea typeface="Abar Mid" pitchFamily="50" charset="-78"/>
                          <a:cs typeface="Abar Mid" pitchFamily="50" charset="-78"/>
                        </a:rPr>
                        <a:t>تطوير</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تجربة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مظلات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مبتكرة</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لضيوف</a:t>
                      </a:r>
                      <a:r>
                        <a:rPr lang="en-US" sz="1100" b="0" i="0" u="none" strike="noStrike" dirty="0">
                          <a:solidFill>
                            <a:srgbClr val="000000"/>
                          </a:solidFill>
                          <a:effectLst/>
                          <a:latin typeface="Abar Mid" pitchFamily="50" charset="-78"/>
                          <a:ea typeface="Abar Mid" pitchFamily="50" charset="-78"/>
                          <a:cs typeface="Abar Mid" pitchFamily="50" charset="-78"/>
                        </a:rPr>
                        <a:t> الرحمن</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a:solidFill>
                            <a:srgbClr val="000000"/>
                          </a:solidFill>
                          <a:effectLst/>
                          <a:latin typeface="Abar Mid" pitchFamily="50" charset="-78"/>
                          <a:ea typeface="Abar Mid" pitchFamily="50" charset="-78"/>
                          <a:cs typeface="Abar Mid" pitchFamily="50" charset="-78"/>
                        </a:rPr>
                        <a:t>11-06-2026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a:solidFill>
                            <a:srgbClr val="000000"/>
                          </a:solidFill>
                          <a:effectLst/>
                          <a:latin typeface="Abar Mid" pitchFamily="50" charset="-78"/>
                          <a:ea typeface="Abar Mid" pitchFamily="50" charset="-78"/>
                          <a:cs typeface="Abar Mid" pitchFamily="50" charset="-78"/>
                        </a:rPr>
                        <a:t>15-11-2026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1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100" b="0" i="0" u="none" strike="noStrike" dirty="0">
                          <a:solidFill>
                            <a:srgbClr val="000000"/>
                          </a:solidFill>
                          <a:effectLst/>
                          <a:latin typeface="Abar Mid" pitchFamily="50" charset="-78"/>
                          <a:ea typeface="Abar Mid" pitchFamily="50" charset="-78"/>
                          <a:cs typeface="Abar Mid" pitchFamily="50" charset="-78"/>
                        </a:rPr>
                        <a:t>تم تجهيز النماذج للمظلات المبتكرة حيث بلغ عدد النماذج المستلمة ١٧ نموذج لأكثر من ١٠ شركات مشاركة في التحدي. وجاري تجهيز المساحة المخصصة للعرض في المعرض  يوم الاثنين القادم الموافق  ٢١ سبتمبر2026  لاستعراض المظلات لأصحاب المعالي والسعادة</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graphicFrame>
        <p:nvGraphicFramePr>
          <p:cNvPr id="10" name="Table 9">
            <a:extLst>
              <a:ext uri="{FF2B5EF4-FFF2-40B4-BE49-F238E27FC236}">
                <a16:creationId xmlns:a16="http://schemas.microsoft.com/office/drawing/2014/main" id="{A8407863-CB40-C593-FC42-245E840B5E3B}"/>
              </a:ext>
            </a:extLst>
          </p:cNvPr>
          <p:cNvGraphicFramePr>
            <a:graphicFrameLocks noGrp="1"/>
          </p:cNvGraphicFramePr>
          <p:nvPr>
            <p:extLst>
              <p:ext uri="{D42A27DB-BD31-4B8C-83A1-F6EECF244321}">
                <p14:modId xmlns:p14="http://schemas.microsoft.com/office/powerpoint/2010/main" val="2577416490"/>
              </p:ext>
            </p:extLst>
          </p:nvPr>
        </p:nvGraphicFramePr>
        <p:xfrm>
          <a:off x="193933" y="4031754"/>
          <a:ext cx="13051848" cy="2628035"/>
        </p:xfrm>
        <a:graphic>
          <a:graphicData uri="http://schemas.openxmlformats.org/drawingml/2006/table">
            <a:tbl>
              <a:tblPr rtl="1"/>
              <a:tblGrid>
                <a:gridCol w="797826">
                  <a:extLst>
                    <a:ext uri="{9D8B030D-6E8A-4147-A177-3AD203B41FA5}">
                      <a16:colId xmlns:a16="http://schemas.microsoft.com/office/drawing/2014/main" val="20000"/>
                    </a:ext>
                  </a:extLst>
                </a:gridCol>
                <a:gridCol w="2911117">
                  <a:extLst>
                    <a:ext uri="{9D8B030D-6E8A-4147-A177-3AD203B41FA5}">
                      <a16:colId xmlns:a16="http://schemas.microsoft.com/office/drawing/2014/main" val="20001"/>
                    </a:ext>
                  </a:extLst>
                </a:gridCol>
                <a:gridCol w="982617">
                  <a:extLst>
                    <a:ext uri="{9D8B030D-6E8A-4147-A177-3AD203B41FA5}">
                      <a16:colId xmlns:a16="http://schemas.microsoft.com/office/drawing/2014/main" val="20002"/>
                    </a:ext>
                  </a:extLst>
                </a:gridCol>
                <a:gridCol w="982617">
                  <a:extLst>
                    <a:ext uri="{9D8B030D-6E8A-4147-A177-3AD203B41FA5}">
                      <a16:colId xmlns:a16="http://schemas.microsoft.com/office/drawing/2014/main" val="20003"/>
                    </a:ext>
                  </a:extLst>
                </a:gridCol>
                <a:gridCol w="620176">
                  <a:extLst>
                    <a:ext uri="{9D8B030D-6E8A-4147-A177-3AD203B41FA5}">
                      <a16:colId xmlns:a16="http://schemas.microsoft.com/office/drawing/2014/main" val="20005"/>
                    </a:ext>
                  </a:extLst>
                </a:gridCol>
                <a:gridCol w="6757495">
                  <a:extLst>
                    <a:ext uri="{9D8B030D-6E8A-4147-A177-3AD203B41FA5}">
                      <a16:colId xmlns:a16="http://schemas.microsoft.com/office/drawing/2014/main" val="20006"/>
                    </a:ext>
                  </a:extLst>
                </a:gridCol>
              </a:tblGrid>
              <a:tr h="27432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dirty="0">
                          <a:solidFill>
                            <a:srgbClr val="00080B"/>
                          </a:solidFill>
                          <a:latin typeface="Abar Mid" pitchFamily="2" charset="-78"/>
                          <a:ea typeface="Abar Mid" pitchFamily="2" charset="-78"/>
                          <a:cs typeface="Abar Mid" pitchFamily="2" charset="-78"/>
                        </a:rPr>
                        <a:t>وكالة التعاون الدولي والشراكات</a:t>
                      </a:r>
                      <a:endParaRPr lang="ar-JO" sz="1100" dirty="0">
                        <a:solidFill>
                          <a:srgbClr val="00080B"/>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7432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100" b="1" kern="120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اسم المشروع</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baseline="0" dirty="0">
                          <a:solidFill>
                            <a:schemeClr val="bg1"/>
                          </a:solidFill>
                          <a:latin typeface="Abar Mid" pitchFamily="50" charset="-78"/>
                          <a:ea typeface="Abar Mid" pitchFamily="50" charset="-78"/>
                          <a:cs typeface="Abar Mid" pitchFamily="50" charset="-78"/>
                        </a:rPr>
                        <a:t>تاريخ البداية</a:t>
                      </a:r>
                      <a:endParaRPr sz="1100" b="1" kern="1200" baseline="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تاريخ النهاية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الحالة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ما تم حتى تاريخه</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623233">
                <a:tc>
                  <a:txBody>
                    <a:bodyPr/>
                    <a:lstStyle/>
                    <a:p>
                      <a:pPr algn="ctr" rtl="1" fontAlgn="ctr">
                        <a:buNone/>
                      </a:pPr>
                      <a:r>
                        <a:rPr lang="en-US" sz="1100" b="0" i="0" u="none" strike="noStrike" dirty="0">
                          <a:solidFill>
                            <a:srgbClr val="000000"/>
                          </a:solidFill>
                          <a:effectLst/>
                          <a:latin typeface="+mn-lt"/>
                          <a:ea typeface="+mn-lt"/>
                          <a:cs typeface="+mn-lt"/>
                          <a:sym typeface="+mn-lt"/>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نسك </a:t>
                      </a:r>
                      <a:r>
                        <a:rPr lang="en-US" sz="1100" b="0" i="0" u="none" strike="noStrike" kern="1200" dirty="0" err="1">
                          <a:solidFill>
                            <a:srgbClr val="000000"/>
                          </a:solidFill>
                          <a:effectLst/>
                          <a:latin typeface="Abar Mid" pitchFamily="50" charset="-78"/>
                          <a:ea typeface="Abar Mid" pitchFamily="50" charset="-78"/>
                          <a:cs typeface="Abar Mid" pitchFamily="50" charset="-78"/>
                        </a:rPr>
                        <a:t>امتثال</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مراكز</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الضيافة</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14-06-2026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22-02-2027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algn="r" defTabSz="914415" rtl="1" eaLnBrk="1" fontAlgn="ctr" latinLnBrk="0" hangingPunct="1">
                        <a:buNone/>
                      </a:pPr>
                      <a:r>
                        <a:rPr lang="en-US" sz="11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endParaRPr lang="ar-SA" sz="1100" b="0"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ar-SA" sz="1100" b="0" i="0" u="none" strike="noStrike" kern="1200" dirty="0">
                          <a:solidFill>
                            <a:srgbClr val="000000"/>
                          </a:solidFill>
                          <a:effectLst/>
                          <a:latin typeface="Abar Mid" pitchFamily="50" charset="-78"/>
                          <a:ea typeface="Abar Mid" pitchFamily="50" charset="-78"/>
                          <a:cs typeface="Abar Mid" pitchFamily="50" charset="-78"/>
                        </a:rPr>
                        <a:t>تم إعادة إرسال كراسة الشروط والمواصفات بعد معالجات الملاحظات لإدارة المشتريات لاستكمال  إجراءات الطرح</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796353">
                <a:tc>
                  <a:txBody>
                    <a:bodyPr/>
                    <a:lstStyle/>
                    <a:p>
                      <a:pPr algn="ctr" rtl="1" fontAlgn="ctr">
                        <a:buNone/>
                      </a:pPr>
                      <a:r>
                        <a:rPr lang="en-US" sz="1100" b="0" i="0" u="none" strike="noStrike">
                          <a:solidFill>
                            <a:srgbClr val="000000"/>
                          </a:solidFill>
                          <a:effectLst/>
                          <a:latin typeface="+mn-lt"/>
                          <a:ea typeface="+mn-lt"/>
                          <a:cs typeface="+mn-lt"/>
                          <a:sym typeface="+mn-lt"/>
                        </a:rPr>
                        <a:t>2</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دراسة </a:t>
                      </a:r>
                      <a:r>
                        <a:rPr lang="en-US" sz="1100" b="0" i="0" u="none" strike="noStrike" kern="1200" dirty="0" err="1">
                          <a:solidFill>
                            <a:srgbClr val="000000"/>
                          </a:solidFill>
                          <a:effectLst/>
                          <a:latin typeface="Abar Mid" pitchFamily="50" charset="-78"/>
                          <a:ea typeface="Abar Mid" pitchFamily="50" charset="-78"/>
                          <a:cs typeface="Abar Mid" pitchFamily="50" charset="-78"/>
                        </a:rPr>
                        <a:t>تحسين</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نموذج</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عمل</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آلية</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تنظيم</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قدوم</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حجاج</a:t>
                      </a:r>
                      <a:r>
                        <a:rPr lang="en-US" sz="1100" b="0" i="0" u="none" strike="noStrike" kern="1200" dirty="0">
                          <a:solidFill>
                            <a:srgbClr val="000000"/>
                          </a:solidFill>
                          <a:effectLst/>
                          <a:latin typeface="Abar Mid" pitchFamily="50" charset="-78"/>
                          <a:ea typeface="Abar Mid" pitchFamily="50" charset="-78"/>
                          <a:cs typeface="Abar Mid" pitchFamily="50" charset="-78"/>
                        </a:rPr>
                        <a:t> </a:t>
                      </a:r>
                      <a:r>
                        <a:rPr lang="en-US" sz="1100" b="0" i="0" u="none" strike="noStrike" kern="1200" dirty="0" err="1">
                          <a:solidFill>
                            <a:srgbClr val="000000"/>
                          </a:solidFill>
                          <a:effectLst/>
                          <a:latin typeface="Abar Mid" pitchFamily="50" charset="-78"/>
                          <a:ea typeface="Abar Mid" pitchFamily="50" charset="-78"/>
                          <a:cs typeface="Abar Mid" pitchFamily="50" charset="-78"/>
                        </a:rPr>
                        <a:t>الخليج</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a:solidFill>
                            <a:srgbClr val="000000"/>
                          </a:solidFill>
                          <a:effectLst/>
                          <a:latin typeface="Abar Mid" pitchFamily="50" charset="-78"/>
                          <a:ea typeface="Abar Mid" pitchFamily="50" charset="-78"/>
                          <a:cs typeface="Abar Mid" pitchFamily="50" charset="-78"/>
                        </a:rPr>
                        <a:t>14-06-2026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a:solidFill>
                            <a:srgbClr val="000000"/>
                          </a:solidFill>
                          <a:effectLst/>
                          <a:latin typeface="Abar Mid" pitchFamily="50" charset="-78"/>
                          <a:ea typeface="Abar Mid" pitchFamily="50" charset="-78"/>
                          <a:cs typeface="Abar Mid" pitchFamily="50" charset="-78"/>
                        </a:rPr>
                        <a:t>28-03-2027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914415" rtl="1" eaLnBrk="1" fontAlgn="ctr"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endParaRPr lang="ar-SA" sz="1100" b="0"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ar-SA" sz="1100" b="0" i="0" u="none" strike="noStrike" kern="1200" dirty="0">
                          <a:solidFill>
                            <a:srgbClr val="000000"/>
                          </a:solidFill>
                          <a:effectLst/>
                          <a:latin typeface="Abar Mid" pitchFamily="50" charset="-78"/>
                          <a:ea typeface="Abar Mid" pitchFamily="50" charset="-78"/>
                          <a:cs typeface="Abar Mid" pitchFamily="50" charset="-78"/>
                        </a:rPr>
                        <a:t>جاري العمل على تحليل المخاطر السياسية للنموذج الجديد وعرضه على مستوى الوكلاء والوزارات المعنية في دول الخليج في معرض ومؤتمر الحج</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r h="623233">
                <a:tc>
                  <a:txBody>
                    <a:bodyPr/>
                    <a:lstStyle/>
                    <a:p>
                      <a:pPr algn="ctr" rtl="1" fontAlgn="ctr">
                        <a:buNone/>
                      </a:pPr>
                      <a:r>
                        <a:rPr lang="en-US" sz="1100" b="0" i="0" u="none" strike="noStrike">
                          <a:solidFill>
                            <a:srgbClr val="000000"/>
                          </a:solidFill>
                          <a:effectLst/>
                          <a:latin typeface="+mn-lt"/>
                          <a:ea typeface="+mn-lt"/>
                          <a:cs typeface="+mn-lt"/>
                          <a:sym typeface="+mn-lt"/>
                        </a:rPr>
                        <a:t>3</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برنامج </a:t>
                      </a:r>
                      <a:r>
                        <a:rPr lang="en-US" sz="1100" b="0" i="0" u="none" strike="noStrike" kern="1200" dirty="0" err="1">
                          <a:solidFill>
                            <a:srgbClr val="000000"/>
                          </a:solidFill>
                          <a:effectLst/>
                          <a:latin typeface="Abar Mid" pitchFamily="50" charset="-78"/>
                          <a:ea typeface="Abar Mid" pitchFamily="50" charset="-78"/>
                          <a:cs typeface="Abar Mid" pitchFamily="50" charset="-78"/>
                        </a:rPr>
                        <a:t>اعتماد</a:t>
                      </a:r>
                      <a:r>
                        <a:rPr lang="en-US" sz="1100" b="0" i="0" u="none" strike="noStrike" kern="1200" dirty="0">
                          <a:solidFill>
                            <a:srgbClr val="000000"/>
                          </a:solidFill>
                          <a:effectLst/>
                          <a:latin typeface="Abar Mid" pitchFamily="50" charset="-78"/>
                          <a:ea typeface="Abar Mid" pitchFamily="50" charset="-78"/>
                          <a:cs typeface="Abar Mid" pitchFamily="50" charset="-78"/>
                        </a:rPr>
                        <a:t> مكاتب شؤون الحج</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a:solidFill>
                            <a:srgbClr val="000000"/>
                          </a:solidFill>
                          <a:effectLst/>
                          <a:latin typeface="Abar Mid" pitchFamily="50" charset="-78"/>
                          <a:ea typeface="Abar Mid" pitchFamily="50" charset="-78"/>
                          <a:cs typeface="Abar Mid" pitchFamily="50" charset="-78"/>
                        </a:rPr>
                        <a:t>15-07-2026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a:solidFill>
                            <a:srgbClr val="000000"/>
                          </a:solidFill>
                          <a:effectLst/>
                          <a:latin typeface="Abar Mid" pitchFamily="50" charset="-78"/>
                          <a:ea typeface="Abar Mid" pitchFamily="50" charset="-78"/>
                          <a:cs typeface="Abar Mid" pitchFamily="50" charset="-78"/>
                        </a:rPr>
                        <a:t>22-02-2027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914415" rtl="1" eaLnBrk="1" fontAlgn="ctr"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endParaRPr lang="ar-SA" sz="1100" b="0"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ar-SA" sz="1100" b="0" i="0" u="none" strike="noStrike" kern="1200" dirty="0">
                          <a:solidFill>
                            <a:srgbClr val="000000"/>
                          </a:solidFill>
                          <a:effectLst/>
                          <a:latin typeface="Abar Mid" pitchFamily="50" charset="-78"/>
                          <a:ea typeface="Abar Mid" pitchFamily="50" charset="-78"/>
                          <a:cs typeface="Abar Mid" pitchFamily="50" charset="-78"/>
                        </a:rPr>
                        <a:t>تم استلام العروض الفنية والمالية على أن يتم الانتهاء من تقييم العروض بتاريخ 1 أكتوبر 2026</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bl>
          </a:graphicData>
        </a:graphic>
      </p:graphicFrame>
      <p:graphicFrame>
        <p:nvGraphicFramePr>
          <p:cNvPr id="15" name="Table 14">
            <a:extLst>
              <a:ext uri="{FF2B5EF4-FFF2-40B4-BE49-F238E27FC236}">
                <a16:creationId xmlns:a16="http://schemas.microsoft.com/office/drawing/2014/main" id="{2E895623-494A-A68F-D8FA-B0DEB08E139C}"/>
              </a:ext>
            </a:extLst>
          </p:cNvPr>
          <p:cNvGraphicFramePr>
            <a:graphicFrameLocks noGrp="1"/>
          </p:cNvGraphicFramePr>
          <p:nvPr>
            <p:extLst>
              <p:ext uri="{D42A27DB-BD31-4B8C-83A1-F6EECF244321}">
                <p14:modId xmlns:p14="http://schemas.microsoft.com/office/powerpoint/2010/main" val="4218910213"/>
              </p:ext>
            </p:extLst>
          </p:nvPr>
        </p:nvGraphicFramePr>
        <p:xfrm>
          <a:off x="193932" y="804347"/>
          <a:ext cx="13051848" cy="1088941"/>
        </p:xfrm>
        <a:graphic>
          <a:graphicData uri="http://schemas.openxmlformats.org/drawingml/2006/table">
            <a:tbl>
              <a:tblPr rtl="1"/>
              <a:tblGrid>
                <a:gridCol w="797682">
                  <a:extLst>
                    <a:ext uri="{9D8B030D-6E8A-4147-A177-3AD203B41FA5}">
                      <a16:colId xmlns:a16="http://schemas.microsoft.com/office/drawing/2014/main" val="20000"/>
                    </a:ext>
                  </a:extLst>
                </a:gridCol>
                <a:gridCol w="2912140">
                  <a:extLst>
                    <a:ext uri="{9D8B030D-6E8A-4147-A177-3AD203B41FA5}">
                      <a16:colId xmlns:a16="http://schemas.microsoft.com/office/drawing/2014/main" val="20001"/>
                    </a:ext>
                  </a:extLst>
                </a:gridCol>
                <a:gridCol w="982962">
                  <a:extLst>
                    <a:ext uri="{9D8B030D-6E8A-4147-A177-3AD203B41FA5}">
                      <a16:colId xmlns:a16="http://schemas.microsoft.com/office/drawing/2014/main" val="20002"/>
                    </a:ext>
                  </a:extLst>
                </a:gridCol>
                <a:gridCol w="982962">
                  <a:extLst>
                    <a:ext uri="{9D8B030D-6E8A-4147-A177-3AD203B41FA5}">
                      <a16:colId xmlns:a16="http://schemas.microsoft.com/office/drawing/2014/main" val="20003"/>
                    </a:ext>
                  </a:extLst>
                </a:gridCol>
                <a:gridCol w="620377">
                  <a:extLst>
                    <a:ext uri="{9D8B030D-6E8A-4147-A177-3AD203B41FA5}">
                      <a16:colId xmlns:a16="http://schemas.microsoft.com/office/drawing/2014/main" val="20005"/>
                    </a:ext>
                  </a:extLst>
                </a:gridCol>
                <a:gridCol w="6755725">
                  <a:extLst>
                    <a:ext uri="{9D8B030D-6E8A-4147-A177-3AD203B41FA5}">
                      <a16:colId xmlns:a16="http://schemas.microsoft.com/office/drawing/2014/main" val="20006"/>
                    </a:ext>
                  </a:extLst>
                </a:gridCol>
              </a:tblGrid>
              <a:tr h="251862">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dirty="0">
                          <a:solidFill>
                            <a:srgbClr val="00080B"/>
                          </a:solidFill>
                          <a:latin typeface="Abar Mid" pitchFamily="2" charset="-78"/>
                          <a:ea typeface="Abar Mid" pitchFamily="2" charset="-78"/>
                          <a:cs typeface="Abar Mid" pitchFamily="2" charset="-78"/>
                        </a:rPr>
                        <a:t>وكالة شؤون الحج</a:t>
                      </a:r>
                      <a:endParaRPr lang="ar-JO" sz="1100" dirty="0">
                        <a:solidFill>
                          <a:srgbClr val="00080B"/>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5186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100" b="1" kern="120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اسم المشروع</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baseline="0" dirty="0">
                          <a:solidFill>
                            <a:schemeClr val="bg1"/>
                          </a:solidFill>
                          <a:latin typeface="Abar Mid" pitchFamily="50" charset="-78"/>
                          <a:ea typeface="Abar Mid" pitchFamily="50" charset="-78"/>
                          <a:cs typeface="Abar Mid" pitchFamily="50" charset="-78"/>
                        </a:rPr>
                        <a:t>تاريخ البداية</a:t>
                      </a:r>
                      <a:endParaRPr sz="1100" b="1" kern="1200" baseline="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تاريخ النهاية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الحالة</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ما تم حتى تاريخه</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503725">
                <a:tc>
                  <a:txBody>
                    <a:bodyPr/>
                    <a:lstStyle/>
                    <a:p>
                      <a:pPr marL="0" algn="ctr" defTabSz="914400" rtl="0" eaLnBrk="1" latinLnBrk="0" hangingPunct="1">
                        <a:lnSpc>
                          <a:spcPct val="105000"/>
                        </a:lnSpc>
                      </a:pPr>
                      <a:r>
                        <a:rPr lang="ar-SA" sz="1100" kern="0" baseline="0" dirty="0">
                          <a:solidFill>
                            <a:schemeClr val="tx1"/>
                          </a:solidFill>
                          <a:latin typeface="Abar Mid" pitchFamily="50" charset="-78"/>
                          <a:ea typeface="Abar Mid" pitchFamily="50" charset="-78"/>
                          <a:cs typeface="Abar Mid" pitchFamily="50" charset="-78"/>
                        </a:rPr>
                        <a:t>8</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err="1">
                          <a:solidFill>
                            <a:srgbClr val="000000"/>
                          </a:solidFill>
                          <a:effectLst/>
                          <a:latin typeface="Abar Mid" pitchFamily="50" charset="-78"/>
                          <a:ea typeface="Abar Mid" pitchFamily="50" charset="-78"/>
                          <a:cs typeface="Abar Mid" pitchFamily="50" charset="-78"/>
                        </a:rPr>
                        <a:t>إصدار</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دليل</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تصنيف</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الخدمات</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المحدث</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لموسم</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حج</a:t>
                      </a:r>
                      <a:r>
                        <a:rPr lang="en-US" sz="1100" b="0" i="0" u="none" strike="noStrike" dirty="0">
                          <a:solidFill>
                            <a:srgbClr val="000000"/>
                          </a:solidFill>
                          <a:effectLst/>
                          <a:latin typeface="Abar Mid" pitchFamily="50" charset="-78"/>
                          <a:ea typeface="Abar Mid" pitchFamily="50" charset="-78"/>
                          <a:cs typeface="Abar Mid" pitchFamily="50" charset="-78"/>
                        </a:rPr>
                        <a:t> 1448 </a:t>
                      </a:r>
                      <a:r>
                        <a:rPr lang="en-US" sz="1100" b="0" i="0" u="none" strike="noStrike" dirty="0" err="1">
                          <a:solidFill>
                            <a:srgbClr val="000000"/>
                          </a:solidFill>
                          <a:effectLst/>
                          <a:latin typeface="Abar Mid" pitchFamily="50" charset="-78"/>
                          <a:ea typeface="Abar Mid" pitchFamily="50" charset="-78"/>
                          <a:cs typeface="Abar Mid" pitchFamily="50" charset="-78"/>
                        </a:rPr>
                        <a:t>هجري</a:t>
                      </a:r>
                      <a:endParaRPr lang="en-US" sz="1100" b="0" i="0" u="none" strike="noStrike"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16-06-2026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31-07-2026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ar-SA" sz="1100" b="0" i="0" u="none" strike="noStrike" kern="1200" dirty="0">
                          <a:solidFill>
                            <a:srgbClr val="000000"/>
                          </a:solidFill>
                          <a:effectLst/>
                          <a:latin typeface="Abar Mid" pitchFamily="50" charset="-78"/>
                          <a:ea typeface="Abar Mid" pitchFamily="50" charset="-78"/>
                          <a:cs typeface="Abar Mid" pitchFamily="50" charset="-78"/>
                        </a:rPr>
                        <a:t>مكتمل</a:t>
                      </a:r>
                      <a:endParaRPr lang="en-US" sz="1100" b="0" i="0" u="none" strike="noStrike" kern="1200" dirty="0">
                        <a:solidFill>
                          <a:srgbClr val="000000"/>
                        </a:solidFill>
                        <a:effectLst/>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100" b="1" i="0" u="none" strike="noStrike" dirty="0">
                          <a:solidFill>
                            <a:srgbClr val="000000"/>
                          </a:solidFill>
                          <a:effectLst/>
                          <a:latin typeface="Abar Mid" pitchFamily="50" charset="-78"/>
                          <a:ea typeface="Abar Mid" pitchFamily="50" charset="-78"/>
                          <a:cs typeface="Abar Mid" pitchFamily="50" charset="-78"/>
                        </a:rPr>
                        <a:t>تاريخ التحديث   30 </a:t>
                      </a:r>
                      <a:r>
                        <a:rPr lang="en-US" sz="1100" b="1" i="0" u="none" strike="noStrike" dirty="0" err="1">
                          <a:solidFill>
                            <a:srgbClr val="000000"/>
                          </a:solidFill>
                          <a:effectLst/>
                          <a:latin typeface="Abar Mid" pitchFamily="50" charset="-78"/>
                          <a:ea typeface="Abar Mid" pitchFamily="50" charset="-78"/>
                          <a:cs typeface="Abar Mid" pitchFamily="50" charset="-78"/>
                        </a:rPr>
                        <a:t>أغسطس</a:t>
                      </a:r>
                      <a:r>
                        <a:rPr lang="en-US" sz="1100" b="1" i="0" u="none" strike="noStrike" dirty="0">
                          <a:solidFill>
                            <a:srgbClr val="000000"/>
                          </a:solidFill>
                          <a:effectLst/>
                          <a:latin typeface="Abar Mid" pitchFamily="50" charset="-78"/>
                          <a:ea typeface="Abar Mid" pitchFamily="50" charset="-78"/>
                          <a:cs typeface="Abar Mid" pitchFamily="50" charset="-78"/>
                        </a:rPr>
                        <a:t> 2026</a:t>
                      </a:r>
                    </a:p>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تم </a:t>
                      </a:r>
                      <a:r>
                        <a:rPr lang="en-US" sz="1100" b="0" i="0" u="none" strike="noStrike" dirty="0" err="1">
                          <a:solidFill>
                            <a:srgbClr val="000000"/>
                          </a:solidFill>
                          <a:effectLst/>
                          <a:latin typeface="Abar Mid" pitchFamily="50" charset="-78"/>
                          <a:ea typeface="Abar Mid" pitchFamily="50" charset="-78"/>
                          <a:cs typeface="Abar Mid" pitchFamily="50" charset="-78"/>
                        </a:rPr>
                        <a:t>اعتماد</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التصنيف</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الكمي</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والنوعي</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لموسم</a:t>
                      </a:r>
                      <a:r>
                        <a:rPr lang="en-US" sz="1100" b="0" i="0" u="none" strike="noStrike" dirty="0">
                          <a:solidFill>
                            <a:srgbClr val="000000"/>
                          </a:solidFill>
                          <a:effectLst/>
                          <a:latin typeface="Abar Mid" pitchFamily="50" charset="-78"/>
                          <a:ea typeface="Abar Mid" pitchFamily="50" charset="-78"/>
                          <a:cs typeface="Abar Mid" pitchFamily="50" charset="-78"/>
                        </a:rPr>
                        <a:t> 1448 هـ </a:t>
                      </a:r>
                      <a:r>
                        <a:rPr lang="en-US" sz="1100" b="0" i="0" u="none" strike="noStrike" dirty="0" err="1">
                          <a:solidFill>
                            <a:srgbClr val="000000"/>
                          </a:solidFill>
                          <a:effectLst/>
                          <a:latin typeface="Abar Mid" pitchFamily="50" charset="-78"/>
                          <a:ea typeface="Abar Mid" pitchFamily="50" charset="-78"/>
                          <a:cs typeface="Abar Mid" pitchFamily="50" charset="-78"/>
                        </a:rPr>
                        <a:t>بالقرار</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الوزاري</a:t>
                      </a:r>
                      <a:r>
                        <a:rPr lang="en-US" sz="1100" b="0" i="0" u="none" strike="noStrike" dirty="0">
                          <a:solidFill>
                            <a:srgbClr val="000000"/>
                          </a:solidFill>
                          <a:effectLst/>
                          <a:latin typeface="Abar Mid" pitchFamily="50" charset="-78"/>
                          <a:ea typeface="Abar Mid" pitchFamily="50" charset="-78"/>
                          <a:cs typeface="Abar Mid" pitchFamily="50" charset="-78"/>
                        </a:rPr>
                        <a:t> </a:t>
                      </a:r>
                      <a:r>
                        <a:rPr lang="en-US" sz="1100" b="0" i="0" u="none" strike="noStrike" dirty="0" err="1">
                          <a:solidFill>
                            <a:srgbClr val="000000"/>
                          </a:solidFill>
                          <a:effectLst/>
                          <a:latin typeface="Abar Mid" pitchFamily="50" charset="-78"/>
                          <a:ea typeface="Abar Mid" pitchFamily="50" charset="-78"/>
                          <a:cs typeface="Abar Mid" pitchFamily="50" charset="-78"/>
                        </a:rPr>
                        <a:t>رقم</a:t>
                      </a:r>
                      <a:r>
                        <a:rPr lang="en-US" sz="1100" b="0" i="0" u="none" strike="noStrike" dirty="0">
                          <a:solidFill>
                            <a:srgbClr val="000000"/>
                          </a:solidFill>
                          <a:effectLst/>
                          <a:latin typeface="Abar Mid" pitchFamily="50" charset="-78"/>
                          <a:ea typeface="Abar Mid" pitchFamily="50" charset="-78"/>
                          <a:cs typeface="Abar Mid" pitchFamily="50" charset="-78"/>
                        </a:rPr>
                        <a:t> 480212055  </a:t>
                      </a:r>
                      <a:r>
                        <a:rPr lang="en-US" sz="1100" b="0" i="0" u="none" strike="noStrike" dirty="0" err="1">
                          <a:solidFill>
                            <a:srgbClr val="000000"/>
                          </a:solidFill>
                          <a:effectLst/>
                          <a:latin typeface="Abar Mid" pitchFamily="50" charset="-78"/>
                          <a:ea typeface="Abar Mid" pitchFamily="50" charset="-78"/>
                          <a:cs typeface="Abar Mid" pitchFamily="50" charset="-78"/>
                        </a:rPr>
                        <a:t>وتاريخ</a:t>
                      </a:r>
                      <a:r>
                        <a:rPr lang="en-US" sz="1100" b="0" i="0" u="none" strike="noStrike" dirty="0">
                          <a:solidFill>
                            <a:srgbClr val="000000"/>
                          </a:solidFill>
                          <a:effectLst/>
                          <a:latin typeface="Abar Mid" pitchFamily="50" charset="-78"/>
                          <a:ea typeface="Abar Mid" pitchFamily="50" charset="-78"/>
                          <a:cs typeface="Abar Mid" pitchFamily="50" charset="-78"/>
                        </a:rPr>
                        <a:t> 1448/02/16 هـ</a:t>
                      </a:r>
                    </a:p>
                  </a:txBody>
                  <a:tcPr marL="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72283336"/>
                  </a:ext>
                </a:extLst>
              </a:tr>
            </a:tbl>
          </a:graphicData>
        </a:graphic>
      </p:graphicFrame>
    </p:spTree>
    <p:extLst>
      <p:ext uri="{BB962C8B-B14F-4D97-AF65-F5344CB8AC3E}">
        <p14:creationId xmlns:p14="http://schemas.microsoft.com/office/powerpoint/2010/main" val="3218896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A8015-1CA4-B9EF-1B94-4A71B8657253}"/>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7ABFDDD-19EE-FE2A-AE11-26F788943687}"/>
              </a:ext>
            </a:extLst>
          </p:cNvPr>
          <p:cNvCxnSpPr>
            <a:cxnSpLocks/>
          </p:cNvCxnSpPr>
          <p:nvPr/>
        </p:nvCxnSpPr>
        <p:spPr>
          <a:xfrm>
            <a:off x="34747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
        <p:nvSpPr>
          <p:cNvPr id="9" name="btfpRowHeaderBoxText438126">
            <a:extLst>
              <a:ext uri="{FF2B5EF4-FFF2-40B4-BE49-F238E27FC236}">
                <a16:creationId xmlns:a16="http://schemas.microsoft.com/office/drawing/2014/main" id="{98098073-5702-E342-F117-21B1B2C0C507}"/>
              </a:ext>
            </a:extLst>
          </p:cNvPr>
          <p:cNvSpPr txBox="1"/>
          <p:nvPr>
            <p:custDataLst>
              <p:tags r:id="rId1"/>
            </p:custDataLst>
          </p:nvPr>
        </p:nvSpPr>
        <p:spPr>
          <a:xfrm flipH="1">
            <a:off x="3671838" y="202522"/>
            <a:ext cx="5724532" cy="44098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800" b="1" dirty="0">
                <a:solidFill>
                  <a:srgbClr val="000000"/>
                </a:solidFill>
                <a:latin typeface="Abar Mid" pitchFamily="2" charset="-78"/>
                <a:ea typeface="Abar Mid" pitchFamily="2" charset="-78"/>
                <a:cs typeface="Abar Mid" pitchFamily="2" charset="-78"/>
              </a:rPr>
              <a:t>تفاصيل مشاريع سهيل</a:t>
            </a:r>
          </a:p>
        </p:txBody>
      </p:sp>
      <p:cxnSp>
        <p:nvCxnSpPr>
          <p:cNvPr id="11" name="Straight Connector 10">
            <a:extLst>
              <a:ext uri="{FF2B5EF4-FFF2-40B4-BE49-F238E27FC236}">
                <a16:creationId xmlns:a16="http://schemas.microsoft.com/office/drawing/2014/main" id="{D280ED46-B3D8-54A8-8D03-A4E9B4595D82}"/>
              </a:ext>
            </a:extLst>
          </p:cNvPr>
          <p:cNvCxnSpPr>
            <a:cxnSpLocks/>
          </p:cNvCxnSpPr>
          <p:nvPr/>
        </p:nvCxnSpPr>
        <p:spPr>
          <a:xfrm>
            <a:off x="82880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aphicFrame>
        <p:nvGraphicFramePr>
          <p:cNvPr id="3" name="Table 2">
            <a:extLst>
              <a:ext uri="{FF2B5EF4-FFF2-40B4-BE49-F238E27FC236}">
                <a16:creationId xmlns:a16="http://schemas.microsoft.com/office/drawing/2014/main" id="{DC8EC721-451E-4D5B-7A6E-7825D472F3DE}"/>
              </a:ext>
            </a:extLst>
          </p:cNvPr>
          <p:cNvGraphicFramePr>
            <a:graphicFrameLocks noGrp="1"/>
          </p:cNvGraphicFramePr>
          <p:nvPr>
            <p:extLst>
              <p:ext uri="{D42A27DB-BD31-4B8C-83A1-F6EECF244321}">
                <p14:modId xmlns:p14="http://schemas.microsoft.com/office/powerpoint/2010/main" val="2346019959"/>
              </p:ext>
            </p:extLst>
          </p:nvPr>
        </p:nvGraphicFramePr>
        <p:xfrm>
          <a:off x="193928" y="4269624"/>
          <a:ext cx="13051847" cy="2424266"/>
        </p:xfrm>
        <a:graphic>
          <a:graphicData uri="http://schemas.openxmlformats.org/drawingml/2006/table">
            <a:tbl>
              <a:tblPr rtl="1"/>
              <a:tblGrid>
                <a:gridCol w="797902">
                  <a:extLst>
                    <a:ext uri="{9D8B030D-6E8A-4147-A177-3AD203B41FA5}">
                      <a16:colId xmlns:a16="http://schemas.microsoft.com/office/drawing/2014/main" val="20000"/>
                    </a:ext>
                  </a:extLst>
                </a:gridCol>
                <a:gridCol w="2911191">
                  <a:extLst>
                    <a:ext uri="{9D8B030D-6E8A-4147-A177-3AD203B41FA5}">
                      <a16:colId xmlns:a16="http://schemas.microsoft.com/office/drawing/2014/main" val="20001"/>
                    </a:ext>
                  </a:extLst>
                </a:gridCol>
                <a:gridCol w="982642">
                  <a:extLst>
                    <a:ext uri="{9D8B030D-6E8A-4147-A177-3AD203B41FA5}">
                      <a16:colId xmlns:a16="http://schemas.microsoft.com/office/drawing/2014/main" val="20002"/>
                    </a:ext>
                  </a:extLst>
                </a:gridCol>
                <a:gridCol w="982642">
                  <a:extLst>
                    <a:ext uri="{9D8B030D-6E8A-4147-A177-3AD203B41FA5}">
                      <a16:colId xmlns:a16="http://schemas.microsoft.com/office/drawing/2014/main" val="20003"/>
                    </a:ext>
                  </a:extLst>
                </a:gridCol>
                <a:gridCol w="619341">
                  <a:extLst>
                    <a:ext uri="{9D8B030D-6E8A-4147-A177-3AD203B41FA5}">
                      <a16:colId xmlns:a16="http://schemas.microsoft.com/office/drawing/2014/main" val="20005"/>
                    </a:ext>
                  </a:extLst>
                </a:gridCol>
                <a:gridCol w="6758129">
                  <a:extLst>
                    <a:ext uri="{9D8B030D-6E8A-4147-A177-3AD203B41FA5}">
                      <a16:colId xmlns:a16="http://schemas.microsoft.com/office/drawing/2014/main" val="20006"/>
                    </a:ext>
                  </a:extLst>
                </a:gridCol>
              </a:tblGrid>
              <a:tr h="27432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dirty="0">
                          <a:solidFill>
                            <a:srgbClr val="00080B"/>
                          </a:solidFill>
                          <a:latin typeface="Abar Mid" pitchFamily="2" charset="-78"/>
                          <a:ea typeface="Abar Mid" pitchFamily="2" charset="-78"/>
                          <a:cs typeface="Abar Mid" pitchFamily="2" charset="-78"/>
                        </a:rPr>
                        <a:t>وكالة التحول الرقمي وتقنية المعلومات</a:t>
                      </a:r>
                      <a:endParaRPr lang="ar-JO" sz="1100" dirty="0">
                        <a:solidFill>
                          <a:srgbClr val="00080B"/>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7432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100" b="1" kern="1200" dirty="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اسم المشروع</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baseline="0" dirty="0">
                          <a:solidFill>
                            <a:schemeClr val="bg1"/>
                          </a:solidFill>
                          <a:latin typeface="Abar Mid" pitchFamily="50" charset="-78"/>
                          <a:ea typeface="Abar Mid" pitchFamily="50" charset="-78"/>
                          <a:cs typeface="Abar Mid" pitchFamily="50" charset="-78"/>
                        </a:rPr>
                        <a:t>تاريخ البداية</a:t>
                      </a:r>
                      <a:endParaRPr sz="1100" b="1" kern="1200" baseline="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تاريخ النهاية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الحالة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ما تم حتى تاريخه</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44690">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مشروع دراسة وتوسعة منظومة المستشعرات والرصد الذكي للحج والعمرة.</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19-07-2026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20-06-2027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100" b="1" i="0" u="none" strike="noStrike" dirty="0">
                          <a:solidFill>
                            <a:srgbClr val="000000"/>
                          </a:solidFill>
                          <a:effectLst/>
                          <a:latin typeface="Abar Mid" pitchFamily="50" charset="-78"/>
                          <a:ea typeface="Abar Mid" pitchFamily="50" charset="-78"/>
                          <a:cs typeface="Abar Mid" pitchFamily="50" charset="-78"/>
                        </a:rPr>
                        <a:t>تاريخ التحديث 10 سبتمبر 2026</a:t>
                      </a:r>
                    </a:p>
                    <a:p>
                      <a:pPr algn="r" rtl="1" fontAlgn="ctr">
                        <a:buNone/>
                      </a:pPr>
                      <a:r>
                        <a:rPr lang="ar-SA" sz="1100" b="0" i="0" u="none" strike="noStrike" dirty="0">
                          <a:solidFill>
                            <a:srgbClr val="000000"/>
                          </a:solidFill>
                          <a:effectLst/>
                          <a:latin typeface="Abar Mid" pitchFamily="50" charset="-78"/>
                          <a:ea typeface="Abar Mid" pitchFamily="50" charset="-78"/>
                          <a:cs typeface="Abar Mid" pitchFamily="50" charset="-78"/>
                        </a:rPr>
                        <a:t>تم الانتهاء من إعداد وثيقة الدراسة وجمع المتطلبات لإصدار التصاريح لدخول المشاعر المقدسة لفريق العمل مع شركة كدانه ، وجار العمل على الانتهاء من التصور للتوسع بمستشعرات الرصد بتاريخ 15 أكتوبر 2026</a:t>
                      </a:r>
                      <a:endParaRPr lang="en-US" sz="1100" b="0" i="0" u="none" strike="noStrike"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530395">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المنصة الموحدة للعاملين</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01-07-2026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01-07-2027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100" b="1" i="0" u="none" strike="noStrike" dirty="0">
                          <a:solidFill>
                            <a:srgbClr val="000000"/>
                          </a:solidFill>
                          <a:effectLst/>
                          <a:latin typeface="Abar Mid" pitchFamily="50" charset="-78"/>
                          <a:ea typeface="Abar Mid" pitchFamily="50" charset="-78"/>
                          <a:cs typeface="Abar Mid" pitchFamily="50" charset="-78"/>
                        </a:rPr>
                        <a:t>تاريخ التحديث 10 سبتمبر 2026 </a:t>
                      </a:r>
                    </a:p>
                    <a:p>
                      <a:pPr algn="r" rtl="1" fontAlgn="ctr">
                        <a:buNone/>
                      </a:pPr>
                      <a:r>
                        <a:rPr lang="ar-SA" sz="1100" b="0" i="0" u="none" strike="noStrike" dirty="0">
                          <a:solidFill>
                            <a:srgbClr val="000000"/>
                          </a:solidFill>
                          <a:effectLst/>
                          <a:latin typeface="Abar Mid" pitchFamily="50" charset="-78"/>
                          <a:ea typeface="Abar Mid" pitchFamily="50" charset="-78"/>
                          <a:cs typeface="Abar Mid" pitchFamily="50" charset="-78"/>
                        </a:rPr>
                        <a:t>تم الانتهاء من بناء واعتماد وثائق التطوير وجار العمل على تطوير المنصة الموحدة للعاملين  على أن يتم الانتهاء من التطوير بتاريخ 2 فبراير 2027</a:t>
                      </a:r>
                      <a:endParaRPr lang="en-US" sz="1100" b="0" i="0" u="none" strike="noStrike"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bl>
          </a:graphicData>
        </a:graphic>
      </p:graphicFrame>
      <p:graphicFrame>
        <p:nvGraphicFramePr>
          <p:cNvPr id="14" name="Table 13">
            <a:extLst>
              <a:ext uri="{FF2B5EF4-FFF2-40B4-BE49-F238E27FC236}">
                <a16:creationId xmlns:a16="http://schemas.microsoft.com/office/drawing/2014/main" id="{AB28733B-7EA0-D370-A56A-D6FF23BA9719}"/>
              </a:ext>
            </a:extLst>
          </p:cNvPr>
          <p:cNvGraphicFramePr>
            <a:graphicFrameLocks noGrp="1"/>
          </p:cNvGraphicFramePr>
          <p:nvPr>
            <p:extLst>
              <p:ext uri="{D42A27DB-BD31-4B8C-83A1-F6EECF244321}">
                <p14:modId xmlns:p14="http://schemas.microsoft.com/office/powerpoint/2010/main" val="3112190959"/>
              </p:ext>
            </p:extLst>
          </p:nvPr>
        </p:nvGraphicFramePr>
        <p:xfrm>
          <a:off x="193932" y="804347"/>
          <a:ext cx="13051847" cy="3216373"/>
        </p:xfrm>
        <a:graphic>
          <a:graphicData uri="http://schemas.openxmlformats.org/drawingml/2006/table">
            <a:tbl>
              <a:tblPr rtl="1"/>
              <a:tblGrid>
                <a:gridCol w="797901">
                  <a:extLst>
                    <a:ext uri="{9D8B030D-6E8A-4147-A177-3AD203B41FA5}">
                      <a16:colId xmlns:a16="http://schemas.microsoft.com/office/drawing/2014/main" val="20000"/>
                    </a:ext>
                  </a:extLst>
                </a:gridCol>
                <a:gridCol w="2911191">
                  <a:extLst>
                    <a:ext uri="{9D8B030D-6E8A-4147-A177-3AD203B41FA5}">
                      <a16:colId xmlns:a16="http://schemas.microsoft.com/office/drawing/2014/main" val="20001"/>
                    </a:ext>
                  </a:extLst>
                </a:gridCol>
                <a:gridCol w="982642">
                  <a:extLst>
                    <a:ext uri="{9D8B030D-6E8A-4147-A177-3AD203B41FA5}">
                      <a16:colId xmlns:a16="http://schemas.microsoft.com/office/drawing/2014/main" val="20002"/>
                    </a:ext>
                  </a:extLst>
                </a:gridCol>
                <a:gridCol w="982642">
                  <a:extLst>
                    <a:ext uri="{9D8B030D-6E8A-4147-A177-3AD203B41FA5}">
                      <a16:colId xmlns:a16="http://schemas.microsoft.com/office/drawing/2014/main" val="20003"/>
                    </a:ext>
                  </a:extLst>
                </a:gridCol>
                <a:gridCol w="619340">
                  <a:extLst>
                    <a:ext uri="{9D8B030D-6E8A-4147-A177-3AD203B41FA5}">
                      <a16:colId xmlns:a16="http://schemas.microsoft.com/office/drawing/2014/main" val="20005"/>
                    </a:ext>
                  </a:extLst>
                </a:gridCol>
                <a:gridCol w="6758131">
                  <a:extLst>
                    <a:ext uri="{9D8B030D-6E8A-4147-A177-3AD203B41FA5}">
                      <a16:colId xmlns:a16="http://schemas.microsoft.com/office/drawing/2014/main" val="20006"/>
                    </a:ext>
                  </a:extLst>
                </a:gridCol>
              </a:tblGrid>
              <a:tr h="185574">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dirty="0">
                          <a:solidFill>
                            <a:srgbClr val="00080B"/>
                          </a:solidFill>
                          <a:latin typeface="Abar Mid" pitchFamily="2" charset="-78"/>
                          <a:ea typeface="Abar Mid" pitchFamily="2" charset="-78"/>
                          <a:cs typeface="Abar Mid" pitchFamily="2" charset="-78"/>
                        </a:rPr>
                        <a:t>وكالة التوعية وتنمية المهارات</a:t>
                      </a:r>
                      <a:endParaRPr lang="ar-JO" sz="1100" dirty="0">
                        <a:solidFill>
                          <a:srgbClr val="00080B"/>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185574">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100" b="1" kern="1200" dirty="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اسم المشروع</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baseline="0" dirty="0">
                          <a:solidFill>
                            <a:schemeClr val="bg1"/>
                          </a:solidFill>
                          <a:latin typeface="Abar Mid" pitchFamily="50" charset="-78"/>
                          <a:ea typeface="Abar Mid" pitchFamily="50" charset="-78"/>
                          <a:cs typeface="Abar Mid" pitchFamily="50" charset="-78"/>
                        </a:rPr>
                        <a:t>تاريخ البداية</a:t>
                      </a:r>
                      <a:endParaRPr sz="1100" b="1" kern="1200" baseline="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تاريخ النهاية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الحالة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ما تم حتى تاريخه</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68051">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توحيد الهوية المؤسسية داخليا وخارجيا</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25-08-2026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22-02-2027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1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100" b="0" i="0" u="none" strike="noStrike" dirty="0">
                          <a:solidFill>
                            <a:srgbClr val="000000"/>
                          </a:solidFill>
                          <a:effectLst/>
                          <a:latin typeface="Abar Mid" pitchFamily="50" charset="-78"/>
                          <a:ea typeface="Abar Mid" pitchFamily="50" charset="-78"/>
                          <a:cs typeface="Abar Mid" pitchFamily="50" charset="-78"/>
                        </a:rPr>
                        <a:t>تمت المواءمة واستلام الخطة الزمنية من المركز العام للنقل بشأن توحيد الهوية على الحافلات، وجار عكس الملاحظات وتطوير التصاميم تمهيدا لاعتمادها بتاريخ 9 نوفمبر 2026، على أن يتولى المركز العام للنقل الطباعة والتنفيذ بإشراف وزارة الحج والعمرة</a:t>
                      </a:r>
                      <a:endParaRPr lang="en-US" sz="1100" b="0" i="0" u="none" strike="noStrike"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680437">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برنامج التوعية بخدمات وأوقات النقل للحرم المكي بأيام التشريق</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16-06-2026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22-02-2027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1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100" b="0" i="0" u="none" strike="noStrike" dirty="0">
                          <a:solidFill>
                            <a:srgbClr val="000000"/>
                          </a:solidFill>
                          <a:effectLst/>
                          <a:latin typeface="Abar Mid" pitchFamily="50" charset="-78"/>
                          <a:ea typeface="Abar Mid" pitchFamily="50" charset="-78"/>
                          <a:cs typeface="Abar Mid" pitchFamily="50" charset="-78"/>
                        </a:rPr>
                        <a:t>جار حاليا دراسة وتحليل الوضع الراهن، على أن يتم الانتهاء بتاريخ 11 يناير 2027، تمهيدا  لإعداد خطة توعوية متكاملة تشمل المنتجات التوعوية، وقنوات النشر الرقمية والمكانية والمباشرة، والجدول الزمني للتنفيذ والنشر.</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r h="371148">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3</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برنامج التعريف والتأهيل للمسؤولين في مكاتب شؤون الحج</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15-07-2026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22-07-2027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1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100" b="0" i="0" u="none" strike="noStrike" dirty="0">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ويتم دراستها من قبل شركة علم على أن يتم طرحها  بتاريخ  30 سبتمبر 2026</a:t>
                      </a:r>
                      <a:endParaRPr lang="en-US" sz="1100" b="0" i="0" u="none" strike="noStrike"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r h="371148">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4</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برنامج زمالة قيادات مكاتب شؤون الحج</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15-07-2026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22-02-2027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1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100" b="0" i="0" u="none" strike="noStrike" dirty="0">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ويتم دراستها من قبل شركة علم على أن يتم طرحها  بتاريخ  30 سبتمبر 2026</a:t>
                      </a:r>
                      <a:endParaRPr lang="en-US" sz="1100" b="0" i="0" u="none" strike="noStrike" dirty="0">
                        <a:solidFill>
                          <a:srgbClr val="000000"/>
                        </a:solidFill>
                        <a:effectLst/>
                        <a:latin typeface="Abar Mid" pitchFamily="50" charset="-78"/>
                        <a:ea typeface="Abar Mid" pitchFamily="50" charset="-78"/>
                        <a:cs typeface="Abar Mid" pitchFamily="50" charset="-78"/>
                      </a:endParaRP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49293351"/>
                  </a:ext>
                </a:extLst>
              </a:tr>
            </a:tbl>
          </a:graphicData>
        </a:graphic>
      </p:graphicFrame>
    </p:spTree>
    <p:extLst>
      <p:ext uri="{BB962C8B-B14F-4D97-AF65-F5344CB8AC3E}">
        <p14:creationId xmlns:p14="http://schemas.microsoft.com/office/powerpoint/2010/main" val="2344831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F041-BC4B-2029-A5F7-97F2C19194B1}"/>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0F663E0E-2AEF-A2B7-9490-1B73E2A8BBE9}"/>
              </a:ext>
            </a:extLst>
          </p:cNvPr>
          <p:cNvGraphicFramePr>
            <a:graphicFrameLocks noGrp="1"/>
          </p:cNvGraphicFramePr>
          <p:nvPr>
            <p:extLst>
              <p:ext uri="{D42A27DB-BD31-4B8C-83A1-F6EECF244321}">
                <p14:modId xmlns:p14="http://schemas.microsoft.com/office/powerpoint/2010/main" val="525232860"/>
              </p:ext>
            </p:extLst>
          </p:nvPr>
        </p:nvGraphicFramePr>
        <p:xfrm>
          <a:off x="193935" y="804347"/>
          <a:ext cx="13051844" cy="1492444"/>
        </p:xfrm>
        <a:graphic>
          <a:graphicData uri="http://schemas.openxmlformats.org/drawingml/2006/table">
            <a:tbl>
              <a:tblPr rtl="1"/>
              <a:tblGrid>
                <a:gridCol w="797826">
                  <a:extLst>
                    <a:ext uri="{9D8B030D-6E8A-4147-A177-3AD203B41FA5}">
                      <a16:colId xmlns:a16="http://schemas.microsoft.com/office/drawing/2014/main" val="20000"/>
                    </a:ext>
                  </a:extLst>
                </a:gridCol>
                <a:gridCol w="2911116">
                  <a:extLst>
                    <a:ext uri="{9D8B030D-6E8A-4147-A177-3AD203B41FA5}">
                      <a16:colId xmlns:a16="http://schemas.microsoft.com/office/drawing/2014/main" val="20001"/>
                    </a:ext>
                  </a:extLst>
                </a:gridCol>
                <a:gridCol w="982616">
                  <a:extLst>
                    <a:ext uri="{9D8B030D-6E8A-4147-A177-3AD203B41FA5}">
                      <a16:colId xmlns:a16="http://schemas.microsoft.com/office/drawing/2014/main" val="20002"/>
                    </a:ext>
                  </a:extLst>
                </a:gridCol>
                <a:gridCol w="982616">
                  <a:extLst>
                    <a:ext uri="{9D8B030D-6E8A-4147-A177-3AD203B41FA5}">
                      <a16:colId xmlns:a16="http://schemas.microsoft.com/office/drawing/2014/main" val="20003"/>
                    </a:ext>
                  </a:extLst>
                </a:gridCol>
                <a:gridCol w="620176">
                  <a:extLst>
                    <a:ext uri="{9D8B030D-6E8A-4147-A177-3AD203B41FA5}">
                      <a16:colId xmlns:a16="http://schemas.microsoft.com/office/drawing/2014/main" val="20005"/>
                    </a:ext>
                  </a:extLst>
                </a:gridCol>
                <a:gridCol w="6757494">
                  <a:extLst>
                    <a:ext uri="{9D8B030D-6E8A-4147-A177-3AD203B41FA5}">
                      <a16:colId xmlns:a16="http://schemas.microsoft.com/office/drawing/2014/main" val="20006"/>
                    </a:ext>
                  </a:extLst>
                </a:gridCol>
              </a:tblGrid>
              <a:tr h="27432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dirty="0">
                          <a:solidFill>
                            <a:srgbClr val="00080B"/>
                          </a:solidFill>
                          <a:latin typeface="Abar Mid" pitchFamily="2" charset="-78"/>
                          <a:ea typeface="Abar Mid" pitchFamily="2" charset="-78"/>
                          <a:cs typeface="Abar Mid" pitchFamily="2" charset="-78"/>
                        </a:rPr>
                        <a:t>مركز منصة نسك الرقمية</a:t>
                      </a:r>
                      <a:endParaRPr lang="ar-JO" sz="1100" dirty="0">
                        <a:solidFill>
                          <a:srgbClr val="00080B"/>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7432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100" b="1" kern="1200" dirty="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اسم المشروع</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baseline="0" dirty="0">
                          <a:solidFill>
                            <a:schemeClr val="bg1"/>
                          </a:solidFill>
                          <a:latin typeface="Abar Mid" pitchFamily="50" charset="-78"/>
                          <a:ea typeface="Abar Mid" pitchFamily="50" charset="-78"/>
                          <a:cs typeface="Abar Mid" pitchFamily="50" charset="-78"/>
                        </a:rPr>
                        <a:t>تاريخ البداية</a:t>
                      </a:r>
                      <a:endParaRPr sz="1100" b="1" kern="1200" baseline="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تاريخ النهاية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الحالة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ما تم حتى تاريخه</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07228">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تسويق تطبيق نسك</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30-06-2026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01-08-2027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100" b="1" i="0" u="none" strike="noStrike" dirty="0">
                          <a:solidFill>
                            <a:srgbClr val="000000"/>
                          </a:solidFill>
                          <a:effectLst/>
                          <a:latin typeface="Abar Mid" pitchFamily="50" charset="-78"/>
                          <a:cs typeface="Abar Mid" pitchFamily="50" charset="-78"/>
                        </a:rPr>
                        <a:t>تاريخ التحديث 16 سبتمبر 2026</a:t>
                      </a:r>
                      <a:endParaRPr lang="ar-SA" sz="1100" b="1" i="0" u="none" strike="noStrike" dirty="0">
                        <a:solidFill>
                          <a:srgbClr val="000000"/>
                        </a:solidFill>
                        <a:effectLst/>
                        <a:latin typeface="Abar Mid" pitchFamily="50" charset="-78"/>
                        <a:ea typeface="Abar Mid" pitchFamily="50" charset="-78"/>
                        <a:cs typeface="Abar Mid" pitchFamily="50" charset="-78"/>
                      </a:endParaRPr>
                    </a:p>
                    <a:p>
                      <a:pPr algn="r" rtl="1" fontAlgn="ctr">
                        <a:buNone/>
                      </a:pPr>
                      <a:r>
                        <a:rPr lang="en-US" sz="1100" b="0" i="0" u="none" strike="noStrike" dirty="0">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والأحكام الخاصة بالمشروع والميزانية المتوقعة للمشروع  وتم مشاركتها مع إدارة المشتريات لأخذ مرئياتهم</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cxnSp>
        <p:nvCxnSpPr>
          <p:cNvPr id="7" name="Straight Connector 6">
            <a:extLst>
              <a:ext uri="{FF2B5EF4-FFF2-40B4-BE49-F238E27FC236}">
                <a16:creationId xmlns:a16="http://schemas.microsoft.com/office/drawing/2014/main" id="{18B39E20-C636-1F86-1B4B-D5D1B1F86C3D}"/>
              </a:ext>
            </a:extLst>
          </p:cNvPr>
          <p:cNvCxnSpPr>
            <a:cxnSpLocks/>
          </p:cNvCxnSpPr>
          <p:nvPr/>
        </p:nvCxnSpPr>
        <p:spPr>
          <a:xfrm>
            <a:off x="34747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
        <p:nvSpPr>
          <p:cNvPr id="9" name="btfpRowHeaderBoxText438126">
            <a:extLst>
              <a:ext uri="{FF2B5EF4-FFF2-40B4-BE49-F238E27FC236}">
                <a16:creationId xmlns:a16="http://schemas.microsoft.com/office/drawing/2014/main" id="{699353A4-A111-4F06-AA8C-E500A9E78209}"/>
              </a:ext>
            </a:extLst>
          </p:cNvPr>
          <p:cNvSpPr txBox="1"/>
          <p:nvPr>
            <p:custDataLst>
              <p:tags r:id="rId1"/>
            </p:custDataLst>
          </p:nvPr>
        </p:nvSpPr>
        <p:spPr>
          <a:xfrm flipH="1">
            <a:off x="3671838" y="202522"/>
            <a:ext cx="5724532" cy="440980"/>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800" b="1" dirty="0">
                <a:solidFill>
                  <a:srgbClr val="000000"/>
                </a:solidFill>
                <a:latin typeface="Abar Mid" pitchFamily="2" charset="-78"/>
                <a:ea typeface="Abar Mid" pitchFamily="2" charset="-78"/>
                <a:cs typeface="Abar Mid" pitchFamily="2" charset="-78"/>
              </a:rPr>
              <a:t>تفاصيل مشاريع سهيل</a:t>
            </a:r>
          </a:p>
        </p:txBody>
      </p:sp>
      <p:cxnSp>
        <p:nvCxnSpPr>
          <p:cNvPr id="11" name="Straight Connector 10">
            <a:extLst>
              <a:ext uri="{FF2B5EF4-FFF2-40B4-BE49-F238E27FC236}">
                <a16:creationId xmlns:a16="http://schemas.microsoft.com/office/drawing/2014/main" id="{A4F52DFF-C77B-8A7D-C67C-7A783713D4F6}"/>
              </a:ext>
            </a:extLst>
          </p:cNvPr>
          <p:cNvCxnSpPr>
            <a:cxnSpLocks/>
          </p:cNvCxnSpPr>
          <p:nvPr/>
        </p:nvCxnSpPr>
        <p:spPr>
          <a:xfrm>
            <a:off x="8288028" y="363367"/>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aphicFrame>
        <p:nvGraphicFramePr>
          <p:cNvPr id="4" name="Table 3">
            <a:extLst>
              <a:ext uri="{FF2B5EF4-FFF2-40B4-BE49-F238E27FC236}">
                <a16:creationId xmlns:a16="http://schemas.microsoft.com/office/drawing/2014/main" id="{72FA7B05-776D-49FC-E24C-8AB16F77CF8B}"/>
              </a:ext>
            </a:extLst>
          </p:cNvPr>
          <p:cNvGraphicFramePr>
            <a:graphicFrameLocks noGrp="1"/>
          </p:cNvGraphicFramePr>
          <p:nvPr>
            <p:extLst>
              <p:ext uri="{D42A27DB-BD31-4B8C-83A1-F6EECF244321}">
                <p14:modId xmlns:p14="http://schemas.microsoft.com/office/powerpoint/2010/main" val="2552772457"/>
              </p:ext>
            </p:extLst>
          </p:nvPr>
        </p:nvGraphicFramePr>
        <p:xfrm>
          <a:off x="193935" y="2737770"/>
          <a:ext cx="13051846" cy="1646792"/>
        </p:xfrm>
        <a:graphic>
          <a:graphicData uri="http://schemas.openxmlformats.org/drawingml/2006/table">
            <a:tbl>
              <a:tblPr rtl="1"/>
              <a:tblGrid>
                <a:gridCol w="797826">
                  <a:extLst>
                    <a:ext uri="{9D8B030D-6E8A-4147-A177-3AD203B41FA5}">
                      <a16:colId xmlns:a16="http://schemas.microsoft.com/office/drawing/2014/main" val="20000"/>
                    </a:ext>
                  </a:extLst>
                </a:gridCol>
                <a:gridCol w="2911116">
                  <a:extLst>
                    <a:ext uri="{9D8B030D-6E8A-4147-A177-3AD203B41FA5}">
                      <a16:colId xmlns:a16="http://schemas.microsoft.com/office/drawing/2014/main" val="20001"/>
                    </a:ext>
                  </a:extLst>
                </a:gridCol>
                <a:gridCol w="982617">
                  <a:extLst>
                    <a:ext uri="{9D8B030D-6E8A-4147-A177-3AD203B41FA5}">
                      <a16:colId xmlns:a16="http://schemas.microsoft.com/office/drawing/2014/main" val="20002"/>
                    </a:ext>
                  </a:extLst>
                </a:gridCol>
                <a:gridCol w="982617">
                  <a:extLst>
                    <a:ext uri="{9D8B030D-6E8A-4147-A177-3AD203B41FA5}">
                      <a16:colId xmlns:a16="http://schemas.microsoft.com/office/drawing/2014/main" val="20003"/>
                    </a:ext>
                  </a:extLst>
                </a:gridCol>
                <a:gridCol w="620176">
                  <a:extLst>
                    <a:ext uri="{9D8B030D-6E8A-4147-A177-3AD203B41FA5}">
                      <a16:colId xmlns:a16="http://schemas.microsoft.com/office/drawing/2014/main" val="20005"/>
                    </a:ext>
                  </a:extLst>
                </a:gridCol>
                <a:gridCol w="6757494">
                  <a:extLst>
                    <a:ext uri="{9D8B030D-6E8A-4147-A177-3AD203B41FA5}">
                      <a16:colId xmlns:a16="http://schemas.microsoft.com/office/drawing/2014/main" val="20006"/>
                    </a:ext>
                  </a:extLst>
                </a:gridCol>
              </a:tblGrid>
              <a:tr h="27432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100" dirty="0">
                          <a:solidFill>
                            <a:srgbClr val="00080B"/>
                          </a:solidFill>
                          <a:latin typeface="Abar Mid" pitchFamily="2" charset="-78"/>
                          <a:ea typeface="Abar Mid" pitchFamily="2" charset="-78"/>
                          <a:cs typeface="Abar Mid" pitchFamily="2" charset="-78"/>
                        </a:rPr>
                        <a:t>مركز امتثال أعمال</a:t>
                      </a:r>
                      <a:endParaRPr lang="ar-JO" sz="1100" dirty="0">
                        <a:solidFill>
                          <a:srgbClr val="00080B"/>
                        </a:solidFill>
                        <a:latin typeface="Abar Mid" pitchFamily="2" charset="-78"/>
                        <a:ea typeface="Abar Mid" pitchFamily="2" charset="-78"/>
                        <a:cs typeface="Abar Mid" pitchFamily="2"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27432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100" b="1" kern="1200" dirty="0">
                          <a:solidFill>
                            <a:schemeClr val="bg1"/>
                          </a:solidFill>
                          <a:latin typeface="Abar Mid" pitchFamily="50" charset="-78"/>
                          <a:ea typeface="Abar Mid" pitchFamily="50" charset="-78"/>
                          <a:cs typeface="Abar Mid" pitchFamily="50" charset="-78"/>
                        </a:rPr>
                        <a:t>#</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اسم المشروع</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baseline="0" dirty="0">
                          <a:solidFill>
                            <a:schemeClr val="bg1"/>
                          </a:solidFill>
                          <a:latin typeface="Abar Mid" pitchFamily="50" charset="-78"/>
                          <a:ea typeface="Abar Mid" pitchFamily="50" charset="-78"/>
                          <a:cs typeface="Abar Mid" pitchFamily="50" charset="-78"/>
                        </a:rPr>
                        <a:t>تاريخ البداية</a:t>
                      </a:r>
                      <a:endParaRPr sz="1100" b="1" kern="1200" baseline="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تاريخ النهاية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الحالة</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100" b="1" kern="1200" dirty="0">
                          <a:solidFill>
                            <a:schemeClr val="bg1"/>
                          </a:solidFill>
                          <a:latin typeface="Abar Mid" pitchFamily="50" charset="-78"/>
                          <a:ea typeface="Abar Mid" pitchFamily="50" charset="-78"/>
                          <a:cs typeface="Abar Mid" pitchFamily="50" charset="-78"/>
                        </a:rPr>
                        <a:t>ما تم حتى تاريخه</a:t>
                      </a:r>
                      <a:endParaRPr sz="1100" b="1" kern="1200" dirty="0">
                        <a:solidFill>
                          <a:schemeClr val="bg1"/>
                        </a:solidFill>
                        <a:latin typeface="Abar Mid" pitchFamily="50" charset="-78"/>
                        <a:ea typeface="Abar Mid" pitchFamily="50" charset="-78"/>
                        <a:cs typeface="Abar Mid" pitchFamily="50" charset="-78"/>
                      </a:endParaRP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061576">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1</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100" b="0" i="0" u="none" strike="noStrike" dirty="0">
                          <a:solidFill>
                            <a:srgbClr val="000000"/>
                          </a:solidFill>
                          <a:effectLst/>
                          <a:latin typeface="Abar Mid" pitchFamily="50" charset="-78"/>
                          <a:cs typeface="Abar Mid" pitchFamily="50" charset="-78"/>
                        </a:rPr>
                        <a:t>ضيف بلا حقيبة</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09-08-2026</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100" b="0" i="0" u="none" strike="noStrike" dirty="0">
                          <a:solidFill>
                            <a:srgbClr val="000000"/>
                          </a:solidFill>
                          <a:effectLst/>
                          <a:latin typeface="Abar Mid" pitchFamily="50" charset="-78"/>
                          <a:cs typeface="Abar Mid" pitchFamily="50" charset="-78"/>
                        </a:rPr>
                        <a:t>23-03-2027</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100" b="0" i="0" u="none" strike="noStrike" kern="1200" dirty="0">
                          <a:solidFill>
                            <a:srgbClr val="000000"/>
                          </a:solidFill>
                          <a:effectLst/>
                          <a:latin typeface="Abar Mid" pitchFamily="50" charset="-78"/>
                          <a:ea typeface="Abar Mid" pitchFamily="50" charset="-78"/>
                          <a:cs typeface="Abar Mid" pitchFamily="50" charset="-78"/>
                        </a:rPr>
                        <a:t>على المخطط</a:t>
                      </a:r>
                    </a:p>
                  </a:txBody>
                  <a:tcPr marL="45720" marR="4572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100" b="1" i="0" u="none" strike="noStrike" dirty="0">
                          <a:solidFill>
                            <a:srgbClr val="000000"/>
                          </a:solidFill>
                          <a:effectLst/>
                          <a:latin typeface="Abar Mid" pitchFamily="50" charset="-78"/>
                          <a:cs typeface="Abar Mid" pitchFamily="50" charset="-78"/>
                        </a:rPr>
                        <a:t>تاريخ التحديث 10 سبتمبر 2026</a:t>
                      </a:r>
                      <a:endParaRPr lang="en-US" sz="1100" b="0" i="0" u="none" strike="noStrike" dirty="0">
                        <a:solidFill>
                          <a:srgbClr val="000000"/>
                        </a:solidFill>
                        <a:effectLst/>
                        <a:latin typeface="Abar Mid" pitchFamily="50" charset="-78"/>
                        <a:cs typeface="Abar Mid" pitchFamily="50" charset="-78"/>
                      </a:endParaRPr>
                    </a:p>
                    <a:p>
                      <a:pPr algn="r" rtl="1" fontAlgn="ctr">
                        <a:buNone/>
                      </a:pPr>
                      <a:r>
                        <a:rPr lang="en-US" sz="1100" b="0" i="0" u="none" strike="noStrike" dirty="0">
                          <a:solidFill>
                            <a:srgbClr val="000000"/>
                          </a:solidFill>
                          <a:effectLst/>
                          <a:latin typeface="Abar Mid" pitchFamily="50" charset="-78"/>
                          <a:cs typeface="Abar Mid" pitchFamily="50" charset="-78"/>
                        </a:rPr>
                        <a:t>تمت المواءمة مع برنامج خدمة ضيوف الرحمن وتحديد المهام والمعالم الرئيسية وجار متابعة تنفيذها داخليا بالتنسيق مع وكالة التعاون الدولي ووكالة التحول الرقمي وتقنية المعلومات ووكالة الوزارة لشؤون الحج</a:t>
                      </a:r>
                    </a:p>
                  </a:txBody>
                  <a:tcPr marL="45720" marR="18288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spTree>
    <p:extLst>
      <p:ext uri="{BB962C8B-B14F-4D97-AF65-F5344CB8AC3E}">
        <p14:creationId xmlns:p14="http://schemas.microsoft.com/office/powerpoint/2010/main" val="40413777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2.xml><?xml version="1.0" encoding="utf-8"?>
<p:tagLst xmlns:a="http://schemas.openxmlformats.org/drawingml/2006/main" xmlns:r="http://schemas.openxmlformats.org/officeDocument/2006/relationships" xmlns:p="http://schemas.openxmlformats.org/presentationml/2006/main">
  <p:tag name="AS_UNIQUEID" val="114598"/>
</p:tagLst>
</file>

<file path=ppt/tags/tag3.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30A61A5A_E7DE_4A5B_B76E_D1F7BDEF788B&quot;,&quot;SourceFullName&quot;:&quot;&quot;,&quot;LastUpdate&quot;:&quot;2023-05-21 8:25 PM&quot;,&quot;UpdatedBy&quot;:&quot;bakhs&quot;,&quot;IsLinked&quot;:false,&quot;IsBrokenLink&quot;:false,&quot;Type&quot;:2}"/>
</p:tagLst>
</file>

<file path=ppt/tags/tag4.xml><?xml version="1.0" encoding="utf-8"?>
<p:tagLst xmlns:a="http://schemas.openxmlformats.org/drawingml/2006/main" xmlns:r="http://schemas.openxmlformats.org/officeDocument/2006/relationships" xmlns:p="http://schemas.openxmlformats.org/presentationml/2006/main">
  <p:tag name="AS_UNIQUEID" val="114598"/>
</p:tagLst>
</file>

<file path=ppt/tags/tag5.xml><?xml version="1.0" encoding="utf-8"?>
<p:tagLst xmlns:a="http://schemas.openxmlformats.org/drawingml/2006/main" xmlns:r="http://schemas.openxmlformats.org/officeDocument/2006/relationships" xmlns:p="http://schemas.openxmlformats.org/presentationml/2006/main">
  <p:tag name="AS_UNIQUEID" val="114598"/>
</p:tagLst>
</file>

<file path=ppt/tags/tag6.xml><?xml version="1.0" encoding="utf-8"?>
<p:tagLst xmlns:a="http://schemas.openxmlformats.org/drawingml/2006/main" xmlns:r="http://schemas.openxmlformats.org/officeDocument/2006/relationships" xmlns:p="http://schemas.openxmlformats.org/presentationml/2006/main">
  <p:tag name="AS_UNIQUEID" val="114598"/>
</p:tagLst>
</file>

<file path=ppt/tags/tag7.xml><?xml version="1.0" encoding="utf-8"?>
<p:tagLst xmlns:a="http://schemas.openxmlformats.org/drawingml/2006/main" xmlns:r="http://schemas.openxmlformats.org/officeDocument/2006/relationships" xmlns:p="http://schemas.openxmlformats.org/presentationml/2006/main">
  <p:tag name="AS_UNIQUEID" val="114598"/>
</p:tagLst>
</file>

<file path=ppt/tags/tag8.xml><?xml version="1.0" encoding="utf-8"?>
<p:tagLst xmlns:a="http://schemas.openxmlformats.org/drawingml/2006/main" xmlns:r="http://schemas.openxmlformats.org/officeDocument/2006/relationships" xmlns:p="http://schemas.openxmlformats.org/presentationml/2006/main">
  <p:tag name="AS_UNIQUEID" val="114598"/>
</p:tagLst>
</file>

<file path=ppt/tags/tag9.xml><?xml version="1.0" encoding="utf-8"?>
<p:tagLst xmlns:a="http://schemas.openxmlformats.org/drawingml/2006/main" xmlns:r="http://schemas.openxmlformats.org/officeDocument/2006/relationships" xmlns:p="http://schemas.openxmlformats.org/presentationml/2006/main">
  <p:tag name="AS_UNIQUEID" val="114598"/>
</p:tagLst>
</file>

<file path=ppt/tags/tag10.xml><?xml version="1.0" encoding="utf-8"?>
<p:tagLst xmlns:a="http://schemas.openxmlformats.org/drawingml/2006/main" xmlns:r="http://schemas.openxmlformats.org/officeDocument/2006/relationships" xmlns:p="http://schemas.openxmlformats.org/presentationml/2006/main">
  <p:tag name="AS_UNIQUEID" val="114598"/>
</p:tagLst>
</file>

<file path=ppt/tags/tag11.xml><?xml version="1.0" encoding="utf-8"?>
<p:tagLst xmlns:a="http://schemas.openxmlformats.org/drawingml/2006/main" xmlns:r="http://schemas.openxmlformats.org/officeDocument/2006/relationships" xmlns:p="http://schemas.openxmlformats.org/presentationml/2006/main">
  <p:tag name="AS_UNIQUEID" val="114598"/>
</p:tagLst>
</file>

<file path=ppt/tags/tag12.xml><?xml version="1.0" encoding="utf-8"?>
<p:tagLst xmlns:a="http://schemas.openxmlformats.org/drawingml/2006/main" xmlns:r="http://schemas.openxmlformats.org/officeDocument/2006/relationships" xmlns:p="http://schemas.openxmlformats.org/presentationml/2006/main">
  <p:tag name="AS_UNIQUEID" val="114598"/>
</p:tagLst>
</file>

<file path=ppt/tags/tag13.xml><?xml version="1.0" encoding="utf-8"?>
<p:tagLst xmlns:a="http://schemas.openxmlformats.org/drawingml/2006/main" xmlns:r="http://schemas.openxmlformats.org/officeDocument/2006/relationships" xmlns:p="http://schemas.openxmlformats.org/presentationml/2006/main">
  <p:tag name="AS_UNIQUEID" val="114598"/>
</p:tagLst>
</file>

<file path=ppt/tags/tag14.xml><?xml version="1.0" encoding="utf-8"?>
<p:tagLst xmlns:a="http://schemas.openxmlformats.org/drawingml/2006/main" xmlns:r="http://schemas.openxmlformats.org/officeDocument/2006/relationships" xmlns:p="http://schemas.openxmlformats.org/presentationml/2006/main">
  <p:tag name="AS_UNIQUEID" val="114598"/>
</p:tagLst>
</file>

<file path=ppt/tags/tag15.xml><?xml version="1.0" encoding="utf-8"?>
<p:tagLst xmlns:a="http://schemas.openxmlformats.org/drawingml/2006/main" xmlns:r="http://schemas.openxmlformats.org/officeDocument/2006/relationships" xmlns:p="http://schemas.openxmlformats.org/presentationml/2006/main">
  <p:tag name="AS_UNIQUEID" val="114598"/>
</p:tagLst>
</file>

<file path=ppt/tags/tag16.xml><?xml version="1.0" encoding="utf-8"?>
<p:tagLst xmlns:a="http://schemas.openxmlformats.org/drawingml/2006/main" xmlns:r="http://schemas.openxmlformats.org/officeDocument/2006/relationships" xmlns:p="http://schemas.openxmlformats.org/presentationml/2006/main">
  <p:tag name="AS_UNIQUEID" val="114598"/>
</p:tagLst>
</file>

<file path=ppt/tags/tag17.xml><?xml version="1.0" encoding="utf-8"?>
<p:tagLst xmlns:a="http://schemas.openxmlformats.org/drawingml/2006/main" xmlns:r="http://schemas.openxmlformats.org/officeDocument/2006/relationships" xmlns:p="http://schemas.openxmlformats.org/presentationml/2006/main">
  <p:tag name="AS_UNIQUEID" val="114598"/>
</p:tagLst>
</file>

<file path=ppt/tags/tag18.xml><?xml version="1.0" encoding="utf-8"?>
<p:tagLst xmlns:a="http://schemas.openxmlformats.org/drawingml/2006/main" xmlns:r="http://schemas.openxmlformats.org/officeDocument/2006/relationships" xmlns:p="http://schemas.openxmlformats.org/presentationml/2006/main">
  <p:tag name="AS_UNIQUEID" val="11459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CE64B34CF6EC44A199F338B72EDEB5" ma:contentTypeVersion="13" ma:contentTypeDescription="Create a new document." ma:contentTypeScope="" ma:versionID="3f4b9e014ff65a4ea3c0e512a7f292a9">
  <xsd:schema xmlns:xsd="http://www.w3.org/2001/XMLSchema" xmlns:xs="http://www.w3.org/2001/XMLSchema" xmlns:p="http://schemas.microsoft.com/office/2006/metadata/properties" xmlns:ns2="eddcb049-de32-468e-a2a1-70a63145ae32" xmlns:ns3="2f6d02a0-59ef-494b-8458-690fa2dbc213" targetNamespace="http://schemas.microsoft.com/office/2006/metadata/properties" ma:root="true" ma:fieldsID="4438d69b347d6f7105c41aa14e58a461" ns2:_="" ns3:_="">
    <xsd:import namespace="eddcb049-de32-468e-a2a1-70a63145ae32"/>
    <xsd:import namespace="2f6d02a0-59ef-494b-8458-690fa2dbc2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element ref="ns2:MediaServiceOCR" minOccurs="0"/>
                <xsd:element ref="ns2:_Flow_SignoffStatu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dcb049-de32-468e-a2a1-70a63145ae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15cc7d9-54bd-481d-a51c-d3ab4800245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_Flow_SignoffStatus" ma:index="19" nillable="true" ma:displayName="Sign-off status" ma:internalName="_x0024_Resources_x003a_core_x002c_Signoff_Status">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6d02a0-59ef-494b-8458-690fa2dbc21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f63078d-e739-44c7-952a-bfa7a1ce5c02}" ma:internalName="TaxCatchAll" ma:showField="CatchAllData" ma:web="2f6d02a0-59ef-494b-8458-690fa2dbc2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ddcb049-de32-468e-a2a1-70a63145ae32">
      <Terms xmlns="http://schemas.microsoft.com/office/infopath/2007/PartnerControls"/>
    </lcf76f155ced4ddcb4097134ff3c332f>
    <_Flow_SignoffStatus xmlns="eddcb049-de32-468e-a2a1-70a63145ae32" xsi:nil="true"/>
    <TaxCatchAll xmlns="2f6d02a0-59ef-494b-8458-690fa2dbc213" xsi:nil="true"/>
  </documentManagement>
</p:properties>
</file>

<file path=customXml/itemProps1.xml><?xml version="1.0" encoding="utf-8"?>
<ds:datastoreItem xmlns:ds="http://schemas.openxmlformats.org/officeDocument/2006/customXml" ds:itemID="{E4614D0E-864B-431B-AF4E-0327C77DE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dcb049-de32-468e-a2a1-70a63145ae32"/>
    <ds:schemaRef ds:uri="2f6d02a0-59ef-494b-8458-690fa2dbc2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899081D-06B7-410B-AF0C-A4DBB8C9B47C}">
  <ds:schemaRefs>
    <ds:schemaRef ds:uri="http://schemas.microsoft.com/sharepoint/v3/contenttype/forms"/>
  </ds:schemaRefs>
</ds:datastoreItem>
</file>

<file path=customXml/itemProps3.xml><?xml version="1.0" encoding="utf-8"?>
<ds:datastoreItem xmlns:ds="http://schemas.openxmlformats.org/officeDocument/2006/customXml" ds:itemID="{1D545B23-912C-4482-9429-8461417BA76D}">
  <ds:schemaRefs>
    <ds:schemaRef ds:uri="2f6d02a0-59ef-494b-8458-690fa2dbc213"/>
    <ds:schemaRef ds:uri="eddcb049-de32-468e-a2a1-70a63145ae32"/>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95653b52-df9b-47d2-8549-8de78ac04e21}"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otalTime>118</TotalTime>
  <Words>2364</Words>
  <Application>Microsoft Office PowerPoint</Application>
  <PresentationFormat>Custom</PresentationFormat>
  <Paragraphs>468</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Abar Mid</vt:lpstr>
      <vt:lpstr>Aptos</vt:lpstr>
      <vt:lpstr>Arial</vt:lpstr>
      <vt:lpstr>Century Gothic</vt:lpstr>
      <vt:lpstr>Sakkal Majalla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Jamjoom, Mamdouh</dc:creator>
  <cp:keywords/>
  <dc:description>generated using python-pptx</dc:description>
  <cp:lastModifiedBy>Baraa Fayez Bakhsh</cp:lastModifiedBy>
  <cp:revision>2</cp:revision>
  <dcterms:created xsi:type="dcterms:W3CDTF">2013-01-27T09:14:16Z</dcterms:created>
  <dcterms:modified xsi:type="dcterms:W3CDTF">2026-09-29T10:11:23Z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0x010100F5CE64B34CF6EC44A199F338B72EDEB5</vt:lpwstr>
  </property>
  <property fmtid="{D5CDD505-2E9C-101B-9397-08002B2CF9AE}" pid="3" name="MediaServiceImageTags">
    <vt:lpwstr/>
  </property>
</Properties>
</file>